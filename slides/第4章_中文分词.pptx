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emf" ContentType="image/x-emf"/>
  <Default Extension="rels" ContentType="application/vnd.openxmlformats-package.relationships+xml"/>
  <Override PartName="/customXml/itemProps8.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sldIdLst>
    <p:sldId id="257" r:id="rId3"/>
    <p:sldId id="1512" r:id="rId5"/>
    <p:sldId id="518" r:id="rId6"/>
    <p:sldId id="458" r:id="rId7"/>
    <p:sldId id="1536" r:id="rId8"/>
    <p:sldId id="1524" r:id="rId9"/>
    <p:sldId id="1538" r:id="rId10"/>
    <p:sldId id="520" r:id="rId11"/>
    <p:sldId id="1514" r:id="rId12"/>
    <p:sldId id="521" r:id="rId13"/>
    <p:sldId id="523" r:id="rId14"/>
    <p:sldId id="258" r:id="rId15"/>
    <p:sldId id="260" r:id="rId16"/>
    <p:sldId id="345" r:id="rId17"/>
    <p:sldId id="459" r:id="rId18"/>
    <p:sldId id="347" r:id="rId19"/>
    <p:sldId id="377" r:id="rId20"/>
    <p:sldId id="1543" r:id="rId21"/>
    <p:sldId id="1544" r:id="rId22"/>
    <p:sldId id="349" r:id="rId23"/>
    <p:sldId id="379" r:id="rId24"/>
    <p:sldId id="381" r:id="rId25"/>
    <p:sldId id="350" r:id="rId26"/>
    <p:sldId id="383" r:id="rId27"/>
    <p:sldId id="380" r:id="rId28"/>
    <p:sldId id="384" r:id="rId29"/>
    <p:sldId id="357" r:id="rId30"/>
    <p:sldId id="358" r:id="rId31"/>
    <p:sldId id="359" r:id="rId32"/>
    <p:sldId id="372" r:id="rId33"/>
    <p:sldId id="373" r:id="rId34"/>
    <p:sldId id="406" r:id="rId35"/>
    <p:sldId id="282" r:id="rId36"/>
    <p:sldId id="1542" r:id="rId37"/>
    <p:sldId id="1540" r:id="rId38"/>
    <p:sldId id="1545" r:id="rId39"/>
    <p:sldId id="1535" r:id="rId40"/>
    <p:sldId id="1541" r:id="rId41"/>
    <p:sldId id="407" r:id="rId42"/>
    <p:sldId id="408" r:id="rId43"/>
    <p:sldId id="409" r:id="rId44"/>
    <p:sldId id="1521" r:id="rId45"/>
    <p:sldId id="1522" r:id="rId46"/>
    <p:sldId id="1523" r:id="rId47"/>
    <p:sldId id="275" r:id="rId48"/>
    <p:sldId id="430" r:id="rId49"/>
    <p:sldId id="410" r:id="rId50"/>
    <p:sldId id="1532" r:id="rId51"/>
    <p:sldId id="429" r:id="rId52"/>
    <p:sldId id="411" r:id="rId53"/>
    <p:sldId id="412" r:id="rId54"/>
    <p:sldId id="413" r:id="rId55"/>
    <p:sldId id="1537" r:id="rId56"/>
    <p:sldId id="1533" r:id="rId57"/>
    <p:sldId id="1534" r:id="rId58"/>
    <p:sldId id="414" r:id="rId59"/>
    <p:sldId id="440" r:id="rId60"/>
    <p:sldId id="431" r:id="rId61"/>
    <p:sldId id="1525" r:id="rId62"/>
    <p:sldId id="441" r:id="rId63"/>
    <p:sldId id="443" r:id="rId64"/>
    <p:sldId id="444" r:id="rId65"/>
    <p:sldId id="445" r:id="rId66"/>
    <p:sldId id="446" r:id="rId67"/>
    <p:sldId id="447" r:id="rId68"/>
    <p:sldId id="448" r:id="rId69"/>
    <p:sldId id="450" r:id="rId70"/>
    <p:sldId id="451" r:id="rId71"/>
    <p:sldId id="442" r:id="rId72"/>
    <p:sldId id="416" r:id="rId73"/>
    <p:sldId id="417" r:id="rId74"/>
    <p:sldId id="452" r:id="rId75"/>
    <p:sldId id="453" r:id="rId76"/>
    <p:sldId id="454" r:id="rId77"/>
    <p:sldId id="455" r:id="rId78"/>
    <p:sldId id="456" r:id="rId79"/>
    <p:sldId id="418" r:id="rId80"/>
    <p:sldId id="432" r:id="rId81"/>
    <p:sldId id="419" r:id="rId82"/>
    <p:sldId id="433" r:id="rId83"/>
    <p:sldId id="1510" r:id="rId84"/>
    <p:sldId id="420" r:id="rId85"/>
    <p:sldId id="434" r:id="rId86"/>
    <p:sldId id="422" r:id="rId87"/>
    <p:sldId id="435" r:id="rId88"/>
    <p:sldId id="1526" r:id="rId89"/>
    <p:sldId id="423" r:id="rId90"/>
    <p:sldId id="1530" r:id="rId91"/>
    <p:sldId id="436" r:id="rId92"/>
    <p:sldId id="424" r:id="rId93"/>
    <p:sldId id="437" r:id="rId94"/>
    <p:sldId id="438" r:id="rId95"/>
    <p:sldId id="425" r:id="rId96"/>
    <p:sldId id="439" r:id="rId97"/>
    <p:sldId id="427" r:id="rId98"/>
    <p:sldId id="386" r:id="rId99"/>
    <p:sldId id="388" r:id="rId100"/>
    <p:sldId id="1518" r:id="rId101"/>
    <p:sldId id="1519" r:id="rId102"/>
    <p:sldId id="1517" r:id="rId103"/>
    <p:sldId id="1527" r:id="rId104"/>
    <p:sldId id="389" r:id="rId105"/>
    <p:sldId id="1511" r:id="rId106"/>
    <p:sldId id="390" r:id="rId107"/>
    <p:sldId id="391" r:id="rId108"/>
    <p:sldId id="392" r:id="rId109"/>
    <p:sldId id="393" r:id="rId110"/>
    <p:sldId id="1520" r:id="rId111"/>
    <p:sldId id="1528" r:id="rId112"/>
    <p:sldId id="1515" r:id="rId113"/>
    <p:sldId id="1529" r:id="rId114"/>
    <p:sldId id="395" r:id="rId115"/>
    <p:sldId id="396" r:id="rId116"/>
    <p:sldId id="1516" r:id="rId117"/>
    <p:sldId id="1531" r:id="rId118"/>
    <p:sldId id="340" r:id="rId119"/>
  </p:sldIdLst>
  <p:sldSz cx="9144000" cy="5143500" type="screen16x9"/>
  <p:notesSz cx="6858000" cy="9144000"/>
  <p:custDataLst>
    <p:tags r:id="rId125"/>
  </p:custDataLst>
  <p:defaultTex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05" userDrawn="1">
          <p15:clr>
            <a:srgbClr val="A4A3A4"/>
          </p15:clr>
        </p15:guide>
        <p15:guide id="2" pos="276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333FF"/>
    <a:srgbClr val="0000FF"/>
    <a:srgbClr val="004C41"/>
    <a:srgbClr val="CECCCC"/>
    <a:srgbClr val="009900"/>
    <a:srgbClr val="00382E"/>
    <a:srgbClr val="8CC34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22"/>
    <p:restoredTop sz="95910" autoAdjust="0"/>
  </p:normalViewPr>
  <p:slideViewPr>
    <p:cSldViewPr snapToGrid="0" showGuides="1">
      <p:cViewPr varScale="1">
        <p:scale>
          <a:sx n="110" d="100"/>
          <a:sy n="110" d="100"/>
        </p:scale>
        <p:origin x="60" y="544"/>
      </p:cViewPr>
      <p:guideLst>
        <p:guide orient="horz" pos="1605"/>
        <p:guide pos="2762"/>
      </p:guideLst>
    </p:cSldViewPr>
  </p:slideViewPr>
  <p:notesTextViewPr>
    <p:cViewPr>
      <p:scale>
        <a:sx n="1" d="1"/>
        <a:sy n="1" d="1"/>
      </p:scale>
      <p:origin x="0" y="0"/>
    </p:cViewPr>
  </p:notesTextViewPr>
  <p:sorterViewPr>
    <p:cViewPr>
      <p:scale>
        <a:sx n="186" d="100"/>
        <a:sy n="186" d="100"/>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5" Type="http://schemas.openxmlformats.org/officeDocument/2006/relationships/tags" Target="tags/tag9.xml"/><Relationship Id="rId124" Type="http://schemas.openxmlformats.org/officeDocument/2006/relationships/customXml" Target="../customXml/item1.xml"/><Relationship Id="rId123" Type="http://schemas.openxmlformats.org/officeDocument/2006/relationships/customXmlProps" Target="../customXml/itemProps8.xml"/><Relationship Id="rId122" Type="http://schemas.openxmlformats.org/officeDocument/2006/relationships/tableStyles" Target="tableStyles.xml"/><Relationship Id="rId121" Type="http://schemas.openxmlformats.org/officeDocument/2006/relationships/viewProps" Target="viewProps.xml"/><Relationship Id="rId120" Type="http://schemas.openxmlformats.org/officeDocument/2006/relationships/presProps" Target="presProps.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21E4B3-EC4C-453A-9EA7-43FCD1B5DA2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12A2F4-AB12-47ED-9A6B-E61F9EF43DC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6" Type="http://schemas.openxmlformats.org/officeDocument/2006/relationships/hyperlink" Target="https://baike.baidu.com/item/%E4%BF%AE%E9%A5%B0%E5%85%B3%E7%B3%BB/3751250?fromModule=lemma_inlink" TargetMode="External"/><Relationship Id="rId5" Type="http://schemas.openxmlformats.org/officeDocument/2006/relationships/hyperlink" Target="https://baike.baidu.com/item/%E4%B8%AD%E5%BF%83%E8%AF%AD/3097799?fromModule=lemma_inlink" TargetMode="External"/><Relationship Id="rId4" Type="http://schemas.openxmlformats.org/officeDocument/2006/relationships/hyperlink" Target="https://baike.baidu.com/item/%E4%BF%AE%E9%A5%B0%E8%AF%AD/388004?fromModule=lemma_inlink" TargetMode="External"/><Relationship Id="rId3" Type="http://schemas.openxmlformats.org/officeDocument/2006/relationships/hyperlink" Target="https://baike.baidu.com/item/%E5%81%8F%E6%AD%A3%E8%AF%8D%E7%BB%84/5940615?fromModule=lemma_inlink" TargetMode="External"/><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6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u="none" strike="noStrike" dirty="0">
                <a:solidFill>
                  <a:srgbClr val="333333"/>
                </a:solidFill>
                <a:effectLst/>
                <a:latin typeface="Helvetica Neue" panose="02000503000000020004" charset="0"/>
              </a:rPr>
              <a:t>偏正短语又叫</a:t>
            </a:r>
            <a:r>
              <a:rPr lang="zh-CN" altLang="en-US" b="0" i="0" u="none" strike="noStrike" dirty="0">
                <a:solidFill>
                  <a:srgbClr val="136EC2"/>
                </a:solidFill>
                <a:effectLst/>
                <a:latin typeface="Helvetica Neue" panose="02000503000000020004" charset="0"/>
                <a:hlinkClick r:id="rId3"/>
              </a:rPr>
              <a:t>偏正词组</a:t>
            </a:r>
            <a:r>
              <a:rPr lang="zh-CN" altLang="en-US" b="0" i="0" u="none" strike="noStrike" dirty="0">
                <a:solidFill>
                  <a:srgbClr val="333333"/>
                </a:solidFill>
                <a:effectLst/>
                <a:latin typeface="Helvetica Neue" panose="02000503000000020004" charset="0"/>
              </a:rPr>
              <a:t>，是由</a:t>
            </a:r>
            <a:r>
              <a:rPr lang="zh-CN" altLang="en-US" b="0" i="0" u="none" strike="noStrike" dirty="0">
                <a:solidFill>
                  <a:srgbClr val="136EC2"/>
                </a:solidFill>
                <a:effectLst/>
                <a:latin typeface="Helvetica Neue" panose="02000503000000020004" charset="0"/>
                <a:hlinkClick r:id="rId4"/>
              </a:rPr>
              <a:t>修饰语</a:t>
            </a:r>
            <a:r>
              <a:rPr lang="zh-CN" altLang="en-US" b="0" i="0" u="none" strike="noStrike" dirty="0">
                <a:solidFill>
                  <a:srgbClr val="333333"/>
                </a:solidFill>
                <a:effectLst/>
                <a:latin typeface="Helvetica Neue" panose="02000503000000020004" charset="0"/>
              </a:rPr>
              <a:t>和</a:t>
            </a:r>
            <a:r>
              <a:rPr lang="zh-CN" altLang="en-US" b="0" i="0" u="none" strike="noStrike" dirty="0">
                <a:solidFill>
                  <a:srgbClr val="136EC2"/>
                </a:solidFill>
                <a:effectLst/>
                <a:latin typeface="Helvetica Neue" panose="02000503000000020004" charset="0"/>
                <a:hlinkClick r:id="rId5"/>
              </a:rPr>
              <a:t>中心语</a:t>
            </a:r>
            <a:r>
              <a:rPr lang="zh-CN" altLang="en-US" b="0" i="0" u="none" strike="noStrike" dirty="0">
                <a:solidFill>
                  <a:srgbClr val="333333"/>
                </a:solidFill>
                <a:effectLst/>
                <a:latin typeface="Helvetica Neue" panose="02000503000000020004" charset="0"/>
              </a:rPr>
              <a:t>组成，结构成分之间有修饰与被</a:t>
            </a:r>
            <a:r>
              <a:rPr lang="zh-CN" altLang="en-US" b="0" i="0" u="none" strike="noStrike" dirty="0">
                <a:solidFill>
                  <a:srgbClr val="136EC2"/>
                </a:solidFill>
                <a:effectLst/>
                <a:latin typeface="Helvetica Neue" panose="02000503000000020004" charset="0"/>
                <a:hlinkClick r:id="rId6"/>
              </a:rPr>
              <a:t>修饰关系</a:t>
            </a:r>
            <a:r>
              <a:rPr lang="zh-CN" altLang="en-US" b="0" i="0" u="none" strike="noStrike" dirty="0">
                <a:solidFill>
                  <a:srgbClr val="333333"/>
                </a:solidFill>
                <a:effectLst/>
                <a:latin typeface="Helvetica Neue" panose="02000503000000020004" charset="0"/>
              </a:rPr>
              <a:t>的短语。动词、名词、形容词与它们前面起修饰作用的成分组成的短语。例如：名词前的修饰成分是定语；定语（状语）和中心语的关系是偏和正的关系；偏正短语包括定中短语与状中短语。</a:t>
            </a:r>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B12A2F4-AB12-47ED-9A6B-E61F9EF43DC8}"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LDA</a:t>
            </a:r>
            <a:r>
              <a:rPr lang="zh-CN" altLang="en-US" dirty="0"/>
              <a:t>隐含狄利克雷分布，</a:t>
            </a:r>
            <a:r>
              <a:rPr lang="zh-CN" altLang="en-US" b="0" i="0" u="none" strike="noStrike" dirty="0">
                <a:solidFill>
                  <a:srgbClr val="333333"/>
                </a:solidFill>
                <a:effectLst/>
                <a:latin typeface="-apple-system"/>
              </a:rPr>
              <a:t>是一种用于文本分析的无监督机器学习模型，主要用于挖掘文档集中的潜在主题。</a:t>
            </a:r>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a:t>
            </a:r>
            <a:r>
              <a:rPr lang="zh-CN" altLang="en-US" dirty="0"/>
              <a:t>（</a:t>
            </a:r>
            <a:r>
              <a:rPr lang="en-US" altLang="zh-CN" dirty="0"/>
              <a:t>o1</a:t>
            </a:r>
            <a:r>
              <a:rPr lang="zh-CN" altLang="en-US" dirty="0"/>
              <a:t>，。。。，</a:t>
            </a:r>
            <a:r>
              <a:rPr lang="en-US" altLang="zh-CN" dirty="0"/>
              <a:t>o2</a:t>
            </a:r>
            <a:r>
              <a:rPr lang="zh-CN" altLang="en-US" dirty="0"/>
              <a:t>）</a:t>
            </a:r>
            <a:r>
              <a:rPr lang="en-US" altLang="zh-CN" dirty="0"/>
              <a:t>=1</a:t>
            </a:r>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前一步隐藏状态是</a:t>
            </a:r>
            <a:r>
              <a:rPr lang="en-US" altLang="zh-CN" dirty="0"/>
              <a:t>j</a:t>
            </a:r>
            <a:r>
              <a:rPr lang="zh-CN" altLang="en-US" dirty="0"/>
              <a:t>，这一步隐藏状态是</a:t>
            </a:r>
            <a:r>
              <a:rPr lang="en-US" altLang="zh-CN" dirty="0" err="1"/>
              <a:t>i</a:t>
            </a:r>
            <a:r>
              <a:rPr lang="zh-CN" altLang="en-US" dirty="0"/>
              <a:t>，</a:t>
            </a:r>
            <a:r>
              <a:rPr lang="en-US" altLang="zh-CN" dirty="0"/>
              <a:t>aji</a:t>
            </a:r>
            <a:r>
              <a:rPr lang="zh-CN" altLang="en-US" dirty="0"/>
              <a:t>由隐藏状态</a:t>
            </a:r>
            <a:r>
              <a:rPr lang="en-US" altLang="zh-CN" dirty="0"/>
              <a:t>j</a:t>
            </a:r>
            <a:r>
              <a:rPr lang="zh-CN" altLang="en-US" dirty="0"/>
              <a:t>到</a:t>
            </a:r>
            <a:r>
              <a:rPr lang="en-US" altLang="zh-CN" dirty="0" err="1"/>
              <a:t>i</a:t>
            </a:r>
            <a:r>
              <a:rPr lang="zh-CN" altLang="en-US" dirty="0"/>
              <a:t>，但是</a:t>
            </a:r>
            <a:r>
              <a:rPr lang="en-US" altLang="zh-CN" dirty="0"/>
              <a:t>j</a:t>
            </a:r>
            <a:r>
              <a:rPr lang="zh-CN" altLang="en-US" dirty="0"/>
              <a:t>有</a:t>
            </a:r>
            <a:r>
              <a:rPr lang="en-US" altLang="zh-CN" dirty="0"/>
              <a:t>n</a:t>
            </a:r>
            <a:r>
              <a:rPr lang="zh-CN" altLang="en-US" dirty="0"/>
              <a:t>种，找乘积最大</a:t>
            </a:r>
            <a:r>
              <a:rPr lang="zh-CN" altLang="en-US"/>
              <a:t>的那个。</a:t>
            </a:r>
            <a:r>
              <a:rPr lang="el-GR" altLang="zh-CN">
                <a:effectLst/>
              </a:rPr>
              <a:t>δ</a:t>
            </a:r>
            <a:r>
              <a:rPr lang="en-US" altLang="zh-CN">
                <a:effectLst/>
              </a:rPr>
              <a:t>Delta</a:t>
            </a:r>
            <a:r>
              <a:rPr lang="zh-CN" altLang="en-US">
                <a:effectLst/>
              </a:rPr>
              <a:t>德尔塔 </a:t>
            </a:r>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备注占位符 2"/>
              <p:cNvSpPr>
                <a:spLocks noGrp="1"/>
              </p:cNvSpPr>
              <p:nvPr>
                <p:ph type="body" idx="1"/>
              </p:nvPr>
            </p:nvSpPr>
            <p:spPr/>
            <p:txBody>
              <a:bodyPr/>
              <a:lstStyle/>
              <a:p>
                <a14:m>
                  <m:oMath xmlns:m="http://schemas.openxmlformats.org/officeDocument/2006/math">
                    <m:r>
                      <a:rPr lang="en-US" altLang="zh-CN" sz="900" i="1" smtClean="0">
                        <a:latin typeface="Cambria Math" panose="02040503050406030204" pitchFamily="18" charset="0"/>
                        <a:ea typeface="宋体" pitchFamily="2" charset="-122"/>
                        <a:cs typeface="Times New Roman" panose="02020503050405090304" pitchFamily="18" charset="0"/>
                      </a:rPr>
                      <m:t>𝛹</m:t>
                    </m:r>
                  </m:oMath>
                </a14:m>
                <a:r>
                  <a:rPr lang="zh-CN" altLang="en-US"/>
                  <a:t>普西</a:t>
                </a:r>
                <a:endParaRPr lang="zh-CN" altLang="en-US"/>
              </a:p>
            </p:txBody>
          </p:sp>
        </mc:Choice>
        <mc:Fallback>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5"/>
          </p:nvPr>
        </p:nvSpPr>
        <p:spPr/>
        <p:txBody>
          <a:bodyPr/>
          <a:lstStyle/>
          <a:p>
            <a:fld id="{CB12A2F4-AB12-47ED-9A6B-E61F9EF43DC8}"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当前</a:t>
            </a:r>
            <a:r>
              <a:rPr lang="en-US" altLang="zh-CN" dirty="0"/>
              <a:t>1</a:t>
            </a:r>
            <a:r>
              <a:rPr lang="zh-CN" altLang="en-US" dirty="0"/>
              <a:t>，前一时刻最大可能是</a:t>
            </a:r>
            <a:r>
              <a:rPr lang="en-US" altLang="zh-CN" dirty="0"/>
              <a:t>1</a:t>
            </a:r>
            <a:endParaRPr lang="en-US" altLang="zh-CN" dirty="0"/>
          </a:p>
          <a:p>
            <a:r>
              <a:rPr lang="zh-CN" altLang="en-US" dirty="0"/>
              <a:t>当前</a:t>
            </a:r>
            <a:r>
              <a:rPr lang="en-US" altLang="zh-CN" dirty="0"/>
              <a:t>2</a:t>
            </a:r>
            <a:r>
              <a:rPr lang="zh-CN" altLang="en-US" dirty="0"/>
              <a:t>，前一时刻最大可能是</a:t>
            </a:r>
            <a:r>
              <a:rPr lang="en-US" altLang="zh-CN" dirty="0"/>
              <a:t>2</a:t>
            </a:r>
            <a:endParaRPr lang="en-US" altLang="zh-CN" dirty="0"/>
          </a:p>
          <a:p>
            <a:r>
              <a:rPr lang="zh-CN" altLang="en-US" dirty="0"/>
              <a:t>当前</a:t>
            </a:r>
            <a:r>
              <a:rPr lang="en-US" altLang="zh-CN" dirty="0"/>
              <a:t>3</a:t>
            </a:r>
            <a:r>
              <a:rPr lang="zh-CN" altLang="en-US" dirty="0"/>
              <a:t>，前一时刻最大可能是</a:t>
            </a:r>
            <a:r>
              <a:rPr lang="en-US" altLang="zh-CN" dirty="0"/>
              <a:t>2</a:t>
            </a:r>
            <a:endParaRPr lang="en-US" altLang="zh-CN" dirty="0"/>
          </a:p>
          <a:p>
            <a:endParaRPr lang="zh-CN" altLang="en-US" dirty="0"/>
          </a:p>
          <a:p>
            <a:r>
              <a:rPr lang="en-US" altLang="zh-CN" dirty="0"/>
              <a:t>1</a:t>
            </a:r>
            <a:r>
              <a:rPr lang="zh-CN" altLang="en-US" dirty="0"/>
              <a:t>是</a:t>
            </a:r>
            <a:r>
              <a:rPr lang="zh-CN" altLang="en-US" dirty="0"/>
              <a:t>前一时刻</a:t>
            </a:r>
            <a:endParaRPr lang="zh-CN" altLang="en-US" dirty="0"/>
          </a:p>
          <a:p>
            <a:r>
              <a:rPr lang="en-US" altLang="zh-CN" dirty="0"/>
              <a:t>2</a:t>
            </a:r>
            <a:r>
              <a:rPr lang="zh-CN" altLang="en-US" dirty="0">
                <a:sym typeface="+mn-ea"/>
              </a:rPr>
              <a:t>是前一时刻</a:t>
            </a:r>
            <a:endParaRPr lang="en-US" altLang="zh-CN" dirty="0"/>
          </a:p>
          <a:p>
            <a:r>
              <a:rPr lang="en-US" altLang="zh-CN" dirty="0"/>
              <a:t>3</a:t>
            </a:r>
            <a:r>
              <a:rPr lang="zh-CN" altLang="en-US" dirty="0">
                <a:sym typeface="+mn-ea"/>
              </a:rPr>
              <a:t>是前一时刻</a:t>
            </a:r>
            <a:endParaRPr lang="zh-CN" altLang="en-US" dirty="0">
              <a:sym typeface="+mn-ea"/>
            </a:endParaRPr>
          </a:p>
          <a:p>
            <a:r>
              <a:rPr lang="zh-CN" altLang="en-US" dirty="0"/>
              <a:t>这里的行是前面的</a:t>
            </a:r>
            <a:r>
              <a:rPr lang="zh-CN" altLang="en-US" dirty="0"/>
              <a:t>列</a:t>
            </a:r>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u="none" strike="noStrike" dirty="0">
                <a:solidFill>
                  <a:srgbClr val="121212"/>
                </a:solidFill>
                <a:effectLst/>
                <a:latin typeface="-apple-system"/>
              </a:rPr>
              <a:t>结巴分词的过程</a:t>
            </a:r>
            <a:r>
              <a:rPr lang="en-US" altLang="zh-CN" b="0" i="0" u="none" strike="noStrike" dirty="0">
                <a:solidFill>
                  <a:srgbClr val="121212"/>
                </a:solidFill>
                <a:effectLst/>
                <a:latin typeface="-apple-system"/>
              </a:rPr>
              <a:t>:</a:t>
            </a:r>
            <a:endParaRPr lang="en-US" altLang="zh-CN" b="0" i="0" u="none" strike="noStrike" dirty="0">
              <a:solidFill>
                <a:srgbClr val="121212"/>
              </a:solidFill>
              <a:effectLst/>
              <a:latin typeface="-apple-system"/>
            </a:endParaRPr>
          </a:p>
          <a:p>
            <a:pPr algn="l">
              <a:buFont typeface="+mj-lt"/>
              <a:buAutoNum type="arabicPeriod"/>
            </a:pPr>
            <a:r>
              <a:rPr lang="zh-CN" altLang="en-US" b="0" i="0" u="none" strike="noStrike" dirty="0">
                <a:solidFill>
                  <a:srgbClr val="121212"/>
                </a:solidFill>
                <a:effectLst/>
                <a:latin typeface="-apple-system"/>
              </a:rPr>
              <a:t>加载字典</a:t>
            </a:r>
            <a:r>
              <a:rPr lang="en-US" altLang="zh-CN" b="0" i="0" u="none" strike="noStrike" dirty="0">
                <a:solidFill>
                  <a:srgbClr val="121212"/>
                </a:solidFill>
                <a:effectLst/>
                <a:latin typeface="-apple-system"/>
              </a:rPr>
              <a:t>, </a:t>
            </a:r>
            <a:r>
              <a:rPr lang="zh-CN" altLang="en-US" b="0" i="0" u="none" strike="noStrike" dirty="0">
                <a:solidFill>
                  <a:srgbClr val="121212"/>
                </a:solidFill>
                <a:effectLst/>
                <a:latin typeface="-apple-system"/>
              </a:rPr>
              <a:t>生成</a:t>
            </a:r>
            <a:r>
              <a:rPr lang="en-GB" altLang="zh-CN" b="0" i="0" u="none" strike="noStrike" dirty="0" err="1">
                <a:solidFill>
                  <a:srgbClr val="121212"/>
                </a:solidFill>
                <a:effectLst/>
                <a:latin typeface="-apple-system"/>
              </a:rPr>
              <a:t>trie</a:t>
            </a:r>
            <a:r>
              <a:rPr lang="zh-CN" altLang="en-US" b="0" i="0" u="none" strike="noStrike" dirty="0">
                <a:solidFill>
                  <a:srgbClr val="121212"/>
                </a:solidFill>
                <a:effectLst/>
                <a:latin typeface="-apple-system"/>
              </a:rPr>
              <a:t>树；</a:t>
            </a:r>
            <a:br>
              <a:rPr lang="zh-CN" altLang="en-US" b="0" i="0" u="none" strike="noStrike" dirty="0">
                <a:solidFill>
                  <a:srgbClr val="121212"/>
                </a:solidFill>
                <a:effectLst/>
                <a:latin typeface="-apple-system"/>
              </a:rPr>
            </a:br>
            <a:endParaRPr lang="zh-CN" altLang="en-US" b="0" i="0" u="none" strike="noStrike" dirty="0">
              <a:solidFill>
                <a:srgbClr val="121212"/>
              </a:solidFill>
              <a:effectLst/>
              <a:latin typeface="-apple-system"/>
            </a:endParaRPr>
          </a:p>
          <a:p>
            <a:pPr algn="l">
              <a:buFont typeface="+mj-lt"/>
              <a:buAutoNum type="arabicPeriod"/>
            </a:pPr>
            <a:r>
              <a:rPr lang="zh-CN" altLang="en-US" b="0" i="0" u="none" strike="noStrike" dirty="0">
                <a:solidFill>
                  <a:srgbClr val="121212"/>
                </a:solidFill>
                <a:effectLst/>
                <a:latin typeface="-apple-system"/>
              </a:rPr>
              <a:t>给定待分词的句子，使用正则获取连续的中文字符和英文字符，切分成短语列表，对每个短语使用</a:t>
            </a:r>
            <a:r>
              <a:rPr lang="en-GB" altLang="zh-CN" b="0" i="0" u="none" strike="noStrike" dirty="0">
                <a:solidFill>
                  <a:srgbClr val="121212"/>
                </a:solidFill>
                <a:effectLst/>
                <a:latin typeface="-apple-system"/>
              </a:rPr>
              <a:t>DAG(</a:t>
            </a:r>
            <a:r>
              <a:rPr lang="zh-CN" altLang="en-US" b="0" i="0" u="none" strike="noStrike" dirty="0">
                <a:solidFill>
                  <a:srgbClr val="121212"/>
                </a:solidFill>
                <a:effectLst/>
                <a:latin typeface="-apple-system"/>
              </a:rPr>
              <a:t>查字典</a:t>
            </a:r>
            <a:r>
              <a:rPr lang="en-US" altLang="zh-CN" b="0" i="0" u="none" strike="noStrike" dirty="0">
                <a:solidFill>
                  <a:srgbClr val="121212"/>
                </a:solidFill>
                <a:effectLst/>
                <a:latin typeface="-apple-system"/>
              </a:rPr>
              <a:t>)</a:t>
            </a:r>
            <a:r>
              <a:rPr lang="zh-CN" altLang="en-US" b="0" i="0" u="none" strike="noStrike" dirty="0">
                <a:solidFill>
                  <a:srgbClr val="121212"/>
                </a:solidFill>
                <a:effectLst/>
                <a:latin typeface="-apple-system"/>
              </a:rPr>
              <a:t>和动态规划，得到最大概率路径，对</a:t>
            </a:r>
            <a:r>
              <a:rPr lang="en-GB" altLang="zh-CN" b="0" i="0" u="none" strike="noStrike" dirty="0">
                <a:solidFill>
                  <a:srgbClr val="121212"/>
                </a:solidFill>
                <a:effectLst/>
                <a:latin typeface="-apple-system"/>
              </a:rPr>
              <a:t>DAG</a:t>
            </a:r>
            <a:r>
              <a:rPr lang="zh-CN" altLang="en-US" b="0" i="0" u="none" strike="noStrike" dirty="0">
                <a:solidFill>
                  <a:srgbClr val="121212"/>
                </a:solidFill>
                <a:effectLst/>
                <a:latin typeface="-apple-system"/>
              </a:rPr>
              <a:t>中那些没有在字典中查到的字，组合成一个新的片段短语，使用</a:t>
            </a:r>
            <a:r>
              <a:rPr lang="en-GB" altLang="zh-CN" b="0" i="0" u="none" strike="noStrike" dirty="0">
                <a:solidFill>
                  <a:srgbClr val="121212"/>
                </a:solidFill>
                <a:effectLst/>
                <a:latin typeface="-apple-system"/>
              </a:rPr>
              <a:t>HMM</a:t>
            </a:r>
            <a:r>
              <a:rPr lang="zh-CN" altLang="en-US" b="0" i="0" u="none" strike="noStrike" dirty="0">
                <a:solidFill>
                  <a:srgbClr val="121212"/>
                </a:solidFill>
                <a:effectLst/>
                <a:latin typeface="-apple-system"/>
              </a:rPr>
              <a:t>模型进行分词，也就是作者说的识别新词，即识别字典外的新词；</a:t>
            </a:r>
            <a:br>
              <a:rPr lang="zh-CN" altLang="en-US" b="0" i="0" u="none" strike="noStrike" dirty="0">
                <a:solidFill>
                  <a:srgbClr val="121212"/>
                </a:solidFill>
                <a:effectLst/>
                <a:latin typeface="-apple-system"/>
              </a:rPr>
            </a:br>
            <a:endParaRPr lang="zh-CN" altLang="en-US" b="0" i="0" u="none" strike="noStrike" dirty="0">
              <a:solidFill>
                <a:srgbClr val="121212"/>
              </a:solidFill>
              <a:effectLst/>
              <a:latin typeface="-apple-system"/>
            </a:endParaRPr>
          </a:p>
          <a:p>
            <a:pPr algn="l">
              <a:buFont typeface="+mj-lt"/>
              <a:buAutoNum type="arabicPeriod"/>
            </a:pPr>
            <a:r>
              <a:rPr lang="zh-CN" altLang="en-US" b="0" i="0" u="none" strike="noStrike" dirty="0">
                <a:solidFill>
                  <a:srgbClr val="121212"/>
                </a:solidFill>
                <a:effectLst/>
                <a:latin typeface="-apple-system"/>
              </a:rPr>
              <a:t>使用</a:t>
            </a:r>
            <a:r>
              <a:rPr lang="en-GB" altLang="zh-CN" b="0" i="0" u="none" strike="noStrike" dirty="0">
                <a:solidFill>
                  <a:srgbClr val="121212"/>
                </a:solidFill>
                <a:effectLst/>
                <a:latin typeface="-apple-system"/>
              </a:rPr>
              <a:t>python</a:t>
            </a:r>
            <a:r>
              <a:rPr lang="zh-CN" altLang="en-US" b="0" i="0" u="none" strike="noStrike" dirty="0">
                <a:solidFill>
                  <a:srgbClr val="121212"/>
                </a:solidFill>
                <a:effectLst/>
                <a:latin typeface="-apple-system"/>
              </a:rPr>
              <a:t>的</a:t>
            </a:r>
            <a:r>
              <a:rPr lang="en-GB" altLang="zh-CN" b="0" i="0" u="none" strike="noStrike" dirty="0">
                <a:solidFill>
                  <a:srgbClr val="121212"/>
                </a:solidFill>
                <a:effectLst/>
                <a:latin typeface="-apple-system"/>
              </a:rPr>
              <a:t>yield</a:t>
            </a:r>
            <a:r>
              <a:rPr lang="zh-CN" altLang="en-US" b="0" i="0" u="none" strike="noStrike" dirty="0">
                <a:solidFill>
                  <a:srgbClr val="121212"/>
                </a:solidFill>
                <a:effectLst/>
                <a:latin typeface="-apple-system"/>
              </a:rPr>
              <a:t>语法生成一个词语生成器，逐词语返回。</a:t>
            </a:r>
            <a:br>
              <a:rPr lang="zh-CN" altLang="en-US" b="0" i="0" u="none" strike="noStrike" dirty="0">
                <a:solidFill>
                  <a:srgbClr val="121212"/>
                </a:solidFill>
                <a:effectLst/>
                <a:latin typeface="-apple-system"/>
              </a:rPr>
            </a:br>
            <a:endParaRPr lang="zh-CN" altLang="en-US" b="0" i="0" u="none" strike="noStrike" dirty="0">
              <a:solidFill>
                <a:srgbClr val="121212"/>
              </a:solidFill>
              <a:effectLst/>
              <a:latin typeface="-apple-system"/>
            </a:endParaRPr>
          </a:p>
          <a:p>
            <a:br>
              <a:rPr lang="zh-CN" altLang="en-US" dirty="0"/>
            </a:br>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effectLst/>
              </a:rPr>
              <a:t>即正确预测为正的占全部实际为正的比例</a:t>
            </a:r>
            <a:r>
              <a:rPr lang="en-US" altLang="zh-CN" dirty="0">
                <a:effectLst/>
              </a:rPr>
              <a:t>(</a:t>
            </a:r>
            <a:r>
              <a:rPr lang="zh-CN" altLang="en-US" dirty="0">
                <a:effectLst/>
              </a:rPr>
              <a:t>不准漏，宁可错杀一千，也不放过一个</a:t>
            </a:r>
            <a:r>
              <a:rPr lang="en-US" altLang="zh-CN" dirty="0">
                <a:effectLst/>
              </a:rPr>
              <a:t>)</a:t>
            </a:r>
            <a:r>
              <a:rPr lang="zh-CN" altLang="en-US" dirty="0">
                <a:effectLst/>
              </a:rPr>
              <a:t>。</a:t>
            </a:r>
            <a:endParaRPr lang="zh-CN" altLang="en-US" dirty="0">
              <a:effectLst/>
            </a:endParaRPr>
          </a:p>
          <a:p>
            <a:r>
              <a:rPr lang="en-GB" altLang="zh-CN" b="0" i="0" dirty="0">
                <a:effectLst/>
              </a:rPr>
              <a:t>Recall=TPTP+FN</a:t>
            </a:r>
            <a:r>
              <a:rPr lang="zh-CN" altLang="en-US" dirty="0">
                <a:effectLst/>
              </a:rPr>
              <a:t>召回率</a:t>
            </a:r>
            <a:r>
              <a:rPr lang="en-US" altLang="zh-CN" dirty="0">
                <a:effectLst/>
              </a:rPr>
              <a:t>(</a:t>
            </a:r>
            <a:r>
              <a:rPr lang="en-GB" altLang="zh-CN" dirty="0">
                <a:effectLst/>
              </a:rPr>
              <a:t>Recall) </a:t>
            </a:r>
            <a:r>
              <a:rPr lang="zh-CN" altLang="en-US" dirty="0">
                <a:effectLst/>
              </a:rPr>
              <a:t>是针对原样本而言的，其含义是在实际为正的样本中被预测为正样本的概率。高的召回率意味着可能会有更多的误检，但是会尽力找到每一个应该被找到的对象。应用场景例如癌症筛查、排查安全隐患。</a:t>
            </a:r>
            <a:endParaRPr lang="zh-CN" altLang="en-US" dirty="0">
              <a:effectLst/>
            </a:endParaRPr>
          </a:p>
          <a:p>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u="none" strike="noStrike" dirty="0">
                <a:solidFill>
                  <a:srgbClr val="121212"/>
                </a:solidFill>
                <a:effectLst/>
                <a:latin typeface="-apple-system"/>
              </a:rPr>
              <a:t>重新搞一个包括了地球上所有文化、所有字母和符号的编码！他们打算叫它</a:t>
            </a:r>
            <a:r>
              <a:rPr lang="en-US" altLang="zh-CN" b="0" i="0" u="none" strike="noStrike" dirty="0">
                <a:solidFill>
                  <a:srgbClr val="121212"/>
                </a:solidFill>
                <a:effectLst/>
                <a:latin typeface="-apple-system"/>
              </a:rPr>
              <a:t>"</a:t>
            </a:r>
            <a:r>
              <a:rPr lang="en-GB" altLang="zh-CN" b="0" i="0" u="none" strike="noStrike" dirty="0">
                <a:solidFill>
                  <a:srgbClr val="121212"/>
                </a:solidFill>
                <a:effectLst/>
                <a:latin typeface="-apple-system"/>
              </a:rPr>
              <a:t>Universal Multiple-Octet Coded Character Set"</a:t>
            </a:r>
            <a:r>
              <a:rPr lang="zh-CN" altLang="en-GB" b="0" i="0" u="none" strike="noStrike" dirty="0">
                <a:solidFill>
                  <a:srgbClr val="121212"/>
                </a:solidFill>
                <a:effectLst/>
                <a:latin typeface="-apple-system"/>
              </a:rPr>
              <a:t>，</a:t>
            </a:r>
            <a:r>
              <a:rPr lang="zh-CN" altLang="en-US" b="0" i="0" u="none" strike="noStrike" dirty="0">
                <a:solidFill>
                  <a:srgbClr val="121212"/>
                </a:solidFill>
                <a:effectLst/>
                <a:latin typeface="-apple-system"/>
              </a:rPr>
              <a:t>简称 </a:t>
            </a:r>
            <a:r>
              <a:rPr lang="en-GB" altLang="zh-CN" b="0" i="0" u="none" strike="noStrike" dirty="0">
                <a:solidFill>
                  <a:srgbClr val="121212"/>
                </a:solidFill>
                <a:effectLst/>
                <a:latin typeface="-apple-system"/>
              </a:rPr>
              <a:t>UCS, </a:t>
            </a:r>
            <a:r>
              <a:rPr lang="zh-CN" altLang="en-US" b="0" i="0" u="none" strike="noStrike" dirty="0">
                <a:solidFill>
                  <a:srgbClr val="121212"/>
                </a:solidFill>
                <a:effectLst/>
                <a:latin typeface="-apple-system"/>
              </a:rPr>
              <a:t>俗称 </a:t>
            </a:r>
            <a:r>
              <a:rPr lang="en-US" altLang="zh-CN" b="0" i="0" u="none" strike="noStrike" dirty="0">
                <a:solidFill>
                  <a:srgbClr val="121212"/>
                </a:solidFill>
                <a:effectLst/>
                <a:latin typeface="-apple-system"/>
              </a:rPr>
              <a:t>"</a:t>
            </a:r>
            <a:r>
              <a:rPr lang="en-GB" altLang="zh-CN" b="0" i="0" u="none" strike="noStrike" dirty="0">
                <a:solidFill>
                  <a:srgbClr val="121212"/>
                </a:solidFill>
                <a:effectLst/>
                <a:latin typeface="-apple-system"/>
              </a:rPr>
              <a:t>UNICODE"</a:t>
            </a:r>
            <a:r>
              <a:rPr lang="zh-CN" altLang="en-GB" b="0" i="0" u="none" strike="noStrike" dirty="0">
                <a:solidFill>
                  <a:srgbClr val="121212"/>
                </a:solidFill>
                <a:effectLst/>
                <a:latin typeface="-apple-system"/>
              </a:rPr>
              <a:t>。</a:t>
            </a:r>
            <a:endParaRPr lang="en-US" altLang="zh-CN" b="0" i="0" u="none" strike="noStrike" dirty="0">
              <a:solidFill>
                <a:srgbClr val="121212"/>
              </a:solidFill>
              <a:effectLst/>
              <a:latin typeface="-apple-system"/>
            </a:endParaRPr>
          </a:p>
          <a:p>
            <a:r>
              <a:rPr lang="en-GB" altLang="zh-CN" b="0" i="0" u="none" strike="noStrike" dirty="0">
                <a:solidFill>
                  <a:srgbClr val="121212"/>
                </a:solidFill>
                <a:effectLst/>
                <a:latin typeface="-apple-system"/>
              </a:rPr>
              <a:t>UTF8</a:t>
            </a:r>
            <a:r>
              <a:rPr lang="zh-CN" altLang="en-US" b="0" i="0" u="none" strike="noStrike" dirty="0">
                <a:solidFill>
                  <a:srgbClr val="121212"/>
                </a:solidFill>
                <a:effectLst/>
                <a:latin typeface="-apple-system"/>
              </a:rPr>
              <a:t>就是每次</a:t>
            </a:r>
            <a:r>
              <a:rPr lang="en-US" altLang="zh-CN" b="0" i="0" u="none" strike="noStrike" dirty="0">
                <a:solidFill>
                  <a:srgbClr val="121212"/>
                </a:solidFill>
                <a:effectLst/>
                <a:latin typeface="-apple-system"/>
              </a:rPr>
              <a:t>8</a:t>
            </a:r>
            <a:r>
              <a:rPr lang="zh-CN" altLang="en-US" b="0" i="0" u="none" strike="noStrike" dirty="0">
                <a:solidFill>
                  <a:srgbClr val="121212"/>
                </a:solidFill>
                <a:effectLst/>
                <a:latin typeface="-apple-system"/>
              </a:rPr>
              <a:t>个位传输数据，而</a:t>
            </a:r>
            <a:r>
              <a:rPr lang="en-GB" altLang="zh-CN" b="0" i="0" u="none" strike="noStrike" dirty="0">
                <a:solidFill>
                  <a:srgbClr val="121212"/>
                </a:solidFill>
                <a:effectLst/>
                <a:latin typeface="-apple-system"/>
              </a:rPr>
              <a:t>UTF16</a:t>
            </a:r>
            <a:r>
              <a:rPr lang="zh-CN" altLang="en-US" b="0" i="0" u="none" strike="noStrike" dirty="0">
                <a:solidFill>
                  <a:srgbClr val="121212"/>
                </a:solidFill>
                <a:effectLst/>
                <a:latin typeface="-apple-system"/>
              </a:rPr>
              <a:t>就是每次</a:t>
            </a:r>
            <a:r>
              <a:rPr lang="en-US" altLang="zh-CN" b="0" i="0" u="none" strike="noStrike" dirty="0">
                <a:solidFill>
                  <a:srgbClr val="121212"/>
                </a:solidFill>
                <a:effectLst/>
                <a:latin typeface="-apple-system"/>
              </a:rPr>
              <a:t>16</a:t>
            </a:r>
            <a:r>
              <a:rPr lang="zh-CN" altLang="en-US" b="0" i="0" u="none" strike="noStrike" dirty="0">
                <a:solidFill>
                  <a:srgbClr val="121212"/>
                </a:solidFill>
                <a:effectLst/>
                <a:latin typeface="-apple-system"/>
              </a:rPr>
              <a:t>个位，只不过为了传输时的可靠性，从</a:t>
            </a:r>
            <a:r>
              <a:rPr lang="en-GB" altLang="zh-CN" b="0" i="0" u="none" strike="noStrike" dirty="0">
                <a:solidFill>
                  <a:srgbClr val="121212"/>
                </a:solidFill>
                <a:effectLst/>
                <a:latin typeface="-apple-system"/>
              </a:rPr>
              <a:t>UNICODE</a:t>
            </a:r>
            <a:r>
              <a:rPr lang="zh-CN" altLang="en-US" b="0" i="0" u="none" strike="noStrike" dirty="0">
                <a:solidFill>
                  <a:srgbClr val="121212"/>
                </a:solidFill>
                <a:effectLst/>
                <a:latin typeface="-apple-system"/>
              </a:rPr>
              <a:t>到</a:t>
            </a:r>
            <a:r>
              <a:rPr lang="en-GB" altLang="zh-CN" b="0" i="0" u="none" strike="noStrike" dirty="0">
                <a:solidFill>
                  <a:srgbClr val="121212"/>
                </a:solidFill>
                <a:effectLst/>
                <a:latin typeface="-apple-system"/>
              </a:rPr>
              <a:t>UTF</a:t>
            </a:r>
            <a:r>
              <a:rPr lang="zh-CN" altLang="en-US" b="0" i="0" u="none" strike="noStrike" dirty="0">
                <a:solidFill>
                  <a:srgbClr val="121212"/>
                </a:solidFill>
                <a:effectLst/>
                <a:latin typeface="-apple-system"/>
              </a:rPr>
              <a:t>时并不是直接的对应，而是要过一些算法和规则来转换。</a:t>
            </a:r>
            <a:endParaRPr lang="en-US" altLang="zh-CN" b="0" i="0" u="none" strike="noStrike" dirty="0">
              <a:solidFill>
                <a:srgbClr val="121212"/>
              </a:solidFill>
              <a:effectLst/>
              <a:latin typeface="-apple-system"/>
            </a:endParaRPr>
          </a:p>
          <a:p>
            <a:r>
              <a:rPr lang="en-GB" altLang="zh-CN" dirty="0"/>
              <a:t>GBK</a:t>
            </a:r>
            <a:r>
              <a:rPr lang="zh-CN" altLang="en-US" dirty="0"/>
              <a:t>编码采用双字节编码方案，其编码范围：</a:t>
            </a:r>
            <a:r>
              <a:rPr lang="en-US" altLang="zh-CN" dirty="0"/>
              <a:t>8140</a:t>
            </a:r>
            <a:r>
              <a:rPr lang="zh-CN" altLang="en-US" dirty="0"/>
              <a:t>－</a:t>
            </a:r>
            <a:r>
              <a:rPr lang="en-GB" altLang="zh-CN" dirty="0"/>
              <a:t>FEFE</a:t>
            </a:r>
            <a:r>
              <a:rPr lang="zh-CN" altLang="en-GB" dirty="0"/>
              <a:t>，</a:t>
            </a:r>
            <a:r>
              <a:rPr lang="zh-CN" altLang="en-US" dirty="0"/>
              <a:t>剔除</a:t>
            </a:r>
            <a:r>
              <a:rPr lang="en-GB" altLang="zh-CN" dirty="0"/>
              <a:t>xx7F</a:t>
            </a:r>
            <a:r>
              <a:rPr lang="zh-CN" altLang="en-US" dirty="0"/>
              <a:t>码位，共</a:t>
            </a:r>
            <a:r>
              <a:rPr lang="en-US" altLang="zh-CN" dirty="0"/>
              <a:t>23940</a:t>
            </a:r>
            <a:r>
              <a:rPr lang="zh-CN" altLang="en-US" dirty="0"/>
              <a:t>个码位。共收录汉字和图形符号</a:t>
            </a:r>
            <a:r>
              <a:rPr lang="en-US" altLang="zh-CN" dirty="0"/>
              <a:t>21886</a:t>
            </a:r>
            <a:r>
              <a:rPr lang="zh-CN" altLang="en-US" dirty="0"/>
              <a:t>个，其中汉字（包括部首和构件）</a:t>
            </a:r>
            <a:r>
              <a:rPr lang="en-US" altLang="zh-CN" dirty="0"/>
              <a:t>21003</a:t>
            </a:r>
            <a:r>
              <a:rPr lang="zh-CN" altLang="en-US" dirty="0"/>
              <a:t>个，图形符号</a:t>
            </a:r>
            <a:r>
              <a:rPr lang="en-US" altLang="zh-CN" dirty="0"/>
              <a:t>883</a:t>
            </a:r>
            <a:r>
              <a:rPr lang="zh-CN" altLang="en-US" dirty="0"/>
              <a:t>个。</a:t>
            </a:r>
            <a:r>
              <a:rPr lang="en-GB" altLang="zh-CN" dirty="0"/>
              <a:t>GBK</a:t>
            </a:r>
            <a:r>
              <a:rPr lang="zh-CN" altLang="en-US" dirty="0"/>
              <a:t>编码支持国际标准</a:t>
            </a:r>
            <a:r>
              <a:rPr lang="en-GB" altLang="zh-CN" dirty="0"/>
              <a:t>ISO/IEC10646-1</a:t>
            </a:r>
            <a:r>
              <a:rPr lang="zh-CN" altLang="en-US" dirty="0"/>
              <a:t>和国家标准</a:t>
            </a:r>
            <a:r>
              <a:rPr lang="en-GB" altLang="zh-CN" dirty="0"/>
              <a:t>GB13000-1</a:t>
            </a:r>
            <a:r>
              <a:rPr lang="zh-CN" altLang="en-US" dirty="0"/>
              <a:t>中的全部中日韩汉字，并包含了</a:t>
            </a:r>
            <a:r>
              <a:rPr lang="en-GB" altLang="zh-CN" dirty="0"/>
              <a:t>BIG5</a:t>
            </a:r>
            <a:r>
              <a:rPr lang="zh-CN" altLang="en-US" dirty="0"/>
              <a:t>编码中的所有汉字。支持中文繁体字。国家曾规定所有微软的软件进入中国都要默认</a:t>
            </a:r>
            <a:r>
              <a:rPr lang="en-GB" altLang="zh-CN" dirty="0"/>
              <a:t>GBK</a:t>
            </a:r>
            <a:r>
              <a:rPr lang="zh-CN" altLang="en-US" dirty="0"/>
              <a:t>编码，所以</a:t>
            </a:r>
            <a:r>
              <a:rPr lang="en-GB" altLang="zh-CN" dirty="0"/>
              <a:t>win</a:t>
            </a:r>
            <a:r>
              <a:rPr lang="zh-CN" altLang="en-US" dirty="0"/>
              <a:t>系统 默认编码也为</a:t>
            </a:r>
            <a:r>
              <a:rPr lang="en-GB" altLang="zh-CN" dirty="0"/>
              <a:t>GBK</a:t>
            </a:r>
            <a:r>
              <a:rPr lang="zh-CN" altLang="en-GB" dirty="0"/>
              <a:t>。</a:t>
            </a:r>
            <a:endParaRPr lang="zh-CN" altLang="en-GB" dirty="0"/>
          </a:p>
          <a:p>
            <a:endParaRPr lang="zh-CN" altLang="en-GB" dirty="0"/>
          </a:p>
          <a:p>
            <a:r>
              <a:rPr lang="en-GB" altLang="zh-CN" dirty="0"/>
              <a:t>————————————————</a:t>
            </a:r>
            <a:endParaRPr lang="en-GB" altLang="zh-CN" dirty="0"/>
          </a:p>
          <a:p>
            <a:endParaRPr lang="en-GB" altLang="zh-CN" dirty="0"/>
          </a:p>
          <a:p>
            <a:r>
              <a:rPr lang="zh-CN" altLang="en-US" dirty="0"/>
              <a:t>版权声明：本文为</a:t>
            </a:r>
            <a:r>
              <a:rPr lang="en-GB" altLang="zh-CN" dirty="0"/>
              <a:t>CSDN</a:t>
            </a:r>
            <a:r>
              <a:rPr lang="zh-CN" altLang="en-US" dirty="0"/>
              <a:t>博主「汤米先生」的原创文章，遵循</a:t>
            </a:r>
            <a:r>
              <a:rPr lang="en-GB" altLang="zh-CN" dirty="0"/>
              <a:t>CC 4.0 BY-SA</a:t>
            </a:r>
            <a:r>
              <a:rPr lang="zh-CN" altLang="en-US" dirty="0"/>
              <a:t>版权协议，转载请附上原文出处链接及本声明。</a:t>
            </a:r>
            <a:endParaRPr lang="zh-CN" altLang="en-US" dirty="0"/>
          </a:p>
          <a:p>
            <a:endParaRPr lang="zh-CN" altLang="en-US" dirty="0"/>
          </a:p>
          <a:p>
            <a:r>
              <a:rPr lang="zh-CN" altLang="en-US" dirty="0"/>
              <a:t>原文链接：</a:t>
            </a:r>
            <a:r>
              <a:rPr lang="en-GB" altLang="zh-CN" dirty="0"/>
              <a:t>https://</a:t>
            </a:r>
            <a:r>
              <a:rPr lang="en-GB" altLang="zh-CN" dirty="0" err="1"/>
              <a:t>blog.csdn.net</a:t>
            </a:r>
            <a:r>
              <a:rPr lang="en-GB" altLang="zh-CN" dirty="0"/>
              <a:t>/Tom197/article/details/118974142</a:t>
            </a:r>
            <a:endParaRPr lang="zh-CN" altLang="en-US" dirty="0"/>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6B9D0F-9225-4952-8434-38C29095FB5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457200" y="1597821"/>
            <a:ext cx="8229600" cy="1102519"/>
          </a:xfrm>
        </p:spPr>
        <p:txBody>
          <a:bodyPr/>
          <a:lstStyle>
            <a:lvl1pPr>
              <a:defRPr sz="2475">
                <a:latin typeface="Times New Roman" panose="02020503050405090304" pitchFamily="18" charset="0"/>
                <a:cs typeface="Times New Roman" panose="02020503050405090304" pitchFamily="18" charset="0"/>
              </a:defRPr>
            </a:lvl1pPr>
          </a:lstStyle>
          <a:p>
            <a:r>
              <a:rPr lang="zh-CN" altLang="en-US"/>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nchor="ctr"/>
          <a:lstStyle>
            <a:lvl1pPr marL="0" indent="0" algn="ctr">
              <a:buNone/>
              <a:defRPr sz="2025">
                <a:solidFill>
                  <a:srgbClr val="0000CC"/>
                </a:solidFill>
                <a:latin typeface="Times New Roman" panose="02020503050405090304" pitchFamily="18" charset="0"/>
                <a:cs typeface="Times New Roman" panose="02020503050405090304" pitchFamily="18" charset="0"/>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zh-CN" altLang="en-US"/>
              <a:t>单击此处编辑母版副标题样式</a:t>
            </a:r>
            <a:endParaRPr lang="zh-CN" altLang="en-US"/>
          </a:p>
        </p:txBody>
      </p:sp>
      <p:sp>
        <p:nvSpPr>
          <p:cNvPr id="5" name="日期占位符 3"/>
          <p:cNvSpPr>
            <a:spLocks noGrp="1"/>
          </p:cNvSpPr>
          <p:nvPr>
            <p:ph type="dt" sz="half" idx="10"/>
          </p:nvPr>
        </p:nvSpPr>
        <p:spPr/>
        <p:txBody>
          <a:bodyPr/>
          <a:lstStyle>
            <a:lvl1pPr>
              <a:defRPr/>
            </a:lvl1pPr>
          </a:lstStyle>
          <a:p>
            <a:fld id="{481AEFAC-A9B3-4599-AE34-92A1AEF7962F}" type="datetime1">
              <a:rPr lang="zh-CN" altLang="en-US" smtClean="0"/>
            </a:fld>
            <a:endParaRPr lang="zh-CN" altLang="en-US"/>
          </a:p>
        </p:txBody>
      </p:sp>
      <p:sp>
        <p:nvSpPr>
          <p:cNvPr id="6" name="灯片编号占位符 5"/>
          <p:cNvSpPr>
            <a:spLocks noGrp="1"/>
          </p:cNvSpPr>
          <p:nvPr>
            <p:ph type="sldNum" sz="quarter" idx="11"/>
          </p:nvPr>
        </p:nvSpPr>
        <p:spPr/>
        <p:txBody>
          <a:bodyPr/>
          <a:lstStyle>
            <a:lvl1pPr>
              <a:defRPr/>
            </a:lvl1pPr>
          </a:lstStyle>
          <a:p>
            <a:fld id="{82952373-7980-4DA7-9ADE-54D716DB38BB}" type="slidenum">
              <a:rPr lang="zh-CN" altLang="en-US" smtClean="0"/>
            </a:fld>
            <a:endParaRPr lang="zh-CN" altLang="en-US"/>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8499" y="0"/>
            <a:ext cx="2451501" cy="711518"/>
          </a:xfrm>
          <a:prstGeom prst="rect">
            <a:avLst/>
          </a:prstGeom>
        </p:spPr>
      </p:pic>
      <p:pic>
        <p:nvPicPr>
          <p:cNvPr id="11" name="图片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57886" y="264918"/>
            <a:ext cx="1886114" cy="302921"/>
          </a:xfrm>
          <a:prstGeom prst="rect">
            <a:avLst/>
          </a:prstGeom>
        </p:spPr>
      </p:pic>
      <p:pic>
        <p:nvPicPr>
          <p:cNvPr id="4" name="图片 3" descr="图片4"/>
          <p:cNvPicPr>
            <a:picLocks noChangeAspect="1"/>
          </p:cNvPicPr>
          <p:nvPr/>
        </p:nvPicPr>
        <p:blipFill>
          <a:blip r:embed="rId4" cstate="screen">
            <a:lum bright="6000"/>
          </a:blip>
          <a:stretch>
            <a:fillRect/>
          </a:stretch>
        </p:blipFill>
        <p:spPr>
          <a:xfrm>
            <a:off x="-482601" y="3889509"/>
            <a:ext cx="10033001" cy="1253991"/>
          </a:xfrm>
          <a:prstGeom prst="rect">
            <a:avLst/>
          </a:prstGeom>
        </p:spPr>
      </p:pic>
      <p:pic>
        <p:nvPicPr>
          <p:cNvPr id="8" name="图片 7" descr="图片1"/>
          <p:cNvPicPr>
            <a:picLocks noChangeAspect="1"/>
          </p:cNvPicPr>
          <p:nvPr/>
        </p:nvPicPr>
        <p:blipFill>
          <a:blip r:embed="rId5" cstate="print">
            <a:lum bright="-18000" contrast="-12000"/>
          </a:blip>
          <a:stretch>
            <a:fillRect/>
          </a:stretch>
        </p:blipFill>
        <p:spPr>
          <a:xfrm>
            <a:off x="61064" y="4039689"/>
            <a:ext cx="9021872" cy="1103811"/>
          </a:xfrm>
          <a:prstGeom prst="rect">
            <a:avLst/>
          </a:prstGeom>
        </p:spPr>
      </p:pic>
    </p:spTree>
  </p:cSld>
  <p:clrMapOvr>
    <a:masterClrMapping/>
  </p:clrMapOvr>
  <p:transition spd="slow">
    <p:cove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2400" b="1">
                <a:latin typeface="Times New Roman" panose="02020503050405090304" pitchFamily="18" charset="0"/>
                <a:cs typeface="Times New Roman" panose="02020503050405090304" pitchFamily="18" charset="0"/>
              </a:defRPr>
            </a:lvl1pPr>
          </a:lstStyle>
          <a:p>
            <a:r>
              <a:rPr lang="zh-CN" altLang="en-US"/>
              <a:t>单击此处编辑母版标题样式</a:t>
            </a:r>
            <a:endParaRPr lang="zh-CN" altLang="en-US"/>
          </a:p>
        </p:txBody>
      </p:sp>
      <p:sp>
        <p:nvSpPr>
          <p:cNvPr id="4" name="日期占位符 3"/>
          <p:cNvSpPr>
            <a:spLocks noGrp="1"/>
          </p:cNvSpPr>
          <p:nvPr>
            <p:ph type="dt" sz="half" idx="10"/>
          </p:nvPr>
        </p:nvSpPr>
        <p:spPr>
          <a:xfrm>
            <a:off x="395288" y="4869659"/>
            <a:ext cx="2133600" cy="273844"/>
          </a:xfrm>
        </p:spPr>
        <p:txBody>
          <a:bodyPr/>
          <a:lstStyle>
            <a:lvl1pPr>
              <a:defRPr/>
            </a:lvl1pPr>
          </a:lstStyle>
          <a:p>
            <a:fld id="{99E9C70F-4ABF-4C58-A94A-1A1666048510}" type="datetime1">
              <a:rPr lang="zh-CN" altLang="en-US" smtClean="0"/>
            </a:fld>
            <a:endParaRPr lang="zh-CN" altLang="en-US"/>
          </a:p>
        </p:txBody>
      </p:sp>
      <p:sp>
        <p:nvSpPr>
          <p:cNvPr id="5" name="页脚占位符 4"/>
          <p:cNvSpPr>
            <a:spLocks noGrp="1"/>
          </p:cNvSpPr>
          <p:nvPr>
            <p:ph type="ftr" sz="quarter" idx="11"/>
          </p:nvPr>
        </p:nvSpPr>
        <p:spPr>
          <a:xfrm>
            <a:off x="3265488" y="4882756"/>
            <a:ext cx="2895600" cy="273844"/>
          </a:xfrm>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82952373-7980-4DA7-9ADE-54D716DB38BB}" type="slidenum">
              <a:rPr lang="zh-CN" altLang="en-US" smtClean="0"/>
            </a:fld>
            <a:endParaRPr lang="zh-CN" altLang="en-US"/>
          </a:p>
        </p:txBody>
      </p:sp>
      <p:sp>
        <p:nvSpPr>
          <p:cNvPr id="7" name="文本占位符 2"/>
          <p:cNvSpPr>
            <a:spLocks noGrp="1"/>
          </p:cNvSpPr>
          <p:nvPr>
            <p:ph idx="1"/>
          </p:nvPr>
        </p:nvSpPr>
        <p:spPr bwMode="auto">
          <a:xfrm>
            <a:off x="250827" y="897732"/>
            <a:ext cx="8642350" cy="3888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p:txBody>
      </p:sp>
    </p:spTree>
  </p:cSld>
  <p:clrMapOvr>
    <a:masterClrMapping/>
  </p:clrMapOvr>
  <p:transition spd="slow">
    <p:cove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1883218"/>
            <a:ext cx="7772400" cy="1021556"/>
          </a:xfrm>
        </p:spPr>
        <p:txBody>
          <a:bodyPr/>
          <a:lstStyle>
            <a:lvl1pPr algn="ctr">
              <a:defRPr sz="2250" b="1" cap="none"/>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4775"/>
            <a:ext cx="7772400" cy="1125140"/>
          </a:xfrm>
        </p:spPr>
        <p:txBody>
          <a:bodyPr anchor="ctr"/>
          <a:lstStyle>
            <a:lvl1pPr marL="0" indent="0" algn="ctr">
              <a:buNone/>
              <a:defRPr sz="1800">
                <a:solidFill>
                  <a:srgbClr val="0000CC"/>
                </a:solidFill>
              </a:defRPr>
            </a:lvl1pPr>
            <a:lvl2pPr marL="257175" indent="0">
              <a:buNone/>
              <a:defRPr sz="1015">
                <a:solidFill>
                  <a:schemeClr val="tx1">
                    <a:tint val="75000"/>
                  </a:schemeClr>
                </a:solidFill>
              </a:defRPr>
            </a:lvl2pPr>
            <a:lvl3pPr marL="514350" indent="0">
              <a:buNone/>
              <a:defRPr sz="900">
                <a:solidFill>
                  <a:schemeClr val="tx1">
                    <a:tint val="75000"/>
                  </a:schemeClr>
                </a:solidFill>
              </a:defRPr>
            </a:lvl3pPr>
            <a:lvl4pPr marL="771525" indent="0">
              <a:buNone/>
              <a:defRPr sz="790">
                <a:solidFill>
                  <a:schemeClr val="tx1">
                    <a:tint val="75000"/>
                  </a:schemeClr>
                </a:solidFill>
              </a:defRPr>
            </a:lvl4pPr>
            <a:lvl5pPr marL="1028700" indent="0">
              <a:buNone/>
              <a:defRPr sz="790">
                <a:solidFill>
                  <a:schemeClr val="tx1">
                    <a:tint val="75000"/>
                  </a:schemeClr>
                </a:solidFill>
              </a:defRPr>
            </a:lvl5pPr>
            <a:lvl6pPr marL="1285875" indent="0">
              <a:buNone/>
              <a:defRPr sz="790">
                <a:solidFill>
                  <a:schemeClr val="tx1">
                    <a:tint val="75000"/>
                  </a:schemeClr>
                </a:solidFill>
              </a:defRPr>
            </a:lvl6pPr>
            <a:lvl7pPr marL="1543050" indent="0">
              <a:buNone/>
              <a:defRPr sz="790">
                <a:solidFill>
                  <a:schemeClr val="tx1">
                    <a:tint val="75000"/>
                  </a:schemeClr>
                </a:solidFill>
              </a:defRPr>
            </a:lvl7pPr>
            <a:lvl8pPr marL="1800225" indent="0">
              <a:buNone/>
              <a:defRPr sz="790">
                <a:solidFill>
                  <a:schemeClr val="tx1">
                    <a:tint val="75000"/>
                  </a:schemeClr>
                </a:solidFill>
              </a:defRPr>
            </a:lvl8pPr>
            <a:lvl9pPr marL="2057400" indent="0">
              <a:buNone/>
              <a:defRPr sz="790">
                <a:solidFill>
                  <a:schemeClr val="tx1">
                    <a:tint val="75000"/>
                  </a:schemeClr>
                </a:solidFill>
              </a:defRPr>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fld id="{B63A7332-7A74-4F9A-874A-3E2F379BD684}" type="datetime1">
              <a:rPr lang="zh-CN" altLang="en-US" smtClean="0"/>
            </a:fld>
            <a:endParaRPr lang="zh-CN" altLang="en-US"/>
          </a:p>
        </p:txBody>
      </p:sp>
      <p:sp>
        <p:nvSpPr>
          <p:cNvPr id="6" name="页脚占位符 4"/>
          <p:cNvSpPr>
            <a:spLocks noGrp="1"/>
          </p:cNvSpPr>
          <p:nvPr>
            <p:ph type="ftr" sz="quarter" idx="11"/>
          </p:nvPr>
        </p:nvSpPr>
        <p:spPr/>
        <p:txBody>
          <a:bodyPr/>
          <a:lstStyle>
            <a:lvl1pPr>
              <a:defRPr/>
            </a:lvl1pPr>
          </a:lstStyle>
          <a:p>
            <a:endParaRPr lang="zh-CN" altLang="en-US"/>
          </a:p>
        </p:txBody>
      </p:sp>
      <p:sp>
        <p:nvSpPr>
          <p:cNvPr id="7" name="灯片编号占位符 5"/>
          <p:cNvSpPr>
            <a:spLocks noGrp="1"/>
          </p:cNvSpPr>
          <p:nvPr>
            <p:ph type="sldNum" sz="quarter" idx="12"/>
          </p:nvPr>
        </p:nvSpPr>
        <p:spPr/>
        <p:txBody>
          <a:bodyPr/>
          <a:lstStyle>
            <a:lvl1pPr>
              <a:defRPr/>
            </a:lvl1pPr>
          </a:lstStyle>
          <a:p>
            <a:fld id="{82952373-7980-4DA7-9ADE-54D716DB38BB}" type="slidenum">
              <a:rPr lang="zh-CN" altLang="en-US" smtClean="0"/>
            </a:fld>
            <a:endParaRPr lang="zh-CN" altLang="en-US"/>
          </a:p>
        </p:txBody>
      </p:sp>
      <p:pic>
        <p:nvPicPr>
          <p:cNvPr id="8" name="图片 7"/>
          <p:cNvPicPr>
            <a:picLocks noChangeAspect="1"/>
          </p:cNvPicPr>
          <p:nvPr/>
        </p:nvPicPr>
        <p:blipFill>
          <a:blip r:embed="rId2"/>
          <a:stretch>
            <a:fillRect/>
          </a:stretch>
        </p:blipFill>
        <p:spPr>
          <a:xfrm>
            <a:off x="17445" y="4544519"/>
            <a:ext cx="9126557" cy="598984"/>
          </a:xfrm>
          <a:prstGeom prst="rect">
            <a:avLst/>
          </a:prstGeom>
        </p:spPr>
      </p:pic>
      <p:pic>
        <p:nvPicPr>
          <p:cNvPr id="26" name="图片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6237" y="43483"/>
            <a:ext cx="8729663" cy="641450"/>
          </a:xfrm>
          <a:prstGeom prst="rect">
            <a:avLst/>
          </a:prstGeom>
        </p:spPr>
      </p:pic>
    </p:spTree>
  </p:cSld>
  <p:clrMapOvr>
    <a:masterClrMapping/>
  </p:clrMapOvr>
  <p:transition spd="slow">
    <p:cove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1883218"/>
            <a:ext cx="7772400" cy="1021556"/>
          </a:xfrm>
        </p:spPr>
        <p:txBody>
          <a:bodyPr/>
          <a:lstStyle>
            <a:lvl1pPr algn="ctr">
              <a:defRPr sz="2250" b="1" cap="none"/>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4775"/>
            <a:ext cx="7772400" cy="1125140"/>
          </a:xfrm>
        </p:spPr>
        <p:txBody>
          <a:bodyPr anchor="ctr"/>
          <a:lstStyle>
            <a:lvl1pPr marL="0" indent="0" algn="ctr">
              <a:buNone/>
              <a:defRPr sz="1800">
                <a:solidFill>
                  <a:srgbClr val="0000CC"/>
                </a:solidFill>
              </a:defRPr>
            </a:lvl1pPr>
            <a:lvl2pPr marL="257175" indent="0">
              <a:buNone/>
              <a:defRPr sz="1015">
                <a:solidFill>
                  <a:schemeClr val="tx1">
                    <a:tint val="75000"/>
                  </a:schemeClr>
                </a:solidFill>
              </a:defRPr>
            </a:lvl2pPr>
            <a:lvl3pPr marL="514350" indent="0">
              <a:buNone/>
              <a:defRPr sz="900">
                <a:solidFill>
                  <a:schemeClr val="tx1">
                    <a:tint val="75000"/>
                  </a:schemeClr>
                </a:solidFill>
              </a:defRPr>
            </a:lvl3pPr>
            <a:lvl4pPr marL="771525" indent="0">
              <a:buNone/>
              <a:defRPr sz="790">
                <a:solidFill>
                  <a:schemeClr val="tx1">
                    <a:tint val="75000"/>
                  </a:schemeClr>
                </a:solidFill>
              </a:defRPr>
            </a:lvl4pPr>
            <a:lvl5pPr marL="1028700" indent="0">
              <a:buNone/>
              <a:defRPr sz="790">
                <a:solidFill>
                  <a:schemeClr val="tx1">
                    <a:tint val="75000"/>
                  </a:schemeClr>
                </a:solidFill>
              </a:defRPr>
            </a:lvl5pPr>
            <a:lvl6pPr marL="1285875" indent="0">
              <a:buNone/>
              <a:defRPr sz="790">
                <a:solidFill>
                  <a:schemeClr val="tx1">
                    <a:tint val="75000"/>
                  </a:schemeClr>
                </a:solidFill>
              </a:defRPr>
            </a:lvl6pPr>
            <a:lvl7pPr marL="1543050" indent="0">
              <a:buNone/>
              <a:defRPr sz="790">
                <a:solidFill>
                  <a:schemeClr val="tx1">
                    <a:tint val="75000"/>
                  </a:schemeClr>
                </a:solidFill>
              </a:defRPr>
            </a:lvl7pPr>
            <a:lvl8pPr marL="1800225" indent="0">
              <a:buNone/>
              <a:defRPr sz="790">
                <a:solidFill>
                  <a:schemeClr val="tx1">
                    <a:tint val="75000"/>
                  </a:schemeClr>
                </a:solidFill>
              </a:defRPr>
            </a:lvl8pPr>
            <a:lvl9pPr marL="2057400" indent="0">
              <a:buNone/>
              <a:defRPr sz="790">
                <a:solidFill>
                  <a:schemeClr val="tx1">
                    <a:tint val="75000"/>
                  </a:schemeClr>
                </a:solidFill>
              </a:defRPr>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fld id="{3288E529-BA02-464D-8F93-9B2B40EF9278}" type="datetime1">
              <a:rPr lang="zh-CN" altLang="en-US" smtClean="0"/>
            </a:fld>
            <a:endParaRPr lang="zh-CN" altLang="en-US"/>
          </a:p>
        </p:txBody>
      </p:sp>
      <p:sp>
        <p:nvSpPr>
          <p:cNvPr id="6" name="页脚占位符 4"/>
          <p:cNvSpPr>
            <a:spLocks noGrp="1"/>
          </p:cNvSpPr>
          <p:nvPr>
            <p:ph type="ftr" sz="quarter" idx="11"/>
          </p:nvPr>
        </p:nvSpPr>
        <p:spPr/>
        <p:txBody>
          <a:bodyPr/>
          <a:lstStyle>
            <a:lvl1pPr>
              <a:defRPr/>
            </a:lvl1pPr>
          </a:lstStyle>
          <a:p>
            <a:endParaRPr lang="zh-CN" altLang="en-US"/>
          </a:p>
        </p:txBody>
      </p:sp>
      <p:sp>
        <p:nvSpPr>
          <p:cNvPr id="7" name="灯片编号占位符 5"/>
          <p:cNvSpPr>
            <a:spLocks noGrp="1"/>
          </p:cNvSpPr>
          <p:nvPr>
            <p:ph type="sldNum" sz="quarter" idx="12"/>
          </p:nvPr>
        </p:nvSpPr>
        <p:spPr/>
        <p:txBody>
          <a:bodyPr/>
          <a:lstStyle>
            <a:lvl1pPr>
              <a:defRPr/>
            </a:lvl1pPr>
          </a:lstStyle>
          <a:p>
            <a:fld id="{82952373-7980-4DA7-9ADE-54D716DB38BB}" type="slidenum">
              <a:rPr lang="zh-CN" altLang="en-US" smtClean="0"/>
            </a:fld>
            <a:endParaRPr lang="zh-CN" altLang="en-US"/>
          </a:p>
        </p:txBody>
      </p:sp>
      <p:pic>
        <p:nvPicPr>
          <p:cNvPr id="8" name="图片 7"/>
          <p:cNvPicPr>
            <a:picLocks noChangeAspect="1"/>
          </p:cNvPicPr>
          <p:nvPr/>
        </p:nvPicPr>
        <p:blipFill>
          <a:blip r:embed="rId2"/>
          <a:stretch>
            <a:fillRect/>
          </a:stretch>
        </p:blipFill>
        <p:spPr>
          <a:xfrm>
            <a:off x="17445" y="4544519"/>
            <a:ext cx="9126557" cy="598984"/>
          </a:xfrm>
          <a:prstGeom prst="rect">
            <a:avLst/>
          </a:prstGeom>
        </p:spPr>
      </p:pic>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66750"/>
          </a:xfrm>
          <a:prstGeom prst="rect">
            <a:avLst/>
          </a:prstGeom>
        </p:spPr>
      </p:pic>
    </p:spTree>
  </p:cSld>
  <p:clrMapOvr>
    <a:masterClrMapping/>
  </p:clrMapOvr>
  <p:transition spd="slow">
    <p:cove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6" name="日期占位符 5"/>
          <p:cNvSpPr>
            <a:spLocks noGrp="1"/>
          </p:cNvSpPr>
          <p:nvPr>
            <p:ph type="dt" sz="half" idx="10"/>
          </p:nvPr>
        </p:nvSpPr>
        <p:spPr/>
        <p:txBody>
          <a:bodyPr/>
          <a:lstStyle/>
          <a:p>
            <a:fld id="{B5EB4023-B692-41B2-93C3-32315200AA94}" type="datetime1">
              <a:rPr lang="zh-CN" altLang="en-US" smtClean="0"/>
            </a:fld>
            <a:endParaRPr lang="zh-CN" altLang="en-US"/>
          </a:p>
        </p:txBody>
      </p:sp>
      <p:sp>
        <p:nvSpPr>
          <p:cNvPr id="7" name="页脚占位符 6"/>
          <p:cNvSpPr>
            <a:spLocks noGrp="1"/>
          </p:cNvSpPr>
          <p:nvPr>
            <p:ph type="ftr" sz="quarter" idx="11"/>
          </p:nvPr>
        </p:nvSpPr>
        <p:spPr/>
        <p:txBody>
          <a:bodyPr/>
          <a:lstStyle/>
          <a:p>
            <a:endParaRPr lang="zh-CN" altLang="en-US"/>
          </a:p>
        </p:txBody>
      </p:sp>
      <p:sp>
        <p:nvSpPr>
          <p:cNvPr id="8" name="灯片编号占位符 7"/>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p:transition spd="slow">
    <p:cove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fld id="{A7380F08-EEB2-4A4E-BABB-013B604A8E37}" type="datetime1">
              <a:rPr lang="zh-CN" altLang="en-US" smtClean="0"/>
            </a:fld>
            <a:endParaRPr lang="zh-CN" altLang="en-US"/>
          </a:p>
        </p:txBody>
      </p:sp>
      <p:sp>
        <p:nvSpPr>
          <p:cNvPr id="3" name="页脚占位符 4"/>
          <p:cNvSpPr>
            <a:spLocks noGrp="1"/>
          </p:cNvSpPr>
          <p:nvPr>
            <p:ph type="ftr" sz="quarter" idx="11"/>
          </p:nvPr>
        </p:nvSpPr>
        <p:spPr/>
        <p:txBody>
          <a:bodyPr/>
          <a:lstStyle>
            <a:lvl1pPr>
              <a:defRPr/>
            </a:lvl1pPr>
          </a:lstStyle>
          <a:p>
            <a:endParaRPr lang="zh-CN" altLang="en-US"/>
          </a:p>
        </p:txBody>
      </p:sp>
      <p:sp>
        <p:nvSpPr>
          <p:cNvPr id="4" name="灯片编号占位符 5"/>
          <p:cNvSpPr>
            <a:spLocks noGrp="1"/>
          </p:cNvSpPr>
          <p:nvPr>
            <p:ph type="sldNum" sz="quarter" idx="12"/>
          </p:nvPr>
        </p:nvSpPr>
        <p:spPr/>
        <p:txBody>
          <a:bodyPr/>
          <a:lstStyle>
            <a:lvl1pPr>
              <a:defRPr/>
            </a:lvl1pPr>
          </a:lstStyle>
          <a:p>
            <a:fld id="{82952373-7980-4DA7-9ADE-54D716DB38BB}" type="slidenum">
              <a:rPr lang="zh-CN" altLang="en-US" smtClean="0"/>
            </a:fld>
            <a:endParaRPr lang="zh-CN" altLang="en-US"/>
          </a:p>
        </p:txBody>
      </p:sp>
    </p:spTree>
  </p:cSld>
  <p:clrMapOvr>
    <a:masterClrMapping/>
  </p:clrMapOvr>
  <p:transition spd="slow">
    <p:cove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7883"/>
            <a:ext cx="9067800" cy="735068"/>
          </a:xfrm>
        </p:spPr>
        <p:txBody>
          <a:bodyPr/>
          <a:lstStyle/>
          <a:p>
            <a:r>
              <a:rPr lang="zh-CN" altLang="en-US"/>
              <a:t>单击此处编辑母版标题样式</a:t>
            </a:r>
            <a:endParaRPr lang="zh-CN" altLang="en-US"/>
          </a:p>
        </p:txBody>
      </p:sp>
      <p:sp>
        <p:nvSpPr>
          <p:cNvPr id="5" name="日期占位符 3"/>
          <p:cNvSpPr>
            <a:spLocks noGrp="1"/>
          </p:cNvSpPr>
          <p:nvPr>
            <p:ph type="dt" sz="half" idx="10"/>
          </p:nvPr>
        </p:nvSpPr>
        <p:spPr/>
        <p:txBody>
          <a:bodyPr/>
          <a:lstStyle>
            <a:lvl1pPr>
              <a:defRPr/>
            </a:lvl1pPr>
          </a:lstStyle>
          <a:p>
            <a:fld id="{E117BD26-BE3C-430C-ACBC-1175E56DE576}" type="datetime1">
              <a:rPr lang="zh-CN" altLang="en-US" smtClean="0"/>
            </a:fld>
            <a:endParaRPr lang="zh-CN" altLang="en-US"/>
          </a:p>
        </p:txBody>
      </p:sp>
      <p:sp>
        <p:nvSpPr>
          <p:cNvPr id="6" name="页脚占位符 4"/>
          <p:cNvSpPr>
            <a:spLocks noGrp="1"/>
          </p:cNvSpPr>
          <p:nvPr>
            <p:ph type="ftr" sz="quarter" idx="11"/>
          </p:nvPr>
        </p:nvSpPr>
        <p:spPr/>
        <p:txBody>
          <a:bodyPr/>
          <a:lstStyle>
            <a:lvl1pPr>
              <a:defRPr/>
            </a:lvl1pPr>
          </a:lstStyle>
          <a:p>
            <a:endParaRPr lang="zh-CN" altLang="en-US"/>
          </a:p>
        </p:txBody>
      </p:sp>
      <p:sp>
        <p:nvSpPr>
          <p:cNvPr id="7" name="灯片编号占位符 5"/>
          <p:cNvSpPr>
            <a:spLocks noGrp="1"/>
          </p:cNvSpPr>
          <p:nvPr>
            <p:ph type="sldNum" sz="quarter" idx="12"/>
          </p:nvPr>
        </p:nvSpPr>
        <p:spPr/>
        <p:txBody>
          <a:bodyPr/>
          <a:lstStyle>
            <a:lvl1pPr>
              <a:defRPr/>
            </a:lvl1pPr>
          </a:lstStyle>
          <a:p>
            <a:fld id="{82952373-7980-4DA7-9ADE-54D716DB38BB}" type="slidenum">
              <a:rPr lang="zh-CN" altLang="en-US" smtClean="0"/>
            </a:fld>
            <a:endParaRPr lang="zh-CN" altLang="en-US"/>
          </a:p>
        </p:txBody>
      </p:sp>
    </p:spTree>
  </p:cSld>
  <p:clrMapOvr>
    <a:masterClrMapping/>
  </p:clrMapOvr>
  <p:transition spd="slow">
    <p:cove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xAndChart">
  <p:cSld name="标题，文本与图表">
    <p:spTree>
      <p:nvGrpSpPr>
        <p:cNvPr id="1" name=""/>
        <p:cNvGrpSpPr/>
        <p:nvPr/>
      </p:nvGrpSpPr>
      <p:grpSpPr>
        <a:xfrm>
          <a:off x="0" y="0"/>
          <a:ext cx="0" cy="0"/>
          <a:chOff x="0" y="0"/>
          <a:chExt cx="0" cy="0"/>
        </a:xfrm>
      </p:grpSpPr>
      <p:sp>
        <p:nvSpPr>
          <p:cNvPr id="2" name="标题 1"/>
          <p:cNvSpPr>
            <a:spLocks noGrp="1"/>
          </p:cNvSpPr>
          <p:nvPr>
            <p:ph type="title"/>
          </p:nvPr>
        </p:nvSpPr>
        <p:spPr>
          <a:xfrm>
            <a:off x="0" y="3"/>
            <a:ext cx="9144000" cy="740569"/>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76200" y="857253"/>
            <a:ext cx="4419600" cy="3740944"/>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图表占位符 3"/>
          <p:cNvSpPr>
            <a:spLocks noGrp="1"/>
          </p:cNvSpPr>
          <p:nvPr>
            <p:ph type="chart" sz="half" idx="2" hasCustomPrompt="1"/>
          </p:nvPr>
        </p:nvSpPr>
        <p:spPr>
          <a:xfrm>
            <a:off x="4572000" y="857250"/>
            <a:ext cx="4419600" cy="3829050"/>
          </a:xfrm>
        </p:spPr>
        <p:txBody>
          <a:bodyPr/>
          <a:lstStyle/>
          <a:p>
            <a:pPr lvl="0"/>
            <a:r>
              <a:rPr lang="zh-CN" altLang="en-US" noProof="0"/>
              <a:t>单击图标添加图表</a:t>
            </a:r>
            <a:endParaRPr lang="zh-CN" altLang="en-US" noProof="0"/>
          </a:p>
        </p:txBody>
      </p:sp>
      <p:sp>
        <p:nvSpPr>
          <p:cNvPr id="5" name="日期占位符 3"/>
          <p:cNvSpPr>
            <a:spLocks noGrp="1"/>
          </p:cNvSpPr>
          <p:nvPr>
            <p:ph type="dt" sz="half" idx="10"/>
          </p:nvPr>
        </p:nvSpPr>
        <p:spPr/>
        <p:txBody>
          <a:bodyPr/>
          <a:lstStyle>
            <a:lvl1pPr>
              <a:defRPr/>
            </a:lvl1pPr>
          </a:lstStyle>
          <a:p>
            <a:fld id="{00449C57-0207-4990-AE7F-CF92D276E987}" type="datetime1">
              <a:rPr lang="zh-CN" altLang="en-US" smtClean="0"/>
            </a:fld>
            <a:endParaRPr lang="zh-CN" altLang="en-US"/>
          </a:p>
        </p:txBody>
      </p:sp>
      <p:sp>
        <p:nvSpPr>
          <p:cNvPr id="6" name="页脚占位符 4"/>
          <p:cNvSpPr>
            <a:spLocks noGrp="1"/>
          </p:cNvSpPr>
          <p:nvPr>
            <p:ph type="ftr" sz="quarter" idx="11"/>
          </p:nvPr>
        </p:nvSpPr>
        <p:spPr/>
        <p:txBody>
          <a:bodyPr/>
          <a:lstStyle>
            <a:lvl1pPr>
              <a:defRPr/>
            </a:lvl1pPr>
          </a:lstStyle>
          <a:p>
            <a:endParaRPr lang="zh-CN" altLang="en-US"/>
          </a:p>
        </p:txBody>
      </p:sp>
      <p:sp>
        <p:nvSpPr>
          <p:cNvPr id="7" name="灯片编号占位符 5"/>
          <p:cNvSpPr>
            <a:spLocks noGrp="1"/>
          </p:cNvSpPr>
          <p:nvPr>
            <p:ph type="sldNum" sz="quarter" idx="12"/>
          </p:nvPr>
        </p:nvSpPr>
        <p:spPr/>
        <p:txBody>
          <a:bodyPr/>
          <a:lstStyle>
            <a:lvl1pPr>
              <a:defRPr/>
            </a:lvl1pPr>
          </a:lstStyle>
          <a:p>
            <a:fld id="{82952373-7980-4DA7-9ADE-54D716DB38BB}" type="slidenum">
              <a:rPr lang="zh-CN" altLang="en-US" smtClean="0"/>
            </a:fld>
            <a:endParaRPr lang="zh-CN" altLang="en-US"/>
          </a:p>
        </p:txBody>
      </p:sp>
    </p:spTree>
  </p:cSld>
  <p:clrMapOvr>
    <a:masterClrMapping/>
  </p:clrMapOvr>
  <p:transition spd="slow">
    <p:cove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cSld name="2_标题幻灯片">
    <p:spTree>
      <p:nvGrpSpPr>
        <p:cNvPr id="1" name=""/>
        <p:cNvGrpSpPr/>
        <p:nvPr/>
      </p:nvGrpSpPr>
      <p:grpSpPr>
        <a:xfrm>
          <a:off x="0" y="0"/>
          <a:ext cx="0" cy="0"/>
          <a:chOff x="0" y="0"/>
          <a:chExt cx="0" cy="0"/>
        </a:xfrm>
      </p:grpSpPr>
    </p:spTree>
  </p:cSld>
  <p:clrMapOvr>
    <a:masterClrMapping/>
  </p:clrMapOvr>
  <p:transition spd="slow" advTm="0">
    <p:cove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1_标题幻灯片">
    <p:spTree>
      <p:nvGrpSpPr>
        <p:cNvPr id="1" name=""/>
        <p:cNvGrpSpPr/>
        <p:nvPr/>
      </p:nvGrpSpPr>
      <p:grpSpPr>
        <a:xfrm>
          <a:off x="0" y="0"/>
          <a:ext cx="0" cy="0"/>
          <a:chOff x="0" y="0"/>
          <a:chExt cx="0" cy="0"/>
        </a:xfrm>
      </p:grpSpPr>
    </p:spTree>
  </p:cSld>
  <p:clrMapOvr>
    <a:masterClrMapping/>
  </p:clrMapOvr>
  <p:transition spd="slow">
    <p:cove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1_内页-1">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600" advClick="0" advTm="5000">
        <p14:prism isInverted="1"/>
      </p:transition>
    </mc:Choice>
    <mc:Fallback>
      <p:transition spd="slow" advClick="0" advTm="5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2700" b="1">
                <a:latin typeface="Times New Roman" panose="02020503050405090304" pitchFamily="18" charset="0"/>
                <a:cs typeface="Times New Roman" panose="02020503050405090304" pitchFamily="18" charset="0"/>
              </a:defRPr>
            </a:lvl1pPr>
          </a:lstStyle>
          <a:p>
            <a:r>
              <a:rPr lang="zh-CN" altLang="en-US"/>
              <a:t>单击此处编辑母版标题样式</a:t>
            </a:r>
            <a:endParaRPr lang="zh-CN" altLang="en-US"/>
          </a:p>
        </p:txBody>
      </p:sp>
      <p:sp>
        <p:nvSpPr>
          <p:cNvPr id="7" name="文本占位符 2"/>
          <p:cNvSpPr>
            <a:spLocks noGrp="1"/>
          </p:cNvSpPr>
          <p:nvPr>
            <p:ph idx="1"/>
          </p:nvPr>
        </p:nvSpPr>
        <p:spPr bwMode="auto">
          <a:xfrm>
            <a:off x="250826" y="897732"/>
            <a:ext cx="8642350" cy="3888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p:txBody>
      </p:sp>
      <p:sp>
        <p:nvSpPr>
          <p:cNvPr id="3" name="日期占位符 2"/>
          <p:cNvSpPr>
            <a:spLocks noGrp="1"/>
          </p:cNvSpPr>
          <p:nvPr>
            <p:ph type="dt" sz="half" idx="10"/>
          </p:nvPr>
        </p:nvSpPr>
        <p:spPr/>
        <p:txBody>
          <a:bodyPr/>
          <a:lstStyle/>
          <a:p>
            <a:fld id="{C61B0414-C7A9-45B7-A160-7F9CBB8E7759}" type="datetime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p:transition spd="slow">
    <p:cove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7883"/>
            <a:ext cx="9067800" cy="735068"/>
          </a:xfrm>
        </p:spPr>
        <p:txBody>
          <a:bodyPr/>
          <a:lstStyle/>
          <a:p>
            <a:r>
              <a:rPr lang="zh-CN" altLang="en-US"/>
              <a:t>单击此处编辑母版标题样式</a:t>
            </a:r>
            <a:endParaRPr lang="zh-CN" altLang="en-US"/>
          </a:p>
        </p:txBody>
      </p:sp>
      <p:sp>
        <p:nvSpPr>
          <p:cNvPr id="5" name="日期占位符 3"/>
          <p:cNvSpPr>
            <a:spLocks noGrp="1"/>
          </p:cNvSpPr>
          <p:nvPr>
            <p:ph type="dt" sz="half" idx="10"/>
          </p:nvPr>
        </p:nvSpPr>
        <p:spPr/>
        <p:txBody>
          <a:bodyPr/>
          <a:lstStyle>
            <a:lvl1pPr>
              <a:defRPr/>
            </a:lvl1pPr>
          </a:lstStyle>
          <a:p>
            <a:fld id="{384DC648-A169-4DCE-8D48-B39C6625110D}" type="datetime1">
              <a:rPr lang="zh-CN" altLang="en-US" smtClean="0"/>
            </a:fld>
            <a:endParaRPr lang="zh-CN" altLang="en-US"/>
          </a:p>
        </p:txBody>
      </p:sp>
      <p:sp>
        <p:nvSpPr>
          <p:cNvPr id="6" name="页脚占位符 4"/>
          <p:cNvSpPr>
            <a:spLocks noGrp="1"/>
          </p:cNvSpPr>
          <p:nvPr>
            <p:ph type="ftr" sz="quarter" idx="11"/>
          </p:nvPr>
        </p:nvSpPr>
        <p:spPr/>
        <p:txBody>
          <a:bodyPr/>
          <a:lstStyle>
            <a:lvl1pPr>
              <a:defRPr/>
            </a:lvl1pPr>
          </a:lstStyle>
          <a:p>
            <a:endParaRPr lang="zh-CN" altLang="en-US"/>
          </a:p>
        </p:txBody>
      </p:sp>
      <p:sp>
        <p:nvSpPr>
          <p:cNvPr id="7" name="灯片编号占位符 5"/>
          <p:cNvSpPr>
            <a:spLocks noGrp="1"/>
          </p:cNvSpPr>
          <p:nvPr>
            <p:ph type="sldNum" sz="quarter" idx="12"/>
          </p:nvPr>
        </p:nvSpPr>
        <p:spPr/>
        <p:txBody>
          <a:bodyPr/>
          <a:lstStyle>
            <a:lvl1pPr>
              <a:defRPr/>
            </a:lvl1pPr>
          </a:lstStyle>
          <a:p>
            <a:fld id="{82952373-7980-4DA7-9ADE-54D716DB38BB}" type="slidenum">
              <a:rPr lang="zh-CN" altLang="en-US" smtClean="0"/>
            </a:fld>
            <a:endParaRPr lang="zh-CN" altLang="en-US"/>
          </a:p>
        </p:txBody>
      </p:sp>
    </p:spTree>
  </p:cSld>
  <p:clrMapOvr>
    <a:masterClrMapping/>
  </p:clrMapOvr>
  <p:transition spd="slow">
    <p:cove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2_内页-1">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600" advClick="0" advTm="5000">
        <p14:prism isInverted="1"/>
      </p:transition>
    </mc:Choice>
    <mc:Fallback>
      <p:transition spd="slow" advClick="0" advTm="5000">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8.pn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0" y="4880133"/>
            <a:ext cx="9144000" cy="256032"/>
          </a:xfrm>
          <a:prstGeom prst="rect">
            <a:avLst/>
          </a:prstGeom>
        </p:spPr>
      </p:pic>
      <p:sp>
        <p:nvSpPr>
          <p:cNvPr id="1026" name="标题占位符 1"/>
          <p:cNvSpPr>
            <a:spLocks noGrp="1"/>
          </p:cNvSpPr>
          <p:nvPr>
            <p:ph type="title"/>
          </p:nvPr>
        </p:nvSpPr>
        <p:spPr bwMode="auto">
          <a:xfrm>
            <a:off x="362427" y="33340"/>
            <a:ext cx="8781575" cy="702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文本占位符 2"/>
          <p:cNvSpPr>
            <a:spLocks noGrp="1"/>
          </p:cNvSpPr>
          <p:nvPr>
            <p:ph type="body" idx="1"/>
          </p:nvPr>
        </p:nvSpPr>
        <p:spPr bwMode="auto">
          <a:xfrm>
            <a:off x="250827" y="897732"/>
            <a:ext cx="8642350" cy="3888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p:txBody>
      </p:sp>
      <p:sp>
        <p:nvSpPr>
          <p:cNvPr id="4" name="日期占位符 3"/>
          <p:cNvSpPr>
            <a:spLocks noGrp="1"/>
          </p:cNvSpPr>
          <p:nvPr>
            <p:ph type="dt" sz="half" idx="2"/>
          </p:nvPr>
        </p:nvSpPr>
        <p:spPr>
          <a:xfrm>
            <a:off x="457200" y="4889900"/>
            <a:ext cx="2133600" cy="273844"/>
          </a:xfrm>
          <a:prstGeom prst="rect">
            <a:avLst/>
          </a:prstGeom>
        </p:spPr>
        <p:txBody>
          <a:bodyPr vert="horz" lIns="91440" tIns="45720" rIns="91440" bIns="45720" rtlCol="0" anchor="ctr"/>
          <a:lstStyle>
            <a:lvl1pPr algn="l" fontAlgn="auto">
              <a:spcBef>
                <a:spcPts val="0"/>
              </a:spcBef>
              <a:spcAft>
                <a:spcPts val="0"/>
              </a:spcAft>
              <a:defRPr sz="675">
                <a:solidFill>
                  <a:schemeClr val="tx1">
                    <a:tint val="75000"/>
                  </a:schemeClr>
                </a:solidFill>
                <a:latin typeface="+mn-lt"/>
                <a:ea typeface="+mn-ea"/>
              </a:defRPr>
            </a:lvl1pPr>
          </a:lstStyle>
          <a:p>
            <a:fld id="{EDF6DE0C-38A4-4FB0-989A-37B3189564C6}" type="datetime1">
              <a:rPr lang="zh-CN" altLang="en-US" smtClean="0"/>
            </a:fld>
            <a:endParaRPr lang="zh-CN" altLang="en-US"/>
          </a:p>
        </p:txBody>
      </p:sp>
      <p:sp>
        <p:nvSpPr>
          <p:cNvPr id="5" name="页脚占位符 4"/>
          <p:cNvSpPr>
            <a:spLocks noGrp="1"/>
          </p:cNvSpPr>
          <p:nvPr>
            <p:ph type="ftr" sz="quarter" idx="3"/>
          </p:nvPr>
        </p:nvSpPr>
        <p:spPr>
          <a:xfrm>
            <a:off x="3124200" y="4889900"/>
            <a:ext cx="2895600" cy="273844"/>
          </a:xfrm>
          <a:prstGeom prst="rect">
            <a:avLst/>
          </a:prstGeom>
        </p:spPr>
        <p:txBody>
          <a:bodyPr vert="horz" lIns="91440" tIns="45720" rIns="91440" bIns="45720" rtlCol="0" anchor="ctr"/>
          <a:lstStyle>
            <a:lvl1pPr algn="ctr" fontAlgn="auto">
              <a:spcBef>
                <a:spcPts val="0"/>
              </a:spcBef>
              <a:spcAft>
                <a:spcPts val="0"/>
              </a:spcAft>
              <a:defRPr sz="675">
                <a:solidFill>
                  <a:schemeClr val="tx1">
                    <a:tint val="75000"/>
                  </a:schemeClr>
                </a:solidFill>
                <a:latin typeface="+mn-lt"/>
                <a:ea typeface="+mn-ea"/>
              </a:defRPr>
            </a:lvl1pPr>
          </a:lstStyle>
          <a:p>
            <a:endParaRPr lang="zh-CN" altLang="en-US"/>
          </a:p>
        </p:txBody>
      </p:sp>
      <p:sp>
        <p:nvSpPr>
          <p:cNvPr id="6" name="灯片编号占位符 5"/>
          <p:cNvSpPr>
            <a:spLocks noGrp="1"/>
          </p:cNvSpPr>
          <p:nvPr>
            <p:ph type="sldNum" sz="quarter" idx="4"/>
          </p:nvPr>
        </p:nvSpPr>
        <p:spPr>
          <a:xfrm>
            <a:off x="8686801" y="4880133"/>
            <a:ext cx="394607" cy="273844"/>
          </a:xfrm>
          <a:prstGeom prst="rect">
            <a:avLst/>
          </a:prstGeom>
        </p:spPr>
        <p:txBody>
          <a:bodyPr vert="horz" lIns="91440" tIns="45720" rIns="91440" bIns="45720" rtlCol="0" anchor="ctr"/>
          <a:lstStyle>
            <a:lvl1pPr algn="r" fontAlgn="auto">
              <a:spcBef>
                <a:spcPts val="0"/>
              </a:spcBef>
              <a:spcAft>
                <a:spcPts val="0"/>
              </a:spcAft>
              <a:defRPr sz="1200">
                <a:solidFill>
                  <a:schemeClr val="tx1"/>
                </a:solidFill>
                <a:latin typeface="+mn-lt"/>
                <a:ea typeface="+mn-ea"/>
              </a:defRPr>
            </a:lvl1pPr>
          </a:lstStyle>
          <a:p>
            <a:fld id="{82952373-7980-4DA7-9ADE-54D716DB38BB}" type="slidenum">
              <a:rPr lang="zh-CN" altLang="en-US" smtClean="0"/>
            </a:fld>
            <a:endParaRPr lang="zh-CN" altLang="en-US"/>
          </a:p>
        </p:txBody>
      </p:sp>
      <p:sp>
        <p:nvSpPr>
          <p:cNvPr id="1033" name="Rectangle 35"/>
          <p:cNvSpPr>
            <a:spLocks noChangeArrowheads="1"/>
          </p:cNvSpPr>
          <p:nvPr/>
        </p:nvSpPr>
        <p:spPr bwMode="auto">
          <a:xfrm>
            <a:off x="1676400" y="4829175"/>
            <a:ext cx="5581650"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Arial" panose="020B0604020202090204" pitchFamily="34" charset="0"/>
                <a:ea typeface="楷体_GB2312" pitchFamily="49" charset="-122"/>
              </a:defRPr>
            </a:lvl1pPr>
            <a:lvl2pPr marL="742950" indent="-285750" eaLnBrk="0" hangingPunct="0">
              <a:defRPr sz="2400">
                <a:solidFill>
                  <a:schemeClr val="tx1"/>
                </a:solidFill>
                <a:latin typeface="Arial" panose="020B0604020202090204" pitchFamily="34" charset="0"/>
                <a:ea typeface="楷体_GB2312" pitchFamily="49" charset="-122"/>
              </a:defRPr>
            </a:lvl2pPr>
            <a:lvl3pPr marL="1143000" indent="-228600" eaLnBrk="0" hangingPunct="0">
              <a:defRPr sz="2400">
                <a:solidFill>
                  <a:schemeClr val="tx1"/>
                </a:solidFill>
                <a:latin typeface="Arial" panose="020B0604020202090204" pitchFamily="34" charset="0"/>
                <a:ea typeface="楷体_GB2312" pitchFamily="49" charset="-122"/>
              </a:defRPr>
            </a:lvl3pPr>
            <a:lvl4pPr marL="1600200" indent="-228600" eaLnBrk="0" hangingPunct="0">
              <a:defRPr sz="2400">
                <a:solidFill>
                  <a:schemeClr val="tx1"/>
                </a:solidFill>
                <a:latin typeface="Arial" panose="020B0604020202090204" pitchFamily="34" charset="0"/>
                <a:ea typeface="楷体_GB2312" pitchFamily="49" charset="-122"/>
              </a:defRPr>
            </a:lvl4pPr>
            <a:lvl5pPr marL="2057400" indent="-228600" eaLnBrk="0" hangingPunct="0">
              <a:defRPr sz="2400">
                <a:solidFill>
                  <a:schemeClr val="tx1"/>
                </a:solidFill>
                <a:latin typeface="Arial" panose="020B060402020209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panose="020B060402020209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panose="020B060402020209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panose="020B060402020209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panose="020B0604020202090204" pitchFamily="34" charset="0"/>
                <a:ea typeface="楷体_GB2312" pitchFamily="49" charset="-122"/>
              </a:defRPr>
            </a:lvl9pPr>
          </a:lstStyle>
          <a:p>
            <a:pPr algn="ctr" eaLnBrk="1" hangingPunct="1">
              <a:defRPr/>
            </a:pPr>
            <a:endParaRPr lang="en-US" altLang="zh-CN" sz="565"/>
          </a:p>
        </p:txBody>
      </p:sp>
      <p:sp>
        <p:nvSpPr>
          <p:cNvPr id="11" name="矩形 10"/>
          <p:cNvSpPr/>
          <p:nvPr/>
        </p:nvSpPr>
        <p:spPr>
          <a:xfrm>
            <a:off x="362902" y="769622"/>
            <a:ext cx="8781098" cy="34289"/>
          </a:xfrm>
          <a:prstGeom prst="rect">
            <a:avLst/>
          </a:prstGeom>
          <a:solidFill>
            <a:srgbClr val="8CC2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矩形 11"/>
          <p:cNvSpPr/>
          <p:nvPr/>
        </p:nvSpPr>
        <p:spPr>
          <a:xfrm>
            <a:off x="362902" y="707709"/>
            <a:ext cx="8746172" cy="34289"/>
          </a:xfrm>
          <a:prstGeom prst="rect">
            <a:avLst/>
          </a:prstGeom>
          <a:solidFill>
            <a:srgbClr val="CBDE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矩形 12"/>
          <p:cNvSpPr/>
          <p:nvPr/>
        </p:nvSpPr>
        <p:spPr bwMode="auto">
          <a:xfrm>
            <a:off x="1" y="2"/>
            <a:ext cx="362426" cy="704374"/>
          </a:xfrm>
          <a:prstGeom prst="rect">
            <a:avLst/>
          </a:prstGeom>
          <a:pattFill prst="ltUpDiag">
            <a:fgClr>
              <a:srgbClr val="0D8549"/>
            </a:fgClr>
            <a:bgClr>
              <a:schemeClr val="bg1"/>
            </a:bgClr>
          </a:pattFill>
          <a:ln>
            <a:noFill/>
          </a:ln>
        </p:spPr>
        <p:txBody>
          <a:bodyPr rot="0" spcFirstLastPara="0" vertOverflow="overflow" horzOverflow="overflow" vert="horz" wrap="square" lIns="30857" tIns="15428" rIns="30857" bIns="15428" numCol="1" spcCol="0" rtlCol="0" fromWordArt="0" anchor="ctr" anchorCtr="0" forceAA="0" compatLnSpc="1">
            <a:noAutofit/>
          </a:bodyPr>
          <a:lstStyle/>
          <a:p>
            <a:pPr algn="ctr"/>
            <a:endParaRPr lang="zh-CN" altLang="en-US" sz="610">
              <a:latin typeface="方正兰亭黑_GBK" panose="02000000000000000000" pitchFamily="2" charset="-122"/>
              <a:ea typeface="方正兰亭黑_GBK" panose="02000000000000000000" pitchFamily="2" charset="-122"/>
              <a:sym typeface="方正兰亭黑_GBK" panose="02000000000000000000"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slow">
    <p:cover/>
  </p:transition>
  <p:hf hdr="0" ftr="0"/>
  <p:txStyles>
    <p:titleStyle>
      <a:lvl1pPr algn="ctr" rtl="0" eaLnBrk="1" fontAlgn="base" hangingPunct="1">
        <a:spcBef>
          <a:spcPct val="0"/>
        </a:spcBef>
        <a:spcAft>
          <a:spcPct val="0"/>
        </a:spcAft>
        <a:defRPr sz="2400" b="1" kern="1200">
          <a:solidFill>
            <a:schemeClr val="tx1"/>
          </a:solidFill>
          <a:latin typeface="Times New Roman" panose="02020503050405090304" pitchFamily="18" charset="0"/>
          <a:ea typeface="+mj-ea"/>
          <a:cs typeface="Times New Roman" panose="02020503050405090304" pitchFamily="18" charset="0"/>
        </a:defRPr>
      </a:lvl1pPr>
      <a:lvl2pPr algn="ctr" rtl="0" eaLnBrk="1" fontAlgn="base" hangingPunct="1">
        <a:spcBef>
          <a:spcPct val="0"/>
        </a:spcBef>
        <a:spcAft>
          <a:spcPct val="0"/>
        </a:spcAft>
        <a:defRPr sz="1800" b="1">
          <a:solidFill>
            <a:schemeClr val="tx1"/>
          </a:solidFill>
          <a:latin typeface="Times New Roman" panose="02020503050405090304" pitchFamily="18" charset="0"/>
          <a:ea typeface="宋体" pitchFamily="2" charset="-122"/>
          <a:cs typeface="Times New Roman" panose="02020503050405090304" pitchFamily="18" charset="0"/>
        </a:defRPr>
      </a:lvl2pPr>
      <a:lvl3pPr algn="ctr" rtl="0" eaLnBrk="1" fontAlgn="base" hangingPunct="1">
        <a:spcBef>
          <a:spcPct val="0"/>
        </a:spcBef>
        <a:spcAft>
          <a:spcPct val="0"/>
        </a:spcAft>
        <a:defRPr sz="1800" b="1">
          <a:solidFill>
            <a:schemeClr val="tx1"/>
          </a:solidFill>
          <a:latin typeface="Times New Roman" panose="02020503050405090304" pitchFamily="18" charset="0"/>
          <a:ea typeface="宋体" pitchFamily="2" charset="-122"/>
          <a:cs typeface="Times New Roman" panose="02020503050405090304" pitchFamily="18" charset="0"/>
        </a:defRPr>
      </a:lvl3pPr>
      <a:lvl4pPr algn="ctr" rtl="0" eaLnBrk="1" fontAlgn="base" hangingPunct="1">
        <a:spcBef>
          <a:spcPct val="0"/>
        </a:spcBef>
        <a:spcAft>
          <a:spcPct val="0"/>
        </a:spcAft>
        <a:defRPr sz="1800" b="1">
          <a:solidFill>
            <a:schemeClr val="tx1"/>
          </a:solidFill>
          <a:latin typeface="Times New Roman" panose="02020503050405090304" pitchFamily="18" charset="0"/>
          <a:ea typeface="宋体" pitchFamily="2" charset="-122"/>
          <a:cs typeface="Times New Roman" panose="02020503050405090304" pitchFamily="18" charset="0"/>
        </a:defRPr>
      </a:lvl4pPr>
      <a:lvl5pPr algn="ctr" rtl="0" eaLnBrk="1" fontAlgn="base" hangingPunct="1">
        <a:spcBef>
          <a:spcPct val="0"/>
        </a:spcBef>
        <a:spcAft>
          <a:spcPct val="0"/>
        </a:spcAft>
        <a:defRPr sz="1800" b="1">
          <a:solidFill>
            <a:schemeClr val="tx1"/>
          </a:solidFill>
          <a:latin typeface="Times New Roman" panose="02020503050405090304" pitchFamily="18" charset="0"/>
          <a:ea typeface="宋体" pitchFamily="2" charset="-122"/>
          <a:cs typeface="Times New Roman" panose="02020503050405090304" pitchFamily="18" charset="0"/>
        </a:defRPr>
      </a:lvl5pPr>
      <a:lvl6pPr marL="257175" algn="ctr" rtl="0" eaLnBrk="1" fontAlgn="base" hangingPunct="1">
        <a:spcBef>
          <a:spcPct val="0"/>
        </a:spcBef>
        <a:spcAft>
          <a:spcPct val="0"/>
        </a:spcAft>
        <a:defRPr sz="2025">
          <a:solidFill>
            <a:schemeClr val="tx1"/>
          </a:solidFill>
          <a:latin typeface="Calibri" pitchFamily="34" charset="0"/>
          <a:ea typeface="宋体" pitchFamily="2" charset="-122"/>
        </a:defRPr>
      </a:lvl6pPr>
      <a:lvl7pPr marL="514350" algn="ctr" rtl="0" eaLnBrk="1" fontAlgn="base" hangingPunct="1">
        <a:spcBef>
          <a:spcPct val="0"/>
        </a:spcBef>
        <a:spcAft>
          <a:spcPct val="0"/>
        </a:spcAft>
        <a:defRPr sz="2025">
          <a:solidFill>
            <a:schemeClr val="tx1"/>
          </a:solidFill>
          <a:latin typeface="Calibri" pitchFamily="34" charset="0"/>
          <a:ea typeface="宋体" pitchFamily="2" charset="-122"/>
        </a:defRPr>
      </a:lvl7pPr>
      <a:lvl8pPr marL="771525" algn="ctr" rtl="0" eaLnBrk="1" fontAlgn="base" hangingPunct="1">
        <a:spcBef>
          <a:spcPct val="0"/>
        </a:spcBef>
        <a:spcAft>
          <a:spcPct val="0"/>
        </a:spcAft>
        <a:defRPr sz="2025">
          <a:solidFill>
            <a:schemeClr val="tx1"/>
          </a:solidFill>
          <a:latin typeface="Calibri" pitchFamily="34" charset="0"/>
          <a:ea typeface="宋体" pitchFamily="2" charset="-122"/>
        </a:defRPr>
      </a:lvl8pPr>
      <a:lvl9pPr marL="1028700" algn="ctr" rtl="0" eaLnBrk="1" fontAlgn="base" hangingPunct="1">
        <a:spcBef>
          <a:spcPct val="0"/>
        </a:spcBef>
        <a:spcAft>
          <a:spcPct val="0"/>
        </a:spcAft>
        <a:defRPr sz="2025">
          <a:solidFill>
            <a:schemeClr val="tx1"/>
          </a:solidFill>
          <a:latin typeface="Calibri" pitchFamily="34" charset="0"/>
          <a:ea typeface="宋体" pitchFamily="2" charset="-122"/>
        </a:defRPr>
      </a:lvl9pPr>
    </p:titleStyle>
    <p:bodyStyle>
      <a:lvl1pPr marL="250825" indent="-250825" algn="l" rtl="0" eaLnBrk="1" fontAlgn="base" hangingPunct="1">
        <a:lnSpc>
          <a:spcPct val="130000"/>
        </a:lnSpc>
        <a:spcBef>
          <a:spcPts val="0"/>
        </a:spcBef>
        <a:spcAft>
          <a:spcPct val="0"/>
        </a:spcAft>
        <a:buClr>
          <a:srgbClr val="0070C0"/>
        </a:buClr>
        <a:buFont typeface="Wingdings" panose="05000000000000000000" pitchFamily="2" charset="2"/>
        <a:buChar char="n"/>
        <a:defRPr sz="1800" kern="1200">
          <a:solidFill>
            <a:schemeClr val="tx1"/>
          </a:solidFill>
          <a:latin typeface="黑体" panose="02010609060101010101" pitchFamily="49" charset="-122"/>
          <a:ea typeface="黑体" panose="02010609060101010101" pitchFamily="49" charset="-122"/>
          <a:cs typeface="Times New Roman" panose="02020503050405090304" pitchFamily="18" charset="0"/>
        </a:defRPr>
      </a:lvl1pPr>
      <a:lvl2pPr marL="403860" indent="-200660" algn="l" rtl="0" eaLnBrk="1" fontAlgn="base" hangingPunct="1">
        <a:lnSpc>
          <a:spcPct val="130000"/>
        </a:lnSpc>
        <a:spcBef>
          <a:spcPts val="0"/>
        </a:spcBef>
        <a:spcAft>
          <a:spcPct val="0"/>
        </a:spcAft>
        <a:buFont typeface="Wingdings" panose="05000000000000000000" pitchFamily="2" charset="2"/>
        <a:buChar char="ü"/>
        <a:defRPr sz="1500" kern="1200">
          <a:solidFill>
            <a:schemeClr val="tx1"/>
          </a:solidFill>
          <a:latin typeface="Times New Roman" panose="02020503050405090304" pitchFamily="18" charset="0"/>
          <a:ea typeface="楷体" panose="02010609060101010101" pitchFamily="49" charset="-122"/>
          <a:cs typeface="Times New Roman" panose="02020503050405090304" pitchFamily="18" charset="0"/>
        </a:defRPr>
      </a:lvl2pPr>
      <a:lvl3pPr marL="504825" indent="-201930" algn="l" rtl="0" eaLnBrk="1" fontAlgn="base" hangingPunct="1">
        <a:lnSpc>
          <a:spcPct val="130000"/>
        </a:lnSpc>
        <a:spcBef>
          <a:spcPts val="0"/>
        </a:spcBef>
        <a:spcAft>
          <a:spcPct val="0"/>
        </a:spcAft>
        <a:buFont typeface="Wingdings" panose="05000000000000000000" pitchFamily="2" charset="2"/>
        <a:buChar char=""/>
        <a:defRPr sz="1350" kern="1200">
          <a:solidFill>
            <a:schemeClr val="tx1"/>
          </a:solidFill>
          <a:latin typeface="Times New Roman" panose="02020503050405090304" pitchFamily="18" charset="0"/>
          <a:ea typeface="楷体" panose="02010609060101010101" pitchFamily="49" charset="-122"/>
          <a:cs typeface="Times New Roman" panose="02020503050405090304" pitchFamily="18" charset="0"/>
        </a:defRPr>
      </a:lvl3pPr>
      <a:lvl4pPr marL="900430" indent="-128905" algn="l" rtl="0" eaLnBrk="1" fontAlgn="base" hangingPunct="1">
        <a:spcBef>
          <a:spcPct val="20000"/>
        </a:spcBef>
        <a:spcAft>
          <a:spcPct val="0"/>
        </a:spcAft>
        <a:buFont typeface="Arial" panose="020B0604020202090204" pitchFamily="34" charset="0"/>
        <a:buChar char="–"/>
        <a:defRPr sz="1125" kern="1200">
          <a:solidFill>
            <a:schemeClr val="tx1"/>
          </a:solidFill>
          <a:latin typeface="Times New Roman" panose="02020503050405090304" pitchFamily="18" charset="0"/>
          <a:ea typeface="+mn-ea"/>
          <a:cs typeface="Times New Roman" panose="02020503050405090304" pitchFamily="18" charset="0"/>
        </a:defRPr>
      </a:lvl4pPr>
      <a:lvl5pPr marL="1157605" indent="-128905" algn="l" rtl="0" eaLnBrk="1" fontAlgn="base" hangingPunct="1">
        <a:spcBef>
          <a:spcPct val="20000"/>
        </a:spcBef>
        <a:spcAft>
          <a:spcPct val="0"/>
        </a:spcAft>
        <a:buFont typeface="Arial" panose="020B0604020202090204" pitchFamily="34" charset="0"/>
        <a:buChar char="»"/>
        <a:defRPr sz="1125" kern="1200">
          <a:solidFill>
            <a:schemeClr val="tx1"/>
          </a:solidFill>
          <a:latin typeface="Times New Roman" panose="02020503050405090304" pitchFamily="18" charset="0"/>
          <a:ea typeface="+mn-ea"/>
          <a:cs typeface="Times New Roman" panose="02020503050405090304" pitchFamily="18" charset="0"/>
        </a:defRPr>
      </a:lvl5pPr>
      <a:lvl6pPr marL="1414780" indent="-128905" algn="l" defTabSz="514350" rtl="0" eaLnBrk="1" latinLnBrk="0" hangingPunct="1">
        <a:spcBef>
          <a:spcPct val="20000"/>
        </a:spcBef>
        <a:buFont typeface="Arial" panose="020B0604020202090204" pitchFamily="34" charset="0"/>
        <a:buChar char="•"/>
        <a:defRPr sz="1125" kern="1200">
          <a:solidFill>
            <a:schemeClr val="tx1"/>
          </a:solidFill>
          <a:latin typeface="+mn-lt"/>
          <a:ea typeface="+mn-ea"/>
          <a:cs typeface="+mn-cs"/>
        </a:defRPr>
      </a:lvl6pPr>
      <a:lvl7pPr marL="1671955" indent="-128905" algn="l" defTabSz="514350" rtl="0" eaLnBrk="1" latinLnBrk="0" hangingPunct="1">
        <a:spcBef>
          <a:spcPct val="20000"/>
        </a:spcBef>
        <a:buFont typeface="Arial" panose="020B0604020202090204" pitchFamily="34" charset="0"/>
        <a:buChar char="•"/>
        <a:defRPr sz="1125" kern="1200">
          <a:solidFill>
            <a:schemeClr val="tx1"/>
          </a:solidFill>
          <a:latin typeface="+mn-lt"/>
          <a:ea typeface="+mn-ea"/>
          <a:cs typeface="+mn-cs"/>
        </a:defRPr>
      </a:lvl7pPr>
      <a:lvl8pPr marL="1929130" indent="-128905" algn="l" defTabSz="514350" rtl="0" eaLnBrk="1" latinLnBrk="0" hangingPunct="1">
        <a:spcBef>
          <a:spcPct val="20000"/>
        </a:spcBef>
        <a:buFont typeface="Arial" panose="020B0604020202090204" pitchFamily="34" charset="0"/>
        <a:buChar char="•"/>
        <a:defRPr sz="1125" kern="1200">
          <a:solidFill>
            <a:schemeClr val="tx1"/>
          </a:solidFill>
          <a:latin typeface="+mn-lt"/>
          <a:ea typeface="+mn-ea"/>
          <a:cs typeface="+mn-cs"/>
        </a:defRPr>
      </a:lvl8pPr>
      <a:lvl9pPr marL="2186305" indent="-128905" algn="l" defTabSz="514350" rtl="0" eaLnBrk="1" latinLnBrk="0" hangingPunct="1">
        <a:spcBef>
          <a:spcPct val="20000"/>
        </a:spcBef>
        <a:buFont typeface="Arial" panose="020B0604020202090204" pitchFamily="34" charset="0"/>
        <a:buChar char="•"/>
        <a:defRPr sz="1125" kern="1200">
          <a:solidFill>
            <a:schemeClr val="tx1"/>
          </a:solidFill>
          <a:latin typeface="+mn-lt"/>
          <a:ea typeface="+mn-ea"/>
          <a:cs typeface="+mn-cs"/>
        </a:defRPr>
      </a:lvl9pPr>
    </p:bodyStyle>
    <p:otherStyle>
      <a:defPPr>
        <a:defRPr lang="zh-CN"/>
      </a:defPPr>
      <a:lvl1pPr marL="0" algn="l" defTabSz="514350" rtl="0" eaLnBrk="1" latinLnBrk="0" hangingPunct="1">
        <a:defRPr sz="1015" kern="1200">
          <a:solidFill>
            <a:schemeClr val="tx1"/>
          </a:solidFill>
          <a:latin typeface="+mn-lt"/>
          <a:ea typeface="+mn-ea"/>
          <a:cs typeface="+mn-cs"/>
        </a:defRPr>
      </a:lvl1pPr>
      <a:lvl2pPr marL="257175" algn="l" defTabSz="514350" rtl="0" eaLnBrk="1" latinLnBrk="0" hangingPunct="1">
        <a:defRPr sz="1015" kern="1200">
          <a:solidFill>
            <a:schemeClr val="tx1"/>
          </a:solidFill>
          <a:latin typeface="+mn-lt"/>
          <a:ea typeface="+mn-ea"/>
          <a:cs typeface="+mn-cs"/>
        </a:defRPr>
      </a:lvl2pPr>
      <a:lvl3pPr marL="514350" algn="l" defTabSz="514350" rtl="0" eaLnBrk="1" latinLnBrk="0" hangingPunct="1">
        <a:defRPr sz="1015" kern="1200">
          <a:solidFill>
            <a:schemeClr val="tx1"/>
          </a:solidFill>
          <a:latin typeface="+mn-lt"/>
          <a:ea typeface="+mn-ea"/>
          <a:cs typeface="+mn-cs"/>
        </a:defRPr>
      </a:lvl3pPr>
      <a:lvl4pPr marL="771525" algn="l" defTabSz="514350" rtl="0" eaLnBrk="1" latinLnBrk="0" hangingPunct="1">
        <a:defRPr sz="1015" kern="1200">
          <a:solidFill>
            <a:schemeClr val="tx1"/>
          </a:solidFill>
          <a:latin typeface="+mn-lt"/>
          <a:ea typeface="+mn-ea"/>
          <a:cs typeface="+mn-cs"/>
        </a:defRPr>
      </a:lvl4pPr>
      <a:lvl5pPr marL="1028700" algn="l" defTabSz="514350" rtl="0" eaLnBrk="1" latinLnBrk="0" hangingPunct="1">
        <a:defRPr sz="1015" kern="1200">
          <a:solidFill>
            <a:schemeClr val="tx1"/>
          </a:solidFill>
          <a:latin typeface="+mn-lt"/>
          <a:ea typeface="+mn-ea"/>
          <a:cs typeface="+mn-cs"/>
        </a:defRPr>
      </a:lvl5pPr>
      <a:lvl6pPr marL="1285875" algn="l" defTabSz="514350" rtl="0" eaLnBrk="1" latinLnBrk="0" hangingPunct="1">
        <a:defRPr sz="1015" kern="1200">
          <a:solidFill>
            <a:schemeClr val="tx1"/>
          </a:solidFill>
          <a:latin typeface="+mn-lt"/>
          <a:ea typeface="+mn-ea"/>
          <a:cs typeface="+mn-cs"/>
        </a:defRPr>
      </a:lvl6pPr>
      <a:lvl7pPr marL="1543050" algn="l" defTabSz="514350" rtl="0" eaLnBrk="1" latinLnBrk="0" hangingPunct="1">
        <a:defRPr sz="1015" kern="1200">
          <a:solidFill>
            <a:schemeClr val="tx1"/>
          </a:solidFill>
          <a:latin typeface="+mn-lt"/>
          <a:ea typeface="+mn-ea"/>
          <a:cs typeface="+mn-cs"/>
        </a:defRPr>
      </a:lvl7pPr>
      <a:lvl8pPr marL="1800225" algn="l" defTabSz="514350" rtl="0" eaLnBrk="1" latinLnBrk="0" hangingPunct="1">
        <a:defRPr sz="1015" kern="1200">
          <a:solidFill>
            <a:schemeClr val="tx1"/>
          </a:solidFill>
          <a:latin typeface="+mn-lt"/>
          <a:ea typeface="+mn-ea"/>
          <a:cs typeface="+mn-cs"/>
        </a:defRPr>
      </a:lvl8pPr>
      <a:lvl9pPr marL="2057400" algn="l" defTabSz="514350" rtl="0" eaLnBrk="1" latinLnBrk="0" hangingPunct="1">
        <a:defRPr sz="10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9.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5.xml"/><Relationship Id="rId2" Type="http://schemas.openxmlformats.org/officeDocument/2006/relationships/image" Target="../media/image10.png"/><Relationship Id="rId1" Type="http://schemas.openxmlformats.org/officeDocument/2006/relationships/tags" Target="../tags/tag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image" Target="../media/image11.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5.xml"/><Relationship Id="rId2" Type="http://schemas.openxmlformats.org/officeDocument/2006/relationships/image" Target="../media/image13.png"/><Relationship Id="rId1"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image" Target="../media/image14.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5.xml"/><Relationship Id="rId2" Type="http://schemas.openxmlformats.org/officeDocument/2006/relationships/image" Target="../media/image13.png"/><Relationship Id="rId1" Type="http://schemas.openxmlformats.org/officeDocument/2006/relationships/image" Target="../media/image1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image" Target="../media/image15.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image" Target="../media/image16.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image" Target="../media/image17.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9.png"/><Relationship Id="rId1" Type="http://schemas.openxmlformats.org/officeDocument/2006/relationships/image" Target="../media/image18.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22.png"/><Relationship Id="rId1" Type="http://schemas.openxmlformats.org/officeDocument/2006/relationships/image" Target="../media/image21.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image" Target="../media/image23.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4.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5.png"/></Relationships>
</file>

<file path=ppt/slides/_rels/slide44.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0.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1.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5.xml"/><Relationship Id="rId1" Type="http://schemas.openxmlformats.org/officeDocument/2006/relationships/image" Target="../media/image32.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5.xml"/><Relationship Id="rId1" Type="http://schemas.openxmlformats.org/officeDocument/2006/relationships/image" Target="../media/image33.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35.png"/><Relationship Id="rId1" Type="http://schemas.openxmlformats.org/officeDocument/2006/relationships/image" Target="../media/image34.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5.xml"/><Relationship Id="rId1" Type="http://schemas.openxmlformats.org/officeDocument/2006/relationships/image" Target="../media/image36.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5.xml"/><Relationship Id="rId1" Type="http://schemas.openxmlformats.org/officeDocument/2006/relationships/image" Target="../media/image37.jpe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5.xml"/><Relationship Id="rId1" Type="http://schemas.openxmlformats.org/officeDocument/2006/relationships/image" Target="../media/image38.jpe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5.xml"/><Relationship Id="rId1" Type="http://schemas.openxmlformats.org/officeDocument/2006/relationships/image" Target="../media/image39.jpe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5.xml"/><Relationship Id="rId1" Type="http://schemas.openxmlformats.org/officeDocument/2006/relationships/image" Target="../media/image40.jpe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5.xml"/><Relationship Id="rId1" Type="http://schemas.openxmlformats.org/officeDocument/2006/relationships/image" Target="../media/image41.jpe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5.xml"/><Relationship Id="rId1" Type="http://schemas.openxmlformats.org/officeDocument/2006/relationships/image" Target="../media/image42.jpe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5.xml"/><Relationship Id="rId1" Type="http://schemas.openxmlformats.org/officeDocument/2006/relationships/image" Target="../media/image43.jpe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5.xml"/><Relationship Id="rId1" Type="http://schemas.openxmlformats.org/officeDocument/2006/relationships/image" Target="../media/image44.jpeg"/></Relationships>
</file>

<file path=ppt/slides/_rels/slide69.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5.xml"/><Relationship Id="rId2" Type="http://schemas.openxmlformats.org/officeDocument/2006/relationships/image" Target="../media/image46.jpeg"/><Relationship Id="rId1" Type="http://schemas.openxmlformats.org/officeDocument/2006/relationships/image" Target="../media/image45.jpeg"/></Relationships>
</file>

<file path=ppt/slides/_rels/slide70.xml.rels><?xml version="1.0" encoding="UTF-8" standalone="yes"?>
<Relationships xmlns="http://schemas.openxmlformats.org/package/2006/relationships"><Relationship Id="rId4" Type="http://schemas.openxmlformats.org/officeDocument/2006/relationships/notesSlide" Target="../notesSlides/notesSlide45.xml"/><Relationship Id="rId3" Type="http://schemas.openxmlformats.org/officeDocument/2006/relationships/slideLayout" Target="../slideLayouts/slideLayout5.xml"/><Relationship Id="rId2" Type="http://schemas.openxmlformats.org/officeDocument/2006/relationships/image" Target="../media/image48.png"/><Relationship Id="rId1" Type="http://schemas.openxmlformats.org/officeDocument/2006/relationships/image" Target="../media/image47.pn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5.xml"/><Relationship Id="rId1" Type="http://schemas.openxmlformats.org/officeDocument/2006/relationships/image" Target="../media/image49.png"/></Relationships>
</file>

<file path=ppt/slides/_rels/slide72.xml.rels><?xml version="1.0" encoding="UTF-8" standalone="yes"?>
<Relationships xmlns="http://schemas.openxmlformats.org/package/2006/relationships"><Relationship Id="rId4" Type="http://schemas.openxmlformats.org/officeDocument/2006/relationships/notesSlide" Target="../notesSlides/notesSlide47.xml"/><Relationship Id="rId3" Type="http://schemas.openxmlformats.org/officeDocument/2006/relationships/slideLayout" Target="../slideLayouts/slideLayout5.xml"/><Relationship Id="rId2" Type="http://schemas.openxmlformats.org/officeDocument/2006/relationships/image" Target="../media/image51.jpeg"/><Relationship Id="rId1" Type="http://schemas.openxmlformats.org/officeDocument/2006/relationships/image" Target="../media/image50.jpeg"/></Relationships>
</file>

<file path=ppt/slides/_rels/slide73.xml.rels><?xml version="1.0" encoding="UTF-8" standalone="yes"?>
<Relationships xmlns="http://schemas.openxmlformats.org/package/2006/relationships"><Relationship Id="rId5" Type="http://schemas.openxmlformats.org/officeDocument/2006/relationships/notesSlide" Target="../notesSlides/notesSlide48.xml"/><Relationship Id="rId4" Type="http://schemas.openxmlformats.org/officeDocument/2006/relationships/slideLayout" Target="../slideLayouts/slideLayout5.xml"/><Relationship Id="rId3" Type="http://schemas.openxmlformats.org/officeDocument/2006/relationships/image" Target="../media/image54.png"/><Relationship Id="rId2" Type="http://schemas.openxmlformats.org/officeDocument/2006/relationships/image" Target="../media/image53.jpeg"/><Relationship Id="rId1" Type="http://schemas.openxmlformats.org/officeDocument/2006/relationships/image" Target="../media/image52.jpeg"/></Relationships>
</file>

<file path=ppt/slides/_rels/slide74.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5.xml"/><Relationship Id="rId2" Type="http://schemas.openxmlformats.org/officeDocument/2006/relationships/image" Target="../media/image56.jpeg"/><Relationship Id="rId1" Type="http://schemas.openxmlformats.org/officeDocument/2006/relationships/image" Target="../media/image55.jpeg"/></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5.xml"/><Relationship Id="rId1" Type="http://schemas.openxmlformats.org/officeDocument/2006/relationships/image" Target="../media/image57.jpeg"/></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5.xml"/><Relationship Id="rId1" Type="http://schemas.openxmlformats.org/officeDocument/2006/relationships/image" Target="../media/image58.jpeg"/></Relationships>
</file>

<file path=ppt/slides/_rels/slide77.xml.rels><?xml version="1.0" encoding="UTF-8" standalone="yes"?>
<Relationships xmlns="http://schemas.openxmlformats.org/package/2006/relationships"><Relationship Id="rId4" Type="http://schemas.openxmlformats.org/officeDocument/2006/relationships/notesSlide" Target="../notesSlides/notesSlide52.xml"/><Relationship Id="rId3" Type="http://schemas.openxmlformats.org/officeDocument/2006/relationships/slideLayout" Target="../slideLayouts/slideLayout5.xml"/><Relationship Id="rId2" Type="http://schemas.openxmlformats.org/officeDocument/2006/relationships/image" Target="../media/image60.png"/><Relationship Id="rId1" Type="http://schemas.openxmlformats.org/officeDocument/2006/relationships/image" Target="../media/image59.pn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5.xml"/><Relationship Id="rId1" Type="http://schemas.openxmlformats.org/officeDocument/2006/relationships/image" Target="../media/image6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5.xml"/><Relationship Id="rId1" Type="http://schemas.openxmlformats.org/officeDocument/2006/relationships/image" Target="../media/image62.png"/></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4" Type="http://schemas.openxmlformats.org/officeDocument/2006/relationships/notesSlide" Target="../notesSlides/notesSlide59.xml"/><Relationship Id="rId3" Type="http://schemas.openxmlformats.org/officeDocument/2006/relationships/slideLayout" Target="../slideLayouts/slideLayout5.xml"/><Relationship Id="rId2" Type="http://schemas.openxmlformats.org/officeDocument/2006/relationships/image" Target="../media/image64.png"/><Relationship Id="rId1" Type="http://schemas.openxmlformats.org/officeDocument/2006/relationships/image" Target="../media/image63.png"/></Relationships>
</file>

<file path=ppt/slides/_rels/slide86.xml.rels><?xml version="1.0" encoding="UTF-8" standalone="yes"?>
<Relationships xmlns="http://schemas.openxmlformats.org/package/2006/relationships"><Relationship Id="rId5" Type="http://schemas.openxmlformats.org/officeDocument/2006/relationships/notesSlide" Target="../notesSlides/notesSlide60.xml"/><Relationship Id="rId4" Type="http://schemas.openxmlformats.org/officeDocument/2006/relationships/slideLayout" Target="../slideLayouts/slideLayout5.xml"/><Relationship Id="rId3" Type="http://schemas.openxmlformats.org/officeDocument/2006/relationships/image" Target="../media/image67.jpeg"/><Relationship Id="rId2" Type="http://schemas.openxmlformats.org/officeDocument/2006/relationships/image" Target="../media/image66.png"/><Relationship Id="rId1" Type="http://schemas.openxmlformats.org/officeDocument/2006/relationships/image" Target="../media/image65.png"/></Relationships>
</file>

<file path=ppt/slides/_rels/slide87.xml.rels><?xml version="1.0" encoding="UTF-8" standalone="yes"?>
<Relationships xmlns="http://schemas.openxmlformats.org/package/2006/relationships"><Relationship Id="rId4" Type="http://schemas.openxmlformats.org/officeDocument/2006/relationships/notesSlide" Target="../notesSlides/notesSlide61.xml"/><Relationship Id="rId3" Type="http://schemas.openxmlformats.org/officeDocument/2006/relationships/slideLayout" Target="../slideLayouts/slideLayout5.xml"/><Relationship Id="rId2" Type="http://schemas.openxmlformats.org/officeDocument/2006/relationships/image" Target="../media/image70.png"/><Relationship Id="rId1" Type="http://schemas.openxmlformats.org/officeDocument/2006/relationships/image" Target="../media/image69.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5.xml"/><Relationship Id="rId1" Type="http://schemas.openxmlformats.org/officeDocument/2006/relationships/image" Target="../media/image71.png"/></Relationships>
</file>

<file path=ppt/slides/_rels/slide90.xml.rels><?xml version="1.0" encoding="UTF-8" standalone="yes"?>
<Relationships xmlns="http://schemas.openxmlformats.org/package/2006/relationships"><Relationship Id="rId4" Type="http://schemas.openxmlformats.org/officeDocument/2006/relationships/notesSlide" Target="../notesSlides/notesSlide63.xml"/><Relationship Id="rId3" Type="http://schemas.openxmlformats.org/officeDocument/2006/relationships/slideLayout" Target="../slideLayouts/slideLayout5.xml"/><Relationship Id="rId2" Type="http://schemas.openxmlformats.org/officeDocument/2006/relationships/image" Target="../media/image73.png"/><Relationship Id="rId1" Type="http://schemas.openxmlformats.org/officeDocument/2006/relationships/image" Target="../media/image72.png"/></Relationships>
</file>

<file path=ppt/slides/_rels/slide91.xml.rels><?xml version="1.0" encoding="UTF-8" standalone="yes"?>
<Relationships xmlns="http://schemas.openxmlformats.org/package/2006/relationships"><Relationship Id="rId4" Type="http://schemas.openxmlformats.org/officeDocument/2006/relationships/notesSlide" Target="../notesSlides/notesSlide64.xml"/><Relationship Id="rId3" Type="http://schemas.openxmlformats.org/officeDocument/2006/relationships/slideLayout" Target="../slideLayouts/slideLayout5.xml"/><Relationship Id="rId2" Type="http://schemas.openxmlformats.org/officeDocument/2006/relationships/image" Target="../media/image73.png"/><Relationship Id="rId1" Type="http://schemas.openxmlformats.org/officeDocument/2006/relationships/image" Target="../media/image72.png"/></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4" Type="http://schemas.openxmlformats.org/officeDocument/2006/relationships/notesSlide" Target="../notesSlides/notesSlide67.xml"/><Relationship Id="rId3" Type="http://schemas.openxmlformats.org/officeDocument/2006/relationships/slideLayout" Target="../slideLayouts/slideLayout5.xml"/><Relationship Id="rId2" Type="http://schemas.openxmlformats.org/officeDocument/2006/relationships/tags" Target="../tags/tag5.xml"/><Relationship Id="rId1" Type="http://schemas.openxmlformats.org/officeDocument/2006/relationships/tags" Target="../tags/tag4.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5.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5.xml"/><Relationship Id="rId1" Type="http://schemas.openxmlformats.org/officeDocument/2006/relationships/hyperlink" Target="https://github.com/fxsjy/jieba" TargetMode="External"/></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74.png"/></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5.xml"/></Relationships>
</file>

<file path=ppt/slides/_rels/slide105.xml.rels><?xml version="1.0" encoding="UTF-8" standalone="yes"?>
<Relationships xmlns="http://schemas.openxmlformats.org/package/2006/relationships"><Relationship Id="rId4" Type="http://schemas.openxmlformats.org/officeDocument/2006/relationships/notesSlide" Target="../notesSlides/notesSlide73.xml"/><Relationship Id="rId3" Type="http://schemas.openxmlformats.org/officeDocument/2006/relationships/slideLayout" Target="../slideLayouts/slideLayout5.xml"/><Relationship Id="rId2" Type="http://schemas.openxmlformats.org/officeDocument/2006/relationships/image" Target="../media/image75.png"/><Relationship Id="rId1" Type="http://schemas.openxmlformats.org/officeDocument/2006/relationships/tags" Target="../tags/tag6.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5.xml"/></Relationships>
</file>

<file path=ppt/slides/_rels/slide107.xml.rels><?xml version="1.0" encoding="UTF-8" standalone="yes"?>
<Relationships xmlns="http://schemas.openxmlformats.org/package/2006/relationships"><Relationship Id="rId5" Type="http://schemas.openxmlformats.org/officeDocument/2006/relationships/notesSlide" Target="../notesSlides/notesSlide75.xml"/><Relationship Id="rId4" Type="http://schemas.openxmlformats.org/officeDocument/2006/relationships/slideLayout" Target="../slideLayouts/slideLayout5.xml"/><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tags" Target="../tags/tag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5.xml"/></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5.xml"/><Relationship Id="rId1" Type="http://schemas.openxmlformats.org/officeDocument/2006/relationships/image" Target="../media/image78.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6.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5.xml"/><Relationship Id="rId1" Type="http://schemas.openxmlformats.org/officeDocument/2006/relationships/image" Target="../media/image7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PA_矩形 3"/>
          <p:cNvSpPr txBox="1">
            <a:spLocks noChangeArrowheads="1"/>
          </p:cNvSpPr>
          <p:nvPr>
            <p:custDataLst>
              <p:tags r:id="rId1"/>
            </p:custDataLst>
          </p:nvPr>
        </p:nvSpPr>
        <p:spPr bwMode="auto">
          <a:xfrm>
            <a:off x="1193399" y="2724284"/>
            <a:ext cx="6858000" cy="9582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4" tIns="45702" rIns="91404" bIns="45702" numCol="1" anchor="ctr" anchorCtr="0" compatLnSpc="1"/>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anose="020B0604020202090204" pitchFamily="34" charset="0"/>
                <a:ea typeface="微软雅黑" panose="020B0503020204020204" pitchFamily="34" charset="-122"/>
              </a:defRPr>
            </a:lvl2pPr>
            <a:lvl3pPr algn="l" rtl="0" fontAlgn="base">
              <a:spcBef>
                <a:spcPct val="0"/>
              </a:spcBef>
              <a:spcAft>
                <a:spcPct val="0"/>
              </a:spcAft>
              <a:defRPr sz="2400">
                <a:solidFill>
                  <a:schemeClr val="tx2"/>
                </a:solidFill>
                <a:latin typeface="Arial" panose="020B0604020202090204" pitchFamily="34" charset="0"/>
                <a:ea typeface="微软雅黑" panose="020B0503020204020204" pitchFamily="34" charset="-122"/>
              </a:defRPr>
            </a:lvl3pPr>
            <a:lvl4pPr algn="l" rtl="0" fontAlgn="base">
              <a:spcBef>
                <a:spcPct val="0"/>
              </a:spcBef>
              <a:spcAft>
                <a:spcPct val="0"/>
              </a:spcAft>
              <a:defRPr sz="2400">
                <a:solidFill>
                  <a:schemeClr val="tx2"/>
                </a:solidFill>
                <a:latin typeface="Arial" panose="020B0604020202090204" pitchFamily="34" charset="0"/>
                <a:ea typeface="微软雅黑" panose="020B0503020204020204" pitchFamily="34" charset="-122"/>
              </a:defRPr>
            </a:lvl4pPr>
            <a:lvl5pPr algn="l" rtl="0" fontAlgn="base">
              <a:spcBef>
                <a:spcPct val="0"/>
              </a:spcBef>
              <a:spcAft>
                <a:spcPct val="0"/>
              </a:spcAft>
              <a:defRPr sz="2400">
                <a:solidFill>
                  <a:schemeClr val="tx2"/>
                </a:solidFill>
                <a:latin typeface="Arial" panose="020B0604020202090204" pitchFamily="34" charset="0"/>
                <a:ea typeface="微软雅黑" panose="020B0503020204020204" pitchFamily="34" charset="-122"/>
              </a:defRPr>
            </a:lvl5pPr>
            <a:lvl6pPr marL="457200" algn="l" rtl="0" fontAlgn="base">
              <a:spcBef>
                <a:spcPct val="0"/>
              </a:spcBef>
              <a:spcAft>
                <a:spcPct val="0"/>
              </a:spcAft>
              <a:defRPr sz="2400">
                <a:solidFill>
                  <a:schemeClr val="tx2"/>
                </a:solidFill>
                <a:latin typeface="Arial" panose="020B0604020202090204" pitchFamily="34" charset="0"/>
                <a:ea typeface="微软雅黑" panose="020B0503020204020204" pitchFamily="34" charset="-122"/>
              </a:defRPr>
            </a:lvl6pPr>
            <a:lvl7pPr marL="914400" algn="l" rtl="0" fontAlgn="base">
              <a:spcBef>
                <a:spcPct val="0"/>
              </a:spcBef>
              <a:spcAft>
                <a:spcPct val="0"/>
              </a:spcAft>
              <a:defRPr sz="2400">
                <a:solidFill>
                  <a:schemeClr val="tx2"/>
                </a:solidFill>
                <a:latin typeface="Arial" panose="020B0604020202090204" pitchFamily="34" charset="0"/>
                <a:ea typeface="微软雅黑" panose="020B0503020204020204" pitchFamily="34" charset="-122"/>
              </a:defRPr>
            </a:lvl7pPr>
            <a:lvl8pPr marL="1371600" algn="l" rtl="0" fontAlgn="base">
              <a:spcBef>
                <a:spcPct val="0"/>
              </a:spcBef>
              <a:spcAft>
                <a:spcPct val="0"/>
              </a:spcAft>
              <a:defRPr sz="2400">
                <a:solidFill>
                  <a:schemeClr val="tx2"/>
                </a:solidFill>
                <a:latin typeface="Arial" panose="020B0604020202090204" pitchFamily="34" charset="0"/>
                <a:ea typeface="微软雅黑" panose="020B0503020204020204" pitchFamily="34" charset="-122"/>
              </a:defRPr>
            </a:lvl8pPr>
            <a:lvl9pPr marL="1828800" algn="l" rtl="0" fontAlgn="base">
              <a:spcBef>
                <a:spcPct val="0"/>
              </a:spcBef>
              <a:spcAft>
                <a:spcPct val="0"/>
              </a:spcAft>
              <a:defRPr sz="2400">
                <a:solidFill>
                  <a:schemeClr val="tx2"/>
                </a:solidFill>
                <a:latin typeface="Arial" panose="020B060402020209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lang="zh-CN" sz="3600" b="1" dirty="0">
                <a:solidFill>
                  <a:srgbClr val="004C41"/>
                </a:solidFill>
                <a:latin typeface="Times New Roman" panose="02020503050405090304" pitchFamily="18" charset="0"/>
                <a:ea typeface="宋体" pitchFamily="2" charset="-122"/>
                <a:cs typeface="+mn-ea"/>
                <a:sym typeface="+mn-lt"/>
              </a:rPr>
              <a:t>中文分词</a:t>
            </a:r>
            <a:endParaRPr lang="zh-CN" sz="3600" b="1" dirty="0">
              <a:solidFill>
                <a:srgbClr val="004C41"/>
              </a:solidFill>
              <a:latin typeface="Times New Roman" panose="02020503050405090304" pitchFamily="18" charset="0"/>
              <a:ea typeface="宋体" pitchFamily="2" charset="-122"/>
              <a:cs typeface="+mn-ea"/>
              <a:sym typeface="+mn-lt"/>
            </a:endParaRPr>
          </a:p>
        </p:txBody>
      </p:sp>
      <p:sp>
        <p:nvSpPr>
          <p:cNvPr id="19" name="PA_矩形 4"/>
          <p:cNvSpPr txBox="1">
            <a:spLocks noChangeArrowheads="1"/>
          </p:cNvSpPr>
          <p:nvPr>
            <p:custDataLst>
              <p:tags r:id="rId2"/>
            </p:custDataLst>
          </p:nvPr>
        </p:nvSpPr>
        <p:spPr bwMode="auto">
          <a:xfrm>
            <a:off x="3257252" y="1587209"/>
            <a:ext cx="2810510" cy="7035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4" tIns="45702" rIns="91404" bIns="45702"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rgbClr val="004C41"/>
                </a:solidFill>
                <a:uLnTx/>
                <a:uFillTx/>
                <a:latin typeface="Times New Roman" panose="02020503050405090304" pitchFamily="18" charset="0"/>
                <a:ea typeface="宋体" pitchFamily="2" charset="-122"/>
                <a:cs typeface="+mn-ea"/>
                <a:sym typeface="+mn-lt"/>
              </a:rPr>
              <a:t>《自然语言处理》</a:t>
            </a:r>
            <a:endParaRPr kumimoji="0" lang="zh-CN" altLang="en-US" sz="2800" b="0" i="0" u="none" strike="noStrike" kern="1200" cap="none" spc="0" normalizeH="0" baseline="0" noProof="0" dirty="0">
              <a:ln>
                <a:noFill/>
              </a:ln>
              <a:solidFill>
                <a:srgbClr val="004C41"/>
              </a:solidFill>
              <a:uLnTx/>
              <a:uFillTx/>
              <a:latin typeface="Times New Roman" panose="02020503050405090304" pitchFamily="18" charset="0"/>
              <a:ea typeface="宋体" pitchFamily="2"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advTm="1264"/>
    </mc:Choice>
    <mc:Fallback>
      <p:transition advTm="1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barn(inVertical)">
                                      <p:cBhvr>
                                        <p:cTn id="1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nimBg="1"/>
      <p:bldP spid="19"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ea typeface="宋体" pitchFamily="2" charset="-122"/>
              </a:rPr>
              <a:t>分词处理</a:t>
            </a:r>
            <a:endParaRPr lang="zh-CN" altLang="en-US">
              <a:ea typeface="宋体" pitchFamily="2" charset="-122"/>
            </a:endParaRPr>
          </a:p>
        </p:txBody>
      </p:sp>
      <p:sp>
        <p:nvSpPr>
          <p:cNvPr id="3" name="日期占位符 2"/>
          <p:cNvSpPr>
            <a:spLocks noGrp="1"/>
          </p:cNvSpPr>
          <p:nvPr>
            <p:ph type="dt" sz="half" idx="10"/>
          </p:nvPr>
        </p:nvSpPr>
        <p:spPr/>
        <p:txBody>
          <a:bodyPr/>
          <a:lstStyle/>
          <a:p>
            <a:fld id="{69EEDF67-1749-49B1-A411-DDA78F04E8E5}"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4" name="灯片编号占位符 3"/>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5" name="内容占位符 4"/>
          <p:cNvSpPr>
            <a:spLocks noGrp="1"/>
          </p:cNvSpPr>
          <p:nvPr>
            <p:ph idx="1"/>
          </p:nvPr>
        </p:nvSpPr>
        <p:spPr>
          <a:xfrm>
            <a:off x="612787" y="954307"/>
            <a:ext cx="8312152" cy="3002060"/>
          </a:xfrm>
        </p:spPr>
        <p:txBody>
          <a:bodyPr/>
          <a:lstStyle/>
          <a:p>
            <a:pPr>
              <a:lnSpc>
                <a:spcPct val="150000"/>
              </a:lnSpc>
            </a:pPr>
            <a:r>
              <a:rPr lang="zh-CN" altLang="en-US">
                <a:solidFill>
                  <a:srgbClr val="FF0000"/>
                </a:solidFill>
                <a:latin typeface="Times New Roman" panose="02020503050405090304" pitchFamily="18" charset="0"/>
                <a:ea typeface="宋体" pitchFamily="2" charset="-122"/>
              </a:rPr>
              <a:t>词是有意义的语言成分里最小的独立单位</a:t>
            </a:r>
            <a:r>
              <a:rPr lang="zh-CN" altLang="en-US">
                <a:latin typeface="Times New Roman" panose="02020503050405090304" pitchFamily="18" charset="0"/>
                <a:ea typeface="宋体" pitchFamily="2" charset="-122"/>
              </a:rPr>
              <a:t>，如何将词确定下来是理解语言的首要任务。</a:t>
            </a:r>
            <a:endParaRPr lang="en-US" altLang="zh-CN">
              <a:latin typeface="Times New Roman" panose="02020503050405090304" pitchFamily="18" charset="0"/>
              <a:ea typeface="宋体" pitchFamily="2" charset="-122"/>
            </a:endParaRPr>
          </a:p>
          <a:p>
            <a:pPr>
              <a:lnSpc>
                <a:spcPct val="150000"/>
              </a:lnSpc>
            </a:pPr>
            <a:r>
              <a:rPr lang="zh-CN" altLang="en-US">
                <a:latin typeface="Times New Roman" panose="02020503050405090304" pitchFamily="18" charset="0"/>
                <a:ea typeface="宋体" pitchFamily="2" charset="-122"/>
              </a:rPr>
              <a:t>分词</a:t>
            </a:r>
            <a:r>
              <a:rPr lang="en-US" altLang="zh-CN">
                <a:latin typeface="Times New Roman" panose="02020503050405090304" pitchFamily="18" charset="0"/>
                <a:ea typeface="宋体" pitchFamily="2" charset="-122"/>
              </a:rPr>
              <a:t>(Word Segmentation)</a:t>
            </a:r>
            <a:r>
              <a:rPr lang="zh-CN" altLang="en-US">
                <a:latin typeface="Times New Roman" panose="02020503050405090304" pitchFamily="18" charset="0"/>
                <a:ea typeface="宋体" pitchFamily="2" charset="-122"/>
              </a:rPr>
              <a:t>技术是后续所有自然语言处理的基础，中文分词更是中文文本处理的基础。</a:t>
            </a:r>
            <a:endParaRPr lang="en-US" altLang="zh-CN">
              <a:latin typeface="Times New Roman" panose="02020503050405090304" pitchFamily="18" charset="0"/>
              <a:ea typeface="宋体" pitchFamily="2" charset="-122"/>
            </a:endParaRPr>
          </a:p>
          <a:p>
            <a:pPr>
              <a:lnSpc>
                <a:spcPct val="150000"/>
              </a:lnSpc>
            </a:pPr>
            <a:r>
              <a:rPr lang="zh-CN" altLang="en-US">
                <a:solidFill>
                  <a:srgbClr val="0000FF"/>
                </a:solidFill>
                <a:latin typeface="Times New Roman" panose="02020503050405090304" pitchFamily="18" charset="0"/>
                <a:ea typeface="宋体" pitchFamily="2" charset="-122"/>
              </a:rPr>
              <a:t>分词是将自然语言简化为数学问题，提供合适语义粒度的关键步骤</a:t>
            </a:r>
            <a:r>
              <a:rPr lang="zh-CN" altLang="en-US">
                <a:latin typeface="Times New Roman" panose="02020503050405090304" pitchFamily="18" charset="0"/>
                <a:ea typeface="宋体" pitchFamily="2" charset="-122"/>
              </a:rPr>
              <a:t>。分词可以将非结构化的文本数据转化为结构化数据，这样复杂的自然语言处理就被转化为了更易于处理的数学问题。</a:t>
            </a:r>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ea typeface="宋体" pitchFamily="2" charset="-122"/>
              </a:rPr>
              <a:t>分词处理</a:t>
            </a:r>
            <a:endParaRPr lang="zh-CN" altLang="en-US">
              <a:ea typeface="宋体" pitchFamily="2" charset="-122"/>
            </a:endParaRPr>
          </a:p>
        </p:txBody>
      </p:sp>
      <p:sp>
        <p:nvSpPr>
          <p:cNvPr id="3" name="矩形 2"/>
          <p:cNvSpPr/>
          <p:nvPr/>
        </p:nvSpPr>
        <p:spPr>
          <a:xfrm>
            <a:off x="628190" y="962835"/>
            <a:ext cx="1824498" cy="369332"/>
          </a:xfrm>
          <a:prstGeom prst="rect">
            <a:avLst/>
          </a:prstGeom>
        </p:spPr>
        <p:txBody>
          <a:bodyPr wrap="square">
            <a:spAutoFit/>
          </a:bodyPr>
          <a:lstStyle/>
          <a:p>
            <a:r>
              <a:rPr lang="zh-CN" altLang="en-US" sz="1800" b="1">
                <a:solidFill>
                  <a:srgbClr val="0000FF"/>
                </a:solidFill>
                <a:latin typeface="Times New Roman" panose="02020503050405090304" pitchFamily="18" charset="0"/>
                <a:ea typeface="宋体" pitchFamily="2" charset="-122"/>
              </a:rPr>
              <a:t>为什么要分词？</a:t>
            </a:r>
            <a:endParaRPr lang="zh-CN" altLang="en-US" sz="1800" b="1">
              <a:solidFill>
                <a:srgbClr val="0000FF"/>
              </a:solidFill>
              <a:latin typeface="Times New Roman" panose="02020503050405090304" pitchFamily="18" charset="0"/>
              <a:ea typeface="宋体" pitchFamily="2" charset="-122"/>
            </a:endParaRPr>
          </a:p>
        </p:txBody>
      </p:sp>
      <p:sp>
        <p:nvSpPr>
          <p:cNvPr id="4" name="矩形 3"/>
          <p:cNvSpPr/>
          <p:nvPr/>
        </p:nvSpPr>
        <p:spPr>
          <a:xfrm>
            <a:off x="682642" y="1383618"/>
            <a:ext cx="7905563" cy="1289905"/>
          </a:xfrm>
          <a:prstGeom prst="rect">
            <a:avLst/>
          </a:prstGeom>
        </p:spPr>
        <p:txBody>
          <a:bodyPr wrap="square">
            <a:spAutoFit/>
          </a:bodyPr>
          <a:lstStyle/>
          <a:p>
            <a:pPr indent="202565">
              <a:lnSpc>
                <a:spcPct val="150000"/>
              </a:lnSpc>
              <a:buFont typeface="Arial" panose="020B0604020202090204" pitchFamily="34" charset="0"/>
              <a:buChar char="•"/>
            </a:pPr>
            <a:r>
              <a:rPr lang="zh-CN" altLang="en-US" sz="1800" b="1">
                <a:solidFill>
                  <a:srgbClr val="FF0000"/>
                </a:solidFill>
                <a:latin typeface="Times New Roman" panose="02020503050405090304" pitchFamily="18" charset="0"/>
                <a:ea typeface="宋体" pitchFamily="2" charset="-122"/>
              </a:rPr>
              <a:t>合适的语义粒度很重要</a:t>
            </a:r>
            <a:r>
              <a:rPr lang="zh-CN" altLang="en-US" sz="1800">
                <a:solidFill>
                  <a:srgbClr val="05073B"/>
                </a:solidFill>
                <a:latin typeface="Times New Roman" panose="02020503050405090304" pitchFamily="18" charset="0"/>
                <a:ea typeface="宋体" pitchFamily="2" charset="-122"/>
              </a:rPr>
              <a:t>：</a:t>
            </a:r>
            <a:r>
              <a:rPr lang="zh-CN" altLang="en-US" sz="1800" b="1">
                <a:solidFill>
                  <a:srgbClr val="05073B"/>
                </a:solidFill>
                <a:latin typeface="Times New Roman" panose="02020503050405090304" pitchFamily="18" charset="0"/>
                <a:ea typeface="宋体" pitchFamily="2" charset="-122"/>
              </a:rPr>
              <a:t>词是语言中表达完整含义的基本单位。</a:t>
            </a:r>
            <a:r>
              <a:rPr lang="zh-CN" altLang="en-US" sz="1800">
                <a:solidFill>
                  <a:srgbClr val="05073B"/>
                </a:solidFill>
                <a:latin typeface="Times New Roman" panose="02020503050405090304" pitchFamily="18" charset="0"/>
                <a:ea typeface="宋体" pitchFamily="2" charset="-122"/>
              </a:rPr>
              <a:t>与字相比，词能够提供更丰富的语义信息。单个字往往无法独立表达完整的意义，而词则可以。同时，与句子相比，词的粒度更小，更易于处理和复用。</a:t>
            </a:r>
            <a:endParaRPr lang="zh-CN" altLang="en-US" sz="1800">
              <a:solidFill>
                <a:srgbClr val="05073B"/>
              </a:solidFill>
              <a:latin typeface="Times New Roman" panose="02020503050405090304" pitchFamily="18" charset="0"/>
              <a:ea typeface="宋体" pitchFamily="2" charset="-122"/>
            </a:endParaRPr>
          </a:p>
        </p:txBody>
      </p:sp>
      <p:pic>
        <p:nvPicPr>
          <p:cNvPr id="9" name="图片 8"/>
          <p:cNvPicPr>
            <a:picLocks noChangeAspect="1"/>
          </p:cNvPicPr>
          <p:nvPr/>
        </p:nvPicPr>
        <p:blipFill>
          <a:blip r:embed="rId1"/>
          <a:stretch>
            <a:fillRect/>
          </a:stretch>
        </p:blipFill>
        <p:spPr>
          <a:xfrm>
            <a:off x="1650821" y="3079758"/>
            <a:ext cx="5593556" cy="1250156"/>
          </a:xfrm>
          <a:prstGeom prst="rect">
            <a:avLst/>
          </a:prstGeom>
        </p:spPr>
      </p:pic>
      <p:sp>
        <p:nvSpPr>
          <p:cNvPr id="5" name="日期占位符 4"/>
          <p:cNvSpPr>
            <a:spLocks noGrp="1"/>
          </p:cNvSpPr>
          <p:nvPr>
            <p:ph type="dt" sz="half" idx="10"/>
          </p:nvPr>
        </p:nvSpPr>
        <p:spPr/>
        <p:txBody>
          <a:bodyPr/>
          <a:lstStyle/>
          <a:p>
            <a:fld id="{D4D73EF4-4CF2-49B9-94CA-0B75B0B79720}" type="datetime1">
              <a:rPr lang="zh-CN" altLang="en-US" smtClean="0"/>
            </a:fld>
            <a:endParaRPr lang="zh-CN" altLang="en-US"/>
          </a:p>
        </p:txBody>
      </p:sp>
      <p:sp>
        <p:nvSpPr>
          <p:cNvPr id="6" name="灯片编号占位符 5"/>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advTm="0"/>
    </mc:Choice>
    <mc:Fallback>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ea typeface="宋体" pitchFamily="2" charset="-122"/>
              </a:rPr>
              <a:t>分词处理</a:t>
            </a:r>
            <a:endParaRPr lang="zh-CN" altLang="en-US">
              <a:ea typeface="宋体" pitchFamily="2" charset="-122"/>
            </a:endParaRPr>
          </a:p>
        </p:txBody>
      </p:sp>
      <p:sp>
        <p:nvSpPr>
          <p:cNvPr id="3" name="日期占位符 2"/>
          <p:cNvSpPr>
            <a:spLocks noGrp="1"/>
          </p:cNvSpPr>
          <p:nvPr>
            <p:ph type="dt" sz="half" idx="10"/>
          </p:nvPr>
        </p:nvSpPr>
        <p:spPr/>
        <p:txBody>
          <a:bodyPr/>
          <a:lstStyle/>
          <a:p>
            <a:fld id="{99D4FF59-B181-4FB2-AD5F-06B8E2FD8325}"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4" name="灯片编号占位符 3"/>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5" name="内容占位符 4"/>
          <p:cNvSpPr>
            <a:spLocks noGrp="1"/>
          </p:cNvSpPr>
          <p:nvPr>
            <p:ph idx="1"/>
          </p:nvPr>
        </p:nvSpPr>
        <p:spPr>
          <a:xfrm>
            <a:off x="457200" y="940596"/>
            <a:ext cx="8440738" cy="2607468"/>
          </a:xfrm>
        </p:spPr>
        <p:txBody>
          <a:bodyPr/>
          <a:lstStyle/>
          <a:p>
            <a:pPr>
              <a:lnSpc>
                <a:spcPct val="150000"/>
              </a:lnSpc>
            </a:pPr>
            <a:r>
              <a:rPr lang="zh-CN" altLang="en-US">
                <a:latin typeface="Times New Roman" panose="02020503050405090304" pitchFamily="18" charset="0"/>
                <a:ea typeface="宋体" pitchFamily="2" charset="-122"/>
              </a:rPr>
              <a:t>中文的词是以</a:t>
            </a:r>
            <a:r>
              <a:rPr lang="zh-CN" altLang="en-US">
                <a:solidFill>
                  <a:srgbClr val="FF0000"/>
                </a:solidFill>
                <a:latin typeface="Times New Roman" panose="02020503050405090304" pitchFamily="18" charset="0"/>
                <a:ea typeface="宋体" pitchFamily="2" charset="-122"/>
              </a:rPr>
              <a:t>字</a:t>
            </a:r>
            <a:r>
              <a:rPr lang="zh-CN" altLang="en-US">
                <a:latin typeface="Times New Roman" panose="02020503050405090304" pitchFamily="18" charset="0"/>
                <a:ea typeface="宋体" pitchFamily="2" charset="-122"/>
              </a:rPr>
              <a:t>为基本单位的，但是文本的语义表达是以</a:t>
            </a:r>
            <a:r>
              <a:rPr lang="zh-CN" altLang="en-US">
                <a:solidFill>
                  <a:srgbClr val="FF0000"/>
                </a:solidFill>
                <a:latin typeface="Times New Roman" panose="02020503050405090304" pitchFamily="18" charset="0"/>
                <a:ea typeface="宋体" pitchFamily="2" charset="-122"/>
              </a:rPr>
              <a:t>词</a:t>
            </a:r>
            <a:r>
              <a:rPr lang="zh-CN" altLang="en-US">
                <a:latin typeface="Times New Roman" panose="02020503050405090304" pitchFamily="18" charset="0"/>
                <a:ea typeface="宋体" pitchFamily="2" charset="-122"/>
              </a:rPr>
              <a:t>来进行划分的。</a:t>
            </a:r>
            <a:endParaRPr lang="en-US" altLang="zh-CN">
              <a:latin typeface="Times New Roman" panose="02020503050405090304" pitchFamily="18" charset="0"/>
              <a:ea typeface="宋体" pitchFamily="2" charset="-122"/>
            </a:endParaRPr>
          </a:p>
          <a:p>
            <a:pPr>
              <a:lnSpc>
                <a:spcPct val="150000"/>
              </a:lnSpc>
            </a:pPr>
            <a:r>
              <a:rPr lang="zh-CN" altLang="en-US">
                <a:latin typeface="Times New Roman" panose="02020503050405090304" pitchFamily="18" charset="0"/>
                <a:ea typeface="宋体" pitchFamily="2" charset="-122"/>
              </a:rPr>
              <a:t>在处理中文文本的时候，要将完整的中文语句切分转化成一系列词的表示，这个过程就是中文分词的处理过程。可通过计算机自动识别并切分句子里的词，用标记符做间隔，从而得出分词结果。</a:t>
            </a:r>
            <a:endParaRPr lang="en-US" altLang="zh-CN">
              <a:latin typeface="Times New Roman" panose="02020503050405090304" pitchFamily="18" charset="0"/>
              <a:ea typeface="宋体" pitchFamily="2" charset="-122"/>
            </a:endParaRPr>
          </a:p>
          <a:p>
            <a:pPr>
              <a:lnSpc>
                <a:spcPct val="150000"/>
              </a:lnSpc>
            </a:pPr>
            <a:r>
              <a:rPr lang="zh-CN" altLang="en-US" b="1">
                <a:solidFill>
                  <a:srgbClr val="0000FF"/>
                </a:solidFill>
                <a:latin typeface="Times New Roman" panose="02020503050405090304" pitchFamily="18" charset="0"/>
                <a:ea typeface="宋体" pitchFamily="2" charset="-122"/>
              </a:rPr>
              <a:t>中文分词</a:t>
            </a:r>
            <a:r>
              <a:rPr lang="zh-CN" altLang="en-US">
                <a:latin typeface="Times New Roman" panose="02020503050405090304" pitchFamily="18" charset="0"/>
                <a:ea typeface="宋体" pitchFamily="2" charset="-122"/>
              </a:rPr>
              <a:t>：将一个完整的中文句子，切分成一系列的词单元。例如，将句子“我要学习中文分词”切分成词单元“我</a:t>
            </a:r>
            <a:r>
              <a:rPr lang="en-US" altLang="zh-CN">
                <a:latin typeface="Times New Roman" panose="02020503050405090304" pitchFamily="18" charset="0"/>
                <a:ea typeface="宋体" pitchFamily="2" charset="-122"/>
              </a:rPr>
              <a:t>/</a:t>
            </a:r>
            <a:r>
              <a:rPr lang="zh-CN" altLang="en-US">
                <a:latin typeface="Times New Roman" panose="02020503050405090304" pitchFamily="18" charset="0"/>
                <a:ea typeface="宋体" pitchFamily="2" charset="-122"/>
              </a:rPr>
              <a:t>要</a:t>
            </a:r>
            <a:r>
              <a:rPr lang="en-US" altLang="zh-CN">
                <a:latin typeface="Times New Roman" panose="02020503050405090304" pitchFamily="18" charset="0"/>
                <a:ea typeface="宋体" pitchFamily="2" charset="-122"/>
              </a:rPr>
              <a:t>/</a:t>
            </a:r>
            <a:r>
              <a:rPr lang="zh-CN" altLang="en-US">
                <a:latin typeface="Times New Roman" panose="02020503050405090304" pitchFamily="18" charset="0"/>
                <a:ea typeface="宋体" pitchFamily="2" charset="-122"/>
              </a:rPr>
              <a:t>学习</a:t>
            </a:r>
            <a:r>
              <a:rPr lang="en-US" altLang="zh-CN">
                <a:latin typeface="Times New Roman" panose="02020503050405090304" pitchFamily="18" charset="0"/>
                <a:ea typeface="宋体" pitchFamily="2" charset="-122"/>
              </a:rPr>
              <a:t>/</a:t>
            </a:r>
            <a:r>
              <a:rPr lang="zh-CN" altLang="en-US">
                <a:latin typeface="Times New Roman" panose="02020503050405090304" pitchFamily="18" charset="0"/>
                <a:ea typeface="宋体" pitchFamily="2" charset="-122"/>
              </a:rPr>
              <a:t>中文</a:t>
            </a:r>
            <a:r>
              <a:rPr lang="en-US" altLang="zh-CN">
                <a:latin typeface="Times New Roman" panose="02020503050405090304" pitchFamily="18" charset="0"/>
                <a:ea typeface="宋体" pitchFamily="2" charset="-122"/>
              </a:rPr>
              <a:t>/</a:t>
            </a:r>
            <a:r>
              <a:rPr lang="zh-CN" altLang="en-US">
                <a:latin typeface="Times New Roman" panose="02020503050405090304" pitchFamily="18" charset="0"/>
                <a:ea typeface="宋体" pitchFamily="2" charset="-122"/>
              </a:rPr>
              <a:t>分词”。</a:t>
            </a:r>
            <a:endParaRPr lang="zh-CN" altLang="en-US" b="1">
              <a:solidFill>
                <a:srgbClr val="3333FF"/>
              </a:solidFill>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a:ea typeface="宋体" pitchFamily="2" charset="-122"/>
              </a:rPr>
              <a:t>分词处理</a:t>
            </a:r>
            <a:endParaRPr lang="zh-CN" altLang="en-US"/>
          </a:p>
        </p:txBody>
      </p:sp>
      <p:sp>
        <p:nvSpPr>
          <p:cNvPr id="3" name="日期占位符 2"/>
          <p:cNvSpPr>
            <a:spLocks noGrp="1"/>
          </p:cNvSpPr>
          <p:nvPr>
            <p:ph type="dt" sz="half" idx="10"/>
          </p:nvPr>
        </p:nvSpPr>
        <p:spPr/>
        <p:txBody>
          <a:bodyPr/>
          <a:lstStyle/>
          <a:p>
            <a:fld id="{99E9C70F-4ABF-4C58-A94A-1A1666048510}"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8" name="文本框 7"/>
          <p:cNvSpPr txBox="1"/>
          <p:nvPr/>
        </p:nvSpPr>
        <p:spPr>
          <a:xfrm>
            <a:off x="457200" y="1040324"/>
            <a:ext cx="7940279" cy="1799916"/>
          </a:xfrm>
          <a:prstGeom prst="rect">
            <a:avLst/>
          </a:prstGeom>
          <a:noFill/>
        </p:spPr>
        <p:txBody>
          <a:bodyPr wrap="square">
            <a:spAutoFit/>
          </a:bodyPr>
          <a:lstStyle/>
          <a:p>
            <a:pPr marL="285750" indent="-285750">
              <a:buClr>
                <a:srgbClr val="0070C0"/>
              </a:buClr>
              <a:buFont typeface="Wingdings" panose="05000000000000000000" pitchFamily="2" charset="2"/>
              <a:buChar char="n"/>
            </a:pPr>
            <a:r>
              <a:rPr lang="zh-CN" altLang="en-US" sz="1800"/>
              <a:t>词元化（</a:t>
            </a:r>
            <a:r>
              <a:rPr lang="en-US" altLang="zh-CN" sz="1800"/>
              <a:t>Tokenization</a:t>
            </a:r>
            <a:r>
              <a:rPr lang="zh-CN" altLang="en-US" sz="1800"/>
              <a:t>）</a:t>
            </a:r>
            <a:endParaRPr lang="zh-CN" altLang="en-US" sz="1800"/>
          </a:p>
          <a:p>
            <a:pPr indent="457200">
              <a:lnSpc>
                <a:spcPct val="150000"/>
              </a:lnSpc>
            </a:pPr>
            <a:r>
              <a:rPr lang="zh-CN" altLang="en-US" sz="1600">
                <a:solidFill>
                  <a:srgbClr val="FF0000"/>
                </a:solidFill>
              </a:rPr>
              <a:t>词元化是使用大模型的第一步</a:t>
            </a:r>
            <a:r>
              <a:rPr lang="zh-CN" altLang="en-US" sz="1600"/>
              <a:t>，预训练好的大模型一般都带有</a:t>
            </a:r>
            <a:r>
              <a:rPr lang="en-US" altLang="zh-CN" sz="1600"/>
              <a:t>Tokenizer</a:t>
            </a:r>
            <a:r>
              <a:rPr lang="zh-CN" altLang="en-US" sz="1600"/>
              <a:t>，或称为分词器。词元化就像是把句子拆分成一个个小零件。比如 “我喜欢苹果”，经过词元化可能就变成了 </a:t>
            </a:r>
            <a:r>
              <a:rPr lang="en-US" altLang="zh-CN" sz="1600"/>
              <a:t>[“</a:t>
            </a:r>
            <a:r>
              <a:rPr lang="zh-CN" altLang="en-US" sz="1600"/>
              <a:t>我</a:t>
            </a:r>
            <a:r>
              <a:rPr lang="en-US" altLang="zh-CN" sz="1600"/>
              <a:t>”, “</a:t>
            </a:r>
            <a:r>
              <a:rPr lang="zh-CN" altLang="en-US" sz="1600"/>
              <a:t>喜欢</a:t>
            </a:r>
            <a:r>
              <a:rPr lang="en-US" altLang="zh-CN" sz="1600"/>
              <a:t>”, “</a:t>
            </a:r>
            <a:r>
              <a:rPr lang="zh-CN" altLang="en-US" sz="1600"/>
              <a:t>苹果</a:t>
            </a:r>
            <a:r>
              <a:rPr lang="en-US" altLang="zh-CN" sz="1600"/>
              <a:t>”]</a:t>
            </a:r>
            <a:r>
              <a:rPr lang="zh-CN" altLang="en-US" sz="1600"/>
              <a:t>。词元化之后，每个词元都被赋予一个唯一的编号，这样计算机就能 “读懂” 文本。</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ea typeface="宋体" pitchFamily="2" charset="-122"/>
              </a:rPr>
              <a:t>分词处理</a:t>
            </a:r>
            <a:endParaRPr lang="zh-CN" altLang="en-US"/>
          </a:p>
        </p:txBody>
      </p:sp>
      <p:sp>
        <p:nvSpPr>
          <p:cNvPr id="3" name="日期占位符 2"/>
          <p:cNvSpPr>
            <a:spLocks noGrp="1"/>
          </p:cNvSpPr>
          <p:nvPr>
            <p:ph type="dt" sz="half" idx="10"/>
          </p:nvPr>
        </p:nvSpPr>
        <p:spPr/>
        <p:txBody>
          <a:bodyPr/>
          <a:lstStyle/>
          <a:p>
            <a:fld id="{99E9C70F-4ABF-4C58-A94A-1A1666048510}"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5" name="内容占位符 4"/>
          <p:cNvSpPr>
            <a:spLocks noGrp="1"/>
          </p:cNvSpPr>
          <p:nvPr>
            <p:ph idx="1"/>
          </p:nvPr>
        </p:nvSpPr>
        <p:spPr>
          <a:xfrm>
            <a:off x="444723" y="856394"/>
            <a:ext cx="8392637" cy="1886806"/>
          </a:xfrm>
        </p:spPr>
        <p:txBody>
          <a:bodyPr/>
          <a:lstStyle/>
          <a:p>
            <a:pPr algn="l"/>
            <a:r>
              <a:rPr lang="zh-CN" altLang="en-US">
                <a:solidFill>
                  <a:srgbClr val="1C1E21"/>
                </a:solidFill>
                <a:latin typeface="+mn-lt"/>
                <a:ea typeface="+mn-ea"/>
              </a:rPr>
              <a:t>分词后的每个词称为</a:t>
            </a:r>
            <a:r>
              <a:rPr lang="en-US" altLang="zh-CN">
                <a:solidFill>
                  <a:srgbClr val="1C1E21"/>
                </a:solidFill>
                <a:latin typeface="+mn-lt"/>
                <a:ea typeface="+mn-ea"/>
              </a:rPr>
              <a:t>token</a:t>
            </a:r>
            <a:r>
              <a:rPr lang="zh-CN" altLang="en-US">
                <a:solidFill>
                  <a:srgbClr val="1C1E21"/>
                </a:solidFill>
                <a:latin typeface="+mn-lt"/>
                <a:ea typeface="+mn-ea"/>
              </a:rPr>
              <a:t>。</a:t>
            </a:r>
            <a:r>
              <a:rPr lang="en-US" altLang="zh-CN" b="0" i="0">
                <a:solidFill>
                  <a:srgbClr val="1C1E21"/>
                </a:solidFill>
                <a:effectLst/>
                <a:latin typeface="+mn-lt"/>
                <a:ea typeface="+mn-ea"/>
              </a:rPr>
              <a:t>token</a:t>
            </a:r>
            <a:r>
              <a:rPr lang="zh-CN" altLang="en-US" b="0" i="0">
                <a:solidFill>
                  <a:srgbClr val="1C1E21"/>
                </a:solidFill>
                <a:effectLst/>
                <a:latin typeface="+mn-lt"/>
                <a:ea typeface="+mn-ea"/>
              </a:rPr>
              <a:t>是模型用来表示自然语言文本的基本单位，可以直观</a:t>
            </a:r>
            <a:r>
              <a:rPr lang="zh-CN" altLang="en-US">
                <a:solidFill>
                  <a:srgbClr val="1C1E21"/>
                </a:solidFill>
                <a:latin typeface="+mn-lt"/>
                <a:ea typeface="+mn-ea"/>
              </a:rPr>
              <a:t>地</a:t>
            </a:r>
            <a:r>
              <a:rPr lang="zh-CN" altLang="en-US" b="0" i="0">
                <a:solidFill>
                  <a:srgbClr val="1C1E21"/>
                </a:solidFill>
                <a:effectLst/>
                <a:latin typeface="+mn-lt"/>
                <a:ea typeface="+mn-ea"/>
              </a:rPr>
              <a:t>理解为“字”或“词”；通常</a:t>
            </a:r>
            <a:r>
              <a:rPr lang="en-US" altLang="zh-CN" b="0" i="0">
                <a:solidFill>
                  <a:srgbClr val="1C1E21"/>
                </a:solidFill>
                <a:effectLst/>
                <a:latin typeface="+mn-lt"/>
                <a:ea typeface="+mn-ea"/>
              </a:rPr>
              <a:t>1</a:t>
            </a:r>
            <a:r>
              <a:rPr lang="zh-CN" altLang="en-US" b="0" i="0">
                <a:solidFill>
                  <a:srgbClr val="1C1E21"/>
                </a:solidFill>
                <a:effectLst/>
                <a:latin typeface="+mn-lt"/>
                <a:ea typeface="+mn-ea"/>
              </a:rPr>
              <a:t>个中文词语、</a:t>
            </a:r>
            <a:r>
              <a:rPr lang="en-US" altLang="zh-CN" b="0" i="0">
                <a:solidFill>
                  <a:srgbClr val="1C1E21"/>
                </a:solidFill>
                <a:effectLst/>
                <a:latin typeface="+mn-lt"/>
                <a:ea typeface="+mn-ea"/>
              </a:rPr>
              <a:t>1</a:t>
            </a:r>
            <a:r>
              <a:rPr lang="zh-CN" altLang="en-US" b="0" i="0">
                <a:solidFill>
                  <a:srgbClr val="1C1E21"/>
                </a:solidFill>
                <a:effectLst/>
                <a:latin typeface="+mn-lt"/>
                <a:ea typeface="+mn-ea"/>
              </a:rPr>
              <a:t>个英文单词、</a:t>
            </a:r>
            <a:r>
              <a:rPr lang="en-US" altLang="zh-CN" b="0" i="0">
                <a:solidFill>
                  <a:srgbClr val="1C1E21"/>
                </a:solidFill>
                <a:effectLst/>
                <a:latin typeface="+mn-lt"/>
                <a:ea typeface="+mn-ea"/>
              </a:rPr>
              <a:t>1</a:t>
            </a:r>
            <a:r>
              <a:rPr lang="zh-CN" altLang="en-US" b="0" i="0">
                <a:solidFill>
                  <a:srgbClr val="1C1E21"/>
                </a:solidFill>
                <a:effectLst/>
                <a:latin typeface="+mn-lt"/>
                <a:ea typeface="+mn-ea"/>
              </a:rPr>
              <a:t>个数字或</a:t>
            </a:r>
            <a:r>
              <a:rPr lang="en-US" altLang="zh-CN" b="0" i="0">
                <a:solidFill>
                  <a:srgbClr val="1C1E21"/>
                </a:solidFill>
                <a:effectLst/>
                <a:latin typeface="+mn-lt"/>
                <a:ea typeface="+mn-ea"/>
              </a:rPr>
              <a:t>1</a:t>
            </a:r>
            <a:r>
              <a:rPr lang="zh-CN" altLang="en-US" b="0" i="0">
                <a:solidFill>
                  <a:srgbClr val="1C1E21"/>
                </a:solidFill>
                <a:effectLst/>
                <a:latin typeface="+mn-lt"/>
                <a:ea typeface="+mn-ea"/>
              </a:rPr>
              <a:t>个符号计为</a:t>
            </a:r>
            <a:r>
              <a:rPr lang="en-US" altLang="zh-CN" b="0" i="0">
                <a:solidFill>
                  <a:srgbClr val="1C1E21"/>
                </a:solidFill>
                <a:effectLst/>
                <a:latin typeface="+mn-lt"/>
                <a:ea typeface="+mn-ea"/>
              </a:rPr>
              <a:t>1</a:t>
            </a:r>
            <a:r>
              <a:rPr lang="zh-CN" altLang="en-US" b="0" i="0">
                <a:solidFill>
                  <a:srgbClr val="1C1E21"/>
                </a:solidFill>
                <a:effectLst/>
                <a:latin typeface="+mn-lt"/>
                <a:ea typeface="+mn-ea"/>
              </a:rPr>
              <a:t>个</a:t>
            </a:r>
            <a:r>
              <a:rPr lang="en-US" altLang="zh-CN" b="0" i="0">
                <a:solidFill>
                  <a:srgbClr val="1C1E21"/>
                </a:solidFill>
                <a:effectLst/>
                <a:latin typeface="+mn-lt"/>
                <a:ea typeface="+mn-ea"/>
              </a:rPr>
              <a:t>token</a:t>
            </a:r>
            <a:r>
              <a:rPr lang="zh-CN" altLang="en-US" b="0" i="0">
                <a:solidFill>
                  <a:srgbClr val="1C1E21"/>
                </a:solidFill>
                <a:effectLst/>
                <a:latin typeface="+mn-lt"/>
                <a:ea typeface="+mn-ea"/>
              </a:rPr>
              <a:t>。</a:t>
            </a:r>
            <a:endParaRPr lang="en-US" altLang="zh-CN" b="0" i="0">
              <a:solidFill>
                <a:srgbClr val="1C1E21"/>
              </a:solidFill>
              <a:effectLst/>
              <a:latin typeface="+mn-lt"/>
              <a:ea typeface="+mn-ea"/>
            </a:endParaRPr>
          </a:p>
          <a:p>
            <a:pPr algn="l"/>
            <a:r>
              <a:rPr lang="zh-CN" altLang="zh-CN" sz="1800">
                <a:effectLst/>
                <a:latin typeface="Times New Roman" panose="02020503050405090304" pitchFamily="18" charset="0"/>
                <a:ea typeface="宋体" pitchFamily="2" charset="-122"/>
                <a:cs typeface="Times New Roman" panose="02020503050405090304" pitchFamily="18" charset="0"/>
              </a:rPr>
              <a:t>如果我们将</a:t>
            </a:r>
            <a:r>
              <a:rPr lang="en-US" altLang="zh-CN" sz="1800">
                <a:effectLst/>
                <a:latin typeface="Times New Roman" panose="02020503050405090304" pitchFamily="18" charset="0"/>
                <a:ea typeface="宋体" pitchFamily="2" charset="-122"/>
              </a:rPr>
              <a:t>10</a:t>
            </a:r>
            <a:r>
              <a:rPr lang="zh-CN" altLang="zh-CN" sz="1800">
                <a:effectLst/>
                <a:latin typeface="Times New Roman" panose="02020503050405090304" pitchFamily="18" charset="0"/>
                <a:ea typeface="宋体" pitchFamily="2" charset="-122"/>
                <a:cs typeface="Times New Roman" panose="02020503050405090304" pitchFamily="18" charset="0"/>
              </a:rPr>
              <a:t>万</a:t>
            </a:r>
            <a:r>
              <a:rPr lang="en-US" altLang="zh-CN" sz="1800">
                <a:effectLst/>
                <a:latin typeface="Times New Roman" panose="02020503050405090304" pitchFamily="18" charset="0"/>
                <a:ea typeface="宋体" pitchFamily="2" charset="-122"/>
              </a:rPr>
              <a:t>Token</a:t>
            </a:r>
            <a:r>
              <a:rPr lang="zh-CN" altLang="zh-CN" sz="1800">
                <a:effectLst/>
                <a:latin typeface="Times New Roman" panose="02020503050405090304" pitchFamily="18" charset="0"/>
                <a:ea typeface="宋体" pitchFamily="2" charset="-122"/>
                <a:cs typeface="Times New Roman" panose="02020503050405090304" pitchFamily="18" charset="0"/>
              </a:rPr>
              <a:t>转换成实际的文本内容，大约相当于一本短篇小说的长度（比如《老人与海》这样的经典短篇小说）</a:t>
            </a:r>
            <a:endParaRPr lang="zh-CN" altLang="en-US" b="0" i="0">
              <a:solidFill>
                <a:srgbClr val="1C1E21"/>
              </a:solidFill>
              <a:effectLst/>
              <a:latin typeface="+mn-lt"/>
              <a:ea typeface="+mn-ea"/>
            </a:endParaRPr>
          </a:p>
        </p:txBody>
      </p:sp>
      <p:sp>
        <p:nvSpPr>
          <p:cNvPr id="6" name="文本框 5"/>
          <p:cNvSpPr txBox="1"/>
          <p:nvPr/>
        </p:nvSpPr>
        <p:spPr>
          <a:xfrm>
            <a:off x="490443" y="2815508"/>
            <a:ext cx="8061580" cy="1701748"/>
          </a:xfrm>
          <a:prstGeom prst="rect">
            <a:avLst/>
          </a:prstGeom>
          <a:noFill/>
        </p:spPr>
        <p:txBody>
          <a:bodyPr wrap="square">
            <a:spAutoFit/>
          </a:bodyPr>
          <a:lstStyle/>
          <a:p>
            <a:pPr>
              <a:lnSpc>
                <a:spcPct val="150000"/>
              </a:lnSpc>
            </a:pPr>
            <a:r>
              <a:rPr lang="en-US" altLang="zh-CN" sz="1800" b="0" i="0">
                <a:solidFill>
                  <a:srgbClr val="000000"/>
                </a:solidFill>
                <a:effectLst/>
              </a:rPr>
              <a:t>DeepSeek-V3</a:t>
            </a:r>
            <a:r>
              <a:rPr lang="zh-CN" altLang="en-US" sz="1800" b="0" i="0">
                <a:solidFill>
                  <a:srgbClr val="000000"/>
                </a:solidFill>
                <a:effectLst/>
              </a:rPr>
              <a:t>模型的训练语料库包含</a:t>
            </a:r>
            <a:r>
              <a:rPr lang="en-US" altLang="zh-CN" sz="1800" b="1" i="0">
                <a:solidFill>
                  <a:srgbClr val="0070C0"/>
                </a:solidFill>
                <a:effectLst/>
              </a:rPr>
              <a:t>14.8</a:t>
            </a:r>
            <a:r>
              <a:rPr lang="zh-CN" altLang="en-US" sz="1800" b="1" i="0">
                <a:solidFill>
                  <a:srgbClr val="0070C0"/>
                </a:solidFill>
                <a:effectLst/>
              </a:rPr>
              <a:t>万亿词元</a:t>
            </a:r>
            <a:r>
              <a:rPr lang="zh-CN" altLang="en-US" sz="1800" b="0" i="0">
                <a:solidFill>
                  <a:srgbClr val="000000"/>
                </a:solidFill>
                <a:effectLst/>
              </a:rPr>
              <a:t>（</a:t>
            </a:r>
            <a:r>
              <a:rPr lang="en-US" altLang="zh-CN" sz="1800" b="0" i="0">
                <a:solidFill>
                  <a:srgbClr val="000000"/>
                </a:solidFill>
                <a:effectLst/>
              </a:rPr>
              <a:t>Token</a:t>
            </a:r>
            <a:r>
              <a:rPr lang="zh-CN" altLang="en-US" sz="1800" b="0" i="0">
                <a:solidFill>
                  <a:srgbClr val="000000"/>
                </a:solidFill>
                <a:effectLst/>
              </a:rPr>
              <a:t>）。</a:t>
            </a:r>
            <a:endParaRPr lang="zh-CN" altLang="en-US" sz="1800" b="0" i="0">
              <a:solidFill>
                <a:srgbClr val="000000"/>
              </a:solidFill>
              <a:effectLst/>
            </a:endParaRPr>
          </a:p>
          <a:p>
            <a:pPr marL="285750" indent="-285750">
              <a:lnSpc>
                <a:spcPct val="150000"/>
              </a:lnSpc>
              <a:buClr>
                <a:srgbClr val="0070C0"/>
              </a:buClr>
              <a:buFont typeface="Wingdings" panose="05000000000000000000" pitchFamily="2" charset="2"/>
              <a:buChar char="n"/>
            </a:pPr>
            <a:r>
              <a:rPr lang="zh-CN" altLang="en-US" sz="1800" b="0" i="0">
                <a:solidFill>
                  <a:srgbClr val="000000"/>
                </a:solidFill>
                <a:effectLst/>
              </a:rPr>
              <a:t>若让一个人每秒读</a:t>
            </a:r>
            <a:r>
              <a:rPr lang="en-US" altLang="zh-CN" sz="1800" b="0" i="0">
                <a:solidFill>
                  <a:srgbClr val="000000"/>
                </a:solidFill>
                <a:effectLst/>
              </a:rPr>
              <a:t>1</a:t>
            </a:r>
            <a:r>
              <a:rPr lang="zh-CN" altLang="en-US" sz="1800" b="0" i="0">
                <a:solidFill>
                  <a:srgbClr val="000000"/>
                </a:solidFill>
                <a:effectLst/>
              </a:rPr>
              <a:t>个词：需要 </a:t>
            </a:r>
            <a:r>
              <a:rPr lang="en-US" altLang="zh-CN" sz="1800" b="0" i="0">
                <a:solidFill>
                  <a:srgbClr val="000000"/>
                </a:solidFill>
                <a:effectLst/>
              </a:rPr>
              <a:t>47</a:t>
            </a:r>
            <a:r>
              <a:rPr lang="zh-CN" altLang="en-US" sz="1800" b="0" i="0">
                <a:solidFill>
                  <a:srgbClr val="000000"/>
                </a:solidFill>
                <a:effectLst/>
              </a:rPr>
              <a:t>万年才能读完，相当于从智人走出非洲开始昼夜不停读到今天。</a:t>
            </a:r>
            <a:endParaRPr lang="zh-CN" altLang="en-US" sz="1800" b="0" i="0">
              <a:solidFill>
                <a:srgbClr val="000000"/>
              </a:solidFill>
              <a:effectLst/>
            </a:endParaRPr>
          </a:p>
          <a:p>
            <a:pPr marL="285750" indent="-285750">
              <a:lnSpc>
                <a:spcPct val="150000"/>
              </a:lnSpc>
              <a:buClr>
                <a:srgbClr val="0070C0"/>
              </a:buClr>
              <a:buFont typeface="Wingdings" panose="05000000000000000000" pitchFamily="2" charset="2"/>
              <a:buChar char="n"/>
            </a:pPr>
            <a:r>
              <a:rPr lang="zh-CN" altLang="en-US" sz="1800" b="0" i="0">
                <a:solidFill>
                  <a:srgbClr val="000000"/>
                </a:solidFill>
                <a:effectLst/>
              </a:rPr>
              <a:t>假设每个</a:t>
            </a:r>
            <a:r>
              <a:rPr lang="en-US" altLang="zh-CN" sz="1800" b="0" i="0">
                <a:solidFill>
                  <a:srgbClr val="000000"/>
                </a:solidFill>
                <a:effectLst/>
              </a:rPr>
              <a:t>token</a:t>
            </a:r>
            <a:r>
              <a:rPr lang="zh-CN" altLang="en-US" sz="1800" b="0" i="0">
                <a:solidFill>
                  <a:srgbClr val="000000"/>
                </a:solidFill>
                <a:effectLst/>
              </a:rPr>
              <a:t>是一颗沙粒，</a:t>
            </a:r>
            <a:r>
              <a:rPr lang="en-US" altLang="zh-CN" sz="1800" b="0" i="0">
                <a:solidFill>
                  <a:srgbClr val="000000"/>
                </a:solidFill>
                <a:effectLst/>
              </a:rPr>
              <a:t>14.8</a:t>
            </a:r>
            <a:r>
              <a:rPr lang="zh-CN" altLang="en-US" sz="1800" b="0" i="0">
                <a:solidFill>
                  <a:srgbClr val="000000"/>
                </a:solidFill>
                <a:effectLst/>
              </a:rPr>
              <a:t>万亿颗沙可填满 </a:t>
            </a:r>
            <a:r>
              <a:rPr lang="en-US" altLang="zh-CN" sz="1800" b="0" i="0">
                <a:solidFill>
                  <a:srgbClr val="000000"/>
                </a:solidFill>
                <a:effectLst/>
              </a:rPr>
              <a:t>4.5</a:t>
            </a:r>
            <a:r>
              <a:rPr lang="zh-CN" altLang="en-US" sz="1800" b="0" i="0">
                <a:solidFill>
                  <a:srgbClr val="000000"/>
                </a:solidFill>
                <a:effectLst/>
              </a:rPr>
              <a:t>个北京水立方。</a:t>
            </a:r>
            <a:r>
              <a:rPr lang="zh-CN" altLang="en-US" sz="1800"/>
              <a:t> </a:t>
            </a:r>
            <a:endParaRPr lang="zh-CN" altLang="en-US" sz="180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a:ea typeface="宋体" pitchFamily="2" charset="-122"/>
              </a:rPr>
              <a:t>分词处理</a:t>
            </a:r>
            <a:endParaRPr lang="zh-CN" altLang="en-US"/>
          </a:p>
        </p:txBody>
      </p:sp>
      <p:sp>
        <p:nvSpPr>
          <p:cNvPr id="3" name="日期占位符 2"/>
          <p:cNvSpPr>
            <a:spLocks noGrp="1"/>
          </p:cNvSpPr>
          <p:nvPr>
            <p:ph type="dt" sz="half" idx="10"/>
          </p:nvPr>
        </p:nvSpPr>
        <p:spPr/>
        <p:txBody>
          <a:bodyPr/>
          <a:lstStyle/>
          <a:p>
            <a:fld id="{99E9C70F-4ABF-4C58-A94A-1A1666048510}"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12" name="文本框 11"/>
          <p:cNvSpPr txBox="1"/>
          <p:nvPr/>
        </p:nvSpPr>
        <p:spPr>
          <a:xfrm>
            <a:off x="698372" y="1218309"/>
            <a:ext cx="8066152" cy="3328670"/>
          </a:xfrm>
          <a:prstGeom prst="rect">
            <a:avLst/>
          </a:prstGeom>
          <a:noFill/>
        </p:spPr>
        <p:txBody>
          <a:bodyPr wrap="square">
            <a:spAutoFit/>
          </a:bodyPr>
          <a:lstStyle/>
          <a:p>
            <a:pPr marL="250825" marR="0" lvl="0" indent="-250825" algn="l" defTabSz="914400" rtl="0" eaLnBrk="1" fontAlgn="base" latinLnBrk="0" hangingPunct="1">
              <a:lnSpc>
                <a:spcPct val="130000"/>
              </a:lnSpc>
              <a:spcBef>
                <a:spcPts val="0"/>
              </a:spcBef>
              <a:spcAft>
                <a:spcPct val="0"/>
              </a:spcAft>
              <a:buClr>
                <a:srgbClr val="0070C0"/>
              </a:buClr>
              <a:buSzTx/>
              <a:buFont typeface="Wingdings" panose="05000000000000000000" pitchFamily="2" charset="2"/>
              <a:buChar char="n"/>
              <a:defRPr/>
            </a:pPr>
            <a:r>
              <a:rPr kumimoji="0" lang="zh-CN" altLang="en-US"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一般情况下模型中</a:t>
            </a:r>
            <a:r>
              <a:rPr kumimoji="0" lang="en-US" altLang="zh-CN"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token</a:t>
            </a:r>
            <a:r>
              <a:rPr kumimoji="0" lang="zh-CN" altLang="en-US"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和字数的换算比例大致如下：</a:t>
            </a:r>
            <a:endParaRPr kumimoji="0" lang="zh-CN" altLang="en-US"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endParaRPr>
          </a:p>
          <a:p>
            <a:pPr marL="250825" marR="0" lvl="0" indent="-250825" algn="l" defTabSz="914400" rtl="0" eaLnBrk="1" fontAlgn="base" latinLnBrk="0" hangingPunct="1">
              <a:lnSpc>
                <a:spcPct val="130000"/>
              </a:lnSpc>
              <a:spcBef>
                <a:spcPts val="0"/>
              </a:spcBef>
              <a:spcAft>
                <a:spcPct val="0"/>
              </a:spcAft>
              <a:buClr>
                <a:srgbClr val="0070C0"/>
              </a:buClr>
              <a:buSzTx/>
              <a:buFont typeface="Wingdings" panose="05000000000000000000" pitchFamily="2" charset="2"/>
              <a:buChar char="ü"/>
              <a:defRPr/>
            </a:pPr>
            <a:r>
              <a:rPr kumimoji="0" lang="en-US" altLang="zh-CN"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1</a:t>
            </a:r>
            <a:r>
              <a:rPr kumimoji="0" lang="zh-CN" altLang="en-US"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个英文字符 ≈ </a:t>
            </a:r>
            <a:r>
              <a:rPr kumimoji="0" lang="en-US" altLang="zh-CN"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0.3</a:t>
            </a:r>
            <a:r>
              <a:rPr kumimoji="0" lang="zh-CN" altLang="en-US"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个</a:t>
            </a:r>
            <a:r>
              <a:rPr kumimoji="0" lang="en-US" altLang="zh-CN"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token</a:t>
            </a:r>
            <a:r>
              <a:rPr kumimoji="0" lang="zh-CN" altLang="en-US"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a:t>
            </a:r>
            <a:endParaRPr kumimoji="0" lang="zh-CN" altLang="en-US"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endParaRPr>
          </a:p>
          <a:p>
            <a:pPr marL="250825" marR="0" lvl="0" indent="-250825" algn="l" defTabSz="914400" rtl="0" eaLnBrk="1" fontAlgn="base" latinLnBrk="0" hangingPunct="1">
              <a:lnSpc>
                <a:spcPct val="130000"/>
              </a:lnSpc>
              <a:spcBef>
                <a:spcPts val="0"/>
              </a:spcBef>
              <a:spcAft>
                <a:spcPct val="0"/>
              </a:spcAft>
              <a:buClr>
                <a:srgbClr val="0070C0"/>
              </a:buClr>
              <a:buSzTx/>
              <a:buFont typeface="Wingdings" panose="05000000000000000000" pitchFamily="2" charset="2"/>
              <a:buChar char="ü"/>
              <a:defRPr/>
            </a:pPr>
            <a:r>
              <a:rPr kumimoji="0" lang="en-US" altLang="zh-CN"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1</a:t>
            </a:r>
            <a:r>
              <a:rPr kumimoji="0" lang="zh-CN" altLang="en-US"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个中文字符 ≈ </a:t>
            </a:r>
            <a:r>
              <a:rPr kumimoji="0" lang="en-US" altLang="zh-CN"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0.6</a:t>
            </a:r>
            <a:r>
              <a:rPr kumimoji="0" lang="zh-CN" altLang="en-US"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个</a:t>
            </a:r>
            <a:r>
              <a:rPr kumimoji="0" lang="en-US" altLang="zh-CN"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token</a:t>
            </a:r>
            <a:r>
              <a:rPr kumimoji="0" lang="zh-CN" altLang="en-US"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a:t>
            </a:r>
            <a:endParaRPr kumimoji="0" lang="en-US" altLang="zh-CN"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endParaRPr>
          </a:p>
          <a:p>
            <a:pPr marL="250825" marR="0" lvl="0" indent="-250825" algn="l" defTabSz="914400" rtl="0" eaLnBrk="1" fontAlgn="base" latinLnBrk="0" hangingPunct="1">
              <a:lnSpc>
                <a:spcPct val="130000"/>
              </a:lnSpc>
              <a:spcBef>
                <a:spcPts val="0"/>
              </a:spcBef>
              <a:spcAft>
                <a:spcPct val="0"/>
              </a:spcAft>
              <a:buClr>
                <a:srgbClr val="0070C0"/>
              </a:buClr>
              <a:buSzTx/>
              <a:buFont typeface="Wingdings" panose="05000000000000000000" pitchFamily="2" charset="2"/>
              <a:buChar char="n"/>
              <a:defRPr/>
            </a:pPr>
            <a:r>
              <a:rPr kumimoji="0" lang="en-US" altLang="zh-CN"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token</a:t>
            </a:r>
            <a:r>
              <a:rPr kumimoji="0" lang="zh-CN" altLang="en-US"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是大模型</a:t>
            </a:r>
            <a:r>
              <a:rPr kumimoji="0" lang="en-US" altLang="zh-CN"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API</a:t>
            </a:r>
            <a:r>
              <a:rPr kumimoji="0" lang="zh-CN" altLang="en-US"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计费单元，例如</a:t>
            </a:r>
            <a:r>
              <a:rPr kumimoji="0" lang="zh-CN" altLang="en-US" sz="1800" b="0" i="0" u="none" strike="noStrike" kern="1200" cap="none" spc="0" normalizeH="0" baseline="0" noProof="0">
                <a:ln>
                  <a:noFill/>
                </a:ln>
                <a:solidFill>
                  <a:srgbClr val="FF0000"/>
                </a:solidFill>
                <a:effectLst/>
                <a:uLnTx/>
                <a:uFillTx/>
                <a:latin typeface="Times New Roman" panose="02020503050405090304"/>
                <a:ea typeface="宋体"/>
                <a:cs typeface="Times New Roman" panose="02020503050405090304" pitchFamily="18" charset="0"/>
              </a:rPr>
              <a:t>每百万</a:t>
            </a:r>
            <a:r>
              <a:rPr kumimoji="0" lang="en-US" altLang="zh-CN" sz="1800" b="0" i="0" u="none" strike="noStrike" kern="1200" cap="none" spc="0" normalizeH="0" baseline="0" noProof="0">
                <a:ln>
                  <a:noFill/>
                </a:ln>
                <a:solidFill>
                  <a:srgbClr val="FF0000"/>
                </a:solidFill>
                <a:effectLst/>
                <a:uLnTx/>
                <a:uFillTx/>
                <a:latin typeface="Times New Roman" panose="02020503050405090304"/>
                <a:ea typeface="宋体"/>
                <a:cs typeface="Times New Roman" panose="02020503050405090304" pitchFamily="18" charset="0"/>
              </a:rPr>
              <a:t>token</a:t>
            </a:r>
            <a:r>
              <a:rPr kumimoji="0" lang="zh-CN" altLang="en-US"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多少钱，计费时输入（缓存命中</a:t>
            </a:r>
            <a:r>
              <a:rPr kumimoji="0" lang="en-US" altLang="zh-CN"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a:t>
            </a:r>
            <a:r>
              <a:rPr kumimoji="0" lang="zh-CN" altLang="en-US"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缓存未命中）和输出，输出价格更贵。</a:t>
            </a:r>
            <a:endParaRPr kumimoji="0" lang="zh-CN" altLang="en-US"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endParaRPr>
          </a:p>
          <a:p>
            <a:pPr marL="250825" marR="0" lvl="0" indent="-250825" algn="l" defTabSz="914400" rtl="0" eaLnBrk="1" fontAlgn="base" latinLnBrk="0" hangingPunct="1">
              <a:lnSpc>
                <a:spcPct val="130000"/>
              </a:lnSpc>
              <a:spcBef>
                <a:spcPts val="0"/>
              </a:spcBef>
              <a:spcAft>
                <a:spcPct val="0"/>
              </a:spcAft>
              <a:buClr>
                <a:srgbClr val="0070C0"/>
              </a:buClr>
              <a:buSzTx/>
              <a:buFont typeface="Wingdings" panose="05000000000000000000" pitchFamily="2" charset="2"/>
              <a:buChar char="n"/>
              <a:defRPr/>
            </a:pPr>
            <a:r>
              <a:rPr kumimoji="0" lang="zh-CN" altLang="en-US"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截至</a:t>
            </a:r>
            <a:r>
              <a:rPr kumimoji="0" lang="en-US" altLang="zh-CN"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2026</a:t>
            </a:r>
            <a:r>
              <a:rPr kumimoji="0" lang="zh-CN" altLang="en-US"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年</a:t>
            </a:r>
            <a:r>
              <a:rPr kumimoji="0" lang="en-US" altLang="zh-CN"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3</a:t>
            </a:r>
            <a:r>
              <a:rPr kumimoji="0" lang="zh-CN" altLang="en-US"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月</a:t>
            </a:r>
            <a:r>
              <a:rPr kumimoji="0" lang="en-US" altLang="zh-CN"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DeepSeek-V3 / DeepSeek-Chat‌（</a:t>
            </a:r>
            <a:r>
              <a:rPr kumimoji="0" lang="zh-CN" altLang="en-US"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单位：元</a:t>
            </a:r>
            <a:r>
              <a:rPr kumimoji="0" lang="en-US" altLang="zh-CN"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a:t>
            </a:r>
            <a:r>
              <a:rPr kumimoji="0" lang="zh-CN" altLang="en-US"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百万</a:t>
            </a:r>
            <a:r>
              <a:rPr kumimoji="0" lang="en-US" altLang="zh-CN"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 Token</a:t>
            </a:r>
            <a:r>
              <a:rPr kumimoji="0" lang="zh-CN" altLang="en-US"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a:t>
            </a:r>
            <a:endParaRPr kumimoji="0" lang="zh-CN" altLang="en-US"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endParaRPr>
          </a:p>
          <a:p>
            <a:pPr marR="0" lvl="0" indent="0" algn="l" defTabSz="914400" rtl="0" eaLnBrk="1" fontAlgn="base" latinLnBrk="0" hangingPunct="1">
              <a:lnSpc>
                <a:spcPct val="130000"/>
              </a:lnSpc>
              <a:spcBef>
                <a:spcPts val="0"/>
              </a:spcBef>
              <a:spcAft>
                <a:spcPct val="0"/>
              </a:spcAft>
              <a:buClr>
                <a:srgbClr val="0070C0"/>
              </a:buClr>
              <a:buSzTx/>
              <a:buFont typeface="Wingdings" panose="05000000000000000000" pitchFamily="2" charset="2"/>
              <a:buNone/>
              <a:defRPr/>
            </a:pPr>
            <a:r>
              <a:rPr kumimoji="0" lang="en-US" altLang="zh-CN"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     </a:t>
            </a:r>
            <a:r>
              <a:rPr kumimoji="0" lang="zh-CN" altLang="en-US"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输入（缓存命中）：</a:t>
            </a:r>
            <a:r>
              <a:rPr kumimoji="0" lang="en-US" altLang="zh-CN"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‌0.5 </a:t>
            </a:r>
            <a:r>
              <a:rPr kumimoji="0" lang="zh-CN" altLang="en-US"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元</a:t>
            </a:r>
            <a:r>
              <a:rPr kumimoji="0" lang="en-US" altLang="zh-CN"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a:t>
            </a:r>
            <a:endParaRPr kumimoji="0" lang="en-US" altLang="zh-CN"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endParaRPr>
          </a:p>
          <a:p>
            <a:pPr marR="0" lvl="0" indent="0" algn="l" defTabSz="914400" rtl="0" eaLnBrk="1" fontAlgn="base" latinLnBrk="0" hangingPunct="1">
              <a:lnSpc>
                <a:spcPct val="130000"/>
              </a:lnSpc>
              <a:spcBef>
                <a:spcPts val="0"/>
              </a:spcBef>
              <a:spcAft>
                <a:spcPct val="0"/>
              </a:spcAft>
              <a:buClr>
                <a:srgbClr val="0070C0"/>
              </a:buClr>
              <a:buSzTx/>
              <a:buFont typeface="Wingdings" panose="05000000000000000000" pitchFamily="2" charset="2"/>
              <a:buNone/>
              <a:defRPr/>
            </a:pPr>
            <a:r>
              <a:rPr kumimoji="0" lang="en-US" altLang="zh-CN"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     </a:t>
            </a:r>
            <a:r>
              <a:rPr kumimoji="0" lang="zh-CN" altLang="en-US"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输入（缓存未命中）：</a:t>
            </a:r>
            <a:r>
              <a:rPr kumimoji="0" lang="en-US" altLang="zh-CN"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‌2 </a:t>
            </a:r>
            <a:r>
              <a:rPr kumimoji="0" lang="zh-CN" altLang="en-US"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元</a:t>
            </a:r>
            <a:r>
              <a:rPr kumimoji="0" lang="en-US" altLang="zh-CN"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a:t>
            </a:r>
            <a:endParaRPr kumimoji="0" lang="en-US" altLang="zh-CN"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endParaRPr>
          </a:p>
          <a:p>
            <a:pPr marR="0" lvl="0" indent="0" algn="l" defTabSz="914400" rtl="0" eaLnBrk="1" fontAlgn="base" latinLnBrk="0" hangingPunct="1">
              <a:lnSpc>
                <a:spcPct val="130000"/>
              </a:lnSpc>
              <a:spcBef>
                <a:spcPts val="0"/>
              </a:spcBef>
              <a:spcAft>
                <a:spcPct val="0"/>
              </a:spcAft>
              <a:buClr>
                <a:srgbClr val="0070C0"/>
              </a:buClr>
              <a:buSzTx/>
              <a:buFont typeface="Wingdings" panose="05000000000000000000" pitchFamily="2" charset="2"/>
              <a:buNone/>
              <a:defRPr/>
            </a:pPr>
            <a:r>
              <a:rPr kumimoji="0" lang="en-US" altLang="zh-CN"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     </a:t>
            </a:r>
            <a:r>
              <a:rPr kumimoji="0" lang="zh-CN" altLang="en-US"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输出：</a:t>
            </a:r>
            <a:r>
              <a:rPr kumimoji="0" lang="en-US" altLang="zh-CN"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‌8 </a:t>
            </a:r>
            <a:r>
              <a:rPr kumimoji="0" lang="zh-CN" altLang="en-US"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元</a:t>
            </a:r>
            <a:r>
              <a:rPr kumimoji="0" lang="en-US" altLang="zh-CN"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rPr>
              <a:t>‌</a:t>
            </a:r>
            <a:endParaRPr kumimoji="0" lang="en-US" altLang="zh-CN" sz="1800" b="0" i="0" u="none" strike="noStrike" kern="1200" cap="none" spc="0" normalizeH="0" baseline="0" noProof="0">
              <a:ln>
                <a:noFill/>
              </a:ln>
              <a:solidFill>
                <a:srgbClr val="1C1E21"/>
              </a:solidFill>
              <a:effectLst/>
              <a:uLnTx/>
              <a:uFillTx/>
              <a:latin typeface="Times New Roman" panose="02020503050405090304"/>
              <a:ea typeface="宋体"/>
              <a:cs typeface="Times New Roman" panose="0202050305040509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ea typeface="宋体" pitchFamily="2" charset="-122"/>
              </a:rPr>
              <a:t>分词处理</a:t>
            </a:r>
            <a:endParaRPr lang="zh-CN" altLang="en-US">
              <a:ea typeface="宋体" pitchFamily="2" charset="-122"/>
            </a:endParaRPr>
          </a:p>
        </p:txBody>
      </p:sp>
      <p:sp>
        <p:nvSpPr>
          <p:cNvPr id="3" name="矩形 2"/>
          <p:cNvSpPr/>
          <p:nvPr/>
        </p:nvSpPr>
        <p:spPr>
          <a:xfrm>
            <a:off x="502315" y="1344191"/>
            <a:ext cx="7776864" cy="2261581"/>
          </a:xfrm>
          <a:prstGeom prst="rect">
            <a:avLst/>
          </a:prstGeom>
        </p:spPr>
        <p:txBody>
          <a:bodyPr wrap="square">
            <a:spAutoFit/>
          </a:bodyPr>
          <a:lstStyle/>
          <a:p>
            <a:pPr indent="272415">
              <a:lnSpc>
                <a:spcPct val="150000"/>
              </a:lnSpc>
              <a:buFont typeface="Arial" panose="020B0604020202090204" pitchFamily="34" charset="0"/>
              <a:buChar char="•"/>
            </a:pPr>
            <a:r>
              <a:rPr lang="zh-CN" altLang="en-US" sz="1600" b="1">
                <a:solidFill>
                  <a:srgbClr val="05073B"/>
                </a:solidFill>
                <a:latin typeface="Times New Roman" panose="02020503050405090304" pitchFamily="18" charset="0"/>
                <a:ea typeface="宋体" pitchFamily="2" charset="-122"/>
              </a:rPr>
              <a:t>分词方式不同，中文更难</a:t>
            </a:r>
            <a:r>
              <a:rPr lang="zh-CN" altLang="en-US" sz="1600">
                <a:solidFill>
                  <a:srgbClr val="05073B"/>
                </a:solidFill>
                <a:latin typeface="Times New Roman" panose="02020503050405090304" pitchFamily="18" charset="0"/>
                <a:ea typeface="宋体" pitchFamily="2" charset="-122"/>
              </a:rPr>
              <a:t>：</a:t>
            </a:r>
            <a:endParaRPr lang="en-US" altLang="zh-CN" sz="1600">
              <a:solidFill>
                <a:srgbClr val="05073B"/>
              </a:solidFill>
              <a:latin typeface="Times New Roman" panose="02020503050405090304" pitchFamily="18" charset="0"/>
              <a:ea typeface="宋体" pitchFamily="2" charset="-122"/>
            </a:endParaRPr>
          </a:p>
          <a:p>
            <a:pPr marL="557530" lvl="1" indent="-214630">
              <a:lnSpc>
                <a:spcPct val="150000"/>
              </a:lnSpc>
              <a:buFont typeface="Wingdings" panose="05000000000000000000" pitchFamily="2" charset="2"/>
              <a:buChar char="ü"/>
            </a:pPr>
            <a:r>
              <a:rPr lang="zh-CN" altLang="en-US" sz="1600">
                <a:solidFill>
                  <a:srgbClr val="05073B"/>
                </a:solidFill>
                <a:latin typeface="Times New Roman" panose="02020503050405090304" pitchFamily="18" charset="0"/>
                <a:ea typeface="宋体" pitchFamily="2" charset="-122"/>
              </a:rPr>
              <a:t>英文文本单词之间天然地通过空格分隔单词，</a:t>
            </a:r>
            <a:r>
              <a:rPr lang="zh-CN" altLang="en-US" sz="1600">
                <a:solidFill>
                  <a:schemeClr val="bg2">
                    <a:lumMod val="10000"/>
                  </a:schemeClr>
                </a:solidFill>
                <a:latin typeface="Times New Roman" panose="02020503050405090304" pitchFamily="18" charset="0"/>
                <a:ea typeface="宋体" pitchFamily="2" charset="-122"/>
                <a:sym typeface="微软雅黑" panose="020B0200000000000000" pitchFamily="34" charset="-128"/>
              </a:rPr>
              <a:t>英文文本的句子、段落之间以</a:t>
            </a:r>
            <a:r>
              <a:rPr lang="zh-CN" altLang="en-US" sz="1600">
                <a:solidFill>
                  <a:srgbClr val="FF0000"/>
                </a:solidFill>
                <a:latin typeface="Times New Roman" panose="02020503050405090304" pitchFamily="18" charset="0"/>
                <a:ea typeface="宋体" pitchFamily="2" charset="-122"/>
                <a:sym typeface="微软雅黑" panose="020B0200000000000000" pitchFamily="34" charset="-128"/>
              </a:rPr>
              <a:t>标点符号</a:t>
            </a:r>
            <a:r>
              <a:rPr lang="zh-CN" altLang="en-US" sz="1600">
                <a:solidFill>
                  <a:schemeClr val="bg2">
                    <a:lumMod val="10000"/>
                  </a:schemeClr>
                </a:solidFill>
                <a:latin typeface="Times New Roman" panose="02020503050405090304" pitchFamily="18" charset="0"/>
                <a:ea typeface="宋体" pitchFamily="2" charset="-122"/>
                <a:sym typeface="微软雅黑" panose="020B0200000000000000" pitchFamily="34" charset="-128"/>
              </a:rPr>
              <a:t>分隔，</a:t>
            </a:r>
            <a:r>
              <a:rPr lang="zh-CN" altLang="en-US" sz="1600">
                <a:solidFill>
                  <a:srgbClr val="05073B"/>
                </a:solidFill>
                <a:latin typeface="Times New Roman" panose="02020503050405090304" pitchFamily="18" charset="0"/>
                <a:ea typeface="宋体" pitchFamily="2" charset="-122"/>
              </a:rPr>
              <a:t>为自动分词提供了便利。</a:t>
            </a:r>
            <a:endParaRPr lang="en-US" altLang="zh-CN" sz="1600">
              <a:solidFill>
                <a:srgbClr val="05073B"/>
              </a:solidFill>
              <a:latin typeface="Times New Roman" panose="02020503050405090304" pitchFamily="18" charset="0"/>
              <a:ea typeface="宋体" pitchFamily="2" charset="-122"/>
            </a:endParaRPr>
          </a:p>
          <a:p>
            <a:pPr marL="557530" lvl="1" indent="-214630">
              <a:lnSpc>
                <a:spcPct val="150000"/>
              </a:lnSpc>
              <a:buFont typeface="Wingdings" panose="05000000000000000000" pitchFamily="2" charset="2"/>
              <a:buChar char="ü"/>
            </a:pPr>
            <a:r>
              <a:rPr lang="zh-CN" altLang="en-US" sz="1600">
                <a:solidFill>
                  <a:schemeClr val="bg2">
                    <a:lumMod val="10000"/>
                  </a:schemeClr>
                </a:solidFill>
                <a:latin typeface="Times New Roman" panose="02020503050405090304" pitchFamily="18" charset="0"/>
                <a:ea typeface="宋体" pitchFamily="2" charset="-122"/>
                <a:sym typeface="微软雅黑" panose="020B0200000000000000" pitchFamily="34" charset="-128"/>
              </a:rPr>
              <a:t>中文文本是由连续的</a:t>
            </a:r>
            <a:r>
              <a:rPr lang="zh-CN" altLang="en-US" sz="1600">
                <a:solidFill>
                  <a:srgbClr val="FF0000"/>
                </a:solidFill>
                <a:latin typeface="Times New Roman" panose="02020503050405090304" pitchFamily="18" charset="0"/>
                <a:ea typeface="宋体" pitchFamily="2" charset="-122"/>
                <a:sym typeface="微软雅黑" panose="020B0200000000000000" pitchFamily="34" charset="-128"/>
              </a:rPr>
              <a:t>字序列</a:t>
            </a:r>
            <a:r>
              <a:rPr lang="zh-CN" altLang="en-US" sz="1600">
                <a:solidFill>
                  <a:schemeClr val="bg2">
                    <a:lumMod val="10000"/>
                  </a:schemeClr>
                </a:solidFill>
                <a:latin typeface="Times New Roman" panose="02020503050405090304" pitchFamily="18" charset="0"/>
                <a:ea typeface="宋体" pitchFamily="2" charset="-122"/>
                <a:sym typeface="微软雅黑" panose="020B0200000000000000" pitchFamily="34" charset="-128"/>
              </a:rPr>
              <a:t>构成。中文分词是将连续的字序列按照一定的规范重新组合成</a:t>
            </a:r>
            <a:r>
              <a:rPr lang="zh-CN" altLang="en-US" sz="1600">
                <a:solidFill>
                  <a:srgbClr val="FF0000"/>
                </a:solidFill>
                <a:latin typeface="Times New Roman" panose="02020503050405090304" pitchFamily="18" charset="0"/>
                <a:ea typeface="宋体" pitchFamily="2" charset="-122"/>
                <a:sym typeface="微软雅黑" panose="020B0200000000000000" pitchFamily="34" charset="-128"/>
              </a:rPr>
              <a:t>词序列</a:t>
            </a:r>
            <a:r>
              <a:rPr lang="zh-CN" altLang="en-US" sz="1600">
                <a:solidFill>
                  <a:schemeClr val="bg2">
                    <a:lumMod val="10000"/>
                  </a:schemeClr>
                </a:solidFill>
                <a:latin typeface="Times New Roman" panose="02020503050405090304" pitchFamily="18" charset="0"/>
                <a:ea typeface="宋体" pitchFamily="2" charset="-122"/>
                <a:sym typeface="微软雅黑" panose="020B0200000000000000" pitchFamily="34" charset="-128"/>
              </a:rPr>
              <a:t>的过程。</a:t>
            </a:r>
            <a:r>
              <a:rPr lang="zh-CN" altLang="en-US" sz="1600">
                <a:solidFill>
                  <a:srgbClr val="05073B"/>
                </a:solidFill>
                <a:latin typeface="Times New Roman" panose="02020503050405090304" pitchFamily="18" charset="0"/>
                <a:ea typeface="宋体" pitchFamily="2" charset="-122"/>
              </a:rPr>
              <a:t>中文则缺乏明确的分隔符，分词需要</a:t>
            </a:r>
            <a:r>
              <a:rPr lang="zh-CN" altLang="en-US" sz="1600" b="1">
                <a:solidFill>
                  <a:srgbClr val="0000FF"/>
                </a:solidFill>
                <a:latin typeface="Times New Roman" panose="02020503050405090304" pitchFamily="18" charset="0"/>
                <a:ea typeface="宋体" pitchFamily="2" charset="-122"/>
              </a:rPr>
              <a:t>依据语义和上下文进行</a:t>
            </a:r>
            <a:r>
              <a:rPr lang="zh-CN" altLang="en-US" sz="1600">
                <a:solidFill>
                  <a:srgbClr val="05073B"/>
                </a:solidFill>
                <a:latin typeface="Times New Roman" panose="02020503050405090304" pitchFamily="18" charset="0"/>
                <a:ea typeface="宋体" pitchFamily="2" charset="-122"/>
              </a:rPr>
              <a:t>，因此中文分词更加复杂且容易产生歧义。</a:t>
            </a:r>
            <a:endParaRPr lang="en-US" altLang="zh-CN" sz="1600">
              <a:solidFill>
                <a:schemeClr val="bg2">
                  <a:lumMod val="10000"/>
                </a:schemeClr>
              </a:solidFill>
              <a:latin typeface="Times New Roman" panose="02020503050405090304" pitchFamily="18" charset="0"/>
              <a:ea typeface="宋体" pitchFamily="2" charset="-122"/>
              <a:sym typeface="微软雅黑" panose="020B0200000000000000" pitchFamily="34" charset="-128"/>
            </a:endParaRPr>
          </a:p>
        </p:txBody>
      </p:sp>
      <p:sp>
        <p:nvSpPr>
          <p:cNvPr id="7" name="矩形 6"/>
          <p:cNvSpPr/>
          <p:nvPr/>
        </p:nvSpPr>
        <p:spPr>
          <a:xfrm>
            <a:off x="502315" y="974859"/>
            <a:ext cx="2440910" cy="369332"/>
          </a:xfrm>
          <a:prstGeom prst="rect">
            <a:avLst/>
          </a:prstGeom>
        </p:spPr>
        <p:txBody>
          <a:bodyPr wrap="square">
            <a:spAutoFit/>
          </a:bodyPr>
          <a:lstStyle/>
          <a:p>
            <a:r>
              <a:rPr lang="zh-CN" altLang="en-US" sz="1800">
                <a:solidFill>
                  <a:srgbClr val="0000CC"/>
                </a:solidFill>
                <a:latin typeface="Times New Roman" panose="02020503050405090304" pitchFamily="18" charset="0"/>
                <a:ea typeface="宋体" pitchFamily="2" charset="-122"/>
              </a:rPr>
              <a:t>中英文分词对比：</a:t>
            </a:r>
            <a:endParaRPr lang="zh-CN" altLang="en-US" sz="1800">
              <a:solidFill>
                <a:srgbClr val="0000CC"/>
              </a:solidFill>
              <a:latin typeface="Times New Roman" panose="02020503050405090304" pitchFamily="18" charset="0"/>
              <a:ea typeface="宋体" pitchFamily="2" charset="-122"/>
            </a:endParaRPr>
          </a:p>
        </p:txBody>
      </p:sp>
      <p:sp>
        <p:nvSpPr>
          <p:cNvPr id="4" name="日期占位符 3"/>
          <p:cNvSpPr>
            <a:spLocks noGrp="1"/>
          </p:cNvSpPr>
          <p:nvPr>
            <p:ph type="dt" sz="half" idx="10"/>
          </p:nvPr>
        </p:nvSpPr>
        <p:spPr/>
        <p:txBody>
          <a:bodyPr/>
          <a:lstStyle/>
          <a:p>
            <a:fld id="{8D3CB819-7655-410F-8BA6-C331876D20FA}"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advTm="0"/>
    </mc:Choice>
    <mc:Fallback>
      <p:transition advTm="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ea typeface="宋体" pitchFamily="2" charset="-122"/>
              </a:rPr>
              <a:t>分词处理</a:t>
            </a:r>
            <a:endParaRPr lang="zh-CN" altLang="en-US">
              <a:ea typeface="宋体" pitchFamily="2" charset="-122"/>
            </a:endParaRPr>
          </a:p>
        </p:txBody>
      </p:sp>
      <p:sp>
        <p:nvSpPr>
          <p:cNvPr id="3" name="日期占位符 2"/>
          <p:cNvSpPr>
            <a:spLocks noGrp="1"/>
          </p:cNvSpPr>
          <p:nvPr>
            <p:ph type="dt" sz="half" idx="10"/>
          </p:nvPr>
        </p:nvSpPr>
        <p:spPr/>
        <p:txBody>
          <a:bodyPr/>
          <a:lstStyle/>
          <a:p>
            <a:fld id="{F48C0CD1-9632-4337-AA1B-5501C9B072C5}"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4" name="灯片编号占位符 3"/>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5" name="矩形 4"/>
          <p:cNvSpPr/>
          <p:nvPr/>
        </p:nvSpPr>
        <p:spPr>
          <a:xfrm>
            <a:off x="716866" y="1483251"/>
            <a:ext cx="8280920" cy="1526187"/>
          </a:xfrm>
          <a:prstGeom prst="rect">
            <a:avLst/>
          </a:prstGeom>
        </p:spPr>
        <p:txBody>
          <a:bodyPr wrap="square">
            <a:spAutoFit/>
          </a:bodyPr>
          <a:lstStyle/>
          <a:p>
            <a:pPr marL="0" lvl="2" algn="just" defTabSz="685165">
              <a:lnSpc>
                <a:spcPct val="150000"/>
              </a:lnSpc>
              <a:spcBef>
                <a:spcPct val="0"/>
              </a:spcBef>
              <a:defRPr/>
            </a:pPr>
            <a:r>
              <a:rPr lang="zh-CN" altLang="en-US" sz="1600" dirty="0">
                <a:solidFill>
                  <a:schemeClr val="bg2">
                    <a:lumMod val="10000"/>
                  </a:schemeClr>
                </a:solidFill>
                <a:latin typeface="Times New Roman" panose="02020503050405090304" pitchFamily="18" charset="0"/>
                <a:ea typeface="宋体" pitchFamily="2" charset="-122"/>
                <a:sym typeface="微软雅黑" panose="020B0200000000000000" pitchFamily="34" charset="-128"/>
              </a:rPr>
              <a:t>例如：</a:t>
            </a:r>
            <a:endParaRPr lang="zh-CN" altLang="en-US" sz="1600" dirty="0">
              <a:solidFill>
                <a:schemeClr val="bg2">
                  <a:lumMod val="10000"/>
                </a:schemeClr>
              </a:solidFill>
              <a:latin typeface="Times New Roman" panose="02020503050405090304" pitchFamily="18" charset="0"/>
              <a:ea typeface="宋体" pitchFamily="2" charset="-122"/>
              <a:sym typeface="微软雅黑" panose="020B0200000000000000" pitchFamily="34" charset="-128"/>
            </a:endParaRPr>
          </a:p>
          <a:p>
            <a:pPr marL="0" lvl="3" algn="just" defTabSz="685165">
              <a:lnSpc>
                <a:spcPct val="150000"/>
              </a:lnSpc>
              <a:spcBef>
                <a:spcPct val="0"/>
              </a:spcBef>
              <a:defRPr/>
            </a:pPr>
            <a:r>
              <a:rPr lang="zh-CN" altLang="en-US" sz="1600" dirty="0">
                <a:solidFill>
                  <a:schemeClr val="bg2">
                    <a:lumMod val="10000"/>
                  </a:schemeClr>
                </a:solidFill>
                <a:latin typeface="Times New Roman" panose="02020503050405090304" pitchFamily="18" charset="0"/>
                <a:ea typeface="宋体" pitchFamily="2" charset="-122"/>
                <a:sym typeface="微软雅黑" panose="020B0200000000000000" pitchFamily="34" charset="-128"/>
              </a:rPr>
              <a:t>中文文本：南京市长江大桥</a:t>
            </a:r>
            <a:endParaRPr lang="zh-CN" altLang="en-US" sz="1600" dirty="0">
              <a:solidFill>
                <a:schemeClr val="bg2">
                  <a:lumMod val="10000"/>
                </a:schemeClr>
              </a:solidFill>
              <a:latin typeface="Times New Roman" panose="02020503050405090304" pitchFamily="18" charset="0"/>
              <a:ea typeface="宋体" pitchFamily="2" charset="-122"/>
              <a:sym typeface="微软雅黑" panose="020B0200000000000000" pitchFamily="34" charset="-128"/>
            </a:endParaRPr>
          </a:p>
          <a:p>
            <a:pPr marL="0" lvl="3" algn="just" defTabSz="685165">
              <a:lnSpc>
                <a:spcPct val="150000"/>
              </a:lnSpc>
              <a:spcBef>
                <a:spcPct val="0"/>
              </a:spcBef>
              <a:defRPr/>
            </a:pPr>
            <a:r>
              <a:rPr lang="zh-CN" altLang="en-US" sz="1600" dirty="0">
                <a:solidFill>
                  <a:schemeClr val="bg2">
                    <a:lumMod val="10000"/>
                  </a:schemeClr>
                </a:solidFill>
                <a:latin typeface="Times New Roman" panose="02020503050405090304" pitchFamily="18" charset="0"/>
                <a:ea typeface="宋体" pitchFamily="2" charset="-122"/>
                <a:sym typeface="微软雅黑" panose="020B0200000000000000" pitchFamily="34" charset="-128"/>
              </a:rPr>
              <a:t>分词处理</a:t>
            </a:r>
            <a:r>
              <a:rPr lang="en-US" altLang="zh-CN" sz="1600" dirty="0">
                <a:solidFill>
                  <a:schemeClr val="bg2">
                    <a:lumMod val="10000"/>
                  </a:schemeClr>
                </a:solidFill>
                <a:latin typeface="Times New Roman" panose="02020503050405090304" pitchFamily="18" charset="0"/>
                <a:ea typeface="宋体" pitchFamily="2" charset="-122"/>
                <a:sym typeface="微软雅黑" panose="020B0200000000000000" pitchFamily="34" charset="-128"/>
              </a:rPr>
              <a:t>1</a:t>
            </a:r>
            <a:r>
              <a:rPr lang="zh-CN" altLang="en-US" sz="1600" dirty="0">
                <a:solidFill>
                  <a:schemeClr val="bg2">
                    <a:lumMod val="10000"/>
                  </a:schemeClr>
                </a:solidFill>
                <a:latin typeface="Times New Roman" panose="02020503050405090304" pitchFamily="18" charset="0"/>
                <a:ea typeface="宋体" pitchFamily="2" charset="-122"/>
                <a:sym typeface="微软雅黑" panose="020B0200000000000000" pitchFamily="34" charset="-128"/>
              </a:rPr>
              <a:t>：南京市</a:t>
            </a:r>
            <a:r>
              <a:rPr lang="en-US" altLang="zh-CN" sz="1600" dirty="0">
                <a:solidFill>
                  <a:schemeClr val="bg2">
                    <a:lumMod val="10000"/>
                  </a:schemeClr>
                </a:solidFill>
                <a:latin typeface="Times New Roman" panose="02020503050405090304" pitchFamily="18" charset="0"/>
                <a:ea typeface="宋体" pitchFamily="2" charset="-122"/>
                <a:sym typeface="微软雅黑" panose="020B0200000000000000" pitchFamily="34" charset="-128"/>
              </a:rPr>
              <a:t>/</a:t>
            </a:r>
            <a:r>
              <a:rPr lang="zh-CN" altLang="en-US" sz="1600" dirty="0">
                <a:solidFill>
                  <a:schemeClr val="bg2">
                    <a:lumMod val="10000"/>
                  </a:schemeClr>
                </a:solidFill>
                <a:latin typeface="Times New Roman" panose="02020503050405090304" pitchFamily="18" charset="0"/>
                <a:ea typeface="宋体" pitchFamily="2" charset="-122"/>
                <a:sym typeface="微软雅黑" panose="020B0200000000000000" pitchFamily="34" charset="-128"/>
              </a:rPr>
              <a:t>长江大桥</a:t>
            </a:r>
            <a:endParaRPr lang="zh-CN" altLang="en-US" sz="1600" dirty="0">
              <a:solidFill>
                <a:schemeClr val="bg2">
                  <a:lumMod val="10000"/>
                </a:schemeClr>
              </a:solidFill>
              <a:latin typeface="Times New Roman" panose="02020503050405090304" pitchFamily="18" charset="0"/>
              <a:ea typeface="宋体" pitchFamily="2" charset="-122"/>
              <a:sym typeface="微软雅黑" panose="020B0200000000000000" pitchFamily="34" charset="-128"/>
            </a:endParaRPr>
          </a:p>
          <a:p>
            <a:pPr marL="0" lvl="3" algn="just" defTabSz="685165">
              <a:lnSpc>
                <a:spcPct val="150000"/>
              </a:lnSpc>
              <a:spcBef>
                <a:spcPct val="0"/>
              </a:spcBef>
              <a:defRPr/>
            </a:pPr>
            <a:r>
              <a:rPr lang="zh-CN" altLang="en-US" sz="1600" dirty="0">
                <a:solidFill>
                  <a:schemeClr val="bg2">
                    <a:lumMod val="10000"/>
                  </a:schemeClr>
                </a:solidFill>
                <a:latin typeface="Times New Roman" panose="02020503050405090304" pitchFamily="18" charset="0"/>
                <a:ea typeface="宋体" pitchFamily="2" charset="-122"/>
                <a:sym typeface="微软雅黑" panose="020B0200000000000000" pitchFamily="34" charset="-128"/>
              </a:rPr>
              <a:t>分词处理</a:t>
            </a:r>
            <a:r>
              <a:rPr lang="en-US" altLang="zh-CN" sz="1600" dirty="0">
                <a:solidFill>
                  <a:schemeClr val="bg2">
                    <a:lumMod val="10000"/>
                  </a:schemeClr>
                </a:solidFill>
                <a:latin typeface="Times New Roman" panose="02020503050405090304" pitchFamily="18" charset="0"/>
                <a:ea typeface="宋体" pitchFamily="2" charset="-122"/>
                <a:sym typeface="微软雅黑" panose="020B0200000000000000" pitchFamily="34" charset="-128"/>
              </a:rPr>
              <a:t>2</a:t>
            </a:r>
            <a:r>
              <a:rPr lang="zh-CN" altLang="en-US" sz="1600" dirty="0">
                <a:solidFill>
                  <a:schemeClr val="bg2">
                    <a:lumMod val="10000"/>
                  </a:schemeClr>
                </a:solidFill>
                <a:latin typeface="Times New Roman" panose="02020503050405090304" pitchFamily="18" charset="0"/>
                <a:ea typeface="宋体" pitchFamily="2" charset="-122"/>
                <a:sym typeface="微软雅黑" panose="020B0200000000000000" pitchFamily="34" charset="-128"/>
              </a:rPr>
              <a:t>：南京</a:t>
            </a:r>
            <a:r>
              <a:rPr lang="en-US" altLang="zh-CN" sz="1600" dirty="0">
                <a:solidFill>
                  <a:schemeClr val="bg2">
                    <a:lumMod val="10000"/>
                  </a:schemeClr>
                </a:solidFill>
                <a:latin typeface="Times New Roman" panose="02020503050405090304" pitchFamily="18" charset="0"/>
                <a:ea typeface="宋体" pitchFamily="2" charset="-122"/>
                <a:sym typeface="微软雅黑" panose="020B0200000000000000" pitchFamily="34" charset="-128"/>
              </a:rPr>
              <a:t>/</a:t>
            </a:r>
            <a:r>
              <a:rPr lang="zh-CN" altLang="en-US" sz="1600" dirty="0">
                <a:solidFill>
                  <a:schemeClr val="bg2">
                    <a:lumMod val="10000"/>
                  </a:schemeClr>
                </a:solidFill>
                <a:latin typeface="Times New Roman" panose="02020503050405090304" pitchFamily="18" charset="0"/>
                <a:ea typeface="宋体" pitchFamily="2" charset="-122"/>
                <a:sym typeface="微软雅黑" panose="020B0200000000000000" pitchFamily="34" charset="-128"/>
              </a:rPr>
              <a:t>市长</a:t>
            </a:r>
            <a:r>
              <a:rPr lang="en-US" altLang="zh-CN" sz="1600" dirty="0">
                <a:solidFill>
                  <a:schemeClr val="bg2">
                    <a:lumMod val="10000"/>
                  </a:schemeClr>
                </a:solidFill>
                <a:latin typeface="Times New Roman" panose="02020503050405090304" pitchFamily="18" charset="0"/>
                <a:ea typeface="宋体" pitchFamily="2" charset="-122"/>
                <a:sym typeface="微软雅黑" panose="020B0200000000000000" pitchFamily="34" charset="-128"/>
              </a:rPr>
              <a:t>/</a:t>
            </a:r>
            <a:r>
              <a:rPr lang="zh-CN" altLang="en-US" sz="1600" dirty="0">
                <a:solidFill>
                  <a:schemeClr val="bg2">
                    <a:lumMod val="10000"/>
                  </a:schemeClr>
                </a:solidFill>
                <a:latin typeface="Times New Roman" panose="02020503050405090304" pitchFamily="18" charset="0"/>
                <a:ea typeface="宋体" pitchFamily="2" charset="-122"/>
                <a:sym typeface="微软雅黑" panose="020B0200000000000000" pitchFamily="34" charset="-128"/>
              </a:rPr>
              <a:t>江大桥</a:t>
            </a:r>
            <a:endParaRPr lang="zh-CN" altLang="en-US" sz="1600" dirty="0">
              <a:solidFill>
                <a:schemeClr val="bg2">
                  <a:lumMod val="10000"/>
                </a:schemeClr>
              </a:solidFill>
              <a:latin typeface="Times New Roman" panose="02020503050405090304" pitchFamily="18" charset="0"/>
              <a:ea typeface="宋体" pitchFamily="2" charset="-122"/>
              <a:sym typeface="微软雅黑" panose="020B0200000000000000" pitchFamily="34" charset="-128"/>
            </a:endParaRPr>
          </a:p>
        </p:txBody>
      </p:sp>
      <p:sp>
        <p:nvSpPr>
          <p:cNvPr id="6" name="矩形 5"/>
          <p:cNvSpPr/>
          <p:nvPr/>
        </p:nvSpPr>
        <p:spPr>
          <a:xfrm>
            <a:off x="502315" y="974859"/>
            <a:ext cx="2030573" cy="369332"/>
          </a:xfrm>
          <a:prstGeom prst="rect">
            <a:avLst/>
          </a:prstGeom>
        </p:spPr>
        <p:txBody>
          <a:bodyPr wrap="square">
            <a:spAutoFit/>
          </a:bodyPr>
          <a:lstStyle/>
          <a:p>
            <a:r>
              <a:rPr lang="zh-CN" altLang="en-US" sz="1800">
                <a:solidFill>
                  <a:srgbClr val="0000CC"/>
                </a:solidFill>
                <a:latin typeface="Times New Roman" panose="02020503050405090304" pitchFamily="18" charset="0"/>
                <a:ea typeface="宋体" pitchFamily="2" charset="-122"/>
              </a:rPr>
              <a:t>中英文分词对比：</a:t>
            </a:r>
            <a:endParaRPr lang="zh-CN" altLang="en-US" sz="1800">
              <a:solidFill>
                <a:srgbClr val="0000CC"/>
              </a:solidFill>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ea typeface="宋体" pitchFamily="2" charset="-122"/>
              </a:rPr>
              <a:t>分词处理</a:t>
            </a:r>
            <a:endParaRPr lang="zh-CN" altLang="en-US">
              <a:ea typeface="宋体" pitchFamily="2" charset="-122"/>
            </a:endParaRPr>
          </a:p>
        </p:txBody>
      </p:sp>
      <p:sp>
        <p:nvSpPr>
          <p:cNvPr id="3" name="矩形 2"/>
          <p:cNvSpPr/>
          <p:nvPr/>
        </p:nvSpPr>
        <p:spPr>
          <a:xfrm>
            <a:off x="578243" y="1389027"/>
            <a:ext cx="8349942" cy="2630913"/>
          </a:xfrm>
          <a:prstGeom prst="rect">
            <a:avLst/>
          </a:prstGeom>
        </p:spPr>
        <p:txBody>
          <a:bodyPr wrap="square">
            <a:spAutoFit/>
          </a:bodyPr>
          <a:lstStyle/>
          <a:p>
            <a:pPr marL="285750" indent="-285750">
              <a:lnSpc>
                <a:spcPct val="150000"/>
              </a:lnSpc>
              <a:buClr>
                <a:srgbClr val="0070C0"/>
              </a:buClr>
              <a:buFont typeface="Wingdings" panose="05000000000000000000" pitchFamily="2" charset="2"/>
              <a:buChar char="n"/>
            </a:pPr>
            <a:r>
              <a:rPr lang="zh-CN" altLang="en-US" sz="1600" b="1">
                <a:solidFill>
                  <a:srgbClr val="0000FF"/>
                </a:solidFill>
                <a:latin typeface="Times New Roman" panose="02020503050405090304" pitchFamily="18" charset="0"/>
                <a:ea typeface="宋体" pitchFamily="2" charset="-122"/>
              </a:rPr>
              <a:t>词形变化</a:t>
            </a:r>
            <a:r>
              <a:rPr lang="zh-CN" altLang="en-US" sz="1600">
                <a:solidFill>
                  <a:srgbClr val="05073B"/>
                </a:solidFill>
                <a:latin typeface="Times New Roman" panose="02020503050405090304" pitchFamily="18" charset="0"/>
                <a:ea typeface="宋体" pitchFamily="2" charset="-122"/>
              </a:rPr>
              <a:t>：</a:t>
            </a:r>
            <a:r>
              <a:rPr lang="zh-CN" altLang="en-US" sz="1600">
                <a:latin typeface="Times New Roman" panose="02020503050405090304" pitchFamily="18" charset="0"/>
                <a:ea typeface="宋体" pitchFamily="2" charset="-122"/>
              </a:rPr>
              <a:t>英文单词具有丰富的词形变化，如时态、语态、单复数等，需要进行词形还原和词干提取以统一处理。</a:t>
            </a:r>
            <a:r>
              <a:rPr lang="zh-CN" altLang="en-US" sz="1600" b="1">
                <a:latin typeface="Times New Roman" panose="02020503050405090304" pitchFamily="18" charset="0"/>
                <a:ea typeface="宋体" pitchFamily="2" charset="-122"/>
              </a:rPr>
              <a:t>中文则不需要。</a:t>
            </a:r>
            <a:endParaRPr lang="en-US" altLang="zh-CN" sz="1600">
              <a:latin typeface="Times New Roman" panose="02020503050405090304" pitchFamily="18" charset="0"/>
              <a:ea typeface="宋体" pitchFamily="2" charset="-122"/>
            </a:endParaRPr>
          </a:p>
          <a:p>
            <a:pPr marL="285750" indent="-285750">
              <a:lnSpc>
                <a:spcPct val="150000"/>
              </a:lnSpc>
              <a:buClr>
                <a:schemeClr val="tx1"/>
              </a:buClr>
              <a:buFont typeface="Wingdings" panose="05000000000000000000" pitchFamily="2" charset="2"/>
              <a:buChar char="ü"/>
            </a:pPr>
            <a:r>
              <a:rPr lang="zh-CN" altLang="en-US" sz="1600">
                <a:latin typeface="Times New Roman" panose="02020503050405090304" pitchFamily="18" charset="0"/>
                <a:ea typeface="宋体" pitchFamily="2" charset="-122"/>
              </a:rPr>
              <a:t>词性还原：</a:t>
            </a:r>
            <a:r>
              <a:rPr lang="en-US" altLang="zh-CN" sz="1600">
                <a:latin typeface="Times New Roman" panose="02020503050405090304" pitchFamily="18" charset="0"/>
                <a:ea typeface="宋体" pitchFamily="2" charset="-122"/>
              </a:rPr>
              <a:t>does</a:t>
            </a:r>
            <a:r>
              <a:rPr lang="zh-CN" altLang="en-US" sz="1600">
                <a:latin typeface="Times New Roman" panose="02020503050405090304" pitchFamily="18" charset="0"/>
                <a:ea typeface="宋体" pitchFamily="2" charset="-122"/>
              </a:rPr>
              <a:t>，</a:t>
            </a:r>
            <a:r>
              <a:rPr lang="en-US" altLang="zh-CN" sz="1600">
                <a:latin typeface="Times New Roman" panose="02020503050405090304" pitchFamily="18" charset="0"/>
                <a:ea typeface="宋体" pitchFamily="2" charset="-122"/>
              </a:rPr>
              <a:t>done</a:t>
            </a:r>
            <a:r>
              <a:rPr lang="zh-CN" altLang="en-US" sz="1600">
                <a:latin typeface="Times New Roman" panose="02020503050405090304" pitchFamily="18" charset="0"/>
                <a:ea typeface="宋体" pitchFamily="2" charset="-122"/>
              </a:rPr>
              <a:t>，</a:t>
            </a:r>
            <a:r>
              <a:rPr lang="en-US" altLang="zh-CN" sz="1600">
                <a:latin typeface="Times New Roman" panose="02020503050405090304" pitchFamily="18" charset="0"/>
                <a:ea typeface="宋体" pitchFamily="2" charset="-122"/>
              </a:rPr>
              <a:t>doing</a:t>
            </a:r>
            <a:r>
              <a:rPr lang="zh-CN" altLang="en-US" sz="1600">
                <a:latin typeface="Times New Roman" panose="02020503050405090304" pitchFamily="18" charset="0"/>
                <a:ea typeface="宋体" pitchFamily="2" charset="-122"/>
              </a:rPr>
              <a:t>，</a:t>
            </a:r>
            <a:r>
              <a:rPr lang="en-US" altLang="zh-CN" sz="1600">
                <a:latin typeface="Times New Roman" panose="02020503050405090304" pitchFamily="18" charset="0"/>
                <a:ea typeface="宋体" pitchFamily="2" charset="-122"/>
              </a:rPr>
              <a:t>did</a:t>
            </a:r>
            <a:r>
              <a:rPr lang="zh-CN" altLang="en-US" sz="1600">
                <a:latin typeface="Times New Roman" panose="02020503050405090304" pitchFamily="18" charset="0"/>
                <a:ea typeface="宋体" pitchFamily="2" charset="-122"/>
              </a:rPr>
              <a:t>需要通过词性还原恢复成</a:t>
            </a:r>
            <a:r>
              <a:rPr lang="en-US" altLang="zh-CN" sz="1600">
                <a:latin typeface="Times New Roman" panose="02020503050405090304" pitchFamily="18" charset="0"/>
                <a:ea typeface="宋体" pitchFamily="2" charset="-122"/>
              </a:rPr>
              <a:t>do</a:t>
            </a:r>
            <a:r>
              <a:rPr lang="zh-CN" altLang="en-US" sz="1600">
                <a:latin typeface="Times New Roman" panose="02020503050405090304" pitchFamily="18" charset="0"/>
                <a:ea typeface="宋体" pitchFamily="2" charset="-122"/>
              </a:rPr>
              <a:t>。</a:t>
            </a:r>
            <a:endParaRPr lang="en-US" altLang="zh-CN" sz="1600">
              <a:latin typeface="Times New Roman" panose="02020503050405090304" pitchFamily="18" charset="0"/>
              <a:ea typeface="宋体" pitchFamily="2" charset="-122"/>
            </a:endParaRPr>
          </a:p>
          <a:p>
            <a:pPr marL="285750" indent="-285750">
              <a:lnSpc>
                <a:spcPct val="150000"/>
              </a:lnSpc>
              <a:buClr>
                <a:schemeClr val="tx1"/>
              </a:buClr>
              <a:buFont typeface="Wingdings" panose="05000000000000000000" pitchFamily="2" charset="2"/>
              <a:buChar char="ü"/>
            </a:pPr>
            <a:r>
              <a:rPr lang="zh-CN" altLang="en-US" sz="1600">
                <a:latin typeface="Times New Roman" panose="02020503050405090304" pitchFamily="18" charset="0"/>
                <a:ea typeface="宋体" pitchFamily="2" charset="-122"/>
              </a:rPr>
              <a:t>词干提取：</a:t>
            </a:r>
            <a:r>
              <a:rPr lang="en-US" altLang="zh-CN" sz="1600">
                <a:latin typeface="Times New Roman" panose="02020503050405090304" pitchFamily="18" charset="0"/>
                <a:ea typeface="宋体" pitchFamily="2" charset="-122"/>
              </a:rPr>
              <a:t>cities</a:t>
            </a:r>
            <a:r>
              <a:rPr lang="zh-CN" altLang="en-US" sz="1600">
                <a:latin typeface="Times New Roman" panose="02020503050405090304" pitchFamily="18" charset="0"/>
                <a:ea typeface="宋体" pitchFamily="2" charset="-122"/>
              </a:rPr>
              <a:t>，</a:t>
            </a:r>
            <a:r>
              <a:rPr lang="en-US" altLang="zh-CN" sz="1600">
                <a:latin typeface="Times New Roman" panose="02020503050405090304" pitchFamily="18" charset="0"/>
                <a:ea typeface="宋体" pitchFamily="2" charset="-122"/>
              </a:rPr>
              <a:t>children</a:t>
            </a:r>
            <a:r>
              <a:rPr lang="zh-CN" altLang="en-US" sz="1600">
                <a:latin typeface="Times New Roman" panose="02020503050405090304" pitchFamily="18" charset="0"/>
                <a:ea typeface="宋体" pitchFamily="2" charset="-122"/>
              </a:rPr>
              <a:t>，</a:t>
            </a:r>
            <a:r>
              <a:rPr lang="en-US" altLang="zh-CN" sz="1600">
                <a:latin typeface="Times New Roman" panose="02020503050405090304" pitchFamily="18" charset="0"/>
                <a:ea typeface="宋体" pitchFamily="2" charset="-122"/>
              </a:rPr>
              <a:t>teeth </a:t>
            </a:r>
            <a:r>
              <a:rPr lang="zh-CN" altLang="en-US" sz="1600">
                <a:latin typeface="Times New Roman" panose="02020503050405090304" pitchFamily="18" charset="0"/>
                <a:ea typeface="宋体" pitchFamily="2" charset="-122"/>
              </a:rPr>
              <a:t>需要转换为</a:t>
            </a:r>
            <a:r>
              <a:rPr lang="en-US" altLang="zh-CN" sz="1600">
                <a:latin typeface="Times New Roman" panose="02020503050405090304" pitchFamily="18" charset="0"/>
                <a:ea typeface="宋体" pitchFamily="2" charset="-122"/>
              </a:rPr>
              <a:t>city</a:t>
            </a:r>
            <a:r>
              <a:rPr lang="zh-CN" altLang="en-US" sz="1600">
                <a:latin typeface="Times New Roman" panose="02020503050405090304" pitchFamily="18" charset="0"/>
                <a:ea typeface="宋体" pitchFamily="2" charset="-122"/>
              </a:rPr>
              <a:t>，</a:t>
            </a:r>
            <a:r>
              <a:rPr lang="en-US" altLang="zh-CN" sz="1600">
                <a:latin typeface="Times New Roman" panose="02020503050405090304" pitchFamily="18" charset="0"/>
                <a:ea typeface="宋体" pitchFamily="2" charset="-122"/>
              </a:rPr>
              <a:t>child</a:t>
            </a:r>
            <a:r>
              <a:rPr lang="zh-CN" altLang="en-US" sz="1600">
                <a:latin typeface="Times New Roman" panose="02020503050405090304" pitchFamily="18" charset="0"/>
                <a:ea typeface="宋体" pitchFamily="2" charset="-122"/>
              </a:rPr>
              <a:t>，</a:t>
            </a:r>
            <a:r>
              <a:rPr lang="en-US" altLang="zh-CN" sz="1600">
                <a:latin typeface="Times New Roman" panose="02020503050405090304" pitchFamily="18" charset="0"/>
                <a:ea typeface="宋体" pitchFamily="2" charset="-122"/>
              </a:rPr>
              <a:t>tooth</a:t>
            </a:r>
            <a:r>
              <a:rPr lang="zh-CN" altLang="en-US" sz="1600">
                <a:latin typeface="Times New Roman" panose="02020503050405090304" pitchFamily="18" charset="0"/>
                <a:ea typeface="宋体" pitchFamily="2" charset="-122"/>
              </a:rPr>
              <a:t>。</a:t>
            </a:r>
            <a:endParaRPr lang="en-US" altLang="zh-CN" sz="1600">
              <a:latin typeface="Times New Roman" panose="02020503050405090304" pitchFamily="18" charset="0"/>
              <a:ea typeface="宋体" pitchFamily="2" charset="-122"/>
            </a:endParaRPr>
          </a:p>
          <a:p>
            <a:pPr marL="285750" indent="-285750">
              <a:lnSpc>
                <a:spcPct val="150000"/>
              </a:lnSpc>
              <a:buClr>
                <a:srgbClr val="0070C0"/>
              </a:buClr>
              <a:buFont typeface="Wingdings" panose="05000000000000000000" pitchFamily="2" charset="2"/>
              <a:buChar char="n"/>
            </a:pPr>
            <a:r>
              <a:rPr lang="zh-CN" altLang="en-US" sz="1600" b="1">
                <a:solidFill>
                  <a:srgbClr val="0000FF"/>
                </a:solidFill>
                <a:latin typeface="Times New Roman" panose="02020503050405090304" pitchFamily="18" charset="0"/>
                <a:ea typeface="宋体" pitchFamily="2" charset="-122"/>
              </a:rPr>
              <a:t>粒度问题</a:t>
            </a:r>
            <a:r>
              <a:rPr lang="zh-CN" altLang="en-US" sz="1600">
                <a:solidFill>
                  <a:srgbClr val="05073B"/>
                </a:solidFill>
                <a:latin typeface="Times New Roman" panose="02020503050405090304" pitchFamily="18" charset="0"/>
                <a:ea typeface="宋体" pitchFamily="2" charset="-122"/>
              </a:rPr>
              <a:t>：中文分词时需要考虑粒度大小，即词汇的划分粗细。不同粒度可能对应不同的语义，需要根据具体场景选择。英文中由于单词本身即为基础单位，不存在这一问题。但是</a:t>
            </a:r>
            <a:r>
              <a:rPr lang="zh-CN" altLang="en-US" sz="1600">
                <a:latin typeface="Times New Roman" panose="02020503050405090304" pitchFamily="18" charset="0"/>
                <a:ea typeface="宋体" pitchFamily="2" charset="-122"/>
              </a:rPr>
              <a:t>英文也存在划分短语的问题，但对于“词”的划分，</a:t>
            </a:r>
            <a:r>
              <a:rPr lang="zh-CN" altLang="en-US" sz="1600" b="1">
                <a:solidFill>
                  <a:srgbClr val="FF0000"/>
                </a:solidFill>
                <a:latin typeface="Times New Roman" panose="02020503050405090304" pitchFamily="18" charset="0"/>
                <a:ea typeface="宋体" pitchFamily="2" charset="-122"/>
              </a:rPr>
              <a:t>中文比英文要更复杂、更难</a:t>
            </a:r>
            <a:r>
              <a:rPr lang="zh-CN" altLang="en-US" sz="1600">
                <a:latin typeface="Times New Roman" panose="02020503050405090304" pitchFamily="18" charset="0"/>
                <a:ea typeface="宋体" pitchFamily="2" charset="-122"/>
              </a:rPr>
              <a:t>。</a:t>
            </a:r>
            <a:endParaRPr lang="zh-CN" altLang="en-US" sz="1600">
              <a:solidFill>
                <a:srgbClr val="05073B"/>
              </a:solidFill>
              <a:latin typeface="Times New Roman" panose="02020503050405090304" pitchFamily="18" charset="0"/>
              <a:ea typeface="宋体" pitchFamily="2" charset="-122"/>
            </a:endParaRPr>
          </a:p>
        </p:txBody>
      </p:sp>
      <p:sp>
        <p:nvSpPr>
          <p:cNvPr id="4" name="矩形 3"/>
          <p:cNvSpPr/>
          <p:nvPr/>
        </p:nvSpPr>
        <p:spPr>
          <a:xfrm>
            <a:off x="502315" y="974859"/>
            <a:ext cx="2135729" cy="369332"/>
          </a:xfrm>
          <a:prstGeom prst="rect">
            <a:avLst/>
          </a:prstGeom>
        </p:spPr>
        <p:txBody>
          <a:bodyPr wrap="square">
            <a:spAutoFit/>
          </a:bodyPr>
          <a:lstStyle/>
          <a:p>
            <a:r>
              <a:rPr lang="zh-CN" altLang="en-US" sz="1800" b="1">
                <a:solidFill>
                  <a:srgbClr val="0000CC"/>
                </a:solidFill>
                <a:latin typeface="Times New Roman" panose="02020503050405090304" pitchFamily="18" charset="0"/>
                <a:ea typeface="宋体" pitchFamily="2" charset="-122"/>
              </a:rPr>
              <a:t>中英文分词对比：</a:t>
            </a:r>
            <a:endParaRPr lang="zh-CN" altLang="en-US" sz="1800" b="1">
              <a:solidFill>
                <a:srgbClr val="0000CC"/>
              </a:solidFill>
              <a:latin typeface="Times New Roman" panose="02020503050405090304" pitchFamily="18" charset="0"/>
              <a:ea typeface="宋体" pitchFamily="2" charset="-122"/>
            </a:endParaRPr>
          </a:p>
        </p:txBody>
      </p:sp>
      <p:sp>
        <p:nvSpPr>
          <p:cNvPr id="5" name="日期占位符 4"/>
          <p:cNvSpPr>
            <a:spLocks noGrp="1"/>
          </p:cNvSpPr>
          <p:nvPr>
            <p:ph type="dt" sz="half" idx="10"/>
          </p:nvPr>
        </p:nvSpPr>
        <p:spPr/>
        <p:txBody>
          <a:bodyPr/>
          <a:lstStyle/>
          <a:p>
            <a:fld id="{00A4B0B2-746A-4ED5-8A1C-A15D054CE586}" type="datetime1">
              <a:rPr lang="zh-CN" altLang="en-US" smtClean="0"/>
            </a:fld>
            <a:endParaRPr lang="zh-CN" altLang="en-US"/>
          </a:p>
        </p:txBody>
      </p:sp>
      <p:sp>
        <p:nvSpPr>
          <p:cNvPr id="6" name="灯片编号占位符 5"/>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advTm="0"/>
    </mc:Choice>
    <mc:Fallback>
      <p:transition advTm="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ea typeface="宋体" pitchFamily="2" charset="-122"/>
              </a:rPr>
              <a:t>分词处理</a:t>
            </a:r>
            <a:endParaRPr lang="zh-CN" altLang="en-US">
              <a:ea typeface="宋体" pitchFamily="2" charset="-122"/>
            </a:endParaRPr>
          </a:p>
        </p:txBody>
      </p:sp>
      <p:sp>
        <p:nvSpPr>
          <p:cNvPr id="3" name="矩形 2"/>
          <p:cNvSpPr/>
          <p:nvPr/>
        </p:nvSpPr>
        <p:spPr>
          <a:xfrm>
            <a:off x="362427" y="1222981"/>
            <a:ext cx="8618444" cy="3283143"/>
          </a:xfrm>
          <a:prstGeom prst="rect">
            <a:avLst/>
          </a:prstGeom>
        </p:spPr>
        <p:txBody>
          <a:bodyPr wrap="square">
            <a:spAutoFit/>
          </a:bodyPr>
          <a:lstStyle/>
          <a:p>
            <a:pPr marL="285750" indent="-285750">
              <a:lnSpc>
                <a:spcPct val="150000"/>
              </a:lnSpc>
              <a:buClr>
                <a:srgbClr val="0070C0"/>
              </a:buClr>
              <a:buFont typeface="Wingdings" panose="05000000000000000000" pitchFamily="2" charset="2"/>
              <a:buChar char="n"/>
            </a:pPr>
            <a:r>
              <a:rPr lang="zh-CN" altLang="en-US" sz="1400" b="1">
                <a:solidFill>
                  <a:srgbClr val="0000FF"/>
                </a:solidFill>
                <a:latin typeface="Times New Roman" panose="02020503050405090304" pitchFamily="18" charset="0"/>
                <a:ea typeface="宋体" pitchFamily="2" charset="-122"/>
              </a:rPr>
              <a:t>缺乏统一标准</a:t>
            </a:r>
            <a:endParaRPr lang="zh-CN" altLang="en-US" sz="1400">
              <a:solidFill>
                <a:srgbClr val="0000FF"/>
              </a:solidFill>
              <a:latin typeface="Times New Roman" panose="02020503050405090304" pitchFamily="18" charset="0"/>
              <a:ea typeface="宋体" pitchFamily="2" charset="-122"/>
            </a:endParaRPr>
          </a:p>
          <a:p>
            <a:pPr marL="557530" lvl="1" indent="-214630">
              <a:lnSpc>
                <a:spcPct val="150000"/>
              </a:lnSpc>
              <a:buFont typeface="Arial" panose="020B0604020202090204" pitchFamily="34" charset="0"/>
              <a:buChar char="•"/>
            </a:pPr>
            <a:r>
              <a:rPr lang="zh-CN" altLang="en-US" sz="1400" b="1">
                <a:solidFill>
                  <a:srgbClr val="05073B"/>
                </a:solidFill>
                <a:latin typeface="Times New Roman" panose="02020503050405090304" pitchFamily="18" charset="0"/>
                <a:ea typeface="宋体" pitchFamily="2" charset="-122"/>
              </a:rPr>
              <a:t>问题描述：</a:t>
            </a:r>
            <a:r>
              <a:rPr lang="zh-CN" altLang="en-US" sz="1400">
                <a:solidFill>
                  <a:srgbClr val="05073B"/>
                </a:solidFill>
                <a:latin typeface="Times New Roman" panose="02020503050405090304" pitchFamily="18" charset="0"/>
                <a:ea typeface="宋体" pitchFamily="2" charset="-122"/>
              </a:rPr>
              <a:t>中文分词没有公认、统一的标准或规范。</a:t>
            </a:r>
            <a:endParaRPr lang="zh-CN" altLang="en-US" sz="1400">
              <a:solidFill>
                <a:srgbClr val="05073B"/>
              </a:solidFill>
              <a:latin typeface="Times New Roman" panose="02020503050405090304" pitchFamily="18" charset="0"/>
              <a:ea typeface="宋体" pitchFamily="2" charset="-122"/>
            </a:endParaRPr>
          </a:p>
          <a:p>
            <a:pPr marL="557530" lvl="1" indent="-214630">
              <a:lnSpc>
                <a:spcPct val="150000"/>
              </a:lnSpc>
              <a:buFont typeface="Arial" panose="020B0604020202090204" pitchFamily="34" charset="0"/>
              <a:buChar char="•"/>
            </a:pPr>
            <a:r>
              <a:rPr lang="zh-CN" altLang="en-US" sz="1400" b="1">
                <a:solidFill>
                  <a:srgbClr val="05073B"/>
                </a:solidFill>
                <a:latin typeface="Times New Roman" panose="02020503050405090304" pitchFamily="18" charset="0"/>
                <a:ea typeface="宋体" pitchFamily="2" charset="-122"/>
              </a:rPr>
              <a:t>挑战：</a:t>
            </a:r>
            <a:r>
              <a:rPr lang="zh-CN" altLang="en-US" sz="1400">
                <a:solidFill>
                  <a:srgbClr val="05073B"/>
                </a:solidFill>
                <a:latin typeface="Times New Roman" panose="02020503050405090304" pitchFamily="18" charset="0"/>
                <a:ea typeface="宋体" pitchFamily="2" charset="-122"/>
              </a:rPr>
              <a:t>导致不同机构、公司或组织采用各异的分词方法和规则，增加了中文分词研究和应用的复杂性。</a:t>
            </a:r>
            <a:endParaRPr lang="zh-CN" altLang="en-US" sz="1400">
              <a:solidFill>
                <a:srgbClr val="05073B"/>
              </a:solidFill>
              <a:latin typeface="Times New Roman" panose="02020503050405090304" pitchFamily="18" charset="0"/>
              <a:ea typeface="宋体" pitchFamily="2" charset="-122"/>
            </a:endParaRPr>
          </a:p>
          <a:p>
            <a:pPr marL="285750" indent="-285750">
              <a:lnSpc>
                <a:spcPct val="150000"/>
              </a:lnSpc>
              <a:buClr>
                <a:srgbClr val="0070C0"/>
              </a:buClr>
              <a:buFont typeface="Wingdings" panose="05000000000000000000" pitchFamily="2" charset="2"/>
              <a:buChar char="n"/>
            </a:pPr>
            <a:r>
              <a:rPr lang="zh-CN" altLang="en-US" sz="1400" b="1">
                <a:solidFill>
                  <a:srgbClr val="0000FF"/>
                </a:solidFill>
                <a:latin typeface="Times New Roman" panose="02020503050405090304" pitchFamily="18" charset="0"/>
                <a:ea typeface="宋体" pitchFamily="2" charset="-122"/>
              </a:rPr>
              <a:t>歧义词汇切分</a:t>
            </a:r>
            <a:endParaRPr lang="zh-CN" altLang="en-US" sz="1400">
              <a:solidFill>
                <a:srgbClr val="0000FF"/>
              </a:solidFill>
              <a:latin typeface="Times New Roman" panose="02020503050405090304" pitchFamily="18" charset="0"/>
              <a:ea typeface="宋体" pitchFamily="2" charset="-122"/>
            </a:endParaRPr>
          </a:p>
          <a:p>
            <a:pPr marL="557530" lvl="1" indent="-214630">
              <a:lnSpc>
                <a:spcPct val="150000"/>
              </a:lnSpc>
              <a:buFont typeface="Arial" panose="020B0604020202090204" pitchFamily="34" charset="0"/>
              <a:buChar char="•"/>
            </a:pPr>
            <a:r>
              <a:rPr lang="zh-CN" altLang="en-US" sz="1400" b="1">
                <a:solidFill>
                  <a:srgbClr val="05073B"/>
                </a:solidFill>
                <a:latin typeface="Times New Roman" panose="02020503050405090304" pitchFamily="18" charset="0"/>
                <a:ea typeface="宋体" pitchFamily="2" charset="-122"/>
              </a:rPr>
              <a:t>问题描述：</a:t>
            </a:r>
            <a:r>
              <a:rPr lang="zh-CN" altLang="en-US" sz="1400">
                <a:solidFill>
                  <a:srgbClr val="05073B"/>
                </a:solidFill>
                <a:latin typeface="Times New Roman" panose="02020503050405090304" pitchFamily="18" charset="0"/>
                <a:ea typeface="宋体" pitchFamily="2" charset="-122"/>
              </a:rPr>
              <a:t>中文中存在大量歧义词汇，其分词方式随上下文变化。例如“王欣好说话。”</a:t>
            </a:r>
            <a:endParaRPr lang="zh-CN" altLang="en-US" sz="1400">
              <a:solidFill>
                <a:srgbClr val="05073B"/>
              </a:solidFill>
              <a:latin typeface="Times New Roman" panose="02020503050405090304" pitchFamily="18" charset="0"/>
              <a:ea typeface="宋体" pitchFamily="2" charset="-122"/>
            </a:endParaRPr>
          </a:p>
          <a:p>
            <a:pPr marL="557530" lvl="1" indent="-214630">
              <a:lnSpc>
                <a:spcPct val="150000"/>
              </a:lnSpc>
              <a:buFont typeface="Arial" panose="020B0604020202090204" pitchFamily="34" charset="0"/>
              <a:buChar char="•"/>
            </a:pPr>
            <a:r>
              <a:rPr lang="zh-CN" altLang="en-US" sz="1400" b="1">
                <a:solidFill>
                  <a:srgbClr val="05073B"/>
                </a:solidFill>
                <a:latin typeface="Times New Roman" panose="02020503050405090304" pitchFamily="18" charset="0"/>
                <a:ea typeface="宋体" pitchFamily="2" charset="-122"/>
              </a:rPr>
              <a:t>挑战：</a:t>
            </a:r>
            <a:r>
              <a:rPr lang="zh-CN" altLang="en-US" sz="1400">
                <a:solidFill>
                  <a:srgbClr val="05073B"/>
                </a:solidFill>
                <a:latin typeface="Times New Roman" panose="02020503050405090304" pitchFamily="18" charset="0"/>
                <a:ea typeface="宋体" pitchFamily="2" charset="-122"/>
              </a:rPr>
              <a:t>要求分词系统能够准确根据上下文判断词汇边界和具体含义，增加了分词的难度和复杂性。</a:t>
            </a:r>
            <a:endParaRPr lang="zh-CN" altLang="en-US" sz="1400">
              <a:solidFill>
                <a:srgbClr val="05073B"/>
              </a:solidFill>
              <a:latin typeface="Times New Roman" panose="02020503050405090304" pitchFamily="18" charset="0"/>
              <a:ea typeface="宋体" pitchFamily="2" charset="-122"/>
            </a:endParaRPr>
          </a:p>
          <a:p>
            <a:pPr marL="285750" indent="-285750">
              <a:lnSpc>
                <a:spcPct val="150000"/>
              </a:lnSpc>
              <a:buClr>
                <a:srgbClr val="0070C0"/>
              </a:buClr>
              <a:buFont typeface="Wingdings" panose="05000000000000000000" pitchFamily="2" charset="2"/>
              <a:buChar char="n"/>
            </a:pPr>
            <a:r>
              <a:rPr lang="zh-CN" altLang="en-US" sz="1400" b="1">
                <a:solidFill>
                  <a:srgbClr val="0000FF"/>
                </a:solidFill>
                <a:latin typeface="Times New Roman" panose="02020503050405090304" pitchFamily="18" charset="0"/>
                <a:ea typeface="宋体" pitchFamily="2" charset="-122"/>
              </a:rPr>
              <a:t>新词快速识别</a:t>
            </a:r>
            <a:endParaRPr lang="zh-CN" altLang="en-US" sz="1400">
              <a:solidFill>
                <a:srgbClr val="0000FF"/>
              </a:solidFill>
              <a:latin typeface="Times New Roman" panose="02020503050405090304" pitchFamily="18" charset="0"/>
              <a:ea typeface="宋体" pitchFamily="2" charset="-122"/>
            </a:endParaRPr>
          </a:p>
          <a:p>
            <a:pPr marL="557530" lvl="1" indent="-214630">
              <a:lnSpc>
                <a:spcPct val="150000"/>
              </a:lnSpc>
              <a:buFont typeface="Arial" panose="020B0604020202090204" pitchFamily="34" charset="0"/>
              <a:buChar char="•"/>
            </a:pPr>
            <a:r>
              <a:rPr lang="zh-CN" altLang="en-US" sz="1400" b="1">
                <a:solidFill>
                  <a:srgbClr val="05073B"/>
                </a:solidFill>
                <a:latin typeface="Times New Roman" panose="02020503050405090304" pitchFamily="18" charset="0"/>
                <a:ea typeface="宋体" pitchFamily="2" charset="-122"/>
              </a:rPr>
              <a:t>问题描述：</a:t>
            </a:r>
            <a:r>
              <a:rPr lang="zh-CN" altLang="en-US" sz="1400">
                <a:solidFill>
                  <a:srgbClr val="05073B"/>
                </a:solidFill>
                <a:latin typeface="Times New Roman" panose="02020503050405090304" pitchFamily="18" charset="0"/>
                <a:ea typeface="宋体" pitchFamily="2" charset="-122"/>
              </a:rPr>
              <a:t>信息爆炸时代，新词和流行语不断涌现。</a:t>
            </a:r>
            <a:endParaRPr lang="zh-CN" altLang="en-US" sz="1400">
              <a:solidFill>
                <a:srgbClr val="05073B"/>
              </a:solidFill>
              <a:latin typeface="Times New Roman" panose="02020503050405090304" pitchFamily="18" charset="0"/>
              <a:ea typeface="宋体" pitchFamily="2" charset="-122"/>
            </a:endParaRPr>
          </a:p>
          <a:p>
            <a:pPr marL="557530" lvl="1" indent="-214630">
              <a:lnSpc>
                <a:spcPct val="150000"/>
              </a:lnSpc>
              <a:buFont typeface="Arial" panose="020B0604020202090204" pitchFamily="34" charset="0"/>
              <a:buChar char="•"/>
            </a:pPr>
            <a:r>
              <a:rPr lang="zh-CN" altLang="en-US" sz="1400" b="1">
                <a:solidFill>
                  <a:srgbClr val="05073B"/>
                </a:solidFill>
                <a:latin typeface="Times New Roman" panose="02020503050405090304" pitchFamily="18" charset="0"/>
                <a:ea typeface="宋体" pitchFamily="2" charset="-122"/>
              </a:rPr>
              <a:t>挑战：</a:t>
            </a:r>
            <a:r>
              <a:rPr lang="zh-CN" altLang="en-US" sz="1400">
                <a:solidFill>
                  <a:srgbClr val="05073B"/>
                </a:solidFill>
                <a:latin typeface="Times New Roman" panose="02020503050405090304" pitchFamily="18" charset="0"/>
                <a:ea typeface="宋体" pitchFamily="2" charset="-122"/>
              </a:rPr>
              <a:t>要求中文分词系统具备灵活性和自适应性，能够快速、准确地识别和处理这些新词，如“多巴胺穿搭、显眼包、深度求索”等网络新词汇。</a:t>
            </a:r>
            <a:endParaRPr lang="zh-CN" altLang="en-US" sz="1400">
              <a:solidFill>
                <a:srgbClr val="05073B"/>
              </a:solidFill>
              <a:latin typeface="Times New Roman" panose="02020503050405090304" pitchFamily="18" charset="0"/>
              <a:ea typeface="宋体" pitchFamily="2" charset="-122"/>
            </a:endParaRPr>
          </a:p>
        </p:txBody>
      </p:sp>
      <p:sp>
        <p:nvSpPr>
          <p:cNvPr id="4" name="矩形 3"/>
          <p:cNvSpPr/>
          <p:nvPr/>
        </p:nvSpPr>
        <p:spPr>
          <a:xfrm>
            <a:off x="408956" y="793928"/>
            <a:ext cx="1579278" cy="455253"/>
          </a:xfrm>
          <a:prstGeom prst="rect">
            <a:avLst/>
          </a:prstGeom>
        </p:spPr>
        <p:txBody>
          <a:bodyPr wrap="none">
            <a:spAutoFit/>
          </a:bodyPr>
          <a:lstStyle/>
          <a:p>
            <a:pPr algn="just">
              <a:lnSpc>
                <a:spcPct val="150000"/>
              </a:lnSpc>
            </a:pPr>
            <a:r>
              <a:rPr lang="zh-CN" altLang="en-US" sz="1800" b="1">
                <a:solidFill>
                  <a:srgbClr val="0000CC"/>
                </a:solidFill>
                <a:latin typeface="Times New Roman" panose="02020503050405090304" pitchFamily="18" charset="0"/>
                <a:ea typeface="宋体" pitchFamily="2" charset="-122"/>
              </a:rPr>
              <a:t>中文分词难点</a:t>
            </a:r>
            <a:endParaRPr lang="zh-CN" altLang="en-US" sz="1800">
              <a:solidFill>
                <a:srgbClr val="0000CC"/>
              </a:solidFill>
              <a:latin typeface="Times New Roman" panose="02020503050405090304" pitchFamily="18" charset="0"/>
              <a:ea typeface="宋体" pitchFamily="2" charset="-122"/>
            </a:endParaRPr>
          </a:p>
        </p:txBody>
      </p:sp>
      <p:sp>
        <p:nvSpPr>
          <p:cNvPr id="5" name="日期占位符 4"/>
          <p:cNvSpPr>
            <a:spLocks noGrp="1"/>
          </p:cNvSpPr>
          <p:nvPr>
            <p:ph type="dt" sz="half" idx="10"/>
          </p:nvPr>
        </p:nvSpPr>
        <p:spPr/>
        <p:txBody>
          <a:bodyPr/>
          <a:lstStyle/>
          <a:p>
            <a:fld id="{0AF76B85-2785-4A3C-96A2-734307B48C9B}" type="datetime1">
              <a:rPr lang="zh-CN" altLang="en-US" smtClean="0"/>
            </a:fld>
            <a:endParaRPr lang="zh-CN" altLang="en-US"/>
          </a:p>
        </p:txBody>
      </p:sp>
      <p:sp>
        <p:nvSpPr>
          <p:cNvPr id="6" name="灯片编号占位符 5"/>
          <p:cNvSpPr>
            <a:spLocks noGrp="1"/>
          </p:cNvSpPr>
          <p:nvPr>
            <p:ph type="sldNum" sz="quarter" idx="12"/>
          </p:nvPr>
        </p:nvSpPr>
        <p:spPr/>
        <p:txBody>
          <a:bodyPr/>
          <a:lstStyle/>
          <a:p>
            <a:fld id="{82952373-7980-4DA7-9ADE-54D716DB38B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0" advTm="0"/>
    </mc:Choice>
    <mc:Fallback>
      <p:transition advTm="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8"/>
          <p:cNvSpPr/>
          <p:nvPr/>
        </p:nvSpPr>
        <p:spPr bwMode="auto">
          <a:xfrm>
            <a:off x="2832688" y="1511509"/>
            <a:ext cx="595313" cy="371475"/>
          </a:xfrm>
          <a:prstGeom prst="rect">
            <a:avLst/>
          </a:prstGeom>
          <a:solidFill>
            <a:srgbClr val="8CC345"/>
          </a:solidFill>
          <a:ln>
            <a:solidFill>
              <a:srgbClr val="8CC34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en-US" altLang="zh-CN" sz="2100" b="1" dirty="0">
                <a:solidFill>
                  <a:srgbClr val="FFFFFF"/>
                </a:solidFill>
                <a:latin typeface="Times New Roman" panose="02020503050405090304" pitchFamily="18" charset="0"/>
                <a:ea typeface="宋体" pitchFamily="2" charset="-122"/>
                <a:cs typeface="+mn-ea"/>
                <a:sym typeface="+mn-lt"/>
              </a:rPr>
              <a:t>01</a:t>
            </a:r>
            <a:endParaRPr lang="zh-CN" altLang="en-US" sz="2100" b="1" dirty="0">
              <a:solidFill>
                <a:srgbClr val="FFFFFF"/>
              </a:solidFill>
              <a:latin typeface="Times New Roman" panose="02020503050405090304" pitchFamily="18" charset="0"/>
              <a:ea typeface="宋体" pitchFamily="2" charset="-122"/>
              <a:cs typeface="+mn-ea"/>
              <a:sym typeface="+mn-lt"/>
            </a:endParaRPr>
          </a:p>
        </p:txBody>
      </p:sp>
      <p:sp>
        <p:nvSpPr>
          <p:cNvPr id="65" name="7"/>
          <p:cNvSpPr>
            <a:spLocks noChangeArrowheads="1"/>
          </p:cNvSpPr>
          <p:nvPr/>
        </p:nvSpPr>
        <p:spPr bwMode="auto">
          <a:xfrm>
            <a:off x="3768598" y="1533144"/>
            <a:ext cx="2231390" cy="346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lnSpc>
                <a:spcPct val="90000"/>
              </a:lnSpc>
              <a:spcBef>
                <a:spcPts val="1000"/>
              </a:spcBef>
              <a:buFont typeface="Arial" panose="020B0604020202090204" pitchFamily="34" charset="0"/>
              <a:buChar char="•"/>
              <a:defRPr sz="2800">
                <a:solidFill>
                  <a:schemeClr val="tx1"/>
                </a:solidFill>
                <a:latin typeface="Calibri" pitchFamily="34" charset="0"/>
                <a:ea typeface="宋体" pitchFamily="2" charset="-122"/>
              </a:defRPr>
            </a:lvl1pPr>
            <a:lvl2pPr marL="742950" indent="-285750">
              <a:lnSpc>
                <a:spcPct val="90000"/>
              </a:lnSpc>
              <a:spcBef>
                <a:spcPts val="500"/>
              </a:spcBef>
              <a:buFont typeface="Arial" panose="020B0604020202090204" pitchFamily="34" charset="0"/>
              <a:buChar char="•"/>
              <a:defRPr sz="2400">
                <a:solidFill>
                  <a:schemeClr val="tx1"/>
                </a:solidFill>
                <a:latin typeface="Calibri" pitchFamily="34" charset="0"/>
                <a:ea typeface="宋体" pitchFamily="2" charset="-122"/>
              </a:defRPr>
            </a:lvl2pPr>
            <a:lvl3pPr marL="1143000" indent="-228600">
              <a:lnSpc>
                <a:spcPct val="90000"/>
              </a:lnSpc>
              <a:spcBef>
                <a:spcPts val="500"/>
              </a:spcBef>
              <a:buFont typeface="Arial" panose="020B0604020202090204" pitchFamily="34" charset="0"/>
              <a:buChar char="•"/>
              <a:defRPr sz="2000">
                <a:solidFill>
                  <a:schemeClr val="tx1"/>
                </a:solidFill>
                <a:latin typeface="Calibri" pitchFamily="34" charset="0"/>
                <a:ea typeface="宋体" pitchFamily="2" charset="-122"/>
              </a:defRPr>
            </a:lvl3pPr>
            <a:lvl4pPr marL="1600200" indent="-228600">
              <a:lnSpc>
                <a:spcPct val="90000"/>
              </a:lnSpc>
              <a:spcBef>
                <a:spcPts val="500"/>
              </a:spcBef>
              <a:buFont typeface="Arial" panose="020B0604020202090204" pitchFamily="34" charset="0"/>
              <a:buChar char="•"/>
              <a:defRPr>
                <a:solidFill>
                  <a:schemeClr val="tx1"/>
                </a:solidFill>
                <a:latin typeface="Calibri" pitchFamily="34" charset="0"/>
                <a:ea typeface="宋体" pitchFamily="2" charset="-122"/>
              </a:defRPr>
            </a:lvl4pPr>
            <a:lvl5pPr marL="2057400" indent="-228600">
              <a:lnSpc>
                <a:spcPct val="90000"/>
              </a:lnSpc>
              <a:spcBef>
                <a:spcPts val="500"/>
              </a:spcBef>
              <a:buFont typeface="Arial" panose="020B0604020202090204" pitchFamily="34" charset="0"/>
              <a:buChar char="•"/>
              <a:defRPr>
                <a:solidFill>
                  <a:schemeClr val="tx1"/>
                </a:solidFill>
                <a:latin typeface="Calibri"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9pPr>
          </a:lstStyle>
          <a:p>
            <a:pPr algn="just">
              <a:lnSpc>
                <a:spcPct val="100000"/>
              </a:lnSpc>
              <a:spcBef>
                <a:spcPct val="0"/>
              </a:spcBef>
              <a:buFontTx/>
              <a:buNone/>
            </a:pPr>
            <a:r>
              <a:rPr lang="zh-CN" altLang="en-US" sz="1800" b="1" dirty="0">
                <a:solidFill>
                  <a:srgbClr val="004C41"/>
                </a:solidFill>
                <a:latin typeface="Times New Roman" panose="02020503050405090304" pitchFamily="18" charset="0"/>
                <a:cs typeface="+mn-ea"/>
                <a:sym typeface="+mn-lt"/>
              </a:rPr>
              <a:t>基于词表的分词算法</a:t>
            </a:r>
            <a:endParaRPr lang="zh-CN" altLang="en-US" sz="1800" b="1" dirty="0">
              <a:solidFill>
                <a:srgbClr val="004C41"/>
              </a:solidFill>
              <a:latin typeface="Times New Roman" panose="02020503050405090304" pitchFamily="18" charset="0"/>
              <a:cs typeface="+mn-ea"/>
              <a:sym typeface="+mn-lt"/>
            </a:endParaRPr>
          </a:p>
        </p:txBody>
      </p:sp>
      <p:sp>
        <p:nvSpPr>
          <p:cNvPr id="66" name="6"/>
          <p:cNvSpPr/>
          <p:nvPr/>
        </p:nvSpPr>
        <p:spPr bwMode="auto">
          <a:xfrm>
            <a:off x="2832688" y="2011571"/>
            <a:ext cx="595313" cy="371475"/>
          </a:xfrm>
          <a:prstGeom prst="rect">
            <a:avLst/>
          </a:prstGeom>
          <a:solidFill>
            <a:srgbClr val="8CC345"/>
          </a:solidFill>
          <a:ln>
            <a:solidFill>
              <a:srgbClr val="8CC34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en-US" altLang="zh-CN" sz="2100" b="1" dirty="0">
                <a:solidFill>
                  <a:srgbClr val="FFFFFF"/>
                </a:solidFill>
                <a:latin typeface="Times New Roman" panose="02020503050405090304" pitchFamily="18" charset="0"/>
                <a:ea typeface="宋体" pitchFamily="2" charset="-122"/>
                <a:cs typeface="+mn-ea"/>
                <a:sym typeface="+mn-lt"/>
              </a:rPr>
              <a:t>02</a:t>
            </a:r>
            <a:endParaRPr lang="zh-CN" altLang="en-US" sz="2100" b="1" dirty="0">
              <a:solidFill>
                <a:srgbClr val="FFFFFF"/>
              </a:solidFill>
              <a:latin typeface="Times New Roman" panose="02020503050405090304" pitchFamily="18" charset="0"/>
              <a:ea typeface="宋体" pitchFamily="2" charset="-122"/>
              <a:cs typeface="+mn-ea"/>
              <a:sym typeface="+mn-lt"/>
            </a:endParaRPr>
          </a:p>
        </p:txBody>
      </p:sp>
      <p:sp>
        <p:nvSpPr>
          <p:cNvPr id="67" name="5"/>
          <p:cNvSpPr>
            <a:spLocks noChangeArrowheads="1"/>
          </p:cNvSpPr>
          <p:nvPr/>
        </p:nvSpPr>
        <p:spPr bwMode="auto">
          <a:xfrm>
            <a:off x="3768598" y="1992249"/>
            <a:ext cx="2656840" cy="346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lnSpc>
                <a:spcPct val="90000"/>
              </a:lnSpc>
              <a:spcBef>
                <a:spcPts val="1000"/>
              </a:spcBef>
              <a:buFont typeface="Arial" panose="020B0604020202090204" pitchFamily="34" charset="0"/>
              <a:buChar char="•"/>
              <a:defRPr sz="2800">
                <a:solidFill>
                  <a:schemeClr val="tx1"/>
                </a:solidFill>
                <a:latin typeface="Calibri" pitchFamily="34" charset="0"/>
                <a:ea typeface="宋体" pitchFamily="2" charset="-122"/>
              </a:defRPr>
            </a:lvl1pPr>
            <a:lvl2pPr marL="742950" indent="-285750">
              <a:lnSpc>
                <a:spcPct val="90000"/>
              </a:lnSpc>
              <a:spcBef>
                <a:spcPts val="500"/>
              </a:spcBef>
              <a:buFont typeface="Arial" panose="020B0604020202090204" pitchFamily="34" charset="0"/>
              <a:buChar char="•"/>
              <a:defRPr sz="2400">
                <a:solidFill>
                  <a:schemeClr val="tx1"/>
                </a:solidFill>
                <a:latin typeface="Calibri" pitchFamily="34" charset="0"/>
                <a:ea typeface="宋体" pitchFamily="2" charset="-122"/>
              </a:defRPr>
            </a:lvl2pPr>
            <a:lvl3pPr marL="1143000" indent="-228600">
              <a:lnSpc>
                <a:spcPct val="90000"/>
              </a:lnSpc>
              <a:spcBef>
                <a:spcPts val="500"/>
              </a:spcBef>
              <a:buFont typeface="Arial" panose="020B0604020202090204" pitchFamily="34" charset="0"/>
              <a:buChar char="•"/>
              <a:defRPr sz="2000">
                <a:solidFill>
                  <a:schemeClr val="tx1"/>
                </a:solidFill>
                <a:latin typeface="Calibri" pitchFamily="34" charset="0"/>
                <a:ea typeface="宋体" pitchFamily="2" charset="-122"/>
              </a:defRPr>
            </a:lvl3pPr>
            <a:lvl4pPr marL="1600200" indent="-228600">
              <a:lnSpc>
                <a:spcPct val="90000"/>
              </a:lnSpc>
              <a:spcBef>
                <a:spcPts val="500"/>
              </a:spcBef>
              <a:buFont typeface="Arial" panose="020B0604020202090204" pitchFamily="34" charset="0"/>
              <a:buChar char="•"/>
              <a:defRPr>
                <a:solidFill>
                  <a:schemeClr val="tx1"/>
                </a:solidFill>
                <a:latin typeface="Calibri" pitchFamily="34" charset="0"/>
                <a:ea typeface="宋体" pitchFamily="2" charset="-122"/>
              </a:defRPr>
            </a:lvl4pPr>
            <a:lvl5pPr marL="2057400" indent="-228600">
              <a:lnSpc>
                <a:spcPct val="90000"/>
              </a:lnSpc>
              <a:spcBef>
                <a:spcPts val="500"/>
              </a:spcBef>
              <a:buFont typeface="Arial" panose="020B0604020202090204" pitchFamily="34" charset="0"/>
              <a:buChar char="•"/>
              <a:defRPr>
                <a:solidFill>
                  <a:schemeClr val="tx1"/>
                </a:solidFill>
                <a:latin typeface="Calibri"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9pPr>
          </a:lstStyle>
          <a:p>
            <a:pPr algn="just">
              <a:lnSpc>
                <a:spcPct val="100000"/>
              </a:lnSpc>
              <a:spcBef>
                <a:spcPct val="0"/>
              </a:spcBef>
              <a:buFontTx/>
              <a:buNone/>
            </a:pPr>
            <a:r>
              <a:rPr lang="zh-CN" sz="1800" b="1" dirty="0">
                <a:solidFill>
                  <a:srgbClr val="004C41"/>
                </a:solidFill>
                <a:latin typeface="Times New Roman" panose="02020503050405090304" pitchFamily="18" charset="0"/>
                <a:cs typeface="+mn-ea"/>
                <a:sym typeface="+mn-lt"/>
              </a:rPr>
              <a:t>基于统计模型的分词算法</a:t>
            </a:r>
            <a:endParaRPr lang="zh-CN" sz="1800" b="1" dirty="0">
              <a:solidFill>
                <a:srgbClr val="004C41"/>
              </a:solidFill>
              <a:latin typeface="Times New Roman" panose="02020503050405090304" pitchFamily="18" charset="0"/>
              <a:cs typeface="+mn-ea"/>
              <a:sym typeface="+mn-lt"/>
            </a:endParaRPr>
          </a:p>
        </p:txBody>
      </p:sp>
      <p:sp>
        <p:nvSpPr>
          <p:cNvPr id="68" name="4"/>
          <p:cNvSpPr/>
          <p:nvPr/>
        </p:nvSpPr>
        <p:spPr bwMode="auto">
          <a:xfrm>
            <a:off x="2832688" y="2512825"/>
            <a:ext cx="595313" cy="371475"/>
          </a:xfrm>
          <a:prstGeom prst="rect">
            <a:avLst/>
          </a:prstGeom>
          <a:solidFill>
            <a:srgbClr val="8CC345"/>
          </a:solidFill>
          <a:ln>
            <a:solidFill>
              <a:srgbClr val="8CC34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en-US" altLang="zh-CN" sz="2100" b="1" dirty="0">
                <a:solidFill>
                  <a:srgbClr val="FFFFFF"/>
                </a:solidFill>
                <a:latin typeface="Times New Roman" panose="02020503050405090304" pitchFamily="18" charset="0"/>
                <a:ea typeface="宋体" pitchFamily="2" charset="-122"/>
                <a:cs typeface="+mn-ea"/>
                <a:sym typeface="+mn-lt"/>
              </a:rPr>
              <a:t>03</a:t>
            </a:r>
            <a:endParaRPr lang="zh-CN" altLang="en-US" sz="2100" b="1" dirty="0">
              <a:solidFill>
                <a:srgbClr val="FFFFFF"/>
              </a:solidFill>
              <a:latin typeface="Times New Roman" panose="02020503050405090304" pitchFamily="18" charset="0"/>
              <a:ea typeface="宋体" pitchFamily="2" charset="-122"/>
              <a:cs typeface="+mn-ea"/>
              <a:sym typeface="+mn-lt"/>
            </a:endParaRPr>
          </a:p>
        </p:txBody>
      </p:sp>
      <p:sp>
        <p:nvSpPr>
          <p:cNvPr id="69" name="3"/>
          <p:cNvSpPr>
            <a:spLocks noChangeArrowheads="1"/>
          </p:cNvSpPr>
          <p:nvPr/>
        </p:nvSpPr>
        <p:spPr bwMode="auto">
          <a:xfrm>
            <a:off x="3768598" y="2495169"/>
            <a:ext cx="2611755" cy="345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lnSpc>
                <a:spcPct val="90000"/>
              </a:lnSpc>
              <a:spcBef>
                <a:spcPts val="1000"/>
              </a:spcBef>
              <a:buFont typeface="Arial" panose="020B0604020202090204" pitchFamily="34" charset="0"/>
              <a:buChar char="•"/>
              <a:defRPr sz="2800">
                <a:solidFill>
                  <a:schemeClr val="tx1"/>
                </a:solidFill>
                <a:latin typeface="Calibri" pitchFamily="34" charset="0"/>
                <a:ea typeface="宋体" pitchFamily="2" charset="-122"/>
              </a:defRPr>
            </a:lvl1pPr>
            <a:lvl2pPr marL="742950" indent="-285750">
              <a:lnSpc>
                <a:spcPct val="90000"/>
              </a:lnSpc>
              <a:spcBef>
                <a:spcPts val="500"/>
              </a:spcBef>
              <a:buFont typeface="Arial" panose="020B0604020202090204" pitchFamily="34" charset="0"/>
              <a:buChar char="•"/>
              <a:defRPr sz="2400">
                <a:solidFill>
                  <a:schemeClr val="tx1"/>
                </a:solidFill>
                <a:latin typeface="Calibri" pitchFamily="34" charset="0"/>
                <a:ea typeface="宋体" pitchFamily="2" charset="-122"/>
              </a:defRPr>
            </a:lvl2pPr>
            <a:lvl3pPr marL="1143000" indent="-228600">
              <a:lnSpc>
                <a:spcPct val="90000"/>
              </a:lnSpc>
              <a:spcBef>
                <a:spcPts val="500"/>
              </a:spcBef>
              <a:buFont typeface="Arial" panose="020B0604020202090204" pitchFamily="34" charset="0"/>
              <a:buChar char="•"/>
              <a:defRPr sz="2000">
                <a:solidFill>
                  <a:schemeClr val="tx1"/>
                </a:solidFill>
                <a:latin typeface="Calibri" pitchFamily="34" charset="0"/>
                <a:ea typeface="宋体" pitchFamily="2" charset="-122"/>
              </a:defRPr>
            </a:lvl3pPr>
            <a:lvl4pPr marL="1600200" indent="-228600">
              <a:lnSpc>
                <a:spcPct val="90000"/>
              </a:lnSpc>
              <a:spcBef>
                <a:spcPts val="500"/>
              </a:spcBef>
              <a:buFont typeface="Arial" panose="020B0604020202090204" pitchFamily="34" charset="0"/>
              <a:buChar char="•"/>
              <a:defRPr>
                <a:solidFill>
                  <a:schemeClr val="tx1"/>
                </a:solidFill>
                <a:latin typeface="Calibri" pitchFamily="34" charset="0"/>
                <a:ea typeface="宋体" pitchFamily="2" charset="-122"/>
              </a:defRPr>
            </a:lvl4pPr>
            <a:lvl5pPr marL="2057400" indent="-228600">
              <a:lnSpc>
                <a:spcPct val="90000"/>
              </a:lnSpc>
              <a:spcBef>
                <a:spcPts val="500"/>
              </a:spcBef>
              <a:buFont typeface="Arial" panose="020B0604020202090204" pitchFamily="34" charset="0"/>
              <a:buChar char="•"/>
              <a:defRPr>
                <a:solidFill>
                  <a:schemeClr val="tx1"/>
                </a:solidFill>
                <a:latin typeface="Calibri"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9pPr>
          </a:lstStyle>
          <a:p>
            <a:pPr algn="just">
              <a:lnSpc>
                <a:spcPct val="100000"/>
              </a:lnSpc>
              <a:spcBef>
                <a:spcPct val="0"/>
              </a:spcBef>
              <a:buFontTx/>
              <a:buNone/>
            </a:pPr>
            <a:r>
              <a:rPr lang="zh-CN" sz="1800" b="1" dirty="0">
                <a:solidFill>
                  <a:srgbClr val="004C41"/>
                </a:solidFill>
                <a:latin typeface="Times New Roman" panose="02020503050405090304" pitchFamily="18" charset="0"/>
                <a:cs typeface="+mn-ea"/>
                <a:sym typeface="+mn-lt"/>
              </a:rPr>
              <a:t>基于序列标注的分词算法</a:t>
            </a:r>
            <a:endParaRPr lang="zh-CN" sz="1800" b="1" dirty="0">
              <a:solidFill>
                <a:srgbClr val="004C41"/>
              </a:solidFill>
              <a:latin typeface="Times New Roman" panose="02020503050405090304" pitchFamily="18" charset="0"/>
              <a:cs typeface="+mn-ea"/>
              <a:sym typeface="+mn-lt"/>
            </a:endParaRPr>
          </a:p>
        </p:txBody>
      </p:sp>
      <p:sp>
        <p:nvSpPr>
          <p:cNvPr id="70" name="2"/>
          <p:cNvSpPr/>
          <p:nvPr/>
        </p:nvSpPr>
        <p:spPr bwMode="auto">
          <a:xfrm>
            <a:off x="2832688" y="3014078"/>
            <a:ext cx="595313" cy="371475"/>
          </a:xfrm>
          <a:prstGeom prst="rect">
            <a:avLst/>
          </a:prstGeom>
          <a:solidFill>
            <a:srgbClr val="8CC345"/>
          </a:solidFill>
          <a:ln>
            <a:solidFill>
              <a:srgbClr val="8CC34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en-US" altLang="zh-CN" sz="2100" b="1" dirty="0">
                <a:solidFill>
                  <a:srgbClr val="FFFFFF"/>
                </a:solidFill>
                <a:latin typeface="Times New Roman" panose="02020503050405090304" pitchFamily="18" charset="0"/>
                <a:ea typeface="宋体" pitchFamily="2" charset="-122"/>
                <a:cs typeface="+mn-ea"/>
                <a:sym typeface="+mn-lt"/>
              </a:rPr>
              <a:t>04</a:t>
            </a:r>
            <a:endParaRPr lang="zh-CN" altLang="en-US" sz="2100" b="1" dirty="0">
              <a:solidFill>
                <a:srgbClr val="FFFFFF"/>
              </a:solidFill>
              <a:latin typeface="Times New Roman" panose="02020503050405090304" pitchFamily="18" charset="0"/>
              <a:ea typeface="宋体" pitchFamily="2" charset="-122"/>
              <a:cs typeface="+mn-ea"/>
              <a:sym typeface="+mn-lt"/>
            </a:endParaRPr>
          </a:p>
        </p:txBody>
      </p:sp>
      <p:sp>
        <p:nvSpPr>
          <p:cNvPr id="71" name="1"/>
          <p:cNvSpPr>
            <a:spLocks noChangeArrowheads="1"/>
          </p:cNvSpPr>
          <p:nvPr/>
        </p:nvSpPr>
        <p:spPr bwMode="auto">
          <a:xfrm>
            <a:off x="3768598" y="2994914"/>
            <a:ext cx="2232025" cy="346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lnSpc>
                <a:spcPct val="90000"/>
              </a:lnSpc>
              <a:spcBef>
                <a:spcPts val="1000"/>
              </a:spcBef>
              <a:buFont typeface="Arial" panose="020B0604020202090204" pitchFamily="34" charset="0"/>
              <a:buChar char="•"/>
              <a:defRPr sz="2800">
                <a:solidFill>
                  <a:schemeClr val="tx1"/>
                </a:solidFill>
                <a:latin typeface="Calibri" pitchFamily="34" charset="0"/>
                <a:ea typeface="宋体" pitchFamily="2" charset="-122"/>
              </a:defRPr>
            </a:lvl1pPr>
            <a:lvl2pPr marL="742950" indent="-285750">
              <a:lnSpc>
                <a:spcPct val="90000"/>
              </a:lnSpc>
              <a:spcBef>
                <a:spcPts val="500"/>
              </a:spcBef>
              <a:buFont typeface="Arial" panose="020B0604020202090204" pitchFamily="34" charset="0"/>
              <a:buChar char="•"/>
              <a:defRPr sz="2400">
                <a:solidFill>
                  <a:schemeClr val="tx1"/>
                </a:solidFill>
                <a:latin typeface="Calibri" pitchFamily="34" charset="0"/>
                <a:ea typeface="宋体" pitchFamily="2" charset="-122"/>
              </a:defRPr>
            </a:lvl2pPr>
            <a:lvl3pPr marL="1143000" indent="-228600">
              <a:lnSpc>
                <a:spcPct val="90000"/>
              </a:lnSpc>
              <a:spcBef>
                <a:spcPts val="500"/>
              </a:spcBef>
              <a:buFont typeface="Arial" panose="020B0604020202090204" pitchFamily="34" charset="0"/>
              <a:buChar char="•"/>
              <a:defRPr sz="2000">
                <a:solidFill>
                  <a:schemeClr val="tx1"/>
                </a:solidFill>
                <a:latin typeface="Calibri" pitchFamily="34" charset="0"/>
                <a:ea typeface="宋体" pitchFamily="2" charset="-122"/>
              </a:defRPr>
            </a:lvl3pPr>
            <a:lvl4pPr marL="1600200" indent="-228600">
              <a:lnSpc>
                <a:spcPct val="90000"/>
              </a:lnSpc>
              <a:spcBef>
                <a:spcPts val="500"/>
              </a:spcBef>
              <a:buFont typeface="Arial" panose="020B0604020202090204" pitchFamily="34" charset="0"/>
              <a:buChar char="•"/>
              <a:defRPr>
                <a:solidFill>
                  <a:schemeClr val="tx1"/>
                </a:solidFill>
                <a:latin typeface="Calibri" pitchFamily="34" charset="0"/>
                <a:ea typeface="宋体" pitchFamily="2" charset="-122"/>
              </a:defRPr>
            </a:lvl4pPr>
            <a:lvl5pPr marL="2057400" indent="-228600">
              <a:lnSpc>
                <a:spcPct val="90000"/>
              </a:lnSpc>
              <a:spcBef>
                <a:spcPts val="500"/>
              </a:spcBef>
              <a:buFont typeface="Arial" panose="020B0604020202090204" pitchFamily="34" charset="0"/>
              <a:buChar char="•"/>
              <a:defRPr>
                <a:solidFill>
                  <a:schemeClr val="tx1"/>
                </a:solidFill>
                <a:latin typeface="Calibri"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9pPr>
          </a:lstStyle>
          <a:p>
            <a:pPr algn="just">
              <a:lnSpc>
                <a:spcPct val="100000"/>
              </a:lnSpc>
              <a:spcBef>
                <a:spcPct val="0"/>
              </a:spcBef>
              <a:buFontTx/>
              <a:buNone/>
            </a:pPr>
            <a:r>
              <a:rPr lang="zh-CN" altLang="en-US" sz="1800" b="1" dirty="0">
                <a:solidFill>
                  <a:srgbClr val="004C41"/>
                </a:solidFill>
                <a:latin typeface="Times New Roman" panose="02020503050405090304" pitchFamily="18" charset="0"/>
                <a:cs typeface="+mn-ea"/>
                <a:sym typeface="+mn-lt"/>
              </a:rPr>
              <a:t>中文分词工具</a:t>
            </a:r>
            <a:endParaRPr lang="zh-CN" altLang="en-US" sz="1800" b="1" dirty="0">
              <a:solidFill>
                <a:srgbClr val="004C41"/>
              </a:solidFill>
              <a:latin typeface="Times New Roman" panose="02020503050405090304" pitchFamily="18" charset="0"/>
              <a:cs typeface="+mn-ea"/>
              <a:sym typeface="+mn-lt"/>
            </a:endParaRPr>
          </a:p>
        </p:txBody>
      </p:sp>
      <p:sp>
        <p:nvSpPr>
          <p:cNvPr id="2" name="标题 1"/>
          <p:cNvSpPr>
            <a:spLocks noGrp="1"/>
          </p:cNvSpPr>
          <p:nvPr>
            <p:ph type="title"/>
          </p:nvPr>
        </p:nvSpPr>
        <p:spPr/>
        <p:txBody>
          <a:bodyPr/>
          <a:lstStyle/>
          <a:p>
            <a:pPr marL="0" marR="0" lvl="0" indent="0" defTabSz="685800" rtl="0" eaLnBrk="1" fontAlgn="auto" latinLnBrk="0" hangingPunct="1">
              <a:lnSpc>
                <a:spcPct val="100000"/>
              </a:lnSpc>
              <a:spcBef>
                <a:spcPct val="0"/>
              </a:spcBef>
              <a:spcAft>
                <a:spcPts val="0"/>
              </a:spcAft>
              <a:defRPr/>
            </a:pPr>
            <a:r>
              <a:rPr kumimoji="0" lang="zh-CN" altLang="en-US" sz="3300" b="1" i="0" u="none" strike="noStrike" kern="1200" cap="none" spc="0" normalizeH="0" baseline="0" noProof="0">
                <a:ln>
                  <a:noFill/>
                </a:ln>
                <a:solidFill>
                  <a:srgbClr val="004C41"/>
                </a:solidFill>
                <a:effectLst/>
                <a:uLnTx/>
                <a:uFillTx/>
                <a:latin typeface="Times New Roman" panose="02020503050405090304" pitchFamily="18" charset="0"/>
                <a:ea typeface="宋体"/>
                <a:cs typeface="+mn-ea"/>
                <a:sym typeface="+mn-lt"/>
              </a:rPr>
              <a:t>目</a:t>
            </a:r>
            <a:r>
              <a:rPr kumimoji="0" lang="en-US" altLang="zh-CN" sz="3300" b="1" i="0" u="none" strike="noStrike" kern="1200" cap="none" spc="0" normalizeH="0" baseline="0" noProof="0">
                <a:ln>
                  <a:noFill/>
                </a:ln>
                <a:solidFill>
                  <a:srgbClr val="004C41"/>
                </a:solidFill>
                <a:effectLst/>
                <a:uLnTx/>
                <a:uFillTx/>
                <a:latin typeface="Times New Roman" panose="02020503050405090304" pitchFamily="18" charset="0"/>
                <a:ea typeface="宋体"/>
                <a:cs typeface="+mn-ea"/>
                <a:sym typeface="+mn-lt"/>
              </a:rPr>
              <a:t>  </a:t>
            </a:r>
            <a:r>
              <a:rPr kumimoji="0" lang="zh-CN" altLang="en-US" sz="3300" b="1" i="0" u="none" strike="noStrike" kern="1200" cap="none" spc="0" normalizeH="0" baseline="0" noProof="0">
                <a:ln>
                  <a:noFill/>
                </a:ln>
                <a:solidFill>
                  <a:srgbClr val="004C41"/>
                </a:solidFill>
                <a:effectLst/>
                <a:uLnTx/>
                <a:uFillTx/>
                <a:latin typeface="Times New Roman" panose="02020503050405090304" pitchFamily="18" charset="0"/>
                <a:ea typeface="宋体"/>
                <a:cs typeface="+mn-ea"/>
                <a:sym typeface="+mn-lt"/>
              </a:rPr>
              <a:t>录</a:t>
            </a:r>
            <a:endParaRPr lang="zh-CN" altLang="en-US"/>
          </a:p>
        </p:txBody>
      </p:sp>
      <p:sp>
        <p:nvSpPr>
          <p:cNvPr id="3" name="日期占位符 2"/>
          <p:cNvSpPr>
            <a:spLocks noGrp="1"/>
          </p:cNvSpPr>
          <p:nvPr>
            <p:ph type="dt" sz="half" idx="10"/>
          </p:nvPr>
        </p:nvSpPr>
        <p:spPr/>
        <p:txBody>
          <a:bodyPr/>
          <a:lstStyle/>
          <a:p>
            <a:fld id="{F8D84BCF-4699-4C84-B654-76985DCA2C62}"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4" name="灯片编号占位符 3"/>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2"/>
          <p:cNvSpPr/>
          <p:nvPr/>
        </p:nvSpPr>
        <p:spPr>
          <a:xfrm>
            <a:off x="1" y="381000"/>
            <a:ext cx="136922" cy="381000"/>
          </a:xfrm>
          <a:prstGeom prst="rect">
            <a:avLst/>
          </a:prstGeom>
          <a:solidFill>
            <a:srgbClr val="8CC34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15">
              <a:solidFill>
                <a:prstClr val="white"/>
              </a:solidFill>
              <a:cs typeface="+mn-ea"/>
              <a:sym typeface="+mn-lt"/>
            </a:endParaRPr>
          </a:p>
        </p:txBody>
      </p:sp>
      <p:pic>
        <p:nvPicPr>
          <p:cNvPr id="6" name="图片 5" descr="主流中文分词算法new"/>
          <p:cNvPicPr>
            <a:picLocks noChangeAspect="1"/>
          </p:cNvPicPr>
          <p:nvPr>
            <p:custDataLst>
              <p:tags r:id="rId1"/>
            </p:custDataLst>
          </p:nvPr>
        </p:nvPicPr>
        <p:blipFill>
          <a:blip r:embed="rId2"/>
          <a:stretch>
            <a:fillRect/>
          </a:stretch>
        </p:blipFill>
        <p:spPr>
          <a:xfrm>
            <a:off x="1122543" y="865945"/>
            <a:ext cx="7102475" cy="3735705"/>
          </a:xfrm>
          <a:prstGeom prst="rect">
            <a:avLst/>
          </a:prstGeom>
        </p:spPr>
      </p:pic>
      <p:sp>
        <p:nvSpPr>
          <p:cNvPr id="5" name="标题 4"/>
          <p:cNvSpPr>
            <a:spLocks noGrp="1"/>
          </p:cNvSpPr>
          <p:nvPr>
            <p:ph type="title"/>
          </p:nvPr>
        </p:nvSpPr>
        <p:spPr>
          <a:xfrm>
            <a:off x="362425" y="29765"/>
            <a:ext cx="8781575" cy="702469"/>
          </a:xfrm>
        </p:spPr>
        <p:txBody>
          <a:bodyPr/>
          <a:lstStyle/>
          <a:p>
            <a:r>
              <a:rPr lang="zh-CN" altLang="en-US" sz="2400" b="1">
                <a:solidFill>
                  <a:srgbClr val="004C41"/>
                </a:solidFill>
                <a:ea typeface="宋体" pitchFamily="2" charset="-122"/>
                <a:cs typeface="+mn-ea"/>
                <a:sym typeface="+mn-lt"/>
              </a:rPr>
              <a:t>主流的中文分词算法</a:t>
            </a:r>
            <a:endParaRPr lang="zh-CN" altLang="en-US">
              <a:ea typeface="宋体" pitchFamily="2" charset="-122"/>
            </a:endParaRPr>
          </a:p>
        </p:txBody>
      </p:sp>
      <p:sp>
        <p:nvSpPr>
          <p:cNvPr id="3" name="日期占位符 2"/>
          <p:cNvSpPr>
            <a:spLocks noGrp="1"/>
          </p:cNvSpPr>
          <p:nvPr>
            <p:ph type="dt" sz="half" idx="10"/>
          </p:nvPr>
        </p:nvSpPr>
        <p:spPr/>
        <p:txBody>
          <a:bodyPr/>
          <a:lstStyle/>
          <a:p>
            <a:fld id="{5A8858BD-C5F1-45F5-AA30-33A1B4534E70}"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4" name="灯片编号占位符 3"/>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3"/>
                                        </p:tgtEl>
                                        <p:attrNameLst>
                                          <p:attrName>style.visibility</p:attrName>
                                        </p:attrNameLst>
                                      </p:cBhvr>
                                      <p:to>
                                        <p:strVal val="visible"/>
                                      </p:to>
                                    </p:set>
                                    <p:animEffect transition="in" filter="wipe(left)">
                                      <p:cBhvr>
                                        <p:cTn id="7" dur="500"/>
                                        <p:tgtEl>
                                          <p:spTgt spid="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2"/>
          <p:cNvGrpSpPr/>
          <p:nvPr/>
        </p:nvGrpSpPr>
        <p:grpSpPr>
          <a:xfrm>
            <a:off x="1146810" y="2049780"/>
            <a:ext cx="7139940" cy="1263015"/>
            <a:chOff x="31445" y="161948"/>
            <a:chExt cx="2500824" cy="318131"/>
          </a:xfrm>
          <a:solidFill>
            <a:srgbClr val="004C41"/>
          </a:solidFill>
        </p:grpSpPr>
        <p:sp>
          <p:nvSpPr>
            <p:cNvPr id="16" name="12"/>
            <p:cNvSpPr/>
            <p:nvPr/>
          </p:nvSpPr>
          <p:spPr>
            <a:xfrm>
              <a:off x="31445" y="176315"/>
              <a:ext cx="2268640" cy="293086"/>
            </a:xfrm>
            <a:prstGeom prst="rect">
              <a:avLst/>
            </a:prstGeom>
            <a:grpFill/>
            <a:ln w="25400" cap="flat" cmpd="sng" algn="ctr">
              <a:noFill/>
              <a:prstDash val="solid"/>
            </a:ln>
            <a:effectLst/>
          </p:spPr>
          <p:txBody>
            <a:bodyPr rtlCol="0" anchor="ctr"/>
            <a:lstStyle/>
            <a:p>
              <a:pPr algn="ctr">
                <a:defRPr/>
              </a:pPr>
              <a:endParaRPr lang="zh-CN" altLang="en-US" sz="1800" kern="0">
                <a:solidFill>
                  <a:prstClr val="white"/>
                </a:solidFill>
                <a:cs typeface="+mn-ea"/>
                <a:sym typeface="+mn-lt"/>
              </a:endParaRPr>
            </a:p>
          </p:txBody>
        </p:sp>
        <p:sp>
          <p:nvSpPr>
            <p:cNvPr id="17" name="等腰三角形 16"/>
            <p:cNvSpPr/>
            <p:nvPr/>
          </p:nvSpPr>
          <p:spPr>
            <a:xfrm rot="5400000">
              <a:off x="2257111" y="204921"/>
              <a:ext cx="318131" cy="232184"/>
            </a:xfrm>
            <a:prstGeom prst="triangle">
              <a:avLst/>
            </a:prstGeom>
            <a:grpFill/>
            <a:ln w="25400" cap="flat" cmpd="sng" algn="ctr">
              <a:noFill/>
              <a:prstDash val="solid"/>
            </a:ln>
            <a:effectLst/>
          </p:spPr>
          <p:txBody>
            <a:bodyPr rtlCol="0" anchor="ctr"/>
            <a:lstStyle/>
            <a:p>
              <a:pPr algn="ctr">
                <a:defRPr/>
              </a:pPr>
              <a:endParaRPr lang="zh-CN" altLang="en-US" sz="1800" kern="0">
                <a:solidFill>
                  <a:prstClr val="white"/>
                </a:solidFill>
                <a:cs typeface="+mn-ea"/>
                <a:sym typeface="+mn-lt"/>
              </a:endParaRPr>
            </a:p>
          </p:txBody>
        </p:sp>
        <p:sp>
          <p:nvSpPr>
            <p:cNvPr id="18" name="TextBox 8"/>
            <p:cNvSpPr txBox="1"/>
            <p:nvPr/>
          </p:nvSpPr>
          <p:spPr>
            <a:xfrm>
              <a:off x="1033865" y="249598"/>
              <a:ext cx="1321362" cy="131475"/>
            </a:xfrm>
            <a:prstGeom prst="rect">
              <a:avLst/>
            </a:prstGeom>
            <a:grpFill/>
            <a:ln>
              <a:noFill/>
            </a:ln>
          </p:spPr>
          <p:txBody>
            <a:bodyPr wrap="square" rtlCol="0">
              <a:spAutoFit/>
            </a:bodyPr>
            <a:lstStyle/>
            <a:p>
              <a:pPr algn="just">
                <a:spcBef>
                  <a:spcPct val="0"/>
                </a:spcBef>
              </a:pPr>
              <a:r>
                <a:rPr lang="zh-CN" altLang="en-US" sz="2800" b="1" kern="0" dirty="0">
                  <a:solidFill>
                    <a:prstClr val="white"/>
                  </a:solidFill>
                  <a:latin typeface="Times New Roman" panose="02020503050405090304" pitchFamily="18" charset="0"/>
                  <a:ea typeface="宋体" pitchFamily="2" charset="-122"/>
                  <a:cs typeface="+mn-ea"/>
                  <a:sym typeface="+mn-lt"/>
                </a:rPr>
                <a:t>基于词表的分词算法</a:t>
              </a:r>
              <a:endParaRPr lang="zh-CN" altLang="en-US" sz="2800" b="1" kern="0" dirty="0">
                <a:solidFill>
                  <a:prstClr val="white"/>
                </a:solidFill>
                <a:latin typeface="Times New Roman" panose="02020503050405090304" pitchFamily="18" charset="0"/>
                <a:ea typeface="宋体" pitchFamily="2" charset="-122"/>
                <a:cs typeface="+mn-ea"/>
                <a:sym typeface="+mn-lt"/>
              </a:endParaRPr>
            </a:p>
          </p:txBody>
        </p:sp>
      </p:grpSp>
      <p:grpSp>
        <p:nvGrpSpPr>
          <p:cNvPr id="19" name="1"/>
          <p:cNvGrpSpPr/>
          <p:nvPr/>
        </p:nvGrpSpPr>
        <p:grpSpPr>
          <a:xfrm>
            <a:off x="1344818" y="1373315"/>
            <a:ext cx="2619916" cy="2619916"/>
            <a:chOff x="267453" y="94709"/>
            <a:chExt cx="454824" cy="454824"/>
          </a:xfrm>
        </p:grpSpPr>
        <p:sp>
          <p:nvSpPr>
            <p:cNvPr id="20" name="4"/>
            <p:cNvSpPr/>
            <p:nvPr/>
          </p:nvSpPr>
          <p:spPr>
            <a:xfrm>
              <a:off x="301756" y="114952"/>
              <a:ext cx="390525" cy="395287"/>
            </a:xfrm>
            <a:prstGeom prst="ellipse">
              <a:avLst/>
            </a:prstGeom>
            <a:solidFill>
              <a:sysClr val="window" lastClr="FFFFFF"/>
            </a:solidFill>
            <a:ln w="25400" cap="flat" cmpd="sng" algn="ctr">
              <a:solidFill>
                <a:sysClr val="window" lastClr="FFFFFF"/>
              </a:solidFill>
              <a:prstDash val="solid"/>
            </a:ln>
            <a:effectLst/>
          </p:spPr>
          <p:txBody>
            <a:bodyPr rtlCol="0" anchor="ctr"/>
            <a:lstStyle/>
            <a:p>
              <a:pPr algn="ctr">
                <a:defRPr/>
              </a:pPr>
              <a:endParaRPr lang="zh-CN" altLang="en-US" sz="1800" kern="0">
                <a:solidFill>
                  <a:prstClr val="white"/>
                </a:solidFill>
                <a:cs typeface="+mn-ea"/>
                <a:sym typeface="+mn-lt"/>
              </a:endParaRPr>
            </a:p>
          </p:txBody>
        </p:sp>
        <p:sp>
          <p:nvSpPr>
            <p:cNvPr id="23" name="3"/>
            <p:cNvSpPr/>
            <p:nvPr/>
          </p:nvSpPr>
          <p:spPr>
            <a:xfrm>
              <a:off x="343738" y="170570"/>
              <a:ext cx="302255" cy="302255"/>
            </a:xfrm>
            <a:prstGeom prst="ellipse">
              <a:avLst/>
            </a:prstGeom>
            <a:solidFill>
              <a:srgbClr val="004C41"/>
            </a:solidFill>
            <a:ln w="25400" cap="flat" cmpd="sng" algn="ctr">
              <a:noFill/>
              <a:prstDash val="solid"/>
            </a:ln>
            <a:effectLst/>
          </p:spPr>
          <p:txBody>
            <a:bodyPr rtlCol="0" anchor="ctr"/>
            <a:lstStyle/>
            <a:p>
              <a:pPr algn="ctr">
                <a:defRPr/>
              </a:pPr>
              <a:endParaRPr lang="zh-CN" altLang="en-US" sz="1800" kern="0">
                <a:solidFill>
                  <a:prstClr val="white"/>
                </a:solidFill>
                <a:cs typeface="+mn-ea"/>
                <a:sym typeface="+mn-lt"/>
              </a:endParaRPr>
            </a:p>
          </p:txBody>
        </p:sp>
        <p:sp>
          <p:nvSpPr>
            <p:cNvPr id="24" name="同心圆 23"/>
            <p:cNvSpPr/>
            <p:nvPr/>
          </p:nvSpPr>
          <p:spPr>
            <a:xfrm>
              <a:off x="267453" y="94709"/>
              <a:ext cx="454824" cy="454824"/>
            </a:xfrm>
            <a:prstGeom prst="donut">
              <a:avLst>
                <a:gd name="adj" fmla="val 8567"/>
              </a:avLst>
            </a:prstGeom>
            <a:solidFill>
              <a:sysClr val="window" lastClr="FFFFFF"/>
            </a:solidFill>
            <a:ln w="9525" cap="flat" cmpd="sng" algn="ctr">
              <a:noFill/>
              <a:prstDash val="solid"/>
            </a:ln>
            <a:effectLst>
              <a:outerShdw blurRad="63500" sx="102000" sy="102000" algn="ctr" rotWithShape="0">
                <a:prstClr val="black">
                  <a:alpha val="20000"/>
                </a:prstClr>
              </a:outerShdw>
            </a:effectLst>
          </p:spPr>
          <p:txBody>
            <a:bodyPr rtlCol="0" anchor="ctr"/>
            <a:lstStyle/>
            <a:p>
              <a:pPr algn="ctr">
                <a:defRPr/>
              </a:pPr>
              <a:endParaRPr lang="zh-CN" altLang="en-US" sz="1200" kern="0">
                <a:solidFill>
                  <a:prstClr val="black"/>
                </a:solidFill>
                <a:cs typeface="+mn-ea"/>
                <a:sym typeface="+mn-lt"/>
              </a:endParaRPr>
            </a:p>
          </p:txBody>
        </p:sp>
        <p:sp>
          <p:nvSpPr>
            <p:cNvPr id="25" name="TextBox 9"/>
            <p:cNvSpPr txBox="1"/>
            <p:nvPr/>
          </p:nvSpPr>
          <p:spPr>
            <a:xfrm>
              <a:off x="370583" y="176347"/>
              <a:ext cx="245782" cy="272497"/>
            </a:xfrm>
            <a:prstGeom prst="rect">
              <a:avLst/>
            </a:prstGeom>
            <a:noFill/>
          </p:spPr>
          <p:txBody>
            <a:bodyPr wrap="none" rtlCol="0">
              <a:spAutoFit/>
            </a:bodyPr>
            <a:lstStyle/>
            <a:p>
              <a:pPr>
                <a:defRPr/>
              </a:pPr>
              <a:r>
                <a:rPr lang="en-US" altLang="zh-CN" sz="9600" kern="0" dirty="0">
                  <a:solidFill>
                    <a:prstClr val="white"/>
                  </a:solidFill>
                  <a:latin typeface="Times New Roman" panose="02020503050405090304" pitchFamily="18" charset="0"/>
                  <a:ea typeface="宋体" pitchFamily="2" charset="-122"/>
                  <a:cs typeface="+mn-ea"/>
                  <a:sym typeface="+mn-lt"/>
                </a:rPr>
                <a:t>01</a:t>
              </a:r>
              <a:endParaRPr lang="zh-CN" altLang="en-US" sz="9600" kern="0" dirty="0">
                <a:solidFill>
                  <a:prstClr val="white"/>
                </a:solidFill>
                <a:latin typeface="Times New Roman" panose="02020503050405090304" pitchFamily="18" charset="0"/>
                <a:ea typeface="宋体" pitchFamily="2" charset="-122"/>
                <a:cs typeface="+mn-ea"/>
                <a:sym typeface="+mn-lt"/>
              </a:endParaRPr>
            </a:p>
          </p:txBody>
        </p:sp>
      </p:grpSp>
      <p:sp>
        <p:nvSpPr>
          <p:cNvPr id="4" name="日期占位符 3"/>
          <p:cNvSpPr>
            <a:spLocks noGrp="1"/>
          </p:cNvSpPr>
          <p:nvPr>
            <p:ph type="dt" sz="half" idx="10"/>
          </p:nvPr>
        </p:nvSpPr>
        <p:spPr/>
        <p:txBody>
          <a:bodyPr/>
          <a:lstStyle/>
          <a:p>
            <a:fld id="{21DE59B3-6D35-423E-A195-BD399107299F}"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5" name="灯片编号占位符 4"/>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left)">
                                      <p:cBhvr>
                                        <p:cTn id="11"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a:ea typeface="宋体" pitchFamily="2" charset="-122"/>
              </a:rPr>
              <a:t>基于词表的分词算法</a:t>
            </a:r>
            <a:endParaRPr lang="zh-CN" altLang="en-US">
              <a:ea typeface="宋体" pitchFamily="2" charset="-122"/>
            </a:endParaRPr>
          </a:p>
        </p:txBody>
      </p:sp>
      <p:sp>
        <p:nvSpPr>
          <p:cNvPr id="2" name="日期占位符 1"/>
          <p:cNvSpPr>
            <a:spLocks noGrp="1"/>
          </p:cNvSpPr>
          <p:nvPr>
            <p:ph type="dt" sz="half" idx="10"/>
          </p:nvPr>
        </p:nvSpPr>
        <p:spPr/>
        <p:txBody>
          <a:bodyPr/>
          <a:lstStyle/>
          <a:p>
            <a:fld id="{E4223FC1-F348-4618-8060-D7BD2389D1CE}"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3" name="灯片编号占位符 2"/>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7" name="文本框 6"/>
          <p:cNvSpPr txBox="1"/>
          <p:nvPr/>
        </p:nvSpPr>
        <p:spPr>
          <a:xfrm>
            <a:off x="493866" y="1007295"/>
            <a:ext cx="8390238" cy="2117246"/>
          </a:xfrm>
          <a:prstGeom prst="rect">
            <a:avLst/>
          </a:prstGeom>
          <a:noFill/>
        </p:spPr>
        <p:txBody>
          <a:bodyPr wrap="square">
            <a:spAutoFit/>
          </a:bodyPr>
          <a:lstStyle/>
          <a:p>
            <a:pPr indent="457200">
              <a:lnSpc>
                <a:spcPct val="150000"/>
              </a:lnSpc>
            </a:pPr>
            <a:r>
              <a:rPr lang="zh-CN" altLang="en-US" sz="1800">
                <a:latin typeface="Times New Roman" panose="02020503050405090304" pitchFamily="18" charset="0"/>
                <a:ea typeface="宋体" pitchFamily="2" charset="-122"/>
              </a:rPr>
              <a:t>基于词表的分词算法也称为</a:t>
            </a:r>
            <a:r>
              <a:rPr lang="zh-CN" altLang="en-US" sz="1800">
                <a:solidFill>
                  <a:srgbClr val="FF0000"/>
                </a:solidFill>
                <a:latin typeface="Times New Roman" panose="02020503050405090304" pitchFamily="18" charset="0"/>
                <a:ea typeface="宋体" pitchFamily="2" charset="-122"/>
              </a:rPr>
              <a:t>基于规则的分词算法</a:t>
            </a:r>
            <a:r>
              <a:rPr lang="zh-CN" altLang="en-US" sz="1800">
                <a:latin typeface="Times New Roman" panose="02020503050405090304" pitchFamily="18" charset="0"/>
                <a:ea typeface="宋体" pitchFamily="2" charset="-122"/>
              </a:rPr>
              <a:t>，它是一种机械分词方法，主要通过维护词典，在切分词语的时候，将文本中的字符串序列与词典中的词进行逐一匹配，匹配成功则进行分词。</a:t>
            </a:r>
            <a:endParaRPr lang="en-US" altLang="zh-CN" sz="1800">
              <a:latin typeface="Times New Roman" panose="02020503050405090304" pitchFamily="18" charset="0"/>
              <a:ea typeface="宋体" pitchFamily="2" charset="-122"/>
            </a:endParaRPr>
          </a:p>
          <a:p>
            <a:pPr indent="457200">
              <a:lnSpc>
                <a:spcPct val="150000"/>
              </a:lnSpc>
            </a:pPr>
            <a:r>
              <a:rPr lang="zh-CN" altLang="en-US" sz="1800">
                <a:latin typeface="Times New Roman" panose="02020503050405090304" pitchFamily="18" charset="0"/>
                <a:ea typeface="宋体" pitchFamily="2" charset="-122"/>
              </a:rPr>
              <a:t>基于词表的分词算法应用广泛，分词速度快，实现简单，但是存在</a:t>
            </a:r>
            <a:r>
              <a:rPr lang="zh-CN" altLang="en-US" sz="1800">
                <a:solidFill>
                  <a:srgbClr val="0000FF"/>
                </a:solidFill>
                <a:latin typeface="Times New Roman" panose="02020503050405090304" pitchFamily="18" charset="0"/>
                <a:ea typeface="宋体" pitchFamily="2" charset="-122"/>
              </a:rPr>
              <a:t>难以对有歧义或者未录入词表的词正确处理的缺点。</a:t>
            </a:r>
            <a:endParaRPr lang="zh-CN" altLang="en-US" sz="1800">
              <a:solidFill>
                <a:srgbClr val="0000FF"/>
              </a:solidFill>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descr="7b0a202020202262756c6c6574223a20227b5c2263617465676f727949645c223a31303030362c5c2274656d706c61746549645c223a32303233313236327d220a7d0a"/>
          <p:cNvSpPr txBox="1"/>
          <p:nvPr/>
        </p:nvSpPr>
        <p:spPr>
          <a:xfrm>
            <a:off x="521220" y="870428"/>
            <a:ext cx="7370445" cy="999697"/>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marL="285750" indent="-285750">
              <a:lnSpc>
                <a:spcPct val="200000"/>
              </a:lnSpc>
              <a:buClr>
                <a:srgbClr val="0070C0"/>
              </a:buClr>
              <a:buFont typeface="Wingdings" panose="05000000000000000000" pitchFamily="2" charset="2"/>
              <a:buChar char="n"/>
            </a:pPr>
            <a:r>
              <a:rPr lang="en-US" altLang="zh-CN" sz="1600" b="1">
                <a:solidFill>
                  <a:srgbClr val="004C41"/>
                </a:solidFill>
                <a:latin typeface="Times New Roman" panose="02020503050405090304" pitchFamily="18" charset="0"/>
                <a:ea typeface="宋体" pitchFamily="2" charset="-122"/>
                <a:cs typeface="+mn-ea"/>
                <a:sym typeface="+mn-lt"/>
              </a:rPr>
              <a:t>1.</a:t>
            </a:r>
            <a:r>
              <a:rPr lang="zh-CN" altLang="en-US" sz="1600" b="1">
                <a:solidFill>
                  <a:srgbClr val="004C41"/>
                </a:solidFill>
                <a:latin typeface="Times New Roman" panose="02020503050405090304" pitchFamily="18" charset="0"/>
                <a:ea typeface="宋体" pitchFamily="2" charset="-122"/>
                <a:cs typeface="+mn-ea"/>
                <a:sym typeface="+mn-lt"/>
              </a:rPr>
              <a:t>正向最大匹配算法（</a:t>
            </a:r>
            <a:r>
              <a:rPr lang="zh-CN" altLang="en-US" sz="1600">
                <a:latin typeface="Times New Roman" panose="02020503050405090304" pitchFamily="18" charset="0"/>
                <a:ea typeface="宋体" pitchFamily="2" charset="-122"/>
                <a:sym typeface="+mn-ea"/>
              </a:rPr>
              <a:t>Forward Maximum Matching method</a:t>
            </a:r>
            <a:r>
              <a:rPr lang="en-US" altLang="zh-CN" sz="1600">
                <a:latin typeface="Times New Roman" panose="02020503050405090304" pitchFamily="18" charset="0"/>
                <a:ea typeface="宋体" pitchFamily="2" charset="-122"/>
                <a:sym typeface="+mn-ea"/>
              </a:rPr>
              <a:t>, </a:t>
            </a:r>
            <a:r>
              <a:rPr lang="en-US" altLang="zh-CN" sz="1600" b="1">
                <a:solidFill>
                  <a:srgbClr val="004C41"/>
                </a:solidFill>
                <a:latin typeface="Times New Roman" panose="02020503050405090304" pitchFamily="18" charset="0"/>
                <a:ea typeface="宋体" pitchFamily="2" charset="-122"/>
                <a:cs typeface="+mn-ea"/>
                <a:sym typeface="+mn-lt"/>
              </a:rPr>
              <a:t>FMM)</a:t>
            </a:r>
            <a:endParaRPr lang="zh-CN" altLang="en-US" sz="1600" b="1">
              <a:solidFill>
                <a:srgbClr val="004C41"/>
              </a:solidFill>
              <a:latin typeface="Times New Roman" panose="02020503050405090304" pitchFamily="18" charset="0"/>
              <a:ea typeface="宋体" pitchFamily="2" charset="-122"/>
              <a:cs typeface="+mn-ea"/>
              <a:sym typeface="+mn-lt"/>
            </a:endParaRPr>
          </a:p>
          <a:p>
            <a:pPr marL="285750" indent="-285750">
              <a:lnSpc>
                <a:spcPct val="200000"/>
              </a:lnSpc>
              <a:buClr>
                <a:srgbClr val="0070C0"/>
              </a:buClr>
              <a:buFont typeface="Wingdings" panose="05000000000000000000" pitchFamily="2" charset="2"/>
              <a:buChar char="n"/>
            </a:pPr>
            <a:r>
              <a:rPr lang="zh-CN" altLang="en-US" sz="1600">
                <a:solidFill>
                  <a:srgbClr val="00B050"/>
                </a:solidFill>
                <a:latin typeface="Times New Roman" panose="02020503050405090304" pitchFamily="18" charset="0"/>
                <a:ea typeface="宋体" pitchFamily="2" charset="-122"/>
              </a:rPr>
              <a:t>理解</a:t>
            </a:r>
            <a:r>
              <a:rPr lang="zh-CN" altLang="en-US" sz="1600" dirty="0">
                <a:solidFill>
                  <a:srgbClr val="00B050"/>
                </a:solidFill>
                <a:latin typeface="Times New Roman" panose="02020503050405090304" pitchFamily="18" charset="0"/>
                <a:ea typeface="宋体" pitchFamily="2" charset="-122"/>
              </a:rPr>
              <a:t>：</a:t>
            </a:r>
            <a:r>
              <a:rPr lang="zh-CN" altLang="en-US" sz="1600" dirty="0">
                <a:latin typeface="Times New Roman" panose="02020503050405090304" pitchFamily="18" charset="0"/>
                <a:ea typeface="宋体" pitchFamily="2" charset="-122"/>
              </a:rPr>
              <a:t>从左向右扫描文本， 寻找词的最大匹配。</a:t>
            </a:r>
            <a:endParaRPr lang="zh-CN" altLang="en-US" sz="1600" dirty="0">
              <a:latin typeface="Times New Roman" panose="02020503050405090304" pitchFamily="18" charset="0"/>
              <a:ea typeface="宋体" pitchFamily="2" charset="-122"/>
            </a:endParaRPr>
          </a:p>
        </p:txBody>
      </p:sp>
      <p:sp>
        <p:nvSpPr>
          <p:cNvPr id="3" name="文本框 2"/>
          <p:cNvSpPr txBox="1"/>
          <p:nvPr/>
        </p:nvSpPr>
        <p:spPr>
          <a:xfrm>
            <a:off x="532937" y="1714571"/>
            <a:ext cx="1088760" cy="507255"/>
          </a:xfrm>
          <a:prstGeom prst="rect">
            <a:avLst/>
          </a:prstGeom>
          <a:noFill/>
        </p:spPr>
        <p:txBody>
          <a:bodyPr wrap="none" rtlCol="0">
            <a:spAutoFit/>
          </a:bodyPr>
          <a:lstStyle/>
          <a:p>
            <a:pPr marL="285750" indent="-285750" algn="l">
              <a:lnSpc>
                <a:spcPct val="200000"/>
              </a:lnSpc>
              <a:buClr>
                <a:srgbClr val="0070C0"/>
              </a:buClr>
              <a:buFont typeface="Wingdings" panose="05000000000000000000" pitchFamily="2" charset="2"/>
              <a:buChar char="n"/>
            </a:pPr>
            <a:r>
              <a:rPr lang="zh-CN" altLang="en-US" sz="1600" dirty="0">
                <a:solidFill>
                  <a:srgbClr val="00B050"/>
                </a:solidFill>
                <a:latin typeface="Times New Roman" panose="02020503050405090304" pitchFamily="18" charset="0"/>
                <a:ea typeface="宋体" pitchFamily="2" charset="-122"/>
                <a:sym typeface="+mn-ea"/>
              </a:rPr>
              <a:t>原理：</a:t>
            </a:r>
            <a:endParaRPr lang="zh-CN" altLang="en-US" sz="1600" dirty="0">
              <a:solidFill>
                <a:srgbClr val="00B050"/>
              </a:solidFill>
              <a:latin typeface="Times New Roman" panose="02020503050405090304" pitchFamily="18" charset="0"/>
              <a:ea typeface="宋体" pitchFamily="2" charset="-122"/>
              <a:sym typeface="+mn-ea"/>
            </a:endParaRPr>
          </a:p>
        </p:txBody>
      </p:sp>
      <p:pic>
        <p:nvPicPr>
          <p:cNvPr id="6" name="C9F754DE-2CAD-44b6-B708-469DEB6407EB-2" descr="C:/Users/yuyang/AppData/Local/Temp/wpp.gTQzrywpp"/>
          <p:cNvPicPr>
            <a:picLocks noChangeAspect="1"/>
          </p:cNvPicPr>
          <p:nvPr/>
        </p:nvPicPr>
        <p:blipFill rotWithShape="1">
          <a:blip r:embed="rId1"/>
          <a:srcRect l="23011" t="7093" b="7813"/>
          <a:stretch>
            <a:fillRect/>
          </a:stretch>
        </p:blipFill>
        <p:spPr>
          <a:xfrm>
            <a:off x="1547687" y="1849190"/>
            <a:ext cx="6895070" cy="2976447"/>
          </a:xfrm>
          <a:prstGeom prst="rect">
            <a:avLst/>
          </a:prstGeom>
        </p:spPr>
      </p:pic>
      <p:sp>
        <p:nvSpPr>
          <p:cNvPr id="8" name="标题 7"/>
          <p:cNvSpPr>
            <a:spLocks noGrp="1"/>
          </p:cNvSpPr>
          <p:nvPr>
            <p:ph type="title"/>
          </p:nvPr>
        </p:nvSpPr>
        <p:spPr/>
        <p:txBody>
          <a:bodyPr/>
          <a:lstStyle/>
          <a:p>
            <a:r>
              <a:rPr lang="en-US" altLang="zh-CN" sz="2400" b="1">
                <a:solidFill>
                  <a:srgbClr val="004C41"/>
                </a:solidFill>
                <a:ea typeface="宋体" pitchFamily="2" charset="-122"/>
                <a:cs typeface="+mn-ea"/>
                <a:sym typeface="+mn-lt"/>
              </a:rPr>
              <a:t>1.</a:t>
            </a:r>
            <a:r>
              <a:rPr lang="zh-CN" altLang="en-US" sz="2400" b="1">
                <a:solidFill>
                  <a:srgbClr val="004C41"/>
                </a:solidFill>
                <a:ea typeface="宋体" pitchFamily="2" charset="-122"/>
                <a:cs typeface="+mn-ea"/>
                <a:sym typeface="+mn-lt"/>
              </a:rPr>
              <a:t>正向最大匹配算法</a:t>
            </a:r>
            <a:endParaRPr lang="zh-CN" altLang="en-US">
              <a:ea typeface="宋体" pitchFamily="2" charset="-122"/>
            </a:endParaRPr>
          </a:p>
        </p:txBody>
      </p:sp>
      <p:sp>
        <p:nvSpPr>
          <p:cNvPr id="5" name="日期占位符 4"/>
          <p:cNvSpPr>
            <a:spLocks noGrp="1"/>
          </p:cNvSpPr>
          <p:nvPr>
            <p:ph type="dt" sz="half" idx="10"/>
          </p:nvPr>
        </p:nvSpPr>
        <p:spPr/>
        <p:txBody>
          <a:bodyPr/>
          <a:lstStyle/>
          <a:p>
            <a:fld id="{6734B28A-2AAC-4488-8938-1E369D3EFD60}"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7" name="灯片编号占位符 6"/>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cxnSp>
        <p:nvCxnSpPr>
          <p:cNvPr id="9" name="直接连接符 8"/>
          <p:cNvCxnSpPr/>
          <p:nvPr/>
        </p:nvCxnSpPr>
        <p:spPr>
          <a:xfrm>
            <a:off x="6210300" y="3709988"/>
            <a:ext cx="74771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anim calcmode="lin" valueType="num">
                                      <p:cBhvr>
                                        <p:cTn id="12" dur="1000" fill="hold"/>
                                        <p:tgtEl>
                                          <p:spTgt spid="3"/>
                                        </p:tgtEl>
                                        <p:attrNameLst>
                                          <p:attrName>ppt_x</p:attrName>
                                        </p:attrNameLst>
                                      </p:cBhvr>
                                      <p:tavLst>
                                        <p:tav tm="0">
                                          <p:val>
                                            <p:strVal val="#ppt_x"/>
                                          </p:val>
                                        </p:tav>
                                        <p:tav tm="100000">
                                          <p:val>
                                            <p:strVal val="#ppt_x"/>
                                          </p:val>
                                        </p:tav>
                                      </p:tavLst>
                                    </p:anim>
                                    <p:anim calcmode="lin" valueType="num">
                                      <p:cBhvr>
                                        <p:cTn id="13" dur="1000" fill="hold"/>
                                        <p:tgtEl>
                                          <p:spTgt spid="3"/>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1000"/>
                                        <p:tgtEl>
                                          <p:spTgt spid="6"/>
                                        </p:tgtEl>
                                      </p:cBhvr>
                                    </p:animEffect>
                                    <p:anim calcmode="lin" valueType="num">
                                      <p:cBhvr>
                                        <p:cTn id="17" dur="1000" fill="hold"/>
                                        <p:tgtEl>
                                          <p:spTgt spid="6"/>
                                        </p:tgtEl>
                                        <p:attrNameLst>
                                          <p:attrName>ppt_x</p:attrName>
                                        </p:attrNameLst>
                                      </p:cBhvr>
                                      <p:tavLst>
                                        <p:tav tm="0">
                                          <p:val>
                                            <p:strVal val="#ppt_x"/>
                                          </p:val>
                                        </p:tav>
                                        <p:tav tm="100000">
                                          <p:val>
                                            <p:strVal val="#ppt_x"/>
                                          </p:val>
                                        </p:tav>
                                      </p:tavLst>
                                    </p:anim>
                                    <p:anim calcmode="lin" valueType="num">
                                      <p:cBhvr>
                                        <p:cTn id="1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P spid="3" grpId="0"/>
      <p:bldP spid="3"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57200" y="833120"/>
            <a:ext cx="7242175" cy="1170705"/>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r>
              <a:rPr lang="zh-CN" altLang="en-US" sz="1600" dirty="0">
                <a:latin typeface="Times New Roman" panose="02020503050405090304" pitchFamily="18" charset="0"/>
                <a:ea typeface="宋体" pitchFamily="2" charset="-122"/>
              </a:rPr>
              <a:t>【例】用正向最大匹配法对“秦皇岛今天晴空万里”进行中文分词，见下表。</a:t>
            </a:r>
            <a:endParaRPr lang="zh-CN" altLang="en-US" sz="1600" dirty="0">
              <a:latin typeface="Times New Roman" panose="02020503050405090304" pitchFamily="18" charset="0"/>
              <a:ea typeface="宋体" pitchFamily="2" charset="-122"/>
            </a:endParaRPr>
          </a:p>
          <a:p>
            <a:r>
              <a:rPr lang="en-US" altLang="zh-CN" sz="1600" dirty="0">
                <a:latin typeface="Times New Roman" panose="02020503050405090304" pitchFamily="18" charset="0"/>
                <a:ea typeface="宋体" pitchFamily="2" charset="-122"/>
                <a:sym typeface="+mn-ea"/>
              </a:rPr>
              <a:t>  </a:t>
            </a:r>
            <a:r>
              <a:rPr lang="zh-CN" altLang="en-US" sz="1600" dirty="0">
                <a:latin typeface="Times New Roman" panose="02020503050405090304" pitchFamily="18" charset="0"/>
                <a:ea typeface="宋体" pitchFamily="2" charset="-122"/>
                <a:sym typeface="+mn-ea"/>
              </a:rPr>
              <a:t>词典 ：“秦皇岛”“岛”“今天”“天晴”“晴空万里”“万里”……</a:t>
            </a:r>
            <a:endParaRPr lang="zh-CN" altLang="en-US" sz="1600" dirty="0">
              <a:latin typeface="Times New Roman" panose="02020503050405090304" pitchFamily="18" charset="0"/>
              <a:ea typeface="宋体" pitchFamily="2" charset="-122"/>
            </a:endParaRPr>
          </a:p>
          <a:p>
            <a:pPr>
              <a:lnSpc>
                <a:spcPct val="150000"/>
              </a:lnSpc>
            </a:pPr>
            <a:endParaRPr lang="zh-CN" altLang="en-US" dirty="0">
              <a:latin typeface="Times New Roman" panose="02020503050405090304" pitchFamily="18" charset="0"/>
              <a:ea typeface="宋体" pitchFamily="2" charset="-122"/>
            </a:endParaRPr>
          </a:p>
          <a:p>
            <a:pPr>
              <a:lnSpc>
                <a:spcPct val="150000"/>
              </a:lnSpc>
            </a:pPr>
            <a:endParaRPr lang="zh-CN" altLang="en-US" dirty="0">
              <a:latin typeface="Times New Roman" panose="02020503050405090304" pitchFamily="18" charset="0"/>
              <a:ea typeface="宋体" pitchFamily="2" charset="-122"/>
            </a:endParaRPr>
          </a:p>
        </p:txBody>
      </p:sp>
      <p:pic>
        <p:nvPicPr>
          <p:cNvPr id="6" name="图片 5"/>
          <p:cNvPicPr>
            <a:picLocks noChangeAspect="1"/>
          </p:cNvPicPr>
          <p:nvPr/>
        </p:nvPicPr>
        <p:blipFill>
          <a:blip r:embed="rId1"/>
          <a:srcRect t="27493"/>
          <a:stretch>
            <a:fillRect/>
          </a:stretch>
        </p:blipFill>
        <p:spPr>
          <a:xfrm>
            <a:off x="619160" y="1443491"/>
            <a:ext cx="6744335" cy="701675"/>
          </a:xfrm>
          <a:prstGeom prst="rect">
            <a:avLst/>
          </a:prstGeom>
        </p:spPr>
      </p:pic>
      <p:sp>
        <p:nvSpPr>
          <p:cNvPr id="7" name="文本框 6"/>
          <p:cNvSpPr txBox="1"/>
          <p:nvPr/>
        </p:nvSpPr>
        <p:spPr>
          <a:xfrm>
            <a:off x="690670" y="2227696"/>
            <a:ext cx="7242175" cy="2417200"/>
          </a:xfrm>
          <a:prstGeom prst="rect">
            <a:avLst/>
          </a:prstGeom>
          <a:noFill/>
          <a:ln>
            <a:solidFill>
              <a:schemeClr val="tx1"/>
            </a:solidFill>
            <a:prstDash val="lgDash"/>
          </a:ln>
        </p:spPr>
        <p:txBody>
          <a:bodyPr wrap="square" rtlCol="0">
            <a:spAutoFit/>
          </a:bodyPr>
          <a:lstStyle/>
          <a:p>
            <a:r>
              <a:rPr lang="zh-CN" altLang="en-US" sz="1600" dirty="0">
                <a:latin typeface="Times New Roman" panose="02020503050405090304" pitchFamily="18" charset="0"/>
                <a:ea typeface="宋体" pitchFamily="2" charset="-122"/>
              </a:rPr>
              <a:t>【案例分析】</a:t>
            </a:r>
            <a:endParaRPr lang="zh-CN" altLang="en-US" sz="1600" dirty="0">
              <a:latin typeface="Times New Roman" panose="02020503050405090304" pitchFamily="18" charset="0"/>
              <a:ea typeface="宋体" pitchFamily="2" charset="-122"/>
            </a:endParaRPr>
          </a:p>
          <a:p>
            <a:r>
              <a:rPr lang="zh-CN" altLang="en-US" sz="1600" dirty="0">
                <a:latin typeface="Times New Roman" panose="02020503050405090304" pitchFamily="18" charset="0"/>
                <a:ea typeface="宋体" pitchFamily="2" charset="-122"/>
              </a:rPr>
              <a:t>根据当前词典，单词扫描的最大长度 max=4（实际的词典最大长度可能会更大）</a:t>
            </a:r>
            <a:endParaRPr lang="zh-CN" altLang="en-US" sz="1600" dirty="0">
              <a:latin typeface="Times New Roman" panose="02020503050405090304" pitchFamily="18" charset="0"/>
              <a:ea typeface="宋体" pitchFamily="2" charset="-122"/>
            </a:endParaRPr>
          </a:p>
          <a:p>
            <a:pPr>
              <a:lnSpc>
                <a:spcPct val="150000"/>
              </a:lnSpc>
            </a:pPr>
            <a:endParaRPr lang="zh-CN" altLang="en-US" dirty="0">
              <a:latin typeface="Times New Roman" panose="02020503050405090304" pitchFamily="18" charset="0"/>
              <a:ea typeface="宋体" pitchFamily="2" charset="-122"/>
            </a:endParaRPr>
          </a:p>
          <a:p>
            <a:pPr>
              <a:lnSpc>
                <a:spcPct val="150000"/>
              </a:lnSpc>
            </a:pPr>
            <a:endParaRPr lang="zh-CN" altLang="en-US" dirty="0">
              <a:latin typeface="Times New Roman" panose="02020503050405090304" pitchFamily="18" charset="0"/>
              <a:ea typeface="宋体" pitchFamily="2" charset="-122"/>
            </a:endParaRPr>
          </a:p>
          <a:p>
            <a:pPr>
              <a:lnSpc>
                <a:spcPct val="150000"/>
              </a:lnSpc>
            </a:pPr>
            <a:endParaRPr lang="zh-CN" altLang="en-US" dirty="0">
              <a:latin typeface="Times New Roman" panose="02020503050405090304" pitchFamily="18" charset="0"/>
              <a:ea typeface="宋体" pitchFamily="2" charset="-122"/>
            </a:endParaRPr>
          </a:p>
          <a:p>
            <a:pPr>
              <a:lnSpc>
                <a:spcPct val="150000"/>
              </a:lnSpc>
            </a:pPr>
            <a:endParaRPr lang="zh-CN" altLang="en-US" dirty="0">
              <a:latin typeface="Times New Roman" panose="02020503050405090304" pitchFamily="18" charset="0"/>
              <a:ea typeface="宋体" pitchFamily="2" charset="-122"/>
            </a:endParaRPr>
          </a:p>
          <a:p>
            <a:pPr>
              <a:lnSpc>
                <a:spcPct val="150000"/>
              </a:lnSpc>
            </a:pPr>
            <a:endParaRPr lang="zh-CN" altLang="en-US" dirty="0">
              <a:latin typeface="Times New Roman" panose="02020503050405090304" pitchFamily="18" charset="0"/>
              <a:ea typeface="宋体" pitchFamily="2" charset="-122"/>
            </a:endParaRPr>
          </a:p>
          <a:p>
            <a:pPr>
              <a:lnSpc>
                <a:spcPct val="150000"/>
              </a:lnSpc>
            </a:pPr>
            <a:endParaRPr lang="zh-CN" altLang="en-US" dirty="0">
              <a:latin typeface="Times New Roman" panose="02020503050405090304" pitchFamily="18" charset="0"/>
              <a:ea typeface="宋体" pitchFamily="2" charset="-122"/>
            </a:endParaRPr>
          </a:p>
        </p:txBody>
      </p:sp>
      <p:cxnSp>
        <p:nvCxnSpPr>
          <p:cNvPr id="8" name="直接箭头连接符 7"/>
          <p:cNvCxnSpPr/>
          <p:nvPr/>
        </p:nvCxnSpPr>
        <p:spPr>
          <a:xfrm flipH="1" flipV="1">
            <a:off x="1764030" y="3664585"/>
            <a:ext cx="7620" cy="35623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2"/>
          <a:stretch>
            <a:fillRect/>
          </a:stretch>
        </p:blipFill>
        <p:spPr>
          <a:xfrm>
            <a:off x="1447165" y="3054985"/>
            <a:ext cx="6149340" cy="609600"/>
          </a:xfrm>
          <a:prstGeom prst="rect">
            <a:avLst/>
          </a:prstGeom>
        </p:spPr>
      </p:pic>
      <p:cxnSp>
        <p:nvCxnSpPr>
          <p:cNvPr id="10" name="直接箭头连接符 9"/>
          <p:cNvCxnSpPr/>
          <p:nvPr/>
        </p:nvCxnSpPr>
        <p:spPr>
          <a:xfrm flipH="1" flipV="1">
            <a:off x="5186680" y="3686810"/>
            <a:ext cx="7620" cy="35623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764030" y="4169410"/>
            <a:ext cx="2046605" cy="762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3902075" y="4161790"/>
            <a:ext cx="2030730" cy="1524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flipH="1" flipV="1">
            <a:off x="3871595" y="3686810"/>
            <a:ext cx="7620" cy="356235"/>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1764030" y="4284345"/>
            <a:ext cx="1392555" cy="635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3900170" y="4280535"/>
            <a:ext cx="1315085" cy="9525"/>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V="1">
            <a:off x="3902075" y="4401185"/>
            <a:ext cx="745490" cy="5715"/>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5162550" y="4085590"/>
            <a:ext cx="2030730" cy="1524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2111375" y="4514215"/>
            <a:ext cx="697230" cy="299085"/>
          </a:xfrm>
          <a:prstGeom prst="rect">
            <a:avLst/>
          </a:prstGeom>
          <a:noFill/>
        </p:spPr>
        <p:txBody>
          <a:bodyPr wrap="none" rtlCol="0">
            <a:spAutoFit/>
          </a:bodyPr>
          <a:lstStyle/>
          <a:p>
            <a:r>
              <a:rPr lang="zh-CN" altLang="en-US">
                <a:latin typeface="Times New Roman" panose="02020503050405090304" pitchFamily="18" charset="0"/>
                <a:ea typeface="宋体" pitchFamily="2" charset="-122"/>
              </a:rPr>
              <a:t>秦皇岛</a:t>
            </a:r>
            <a:endParaRPr lang="zh-CN" altLang="en-US">
              <a:latin typeface="Times New Roman" panose="02020503050405090304" pitchFamily="18" charset="0"/>
              <a:ea typeface="宋体" pitchFamily="2" charset="-122"/>
            </a:endParaRPr>
          </a:p>
        </p:txBody>
      </p:sp>
      <p:sp>
        <p:nvSpPr>
          <p:cNvPr id="29" name="文本框 28"/>
          <p:cNvSpPr txBox="1"/>
          <p:nvPr/>
        </p:nvSpPr>
        <p:spPr>
          <a:xfrm>
            <a:off x="3902075" y="4514215"/>
            <a:ext cx="525780" cy="299085"/>
          </a:xfrm>
          <a:prstGeom prst="rect">
            <a:avLst/>
          </a:prstGeom>
          <a:noFill/>
        </p:spPr>
        <p:txBody>
          <a:bodyPr wrap="none" rtlCol="0">
            <a:spAutoFit/>
          </a:bodyPr>
          <a:lstStyle/>
          <a:p>
            <a:r>
              <a:rPr lang="zh-CN" altLang="en-US">
                <a:latin typeface="Times New Roman" panose="02020503050405090304" pitchFamily="18" charset="0"/>
                <a:ea typeface="宋体" pitchFamily="2" charset="-122"/>
              </a:rPr>
              <a:t>今天</a:t>
            </a:r>
            <a:endParaRPr lang="zh-CN" altLang="en-US">
              <a:latin typeface="Times New Roman" panose="02020503050405090304" pitchFamily="18" charset="0"/>
              <a:ea typeface="宋体" pitchFamily="2" charset="-122"/>
            </a:endParaRPr>
          </a:p>
        </p:txBody>
      </p:sp>
      <p:sp>
        <p:nvSpPr>
          <p:cNvPr id="30" name="文本框 29"/>
          <p:cNvSpPr txBox="1"/>
          <p:nvPr/>
        </p:nvSpPr>
        <p:spPr>
          <a:xfrm>
            <a:off x="5849620" y="4514215"/>
            <a:ext cx="868680" cy="299085"/>
          </a:xfrm>
          <a:prstGeom prst="rect">
            <a:avLst/>
          </a:prstGeom>
          <a:noFill/>
        </p:spPr>
        <p:txBody>
          <a:bodyPr wrap="none" rtlCol="0">
            <a:spAutoFit/>
          </a:bodyPr>
          <a:lstStyle/>
          <a:p>
            <a:r>
              <a:rPr lang="zh-CN" altLang="en-US">
                <a:latin typeface="Times New Roman" panose="02020503050405090304" pitchFamily="18" charset="0"/>
                <a:ea typeface="宋体" pitchFamily="2" charset="-122"/>
              </a:rPr>
              <a:t>晴空万里</a:t>
            </a:r>
            <a:endParaRPr lang="zh-CN" altLang="en-US">
              <a:latin typeface="Times New Roman" panose="02020503050405090304" pitchFamily="18" charset="0"/>
              <a:ea typeface="宋体" pitchFamily="2" charset="-122"/>
            </a:endParaRPr>
          </a:p>
        </p:txBody>
      </p:sp>
      <p:sp>
        <p:nvSpPr>
          <p:cNvPr id="13" name="标题 12"/>
          <p:cNvSpPr>
            <a:spLocks noGrp="1"/>
          </p:cNvSpPr>
          <p:nvPr>
            <p:ph type="title"/>
          </p:nvPr>
        </p:nvSpPr>
        <p:spPr>
          <a:xfrm>
            <a:off x="362425" y="8096"/>
            <a:ext cx="8781575" cy="702469"/>
          </a:xfrm>
        </p:spPr>
        <p:txBody>
          <a:bodyPr/>
          <a:lstStyle/>
          <a:p>
            <a:r>
              <a:rPr lang="en-US" altLang="zh-CN" sz="2400" b="1">
                <a:solidFill>
                  <a:srgbClr val="004C41"/>
                </a:solidFill>
                <a:ea typeface="宋体" pitchFamily="2" charset="-122"/>
                <a:cs typeface="+mn-ea"/>
                <a:sym typeface="+mn-lt"/>
              </a:rPr>
              <a:t>1.</a:t>
            </a:r>
            <a:r>
              <a:rPr lang="zh-CN" altLang="en-US" sz="2400" b="1">
                <a:solidFill>
                  <a:srgbClr val="004C41"/>
                </a:solidFill>
                <a:ea typeface="宋体" pitchFamily="2" charset="-122"/>
                <a:cs typeface="+mn-ea"/>
                <a:sym typeface="+mn-lt"/>
              </a:rPr>
              <a:t>正向最大匹配算法</a:t>
            </a:r>
            <a:endParaRPr lang="zh-CN" altLang="en-US">
              <a:ea typeface="宋体" pitchFamily="2" charset="-122"/>
            </a:endParaRPr>
          </a:p>
        </p:txBody>
      </p:sp>
      <p:sp>
        <p:nvSpPr>
          <p:cNvPr id="3" name="日期占位符 2"/>
          <p:cNvSpPr>
            <a:spLocks noGrp="1"/>
          </p:cNvSpPr>
          <p:nvPr>
            <p:ph type="dt" sz="half" idx="10"/>
          </p:nvPr>
        </p:nvSpPr>
        <p:spPr/>
        <p:txBody>
          <a:bodyPr/>
          <a:lstStyle/>
          <a:p>
            <a:fld id="{B35A3366-3DFD-4D6D-8740-16F1B3FA2CFB}"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11" name="灯片编号占位符 10"/>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down)">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down)">
                                      <p:cBhvr>
                                        <p:cTn id="23" dur="5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wipe(down)">
                                      <p:cBhvr>
                                        <p:cTn id="28" dur="500"/>
                                        <p:tgtEl>
                                          <p:spTgt spid="18"/>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wipe(down)">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wipe(down)">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wipe(down)">
                                      <p:cBhvr>
                                        <p:cTn id="47" dur="500"/>
                                        <p:tgtEl>
                                          <p:spTgt spid="24"/>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25"/>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29"/>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nodeType="clickEffect">
                                  <p:stCondLst>
                                    <p:cond delay="0"/>
                                  </p:stCondLst>
                                  <p:childTnLst>
                                    <p:set>
                                      <p:cBhvr>
                                        <p:cTn id="59" dur="1" fill="hold">
                                          <p:stCondLst>
                                            <p:cond delay="0"/>
                                          </p:stCondLst>
                                        </p:cTn>
                                        <p:tgtEl>
                                          <p:spTgt spid="10"/>
                                        </p:tgtEl>
                                        <p:attrNameLst>
                                          <p:attrName>style.visibility</p:attrName>
                                        </p:attrNameLst>
                                      </p:cBhvr>
                                      <p:to>
                                        <p:strVal val="visible"/>
                                      </p:to>
                                    </p:set>
                                    <p:animEffect transition="in" filter="wipe(down)">
                                      <p:cBhvr>
                                        <p:cTn id="60" dur="500"/>
                                        <p:tgtEl>
                                          <p:spTgt spid="10"/>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nodeType="click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wipe(down)">
                                      <p:cBhvr>
                                        <p:cTn id="65" dur="500"/>
                                        <p:tgtEl>
                                          <p:spTgt spid="27"/>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28" grpId="0"/>
      <p:bldP spid="28" grpId="1"/>
      <p:bldP spid="29" grpId="0"/>
      <p:bldP spid="29" grpId="1"/>
      <p:bldP spid="30" grpId="0"/>
      <p:bldP spid="30"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b="1">
                <a:solidFill>
                  <a:srgbClr val="004C41"/>
                </a:solidFill>
                <a:ea typeface="宋体" pitchFamily="2" charset="-122"/>
                <a:cs typeface="+mn-ea"/>
                <a:sym typeface="+mn-lt"/>
              </a:rPr>
              <a:t>1.</a:t>
            </a:r>
            <a:r>
              <a:rPr lang="zh-CN" altLang="en-US" sz="2400" b="1">
                <a:solidFill>
                  <a:srgbClr val="004C41"/>
                </a:solidFill>
                <a:ea typeface="宋体" pitchFamily="2" charset="-122"/>
                <a:cs typeface="+mn-ea"/>
                <a:sym typeface="+mn-lt"/>
              </a:rPr>
              <a:t>正向最大匹配算法</a:t>
            </a:r>
            <a:endParaRPr lang="zh-CN" altLang="en-US"/>
          </a:p>
        </p:txBody>
      </p:sp>
      <p:sp>
        <p:nvSpPr>
          <p:cNvPr id="3" name="日期占位符 2"/>
          <p:cNvSpPr>
            <a:spLocks noGrp="1"/>
          </p:cNvSpPr>
          <p:nvPr>
            <p:ph type="dt" sz="half" idx="10"/>
          </p:nvPr>
        </p:nvSpPr>
        <p:spPr/>
        <p:txBody>
          <a:bodyPr/>
          <a:lstStyle/>
          <a:p>
            <a:fld id="{B5EB4023-B692-41B2-93C3-32315200AA94}"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5" name="文本框 4"/>
          <p:cNvSpPr txBox="1"/>
          <p:nvPr/>
        </p:nvSpPr>
        <p:spPr>
          <a:xfrm>
            <a:off x="530352" y="982980"/>
            <a:ext cx="954107" cy="400110"/>
          </a:xfrm>
          <a:prstGeom prst="rect">
            <a:avLst/>
          </a:prstGeom>
          <a:noFill/>
        </p:spPr>
        <p:txBody>
          <a:bodyPr wrap="none" rtlCol="0">
            <a:spAutoFit/>
          </a:bodyPr>
          <a:lstStyle/>
          <a:p>
            <a:r>
              <a:rPr lang="zh-CN" altLang="en-US" sz="2000"/>
              <a:t>缺点：</a:t>
            </a:r>
            <a:endParaRPr lang="zh-CN" altLang="en-US" sz="2000"/>
          </a:p>
        </p:txBody>
      </p:sp>
      <p:sp>
        <p:nvSpPr>
          <p:cNvPr id="7" name="文本框 6"/>
          <p:cNvSpPr txBox="1"/>
          <p:nvPr/>
        </p:nvSpPr>
        <p:spPr>
          <a:xfrm>
            <a:off x="643509" y="1383090"/>
            <a:ext cx="8043292" cy="2117246"/>
          </a:xfrm>
          <a:prstGeom prst="rect">
            <a:avLst/>
          </a:prstGeom>
          <a:noFill/>
        </p:spPr>
        <p:txBody>
          <a:bodyPr wrap="square">
            <a:spAutoFit/>
          </a:bodyPr>
          <a:lstStyle/>
          <a:p>
            <a:pPr marL="285750" indent="-285750">
              <a:lnSpc>
                <a:spcPct val="150000"/>
              </a:lnSpc>
              <a:buClr>
                <a:srgbClr val="0070C0"/>
              </a:buClr>
              <a:buFont typeface="Wingdings" panose="05000000000000000000" pitchFamily="2" charset="2"/>
              <a:buChar char="n"/>
            </a:pPr>
            <a:r>
              <a:rPr lang="zh-CN" altLang="en-US" sz="1800">
                <a:solidFill>
                  <a:srgbClr val="3333FF"/>
                </a:solidFill>
              </a:rPr>
              <a:t>倾向于切分出较长的词，这容易导致错误的切分结果。</a:t>
            </a:r>
            <a:r>
              <a:rPr lang="zh-CN" altLang="en-US" sz="1800"/>
              <a:t>如“研究生命的起源”，由于“研究生”是词典中的词，所以使用正向最大匹配分词算法的分词结果为“研究生</a:t>
            </a:r>
            <a:r>
              <a:rPr lang="en-US" altLang="zh-CN" sz="1800"/>
              <a:t>/</a:t>
            </a:r>
            <a:r>
              <a:rPr lang="zh-CN" altLang="en-US" sz="1800"/>
              <a:t>命</a:t>
            </a:r>
            <a:r>
              <a:rPr lang="en-US" altLang="zh-CN" sz="1800"/>
              <a:t>/</a:t>
            </a:r>
            <a:r>
              <a:rPr lang="zh-CN" altLang="en-US" sz="1800"/>
              <a:t>的</a:t>
            </a:r>
            <a:r>
              <a:rPr lang="en-US" altLang="zh-CN" sz="1800"/>
              <a:t>/</a:t>
            </a:r>
            <a:r>
              <a:rPr lang="zh-CN" altLang="en-US" sz="1800"/>
              <a:t>起源”，显然分词结果不正确。这种情况一般被称为切分歧义问题，即同一个句子可能存在多种分词结果一旦分词错误，则会影响对句子的语义理解。</a:t>
            </a:r>
            <a:endParaRPr lang="zh-CN" altLang="en-US" sz="180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b="1">
                <a:solidFill>
                  <a:srgbClr val="004C41"/>
                </a:solidFill>
                <a:ea typeface="宋体" pitchFamily="2" charset="-122"/>
                <a:cs typeface="+mn-ea"/>
                <a:sym typeface="+mn-lt"/>
              </a:rPr>
              <a:t>1.</a:t>
            </a:r>
            <a:r>
              <a:rPr lang="zh-CN" altLang="en-US" sz="2400" b="1">
                <a:solidFill>
                  <a:srgbClr val="004C41"/>
                </a:solidFill>
                <a:ea typeface="宋体" pitchFamily="2" charset="-122"/>
                <a:cs typeface="+mn-ea"/>
                <a:sym typeface="+mn-lt"/>
              </a:rPr>
              <a:t>正向最大匹配算法</a:t>
            </a:r>
            <a:endParaRPr lang="zh-CN" altLang="en-US"/>
          </a:p>
        </p:txBody>
      </p:sp>
      <p:sp>
        <p:nvSpPr>
          <p:cNvPr id="3" name="日期占位符 2"/>
          <p:cNvSpPr>
            <a:spLocks noGrp="1"/>
          </p:cNvSpPr>
          <p:nvPr>
            <p:ph type="dt" sz="half" idx="10"/>
          </p:nvPr>
        </p:nvSpPr>
        <p:spPr/>
        <p:txBody>
          <a:bodyPr/>
          <a:lstStyle/>
          <a:p>
            <a:fld id="{B5EB4023-B692-41B2-93C3-32315200AA94}"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5" name="文本框 4"/>
          <p:cNvSpPr txBox="1"/>
          <p:nvPr/>
        </p:nvSpPr>
        <p:spPr>
          <a:xfrm>
            <a:off x="530352" y="982980"/>
            <a:ext cx="954107" cy="400110"/>
          </a:xfrm>
          <a:prstGeom prst="rect">
            <a:avLst/>
          </a:prstGeom>
          <a:noFill/>
        </p:spPr>
        <p:txBody>
          <a:bodyPr wrap="none" rtlCol="0">
            <a:spAutoFit/>
          </a:bodyPr>
          <a:lstStyle/>
          <a:p>
            <a:r>
              <a:rPr lang="zh-CN" altLang="en-US" sz="2000"/>
              <a:t>缺点：</a:t>
            </a:r>
            <a:endParaRPr lang="zh-CN" altLang="en-US" sz="2000"/>
          </a:p>
        </p:txBody>
      </p:sp>
      <p:sp>
        <p:nvSpPr>
          <p:cNvPr id="9" name="文本框 8"/>
          <p:cNvSpPr txBox="1"/>
          <p:nvPr/>
        </p:nvSpPr>
        <p:spPr>
          <a:xfrm>
            <a:off x="636651" y="1521721"/>
            <a:ext cx="7947279" cy="1286250"/>
          </a:xfrm>
          <a:prstGeom prst="rect">
            <a:avLst/>
          </a:prstGeom>
          <a:noFill/>
        </p:spPr>
        <p:txBody>
          <a:bodyPr wrap="square">
            <a:spAutoFit/>
          </a:bodyPr>
          <a:lstStyle/>
          <a:p>
            <a:pPr marL="285750" indent="-285750">
              <a:lnSpc>
                <a:spcPct val="150000"/>
              </a:lnSpc>
              <a:buClr>
                <a:srgbClr val="0070C0"/>
              </a:buClr>
              <a:buFont typeface="Wingdings" panose="05000000000000000000" pitchFamily="2" charset="2"/>
              <a:buChar char="n"/>
            </a:pPr>
            <a:r>
              <a:rPr lang="zh-CN" altLang="en-US" sz="1800">
                <a:solidFill>
                  <a:srgbClr val="3333FF"/>
                </a:solidFill>
              </a:rPr>
              <a:t>对中文词的定义不明确</a:t>
            </a:r>
            <a:r>
              <a:rPr lang="zh-CN" altLang="en-US" sz="1800"/>
              <a:t>，如“哈尔滨市”可以是一个词，也可以认为“哈尔滨”是一个词，“市”是一个词。因此，目前存在多种中文分词的规范，根据不同机范了标注了不同的数据集。</a:t>
            </a:r>
            <a:endParaRPr lang="zh-CN" altLang="en-US" sz="180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1"/>
          <p:cNvSpPr txBox="1">
            <a:spLocks noChangeArrowheads="1"/>
          </p:cNvSpPr>
          <p:nvPr/>
        </p:nvSpPr>
        <p:spPr bwMode="auto">
          <a:xfrm>
            <a:off x="390300" y="875500"/>
            <a:ext cx="887857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90204" pitchFamily="34" charset="0"/>
              <a:buChar char="•"/>
              <a:defRPr sz="2800">
                <a:solidFill>
                  <a:schemeClr val="tx1"/>
                </a:solidFill>
                <a:latin typeface="Calibri" pitchFamily="34" charset="0"/>
                <a:ea typeface="宋体" pitchFamily="2" charset="-122"/>
              </a:defRPr>
            </a:lvl1pPr>
            <a:lvl2pPr marL="742950" indent="-285750">
              <a:lnSpc>
                <a:spcPct val="90000"/>
              </a:lnSpc>
              <a:spcBef>
                <a:spcPts val="500"/>
              </a:spcBef>
              <a:buFont typeface="Arial" panose="020B0604020202090204" pitchFamily="34" charset="0"/>
              <a:buChar char="•"/>
              <a:defRPr sz="2400">
                <a:solidFill>
                  <a:schemeClr val="tx1"/>
                </a:solidFill>
                <a:latin typeface="Calibri" pitchFamily="34" charset="0"/>
                <a:ea typeface="宋体" pitchFamily="2" charset="-122"/>
              </a:defRPr>
            </a:lvl2pPr>
            <a:lvl3pPr marL="1143000" indent="-228600">
              <a:lnSpc>
                <a:spcPct val="90000"/>
              </a:lnSpc>
              <a:spcBef>
                <a:spcPts val="500"/>
              </a:spcBef>
              <a:buFont typeface="Arial" panose="020B0604020202090204" pitchFamily="34" charset="0"/>
              <a:buChar char="•"/>
              <a:defRPr sz="2000">
                <a:solidFill>
                  <a:schemeClr val="tx1"/>
                </a:solidFill>
                <a:latin typeface="Calibri" pitchFamily="34" charset="0"/>
                <a:ea typeface="宋体" pitchFamily="2" charset="-122"/>
              </a:defRPr>
            </a:lvl3pPr>
            <a:lvl4pPr marL="1600200" indent="-228600">
              <a:lnSpc>
                <a:spcPct val="90000"/>
              </a:lnSpc>
              <a:spcBef>
                <a:spcPts val="500"/>
              </a:spcBef>
              <a:buFont typeface="Arial" panose="020B0604020202090204" pitchFamily="34" charset="0"/>
              <a:buChar char="•"/>
              <a:defRPr>
                <a:solidFill>
                  <a:schemeClr val="tx1"/>
                </a:solidFill>
                <a:latin typeface="Calibri" pitchFamily="34" charset="0"/>
                <a:ea typeface="宋体" pitchFamily="2" charset="-122"/>
              </a:defRPr>
            </a:lvl4pPr>
            <a:lvl5pPr marL="2057400" indent="-228600">
              <a:lnSpc>
                <a:spcPct val="90000"/>
              </a:lnSpc>
              <a:spcBef>
                <a:spcPts val="500"/>
              </a:spcBef>
              <a:buFont typeface="Arial" panose="020B0604020202090204" pitchFamily="34" charset="0"/>
              <a:buChar char="•"/>
              <a:defRPr>
                <a:solidFill>
                  <a:schemeClr val="tx1"/>
                </a:solidFill>
                <a:latin typeface="Calibri"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9pPr>
          </a:lstStyle>
          <a:p>
            <a:pPr>
              <a:lnSpc>
                <a:spcPct val="100000"/>
              </a:lnSpc>
              <a:spcBef>
                <a:spcPct val="0"/>
              </a:spcBef>
              <a:buFontTx/>
              <a:buNone/>
            </a:pPr>
            <a:r>
              <a:rPr lang="en-US" sz="1800" b="1" dirty="0">
                <a:solidFill>
                  <a:srgbClr val="004C41"/>
                </a:solidFill>
                <a:latin typeface="Times New Roman" panose="02020503050405090304" pitchFamily="18" charset="0"/>
                <a:cs typeface="+mn-ea"/>
                <a:sym typeface="+mn-lt"/>
              </a:rPr>
              <a:t>2.</a:t>
            </a:r>
            <a:r>
              <a:rPr lang="zh-CN" altLang="en-US" sz="1800" b="1" dirty="0">
                <a:solidFill>
                  <a:srgbClr val="004C41"/>
                </a:solidFill>
                <a:latin typeface="Times New Roman" panose="02020503050405090304" pitchFamily="18" charset="0"/>
                <a:cs typeface="+mn-ea"/>
                <a:sym typeface="+mn-lt"/>
              </a:rPr>
              <a:t>逆向最大匹配</a:t>
            </a:r>
            <a:r>
              <a:rPr lang="zh-CN" altLang="en-US" sz="1800" b="1">
                <a:solidFill>
                  <a:srgbClr val="004C41"/>
                </a:solidFill>
                <a:latin typeface="Times New Roman" panose="02020503050405090304" pitchFamily="18" charset="0"/>
                <a:cs typeface="+mn-ea"/>
                <a:sym typeface="+mn-lt"/>
              </a:rPr>
              <a:t>算法（</a:t>
            </a:r>
            <a:r>
              <a:rPr lang="zh-CN" altLang="en-US" sz="1800">
                <a:latin typeface="Times New Roman" panose="02020503050405090304" pitchFamily="18" charset="0"/>
                <a:sym typeface="+mn-ea"/>
              </a:rPr>
              <a:t>Reverse </a:t>
            </a:r>
            <a:r>
              <a:rPr lang="zh-CN" altLang="en-US" sz="1800" dirty="0">
                <a:latin typeface="Times New Roman" panose="02020503050405090304" pitchFamily="18" charset="0"/>
                <a:sym typeface="+mn-ea"/>
              </a:rPr>
              <a:t>directional Maximum Matching </a:t>
            </a:r>
            <a:r>
              <a:rPr lang="en-US" altLang="zh-CN" sz="1800">
                <a:latin typeface="Times New Roman" panose="02020503050405090304" pitchFamily="18" charset="0"/>
                <a:sym typeface="+mn-ea"/>
              </a:rPr>
              <a:t>m</a:t>
            </a:r>
            <a:r>
              <a:rPr lang="zh-CN" altLang="en-US" sz="1800">
                <a:latin typeface="Times New Roman" panose="02020503050405090304" pitchFamily="18" charset="0"/>
                <a:sym typeface="+mn-ea"/>
              </a:rPr>
              <a:t>ethod</a:t>
            </a:r>
            <a:r>
              <a:rPr lang="en-US" altLang="zh-CN" sz="1800">
                <a:latin typeface="Times New Roman" panose="02020503050405090304" pitchFamily="18" charset="0"/>
                <a:sym typeface="+mn-ea"/>
              </a:rPr>
              <a:t>,</a:t>
            </a:r>
            <a:r>
              <a:rPr lang="en-US" altLang="zh-CN" sz="1800" b="1">
                <a:solidFill>
                  <a:srgbClr val="004C41"/>
                </a:solidFill>
                <a:latin typeface="Times New Roman" panose="02020503050405090304" pitchFamily="18" charset="0"/>
                <a:cs typeface="+mn-ea"/>
                <a:sym typeface="+mn-lt"/>
              </a:rPr>
              <a:t> RMM)</a:t>
            </a:r>
            <a:endParaRPr lang="en-US" altLang="zh-CN" sz="1800" b="1" dirty="0">
              <a:solidFill>
                <a:srgbClr val="004C41"/>
              </a:solidFill>
              <a:latin typeface="Times New Roman" panose="02020503050405090304" pitchFamily="18" charset="0"/>
              <a:cs typeface="+mn-ea"/>
              <a:sym typeface="+mn-lt"/>
            </a:endParaRPr>
          </a:p>
        </p:txBody>
      </p:sp>
      <p:sp>
        <p:nvSpPr>
          <p:cNvPr id="4" name="文本框 3" descr="7b0a202020202262756c6c6574223a20227b5c2263617465676f727949645c223a31303030362c5c2274656d706c61746549645c223a32303233313236327d220a7d0a"/>
          <p:cNvSpPr txBox="1"/>
          <p:nvPr/>
        </p:nvSpPr>
        <p:spPr>
          <a:xfrm>
            <a:off x="457200" y="1194880"/>
            <a:ext cx="7960360" cy="506730"/>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a:lnSpc>
                <a:spcPct val="200000"/>
              </a:lnSpc>
            </a:pPr>
            <a:r>
              <a:rPr lang="zh-CN" altLang="en-US" sz="1600" dirty="0">
                <a:solidFill>
                  <a:srgbClr val="00B050"/>
                </a:solidFill>
                <a:latin typeface="Times New Roman" panose="02020503050405090304" pitchFamily="18" charset="0"/>
                <a:ea typeface="宋体" pitchFamily="2" charset="-122"/>
              </a:rPr>
              <a:t>理解：</a:t>
            </a:r>
            <a:r>
              <a:rPr lang="zh-CN" altLang="en-US" sz="1600" dirty="0">
                <a:latin typeface="Times New Roman" panose="02020503050405090304" pitchFamily="18" charset="0"/>
                <a:ea typeface="宋体" pitchFamily="2" charset="-122"/>
              </a:rPr>
              <a:t>从右向左扫描文本，寻找词的最大匹配。</a:t>
            </a:r>
            <a:endParaRPr lang="zh-CN" altLang="en-US" sz="1600" dirty="0">
              <a:latin typeface="Times New Roman" panose="02020503050405090304" pitchFamily="18" charset="0"/>
              <a:ea typeface="宋体" pitchFamily="2" charset="-122"/>
            </a:endParaRPr>
          </a:p>
        </p:txBody>
      </p:sp>
      <p:sp>
        <p:nvSpPr>
          <p:cNvPr id="3" name="文本框 2"/>
          <p:cNvSpPr txBox="1"/>
          <p:nvPr/>
        </p:nvSpPr>
        <p:spPr>
          <a:xfrm>
            <a:off x="390300" y="2190023"/>
            <a:ext cx="800219" cy="507255"/>
          </a:xfrm>
          <a:prstGeom prst="rect">
            <a:avLst/>
          </a:prstGeom>
          <a:noFill/>
        </p:spPr>
        <p:txBody>
          <a:bodyPr wrap="none" rtlCol="0">
            <a:spAutoFit/>
          </a:bodyPr>
          <a:lstStyle/>
          <a:p>
            <a:pPr algn="l">
              <a:lnSpc>
                <a:spcPct val="200000"/>
              </a:lnSpc>
            </a:pPr>
            <a:r>
              <a:rPr lang="zh-CN" altLang="en-US" sz="1600" dirty="0">
                <a:solidFill>
                  <a:srgbClr val="00B050"/>
                </a:solidFill>
                <a:latin typeface="Times New Roman" panose="02020503050405090304" pitchFamily="18" charset="0"/>
                <a:ea typeface="宋体" pitchFamily="2" charset="-122"/>
                <a:sym typeface="+mn-ea"/>
              </a:rPr>
              <a:t>原理：</a:t>
            </a:r>
            <a:endParaRPr lang="zh-CN" altLang="en-US" sz="1600" dirty="0">
              <a:solidFill>
                <a:srgbClr val="00B050"/>
              </a:solidFill>
              <a:latin typeface="Times New Roman" panose="02020503050405090304" pitchFamily="18" charset="0"/>
              <a:ea typeface="宋体" pitchFamily="2" charset="-122"/>
              <a:sym typeface="+mn-ea"/>
            </a:endParaRPr>
          </a:p>
        </p:txBody>
      </p:sp>
      <p:pic>
        <p:nvPicPr>
          <p:cNvPr id="7" name="C9F754DE-2CAD-44b6-B708-469DEB6407EB-1" descr="C:/Users/yuyang/AppData/Local/Temp/wpp.tVGPxewpp"/>
          <p:cNvPicPr>
            <a:picLocks noChangeAspect="1"/>
          </p:cNvPicPr>
          <p:nvPr/>
        </p:nvPicPr>
        <p:blipFill rotWithShape="1">
          <a:blip r:embed="rId1"/>
          <a:srcRect l="22887" t="6769" b="7483"/>
          <a:stretch>
            <a:fillRect/>
          </a:stretch>
        </p:blipFill>
        <p:spPr>
          <a:xfrm>
            <a:off x="1396741" y="1651657"/>
            <a:ext cx="7227467" cy="3227766"/>
          </a:xfrm>
          <a:prstGeom prst="rect">
            <a:avLst/>
          </a:prstGeom>
        </p:spPr>
      </p:pic>
      <p:sp>
        <p:nvSpPr>
          <p:cNvPr id="8" name="标题 7"/>
          <p:cNvSpPr>
            <a:spLocks noGrp="1"/>
          </p:cNvSpPr>
          <p:nvPr>
            <p:ph type="title"/>
          </p:nvPr>
        </p:nvSpPr>
        <p:spPr>
          <a:xfrm>
            <a:off x="591025" y="-19236"/>
            <a:ext cx="8781575" cy="702469"/>
          </a:xfrm>
        </p:spPr>
        <p:txBody>
          <a:bodyPr/>
          <a:lstStyle/>
          <a:p>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逆向最大匹配算法</a:t>
            </a:r>
            <a:endParaRPr lang="zh-CN" altLang="en-US">
              <a:ea typeface="宋体" pitchFamily="2" charset="-122"/>
            </a:endParaRPr>
          </a:p>
        </p:txBody>
      </p:sp>
      <p:sp>
        <p:nvSpPr>
          <p:cNvPr id="5" name="日期占位符 4"/>
          <p:cNvSpPr>
            <a:spLocks noGrp="1"/>
          </p:cNvSpPr>
          <p:nvPr>
            <p:ph type="dt" sz="half" idx="10"/>
          </p:nvPr>
        </p:nvSpPr>
        <p:spPr/>
        <p:txBody>
          <a:bodyPr/>
          <a:lstStyle/>
          <a:p>
            <a:fld id="{43F97AFB-3B30-4F8E-82D5-668E90668989}"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6" name="灯片编号占位符 5"/>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cxnSp>
        <p:nvCxnSpPr>
          <p:cNvPr id="9" name="直接连接符 8"/>
          <p:cNvCxnSpPr/>
          <p:nvPr/>
        </p:nvCxnSpPr>
        <p:spPr>
          <a:xfrm>
            <a:off x="6276975" y="3662363"/>
            <a:ext cx="74771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anim calcmode="lin" valueType="num">
                                      <p:cBhvr>
                                        <p:cTn id="12" dur="1000" fill="hold"/>
                                        <p:tgtEl>
                                          <p:spTgt spid="3"/>
                                        </p:tgtEl>
                                        <p:attrNameLst>
                                          <p:attrName>ppt_x</p:attrName>
                                        </p:attrNameLst>
                                      </p:cBhvr>
                                      <p:tavLst>
                                        <p:tav tm="0">
                                          <p:val>
                                            <p:strVal val="#ppt_x"/>
                                          </p:val>
                                        </p:tav>
                                        <p:tav tm="100000">
                                          <p:val>
                                            <p:strVal val="#ppt_x"/>
                                          </p:val>
                                        </p:tav>
                                      </p:tavLst>
                                    </p:anim>
                                    <p:anim calcmode="lin" valueType="num">
                                      <p:cBhvr>
                                        <p:cTn id="13" dur="1000" fill="hold"/>
                                        <p:tgtEl>
                                          <p:spTgt spid="3"/>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1000"/>
                                        <p:tgtEl>
                                          <p:spTgt spid="7"/>
                                        </p:tgtEl>
                                      </p:cBhvr>
                                    </p:animEffect>
                                    <p:anim calcmode="lin" valueType="num">
                                      <p:cBhvr>
                                        <p:cTn id="17" dur="1000" fill="hold"/>
                                        <p:tgtEl>
                                          <p:spTgt spid="7"/>
                                        </p:tgtEl>
                                        <p:attrNameLst>
                                          <p:attrName>ppt_x</p:attrName>
                                        </p:attrNameLst>
                                      </p:cBhvr>
                                      <p:tavLst>
                                        <p:tav tm="0">
                                          <p:val>
                                            <p:strVal val="#ppt_x"/>
                                          </p:val>
                                        </p:tav>
                                        <p:tav tm="100000">
                                          <p:val>
                                            <p:strVal val="#ppt_x"/>
                                          </p:val>
                                        </p:tav>
                                      </p:tavLst>
                                    </p:anim>
                                    <p:anim calcmode="lin" valueType="num">
                                      <p:cBhvr>
                                        <p:cTn id="1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P spid="3" grpId="0"/>
      <p:bldP spid="3"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组合 30"/>
          <p:cNvGrpSpPr/>
          <p:nvPr/>
        </p:nvGrpSpPr>
        <p:grpSpPr>
          <a:xfrm>
            <a:off x="901065" y="822325"/>
            <a:ext cx="7242175" cy="1397000"/>
            <a:chOff x="1419" y="1295"/>
            <a:chExt cx="11405" cy="2200"/>
          </a:xfrm>
        </p:grpSpPr>
        <p:sp>
          <p:nvSpPr>
            <p:cNvPr id="4" name="文本框 3"/>
            <p:cNvSpPr txBox="1"/>
            <p:nvPr/>
          </p:nvSpPr>
          <p:spPr>
            <a:xfrm>
              <a:off x="1419" y="1295"/>
              <a:ext cx="11405" cy="1842"/>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r>
                <a:rPr lang="zh-CN" altLang="en-US" sz="1600" dirty="0">
                  <a:latin typeface="Times New Roman" panose="02020503050405090304" pitchFamily="18" charset="0"/>
                  <a:ea typeface="宋体" pitchFamily="2" charset="-122"/>
                </a:rPr>
                <a:t>【例】用逆向最大匹配法对“秦皇岛今天晴空万里”进行中文分词，见下表。</a:t>
              </a:r>
              <a:endParaRPr lang="zh-CN" altLang="en-US" sz="1600" dirty="0">
                <a:latin typeface="Times New Roman" panose="02020503050405090304" pitchFamily="18" charset="0"/>
                <a:ea typeface="宋体" pitchFamily="2" charset="-122"/>
              </a:endParaRPr>
            </a:p>
            <a:p>
              <a:r>
                <a:rPr lang="en-US" altLang="zh-CN" sz="1600" dirty="0">
                  <a:latin typeface="Times New Roman" panose="02020503050405090304" pitchFamily="18" charset="0"/>
                  <a:ea typeface="宋体" pitchFamily="2" charset="-122"/>
                  <a:sym typeface="+mn-ea"/>
                </a:rPr>
                <a:t>  </a:t>
              </a:r>
              <a:r>
                <a:rPr lang="zh-CN" altLang="en-US" sz="1600" dirty="0">
                  <a:latin typeface="Times New Roman" panose="02020503050405090304" pitchFamily="18" charset="0"/>
                  <a:ea typeface="宋体" pitchFamily="2" charset="-122"/>
                  <a:sym typeface="+mn-ea"/>
                </a:rPr>
                <a:t>词典 ：“秦皇岛”“岛”“今天”“天晴”“晴空万里”“万里”……</a:t>
              </a:r>
              <a:endParaRPr lang="zh-CN" altLang="en-US" sz="1600" dirty="0">
                <a:latin typeface="Times New Roman" panose="02020503050405090304" pitchFamily="18" charset="0"/>
                <a:ea typeface="宋体" pitchFamily="2" charset="-122"/>
              </a:endParaRPr>
            </a:p>
            <a:p>
              <a:pPr>
                <a:lnSpc>
                  <a:spcPct val="150000"/>
                </a:lnSpc>
              </a:pPr>
              <a:endParaRPr lang="zh-CN" altLang="en-US" dirty="0">
                <a:latin typeface="Times New Roman" panose="02020503050405090304" pitchFamily="18" charset="0"/>
                <a:ea typeface="宋体" pitchFamily="2" charset="-122"/>
              </a:endParaRPr>
            </a:p>
            <a:p>
              <a:pPr>
                <a:lnSpc>
                  <a:spcPct val="150000"/>
                </a:lnSpc>
              </a:pPr>
              <a:endParaRPr lang="zh-CN" altLang="en-US" dirty="0">
                <a:latin typeface="Times New Roman" panose="02020503050405090304" pitchFamily="18" charset="0"/>
                <a:ea typeface="宋体" pitchFamily="2" charset="-122"/>
              </a:endParaRPr>
            </a:p>
          </p:txBody>
        </p:sp>
        <p:pic>
          <p:nvPicPr>
            <p:cNvPr id="6" name="图片 5"/>
            <p:cNvPicPr>
              <a:picLocks noChangeAspect="1"/>
            </p:cNvPicPr>
            <p:nvPr/>
          </p:nvPicPr>
          <p:blipFill>
            <a:blip r:embed="rId1"/>
            <a:srcRect t="27493"/>
            <a:stretch>
              <a:fillRect/>
            </a:stretch>
          </p:blipFill>
          <p:spPr>
            <a:xfrm>
              <a:off x="1604" y="2390"/>
              <a:ext cx="10621" cy="1105"/>
            </a:xfrm>
            <a:prstGeom prst="rect">
              <a:avLst/>
            </a:prstGeom>
          </p:spPr>
        </p:pic>
      </p:grpSp>
      <p:sp>
        <p:nvSpPr>
          <p:cNvPr id="7" name="文本框 6"/>
          <p:cNvSpPr txBox="1"/>
          <p:nvPr/>
        </p:nvSpPr>
        <p:spPr>
          <a:xfrm>
            <a:off x="1018540" y="2304415"/>
            <a:ext cx="6743700" cy="2662204"/>
          </a:xfrm>
          <a:prstGeom prst="rect">
            <a:avLst/>
          </a:prstGeom>
          <a:noFill/>
          <a:ln>
            <a:solidFill>
              <a:schemeClr val="tx1"/>
            </a:solidFill>
            <a:prstDash val="lgDash"/>
          </a:ln>
        </p:spPr>
        <p:txBody>
          <a:bodyPr wrap="square" rtlCol="0">
            <a:spAutoFit/>
          </a:bodyPr>
          <a:lstStyle/>
          <a:p>
            <a:r>
              <a:rPr lang="zh-CN" altLang="en-US" sz="1600" dirty="0">
                <a:latin typeface="Times New Roman" panose="02020503050405090304" pitchFamily="18" charset="0"/>
                <a:ea typeface="宋体" pitchFamily="2" charset="-122"/>
              </a:rPr>
              <a:t>【案例分析】</a:t>
            </a:r>
            <a:endParaRPr lang="zh-CN" altLang="en-US" sz="1600" dirty="0">
              <a:latin typeface="Times New Roman" panose="02020503050405090304" pitchFamily="18" charset="0"/>
              <a:ea typeface="宋体" pitchFamily="2" charset="-122"/>
            </a:endParaRPr>
          </a:p>
          <a:p>
            <a:r>
              <a:rPr lang="zh-CN" altLang="en-US" sz="1600" dirty="0">
                <a:latin typeface="Times New Roman" panose="02020503050405090304" pitchFamily="18" charset="0"/>
                <a:ea typeface="宋体" pitchFamily="2" charset="-122"/>
              </a:rPr>
              <a:t>根据当前词典，单词扫描的最大长度 max=4（实际的词典最大长度可能会更大）</a:t>
            </a:r>
            <a:endParaRPr lang="zh-CN" altLang="en-US" sz="1600" dirty="0">
              <a:latin typeface="Times New Roman" panose="02020503050405090304" pitchFamily="18" charset="0"/>
              <a:ea typeface="宋体" pitchFamily="2" charset="-122"/>
            </a:endParaRPr>
          </a:p>
          <a:p>
            <a:pPr>
              <a:lnSpc>
                <a:spcPct val="150000"/>
              </a:lnSpc>
            </a:pPr>
            <a:endParaRPr lang="zh-CN" altLang="en-US" dirty="0">
              <a:latin typeface="Times New Roman" panose="02020503050405090304" pitchFamily="18" charset="0"/>
              <a:ea typeface="宋体" pitchFamily="2" charset="-122"/>
            </a:endParaRPr>
          </a:p>
          <a:p>
            <a:pPr>
              <a:lnSpc>
                <a:spcPct val="150000"/>
              </a:lnSpc>
            </a:pPr>
            <a:endParaRPr lang="zh-CN" altLang="en-US" dirty="0">
              <a:latin typeface="Times New Roman" panose="02020503050405090304" pitchFamily="18" charset="0"/>
              <a:ea typeface="宋体" pitchFamily="2" charset="-122"/>
            </a:endParaRPr>
          </a:p>
          <a:p>
            <a:pPr>
              <a:lnSpc>
                <a:spcPct val="150000"/>
              </a:lnSpc>
            </a:pPr>
            <a:endParaRPr lang="zh-CN" altLang="en-US" dirty="0">
              <a:latin typeface="Times New Roman" panose="02020503050405090304" pitchFamily="18" charset="0"/>
              <a:ea typeface="宋体" pitchFamily="2" charset="-122"/>
            </a:endParaRPr>
          </a:p>
          <a:p>
            <a:pPr>
              <a:lnSpc>
                <a:spcPct val="150000"/>
              </a:lnSpc>
            </a:pPr>
            <a:endParaRPr lang="zh-CN" altLang="en-US" dirty="0">
              <a:latin typeface="Times New Roman" panose="02020503050405090304" pitchFamily="18" charset="0"/>
              <a:ea typeface="宋体" pitchFamily="2" charset="-122"/>
            </a:endParaRPr>
          </a:p>
          <a:p>
            <a:pPr>
              <a:lnSpc>
                <a:spcPct val="150000"/>
              </a:lnSpc>
            </a:pPr>
            <a:endParaRPr lang="zh-CN" altLang="en-US" dirty="0">
              <a:latin typeface="Times New Roman" panose="02020503050405090304" pitchFamily="18" charset="0"/>
              <a:ea typeface="宋体" pitchFamily="2" charset="-122"/>
            </a:endParaRPr>
          </a:p>
          <a:p>
            <a:pPr>
              <a:lnSpc>
                <a:spcPct val="150000"/>
              </a:lnSpc>
            </a:pPr>
            <a:endParaRPr lang="zh-CN" altLang="en-US" dirty="0">
              <a:latin typeface="Times New Roman" panose="02020503050405090304" pitchFamily="18" charset="0"/>
              <a:ea typeface="宋体" pitchFamily="2" charset="-122"/>
            </a:endParaRPr>
          </a:p>
        </p:txBody>
      </p:sp>
      <p:cxnSp>
        <p:nvCxnSpPr>
          <p:cNvPr id="8" name="直接箭头连接符 7"/>
          <p:cNvCxnSpPr/>
          <p:nvPr/>
        </p:nvCxnSpPr>
        <p:spPr>
          <a:xfrm flipH="1" flipV="1">
            <a:off x="3156585" y="3620135"/>
            <a:ext cx="7620" cy="35623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2"/>
          <a:stretch>
            <a:fillRect/>
          </a:stretch>
        </p:blipFill>
        <p:spPr>
          <a:xfrm>
            <a:off x="1447165" y="3054985"/>
            <a:ext cx="6149340" cy="609600"/>
          </a:xfrm>
          <a:prstGeom prst="rect">
            <a:avLst/>
          </a:prstGeom>
        </p:spPr>
      </p:pic>
      <p:cxnSp>
        <p:nvCxnSpPr>
          <p:cNvPr id="10" name="直接箭头连接符 9"/>
          <p:cNvCxnSpPr/>
          <p:nvPr/>
        </p:nvCxnSpPr>
        <p:spPr>
          <a:xfrm flipH="1" flipV="1">
            <a:off x="7218045" y="3664585"/>
            <a:ext cx="7620" cy="35623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756410" y="4092575"/>
            <a:ext cx="1407795" cy="444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V="1">
            <a:off x="2487930" y="4199255"/>
            <a:ext cx="2083435" cy="4445"/>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flipH="1" flipV="1">
            <a:off x="4518660" y="3663950"/>
            <a:ext cx="7620" cy="356235"/>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3156585" y="4325620"/>
            <a:ext cx="1376680" cy="1016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V="1">
            <a:off x="3792220" y="4466590"/>
            <a:ext cx="745490" cy="5715"/>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5187315" y="4100830"/>
            <a:ext cx="2030730" cy="1524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2111375" y="4514215"/>
            <a:ext cx="697230" cy="299085"/>
          </a:xfrm>
          <a:prstGeom prst="rect">
            <a:avLst/>
          </a:prstGeom>
          <a:noFill/>
        </p:spPr>
        <p:txBody>
          <a:bodyPr wrap="none" rtlCol="0">
            <a:spAutoFit/>
          </a:bodyPr>
          <a:lstStyle/>
          <a:p>
            <a:r>
              <a:rPr lang="zh-CN" altLang="en-US">
                <a:latin typeface="Times New Roman" panose="02020503050405090304" pitchFamily="18" charset="0"/>
                <a:ea typeface="宋体" pitchFamily="2" charset="-122"/>
              </a:rPr>
              <a:t>秦皇岛</a:t>
            </a:r>
            <a:endParaRPr lang="zh-CN" altLang="en-US">
              <a:latin typeface="Times New Roman" panose="02020503050405090304" pitchFamily="18" charset="0"/>
              <a:ea typeface="宋体" pitchFamily="2" charset="-122"/>
            </a:endParaRPr>
          </a:p>
        </p:txBody>
      </p:sp>
      <p:sp>
        <p:nvSpPr>
          <p:cNvPr id="29" name="文本框 28"/>
          <p:cNvSpPr txBox="1"/>
          <p:nvPr/>
        </p:nvSpPr>
        <p:spPr>
          <a:xfrm>
            <a:off x="3902075" y="4514215"/>
            <a:ext cx="525780" cy="299085"/>
          </a:xfrm>
          <a:prstGeom prst="rect">
            <a:avLst/>
          </a:prstGeom>
          <a:noFill/>
        </p:spPr>
        <p:txBody>
          <a:bodyPr wrap="none" rtlCol="0">
            <a:spAutoFit/>
          </a:bodyPr>
          <a:lstStyle/>
          <a:p>
            <a:r>
              <a:rPr lang="zh-CN" altLang="en-US">
                <a:latin typeface="Times New Roman" panose="02020503050405090304" pitchFamily="18" charset="0"/>
                <a:ea typeface="宋体" pitchFamily="2" charset="-122"/>
              </a:rPr>
              <a:t>今天</a:t>
            </a:r>
            <a:endParaRPr lang="zh-CN" altLang="en-US">
              <a:latin typeface="Times New Roman" panose="02020503050405090304" pitchFamily="18" charset="0"/>
              <a:ea typeface="宋体" pitchFamily="2" charset="-122"/>
            </a:endParaRPr>
          </a:p>
        </p:txBody>
      </p:sp>
      <p:sp>
        <p:nvSpPr>
          <p:cNvPr id="30" name="文本框 29"/>
          <p:cNvSpPr txBox="1"/>
          <p:nvPr/>
        </p:nvSpPr>
        <p:spPr>
          <a:xfrm>
            <a:off x="5849620" y="4514215"/>
            <a:ext cx="868680" cy="299085"/>
          </a:xfrm>
          <a:prstGeom prst="rect">
            <a:avLst/>
          </a:prstGeom>
          <a:noFill/>
        </p:spPr>
        <p:txBody>
          <a:bodyPr wrap="none" rtlCol="0">
            <a:spAutoFit/>
          </a:bodyPr>
          <a:lstStyle/>
          <a:p>
            <a:r>
              <a:rPr lang="zh-CN" altLang="en-US">
                <a:latin typeface="Times New Roman" panose="02020503050405090304" pitchFamily="18" charset="0"/>
                <a:ea typeface="宋体" pitchFamily="2" charset="-122"/>
              </a:rPr>
              <a:t>晴空万里</a:t>
            </a:r>
            <a:endParaRPr lang="zh-CN" altLang="en-US">
              <a:latin typeface="Times New Roman" panose="02020503050405090304" pitchFamily="18" charset="0"/>
              <a:ea typeface="宋体" pitchFamily="2" charset="-122"/>
            </a:endParaRPr>
          </a:p>
        </p:txBody>
      </p:sp>
      <p:sp>
        <p:nvSpPr>
          <p:cNvPr id="13" name="标题 12"/>
          <p:cNvSpPr>
            <a:spLocks noGrp="1"/>
          </p:cNvSpPr>
          <p:nvPr>
            <p:ph type="title"/>
          </p:nvPr>
        </p:nvSpPr>
        <p:spPr/>
        <p:txBody>
          <a:bodyPr/>
          <a:lstStyle/>
          <a:p>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逆向最大匹配算法</a:t>
            </a:r>
            <a:endParaRPr lang="zh-CN" altLang="en-US">
              <a:ea typeface="宋体" pitchFamily="2" charset="-122"/>
            </a:endParaRPr>
          </a:p>
        </p:txBody>
      </p:sp>
      <p:sp>
        <p:nvSpPr>
          <p:cNvPr id="3" name="日期占位符 2"/>
          <p:cNvSpPr>
            <a:spLocks noGrp="1"/>
          </p:cNvSpPr>
          <p:nvPr>
            <p:ph type="dt" sz="half" idx="10"/>
          </p:nvPr>
        </p:nvSpPr>
        <p:spPr/>
        <p:txBody>
          <a:bodyPr/>
          <a:lstStyle/>
          <a:p>
            <a:fld id="{C861AAB0-7E67-4859-A140-F1909CA17185}"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11" name="灯片编号占位符 10"/>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000"/>
                                        <p:tgtEl>
                                          <p:spTgt spid="7"/>
                                        </p:tgtEl>
                                      </p:cBhvr>
                                    </p:animEffect>
                                    <p:anim calcmode="lin" valueType="num">
                                      <p:cBhvr>
                                        <p:cTn id="12" dur="1000" fill="hold"/>
                                        <p:tgtEl>
                                          <p:spTgt spid="7"/>
                                        </p:tgtEl>
                                        <p:attrNameLst>
                                          <p:attrName>ppt_x</p:attrName>
                                        </p:attrNameLst>
                                      </p:cBhvr>
                                      <p:tavLst>
                                        <p:tav tm="0">
                                          <p:val>
                                            <p:strVal val="#ppt_x"/>
                                          </p:val>
                                        </p:tav>
                                        <p:tav tm="100000">
                                          <p:val>
                                            <p:strVal val="#ppt_x"/>
                                          </p:val>
                                        </p:tav>
                                      </p:tavLst>
                                    </p:anim>
                                    <p:anim calcmode="lin" valueType="num">
                                      <p:cBhvr>
                                        <p:cTn id="1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down)">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wipe(down)">
                                      <p:cBhvr>
                                        <p:cTn id="27" dur="5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30"/>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wipe(down)">
                                      <p:cBhvr>
                                        <p:cTn id="36" dur="500"/>
                                        <p:tgtEl>
                                          <p:spTgt spid="17"/>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wipe(down)">
                                      <p:cBhvr>
                                        <p:cTn id="41" dur="500"/>
                                        <p:tgtEl>
                                          <p:spTgt spid="1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wipe(down)">
                                      <p:cBhvr>
                                        <p:cTn id="46" dur="500"/>
                                        <p:tgtEl>
                                          <p:spTgt spid="24"/>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nodeType="clickEffect">
                                  <p:stCondLst>
                                    <p:cond delay="0"/>
                                  </p:stCondLst>
                                  <p:childTnLst>
                                    <p:set>
                                      <p:cBhvr>
                                        <p:cTn id="58" dur="1" fill="hold">
                                          <p:stCondLst>
                                            <p:cond delay="0"/>
                                          </p:stCondLst>
                                        </p:cTn>
                                        <p:tgtEl>
                                          <p:spTgt spid="8"/>
                                        </p:tgtEl>
                                        <p:attrNameLst>
                                          <p:attrName>style.visibility</p:attrName>
                                        </p:attrNameLst>
                                      </p:cBhvr>
                                      <p:to>
                                        <p:strVal val="visible"/>
                                      </p:to>
                                    </p:set>
                                    <p:animEffect transition="in" filter="wipe(down)">
                                      <p:cBhvr>
                                        <p:cTn id="59" dur="500"/>
                                        <p:tgtEl>
                                          <p:spTgt spid="8"/>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nodeType="clickEffect">
                                  <p:stCondLst>
                                    <p:cond delay="0"/>
                                  </p:stCondLst>
                                  <p:childTnLst>
                                    <p:set>
                                      <p:cBhvr>
                                        <p:cTn id="63" dur="1" fill="hold">
                                          <p:stCondLst>
                                            <p:cond delay="0"/>
                                          </p:stCondLst>
                                        </p:cTn>
                                        <p:tgtEl>
                                          <p:spTgt spid="12"/>
                                        </p:tgtEl>
                                        <p:attrNameLst>
                                          <p:attrName>style.visibility</p:attrName>
                                        </p:attrNameLst>
                                      </p:cBhvr>
                                      <p:to>
                                        <p:strVal val="visible"/>
                                      </p:to>
                                    </p:set>
                                    <p:animEffect transition="in" filter="wipe(down)">
                                      <p:cBhvr>
                                        <p:cTn id="64" dur="500"/>
                                        <p:tgtEl>
                                          <p:spTgt spid="12"/>
                                        </p:tgtEl>
                                      </p:cBhvr>
                                    </p:animEffec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7" grpId="1" animBg="1"/>
      <p:bldP spid="28" grpId="0"/>
      <p:bldP spid="28" grpId="1"/>
      <p:bldP spid="29" grpId="0"/>
      <p:bldP spid="29" grpId="1"/>
      <p:bldP spid="30" grpId="0"/>
      <p:bldP spid="30"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descr="7b0a202020202262756c6c6574223a20227b5c2263617465676f727949645c223a31303030362c5c2274656d706c61746549645c223a32303233313236327d220a7d0a"/>
          <p:cNvSpPr txBox="1"/>
          <p:nvPr/>
        </p:nvSpPr>
        <p:spPr>
          <a:xfrm>
            <a:off x="462455" y="908487"/>
            <a:ext cx="8633292" cy="3000245"/>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algn="just">
              <a:lnSpc>
                <a:spcPct val="150000"/>
              </a:lnSpc>
            </a:pPr>
            <a:r>
              <a:rPr lang="zh-CN" altLang="en-US" sz="1600" dirty="0">
                <a:latin typeface="Times New Roman" panose="02020503050405090304" pitchFamily="18" charset="0"/>
                <a:ea typeface="宋体" pitchFamily="2" charset="-122"/>
              </a:rPr>
              <a:t>（1）逆向最大匹配算法使用的分词词典是逆序词典，里面的每个词都将按逆序方式存放。</a:t>
            </a:r>
            <a:r>
              <a:rPr lang="zh-CN" altLang="en-US" sz="1600">
                <a:latin typeface="Times New Roman" panose="02020503050405090304" pitchFamily="18" charset="0"/>
                <a:ea typeface="宋体" pitchFamily="2" charset="-122"/>
              </a:rPr>
              <a:t>在实际中</a:t>
            </a:r>
            <a:r>
              <a:rPr lang="zh-CN" altLang="en-US" sz="1600" dirty="0">
                <a:latin typeface="Times New Roman" panose="02020503050405090304" pitchFamily="18" charset="0"/>
                <a:ea typeface="宋体" pitchFamily="2" charset="-122"/>
              </a:rPr>
              <a:t>，可以将待分词文本进行倒排处理，从而生成逆序文本，然后再根据逆序词典，对逆序文本用正向最大匹配算法进行处理</a:t>
            </a:r>
            <a:r>
              <a:rPr lang="zh-CN" altLang="en-US" sz="1600">
                <a:latin typeface="Times New Roman" panose="02020503050405090304" pitchFamily="18" charset="0"/>
                <a:ea typeface="宋体" pitchFamily="2" charset="-122"/>
              </a:rPr>
              <a:t>。 （具体实现依情况而定，对逆序的理解也不完全相同）</a:t>
            </a:r>
            <a:endParaRPr lang="zh-CN" altLang="en-US" sz="1600" dirty="0">
              <a:latin typeface="Times New Roman" panose="02020503050405090304" pitchFamily="18" charset="0"/>
              <a:ea typeface="宋体" pitchFamily="2" charset="-122"/>
            </a:endParaRPr>
          </a:p>
          <a:p>
            <a:pPr algn="just">
              <a:lnSpc>
                <a:spcPct val="150000"/>
              </a:lnSpc>
            </a:pPr>
            <a:r>
              <a:rPr lang="zh-CN" altLang="en-US" sz="1600" dirty="0">
                <a:latin typeface="Times New Roman" panose="02020503050405090304" pitchFamily="18" charset="0"/>
                <a:ea typeface="宋体" pitchFamily="2" charset="-122"/>
              </a:rPr>
              <a:t>（2）在中文中，</a:t>
            </a:r>
            <a:r>
              <a:rPr lang="zh-CN" altLang="en-US" sz="1600" dirty="0">
                <a:solidFill>
                  <a:srgbClr val="FF0000"/>
                </a:solidFill>
                <a:latin typeface="Times New Roman" panose="02020503050405090304" pitchFamily="18" charset="0"/>
                <a:ea typeface="宋体" pitchFamily="2" charset="-122"/>
              </a:rPr>
              <a:t>由于偏正结构较多，所以从后向前进行匹配会提高精确度</a:t>
            </a:r>
            <a:r>
              <a:rPr lang="zh-CN" altLang="en-US" sz="1600" dirty="0">
                <a:latin typeface="Times New Roman" panose="02020503050405090304" pitchFamily="18" charset="0"/>
                <a:ea typeface="宋体" pitchFamily="2" charset="-122"/>
              </a:rPr>
              <a:t>，因此，逆向最大匹配算法比正向最大匹配算法的误差要小。统计结果表明，单纯使用正向最大匹配的错误率为 1/169，单纯使用逆向最大匹配的</a:t>
            </a:r>
            <a:r>
              <a:rPr lang="zh-CN" altLang="en-US" sz="1600">
                <a:latin typeface="Times New Roman" panose="02020503050405090304" pitchFamily="18" charset="0"/>
                <a:ea typeface="宋体" pitchFamily="2" charset="-122"/>
              </a:rPr>
              <a:t>错误率为1/245</a:t>
            </a:r>
            <a:r>
              <a:rPr lang="zh-CN" altLang="en-US" sz="1600" dirty="0">
                <a:latin typeface="Times New Roman" panose="02020503050405090304" pitchFamily="18" charset="0"/>
                <a:ea typeface="宋体" pitchFamily="2" charset="-122"/>
              </a:rPr>
              <a:t>。例如，对“你今天很好看”这一句文本进行分词，按照正向最大匹配算法得到的分词结果是“你 / 今天 / 很好 / 看”， 按照逆向最大匹配算法得到的分词结果是“你 / 今天 / 很 / 好看”。</a:t>
            </a:r>
            <a:endParaRPr lang="zh-CN" altLang="en-US" sz="1600" dirty="0">
              <a:latin typeface="Times New Roman" panose="02020503050405090304" pitchFamily="18" charset="0"/>
              <a:ea typeface="宋体" pitchFamily="2" charset="-122"/>
            </a:endParaRPr>
          </a:p>
        </p:txBody>
      </p:sp>
      <p:sp>
        <p:nvSpPr>
          <p:cNvPr id="6" name="标题 5"/>
          <p:cNvSpPr>
            <a:spLocks noGrp="1"/>
          </p:cNvSpPr>
          <p:nvPr>
            <p:ph type="title"/>
          </p:nvPr>
        </p:nvSpPr>
        <p:spPr/>
        <p:txBody>
          <a:bodyPr/>
          <a:lstStyle/>
          <a:p>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逆向最大匹配算法</a:t>
            </a:r>
            <a:endParaRPr lang="zh-CN" altLang="en-US">
              <a:ea typeface="宋体" pitchFamily="2" charset="-122"/>
            </a:endParaRPr>
          </a:p>
        </p:txBody>
      </p:sp>
      <p:sp>
        <p:nvSpPr>
          <p:cNvPr id="3" name="日期占位符 2"/>
          <p:cNvSpPr>
            <a:spLocks noGrp="1"/>
          </p:cNvSpPr>
          <p:nvPr>
            <p:ph type="dt" sz="half" idx="10"/>
          </p:nvPr>
        </p:nvSpPr>
        <p:spPr/>
        <p:txBody>
          <a:bodyPr/>
          <a:lstStyle/>
          <a:p>
            <a:fld id="{5B369652-B756-4DFC-ABFD-90AE7C6BA45A}"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5" name="灯片编号占位符 4"/>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7" name="文本框 6"/>
          <p:cNvSpPr txBox="1"/>
          <p:nvPr/>
        </p:nvSpPr>
        <p:spPr>
          <a:xfrm>
            <a:off x="457200" y="3978875"/>
            <a:ext cx="8316097" cy="676147"/>
          </a:xfrm>
          <a:prstGeom prst="rect">
            <a:avLst/>
          </a:prstGeom>
          <a:noFill/>
        </p:spPr>
        <p:txBody>
          <a:bodyPr wrap="square" rtlCol="0">
            <a:spAutoFit/>
          </a:bodyPr>
          <a:lstStyle/>
          <a:p>
            <a:pPr>
              <a:lnSpc>
                <a:spcPct val="150000"/>
              </a:lnSpc>
            </a:pPr>
            <a:r>
              <a:rPr lang="zh-CN" altLang="en-US" b="1" i="0">
                <a:solidFill>
                  <a:srgbClr val="0000FF"/>
                </a:solidFill>
                <a:effectLst/>
                <a:latin typeface="Times New Roman" panose="02020503050405090304" pitchFamily="18" charset="0"/>
                <a:ea typeface="宋体" pitchFamily="2" charset="-122"/>
              </a:rPr>
              <a:t>注：</a:t>
            </a:r>
            <a:r>
              <a:rPr lang="zh-CN" altLang="en-US" b="0" i="0">
                <a:solidFill>
                  <a:srgbClr val="1E1F24"/>
                </a:solidFill>
                <a:effectLst/>
                <a:latin typeface="Times New Roman" panose="02020503050405090304" pitchFamily="18" charset="0"/>
                <a:ea typeface="宋体" pitchFamily="2" charset="-122"/>
              </a:rPr>
              <a:t>偏正结构是一种语言中的短语或词组结构，其中一个成分（偏）修饰或限制另一个成分（正），形成一种从属或修饰关系。例如，美丽的花朵。美丽的是偏，花朵是正。</a:t>
            </a:r>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1"/>
          <p:cNvSpPr txBox="1">
            <a:spLocks noChangeArrowheads="1"/>
          </p:cNvSpPr>
          <p:nvPr/>
        </p:nvSpPr>
        <p:spPr bwMode="auto">
          <a:xfrm>
            <a:off x="313322" y="1005524"/>
            <a:ext cx="83534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90204" pitchFamily="34" charset="0"/>
              <a:buChar char="•"/>
              <a:defRPr sz="2800">
                <a:solidFill>
                  <a:schemeClr val="tx1"/>
                </a:solidFill>
                <a:latin typeface="Calibri" pitchFamily="34" charset="0"/>
                <a:ea typeface="宋体" pitchFamily="2" charset="-122"/>
              </a:defRPr>
            </a:lvl1pPr>
            <a:lvl2pPr marL="742950" indent="-285750">
              <a:lnSpc>
                <a:spcPct val="90000"/>
              </a:lnSpc>
              <a:spcBef>
                <a:spcPts val="500"/>
              </a:spcBef>
              <a:buFont typeface="Arial" panose="020B0604020202090204" pitchFamily="34" charset="0"/>
              <a:buChar char="•"/>
              <a:defRPr sz="2400">
                <a:solidFill>
                  <a:schemeClr val="tx1"/>
                </a:solidFill>
                <a:latin typeface="Calibri" pitchFamily="34" charset="0"/>
                <a:ea typeface="宋体" pitchFamily="2" charset="-122"/>
              </a:defRPr>
            </a:lvl2pPr>
            <a:lvl3pPr marL="1143000" indent="-228600">
              <a:lnSpc>
                <a:spcPct val="90000"/>
              </a:lnSpc>
              <a:spcBef>
                <a:spcPts val="500"/>
              </a:spcBef>
              <a:buFont typeface="Arial" panose="020B0604020202090204" pitchFamily="34" charset="0"/>
              <a:buChar char="•"/>
              <a:defRPr sz="2000">
                <a:solidFill>
                  <a:schemeClr val="tx1"/>
                </a:solidFill>
                <a:latin typeface="Calibri" pitchFamily="34" charset="0"/>
                <a:ea typeface="宋体" pitchFamily="2" charset="-122"/>
              </a:defRPr>
            </a:lvl3pPr>
            <a:lvl4pPr marL="1600200" indent="-228600">
              <a:lnSpc>
                <a:spcPct val="90000"/>
              </a:lnSpc>
              <a:spcBef>
                <a:spcPts val="500"/>
              </a:spcBef>
              <a:buFont typeface="Arial" panose="020B0604020202090204" pitchFamily="34" charset="0"/>
              <a:buChar char="•"/>
              <a:defRPr>
                <a:solidFill>
                  <a:schemeClr val="tx1"/>
                </a:solidFill>
                <a:latin typeface="Calibri" pitchFamily="34" charset="0"/>
                <a:ea typeface="宋体" pitchFamily="2" charset="-122"/>
              </a:defRPr>
            </a:lvl4pPr>
            <a:lvl5pPr marL="2057400" indent="-228600">
              <a:lnSpc>
                <a:spcPct val="90000"/>
              </a:lnSpc>
              <a:spcBef>
                <a:spcPts val="500"/>
              </a:spcBef>
              <a:buFont typeface="Arial" panose="020B0604020202090204" pitchFamily="34" charset="0"/>
              <a:buChar char="•"/>
              <a:defRPr>
                <a:solidFill>
                  <a:schemeClr val="tx1"/>
                </a:solidFill>
                <a:latin typeface="Calibri"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9pPr>
          </a:lstStyle>
          <a:p>
            <a:pPr>
              <a:lnSpc>
                <a:spcPct val="100000"/>
              </a:lnSpc>
              <a:spcBef>
                <a:spcPct val="0"/>
              </a:spcBef>
              <a:buFontTx/>
              <a:buNone/>
            </a:pPr>
            <a:r>
              <a:rPr lang="zh-CN" altLang="en-US" sz="1800" b="1">
                <a:solidFill>
                  <a:srgbClr val="004C41"/>
                </a:solidFill>
                <a:latin typeface="Times New Roman" panose="02020503050405090304" pitchFamily="18" charset="0"/>
                <a:cs typeface="+mn-ea"/>
                <a:sym typeface="+mn-lt"/>
              </a:rPr>
              <a:t>双向</a:t>
            </a:r>
            <a:r>
              <a:rPr lang="zh-CN" altLang="en-US" sz="1800" b="1" dirty="0">
                <a:solidFill>
                  <a:srgbClr val="004C41"/>
                </a:solidFill>
                <a:latin typeface="Times New Roman" panose="02020503050405090304" pitchFamily="18" charset="0"/>
                <a:cs typeface="+mn-ea"/>
                <a:sym typeface="+mn-lt"/>
              </a:rPr>
              <a:t>最大匹配</a:t>
            </a:r>
            <a:r>
              <a:rPr lang="zh-CN" altLang="en-US" sz="1800" b="1">
                <a:solidFill>
                  <a:srgbClr val="004C41"/>
                </a:solidFill>
                <a:latin typeface="Times New Roman" panose="02020503050405090304" pitchFamily="18" charset="0"/>
                <a:cs typeface="+mn-ea"/>
                <a:sym typeface="+mn-lt"/>
              </a:rPr>
              <a:t>算法（</a:t>
            </a:r>
            <a:r>
              <a:rPr lang="zh-CN" altLang="en-US" sz="1800">
                <a:latin typeface="Times New Roman" panose="02020503050405090304" pitchFamily="18" charset="0"/>
                <a:sym typeface="+mn-ea"/>
              </a:rPr>
              <a:t>Bi</a:t>
            </a:r>
            <a:r>
              <a:rPr lang="zh-CN" altLang="en-US" sz="1800" dirty="0">
                <a:latin typeface="Times New Roman" panose="02020503050405090304" pitchFamily="18" charset="0"/>
                <a:sym typeface="+mn-ea"/>
              </a:rPr>
              <a:t>-directction Matching </a:t>
            </a:r>
            <a:r>
              <a:rPr lang="en-US" altLang="zh-CN" sz="1800">
                <a:latin typeface="Times New Roman" panose="02020503050405090304" pitchFamily="18" charset="0"/>
                <a:sym typeface="+mn-ea"/>
              </a:rPr>
              <a:t>m</a:t>
            </a:r>
            <a:r>
              <a:rPr lang="zh-CN" altLang="en-US" sz="1800">
                <a:latin typeface="Times New Roman" panose="02020503050405090304" pitchFamily="18" charset="0"/>
                <a:sym typeface="+mn-ea"/>
              </a:rPr>
              <a:t>ethod</a:t>
            </a:r>
            <a:r>
              <a:rPr lang="en-US" altLang="zh-CN" sz="1800">
                <a:latin typeface="Times New Roman" panose="02020503050405090304" pitchFamily="18" charset="0"/>
                <a:sym typeface="+mn-ea"/>
              </a:rPr>
              <a:t>, </a:t>
            </a:r>
            <a:r>
              <a:rPr lang="en-US" altLang="zh-CN" sz="1800" b="1">
                <a:solidFill>
                  <a:srgbClr val="004C41"/>
                </a:solidFill>
                <a:latin typeface="Times New Roman" panose="02020503050405090304" pitchFamily="18" charset="0"/>
                <a:cs typeface="+mn-ea"/>
                <a:sym typeface="+mn-lt"/>
              </a:rPr>
              <a:t>BM)</a:t>
            </a:r>
            <a:endParaRPr lang="zh-CN" altLang="en-US" sz="1800" b="1" dirty="0">
              <a:solidFill>
                <a:srgbClr val="004C41"/>
              </a:solidFill>
              <a:latin typeface="Times New Roman" panose="02020503050405090304" pitchFamily="18" charset="0"/>
              <a:cs typeface="+mn-ea"/>
              <a:sym typeface="+mn-lt"/>
            </a:endParaRPr>
          </a:p>
        </p:txBody>
      </p:sp>
      <p:sp>
        <p:nvSpPr>
          <p:cNvPr id="4" name="文本框 3" descr="7b0a202020202262756c6c6574223a20227b5c2263617465676f727949645c223a31303030362c5c2274656d706c61746549645c223a32303233313236327d220a7d0a"/>
          <p:cNvSpPr txBox="1"/>
          <p:nvPr/>
        </p:nvSpPr>
        <p:spPr>
          <a:xfrm>
            <a:off x="369956" y="1341204"/>
            <a:ext cx="8240155" cy="507255"/>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marL="285750" indent="-285750">
              <a:lnSpc>
                <a:spcPct val="200000"/>
              </a:lnSpc>
              <a:buClr>
                <a:srgbClr val="0070C0"/>
              </a:buClr>
              <a:buFont typeface="Wingdings" panose="05000000000000000000" pitchFamily="2" charset="2"/>
              <a:buChar char="n"/>
            </a:pPr>
            <a:r>
              <a:rPr lang="zh-CN" altLang="en-US" sz="1600" dirty="0">
                <a:solidFill>
                  <a:srgbClr val="00B050"/>
                </a:solidFill>
                <a:latin typeface="Times New Roman" panose="02020503050405090304" pitchFamily="18" charset="0"/>
                <a:ea typeface="宋体" pitchFamily="2" charset="-122"/>
              </a:rPr>
              <a:t>理解：</a:t>
            </a:r>
            <a:r>
              <a:rPr lang="zh-CN" altLang="en-US" sz="1600" dirty="0">
                <a:latin typeface="Times New Roman" panose="02020503050405090304" pitchFamily="18" charset="0"/>
                <a:ea typeface="宋体" pitchFamily="2" charset="-122"/>
              </a:rPr>
              <a:t>把正向最大匹配与逆向最大匹配这两种算法都实施一遍，比较后选择最优结果。</a:t>
            </a:r>
            <a:endParaRPr lang="zh-CN" altLang="en-US" sz="1600" dirty="0">
              <a:latin typeface="Times New Roman" panose="02020503050405090304" pitchFamily="18" charset="0"/>
              <a:ea typeface="宋体" pitchFamily="2" charset="-122"/>
            </a:endParaRPr>
          </a:p>
        </p:txBody>
      </p:sp>
      <p:sp>
        <p:nvSpPr>
          <p:cNvPr id="3" name="文本框 2"/>
          <p:cNvSpPr txBox="1"/>
          <p:nvPr/>
        </p:nvSpPr>
        <p:spPr>
          <a:xfrm>
            <a:off x="365683" y="1900389"/>
            <a:ext cx="8412633" cy="787075"/>
          </a:xfrm>
          <a:prstGeom prst="rect">
            <a:avLst/>
          </a:prstGeom>
          <a:noFill/>
        </p:spPr>
        <p:txBody>
          <a:bodyPr wrap="square" rtlCol="0">
            <a:spAutoFit/>
          </a:bodyPr>
          <a:lstStyle/>
          <a:p>
            <a:pPr marL="285750" indent="-285750" algn="l">
              <a:lnSpc>
                <a:spcPct val="150000"/>
              </a:lnSpc>
              <a:buClr>
                <a:srgbClr val="0070C0"/>
              </a:buClr>
              <a:buFont typeface="Wingdings" panose="05000000000000000000" pitchFamily="2" charset="2"/>
              <a:buChar char="n"/>
            </a:pPr>
            <a:r>
              <a:rPr lang="zh-CN" altLang="en-US" sz="1600" dirty="0">
                <a:solidFill>
                  <a:srgbClr val="00B050"/>
                </a:solidFill>
                <a:latin typeface="Times New Roman" panose="02020503050405090304" pitchFamily="18" charset="0"/>
                <a:ea typeface="宋体" pitchFamily="2" charset="-122"/>
                <a:sym typeface="+mn-ea"/>
              </a:rPr>
              <a:t>原理：</a:t>
            </a:r>
            <a:r>
              <a:rPr lang="zh-CN" altLang="en-US" sz="1600" dirty="0">
                <a:solidFill>
                  <a:schemeClr val="tx1"/>
                </a:solidFill>
                <a:latin typeface="Times New Roman" panose="02020503050405090304" pitchFamily="18" charset="0"/>
                <a:ea typeface="宋体" pitchFamily="2" charset="-122"/>
                <a:sym typeface="+mn-ea"/>
              </a:rPr>
              <a:t>将正向最大匹配法和逆向最大匹配法得到的分词结果进行比较，从而决定正确的分词方法。</a:t>
            </a:r>
            <a:endParaRPr lang="zh-CN" altLang="en-US" sz="1600" dirty="0">
              <a:solidFill>
                <a:schemeClr val="tx1"/>
              </a:solidFill>
              <a:latin typeface="Times New Roman" panose="02020503050405090304" pitchFamily="18" charset="0"/>
              <a:ea typeface="宋体" pitchFamily="2" charset="-122"/>
              <a:sym typeface="+mn-ea"/>
            </a:endParaRPr>
          </a:p>
        </p:txBody>
      </p:sp>
      <p:pic>
        <p:nvPicPr>
          <p:cNvPr id="6" name="C9F754DE-2CAD-44b6-B708-469DEB6407EB-3" descr="wpp"/>
          <p:cNvPicPr>
            <a:picLocks noChangeAspect="1"/>
          </p:cNvPicPr>
          <p:nvPr/>
        </p:nvPicPr>
        <p:blipFill rotWithShape="1">
          <a:blip r:embed="rId1"/>
          <a:srcRect l="-304" t="8775" r="304" b="12125"/>
          <a:stretch>
            <a:fillRect/>
          </a:stretch>
        </p:blipFill>
        <p:spPr>
          <a:xfrm>
            <a:off x="1089660" y="2687464"/>
            <a:ext cx="6800746" cy="1865727"/>
          </a:xfrm>
          <a:prstGeom prst="rect">
            <a:avLst/>
          </a:prstGeom>
        </p:spPr>
      </p:pic>
      <p:sp>
        <p:nvSpPr>
          <p:cNvPr id="8" name="标题 7"/>
          <p:cNvSpPr>
            <a:spLocks noGrp="1"/>
          </p:cNvSpPr>
          <p:nvPr>
            <p:ph type="title"/>
          </p:nvPr>
        </p:nvSpPr>
        <p:spPr>
          <a:xfrm>
            <a:off x="365683" y="29211"/>
            <a:ext cx="8781575" cy="702469"/>
          </a:xfrm>
        </p:spPr>
        <p:txBody>
          <a:bodyPr/>
          <a:lstStyle/>
          <a:p>
            <a:r>
              <a:rPr lang="en-US" altLang="zh-CN" sz="2400" b="1">
                <a:solidFill>
                  <a:srgbClr val="004C41"/>
                </a:solidFill>
                <a:ea typeface="宋体" pitchFamily="2" charset="-122"/>
                <a:cs typeface="+mn-ea"/>
                <a:sym typeface="+mn-lt"/>
              </a:rPr>
              <a:t>3.</a:t>
            </a:r>
            <a:r>
              <a:rPr lang="zh-CN" altLang="en-US" sz="2400" b="1">
                <a:solidFill>
                  <a:srgbClr val="004C41"/>
                </a:solidFill>
                <a:ea typeface="宋体" pitchFamily="2" charset="-122"/>
                <a:cs typeface="+mn-ea"/>
                <a:sym typeface="+mn-lt"/>
              </a:rPr>
              <a:t>双向最大匹配算法</a:t>
            </a:r>
            <a:endParaRPr lang="zh-CN" altLang="en-US">
              <a:ea typeface="宋体" pitchFamily="2" charset="-122"/>
            </a:endParaRPr>
          </a:p>
        </p:txBody>
      </p:sp>
      <p:sp>
        <p:nvSpPr>
          <p:cNvPr id="5" name="日期占位符 4"/>
          <p:cNvSpPr>
            <a:spLocks noGrp="1"/>
          </p:cNvSpPr>
          <p:nvPr>
            <p:ph type="dt" sz="half" idx="10"/>
          </p:nvPr>
        </p:nvSpPr>
        <p:spPr/>
        <p:txBody>
          <a:bodyPr/>
          <a:lstStyle/>
          <a:p>
            <a:fld id="{261658D0-5816-4C38-9DE0-AC8A6F300EAA}"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7" name="灯片编号占位符 6"/>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1000"/>
                                        <p:tgtEl>
                                          <p:spTgt spid="6"/>
                                        </p:tgtEl>
                                      </p:cBhvr>
                                    </p:animEffect>
                                    <p:anim calcmode="lin" valueType="num">
                                      <p:cBhvr>
                                        <p:cTn id="16" dur="1000" fill="hold"/>
                                        <p:tgtEl>
                                          <p:spTgt spid="6"/>
                                        </p:tgtEl>
                                        <p:attrNameLst>
                                          <p:attrName>ppt_x</p:attrName>
                                        </p:attrNameLst>
                                      </p:cBhvr>
                                      <p:tavLst>
                                        <p:tav tm="0">
                                          <p:val>
                                            <p:strVal val="#ppt_x"/>
                                          </p:val>
                                        </p:tav>
                                        <p:tav tm="100000">
                                          <p:val>
                                            <p:strVal val="#ppt_x"/>
                                          </p:val>
                                        </p:tav>
                                      </p:tavLst>
                                    </p:anim>
                                    <p:anim calcmode="lin" valueType="num">
                                      <p:cBhvr>
                                        <p:cTn id="17"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P spid="3" grpId="0"/>
      <p:bldP spid="3" grpId="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descr="7b0a202020202262756c6c6574223a20227b5c2263617465676f727949645c223a31303030362c5c2274656d706c61746549645c223a32303233313236327d220a7d0a"/>
          <p:cNvSpPr txBox="1"/>
          <p:nvPr/>
        </p:nvSpPr>
        <p:spPr>
          <a:xfrm>
            <a:off x="340614" y="993198"/>
            <a:ext cx="8543490" cy="3738909"/>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marL="285750" indent="-285750" algn="just">
              <a:lnSpc>
                <a:spcPct val="150000"/>
              </a:lnSpc>
              <a:buClr>
                <a:srgbClr val="0070C0"/>
              </a:buClr>
              <a:buFont typeface="Wingdings" panose="05000000000000000000" pitchFamily="2" charset="2"/>
              <a:buChar char="n"/>
            </a:pPr>
            <a:r>
              <a:rPr lang="zh-CN" altLang="en-US" sz="1600" dirty="0">
                <a:solidFill>
                  <a:schemeClr val="tx1"/>
                </a:solidFill>
                <a:latin typeface="Times New Roman" panose="02020503050405090304" pitchFamily="18" charset="0"/>
                <a:ea typeface="宋体" pitchFamily="2" charset="-122"/>
                <a:sym typeface="+mn-ea"/>
              </a:rPr>
              <a:t>SunM.</a:t>
            </a:r>
            <a:r>
              <a:rPr lang="zh-CN" altLang="en-US" sz="1600">
                <a:solidFill>
                  <a:schemeClr val="tx1"/>
                </a:solidFill>
                <a:latin typeface="Times New Roman" panose="02020503050405090304" pitchFamily="18" charset="0"/>
                <a:ea typeface="宋体" pitchFamily="2" charset="-122"/>
                <a:sym typeface="+mn-ea"/>
              </a:rPr>
              <a:t>S. 和Benjamin </a:t>
            </a:r>
            <a:r>
              <a:rPr lang="zh-CN" altLang="en-US" sz="1600" dirty="0">
                <a:solidFill>
                  <a:schemeClr val="tx1"/>
                </a:solidFill>
                <a:latin typeface="Times New Roman" panose="02020503050405090304" pitchFamily="18" charset="0"/>
                <a:ea typeface="宋体" pitchFamily="2" charset="-122"/>
                <a:sym typeface="+mn-ea"/>
              </a:rPr>
              <a:t>K.T.（</a:t>
            </a:r>
            <a:r>
              <a:rPr lang="zh-CN" altLang="en-US" sz="1600">
                <a:solidFill>
                  <a:schemeClr val="tx1"/>
                </a:solidFill>
                <a:latin typeface="Times New Roman" panose="02020503050405090304" pitchFamily="18" charset="0"/>
                <a:ea typeface="宋体" pitchFamily="2" charset="-122"/>
                <a:sym typeface="+mn-ea"/>
              </a:rPr>
              <a:t>1995）研究</a:t>
            </a:r>
            <a:r>
              <a:rPr lang="zh-CN" altLang="en-US" sz="1600" dirty="0">
                <a:solidFill>
                  <a:schemeClr val="tx1"/>
                </a:solidFill>
                <a:latin typeface="Times New Roman" panose="02020503050405090304" pitchFamily="18" charset="0"/>
                <a:ea typeface="宋体" pitchFamily="2" charset="-122"/>
                <a:sym typeface="+mn-ea"/>
              </a:rPr>
              <a:t>表明，</a:t>
            </a:r>
            <a:r>
              <a:rPr lang="zh-CN" altLang="en-US" sz="1600">
                <a:solidFill>
                  <a:schemeClr val="tx1"/>
                </a:solidFill>
                <a:latin typeface="Times New Roman" panose="02020503050405090304" pitchFamily="18" charset="0"/>
                <a:ea typeface="宋体" pitchFamily="2" charset="-122"/>
                <a:sym typeface="+mn-ea"/>
              </a:rPr>
              <a:t>中文有90％左右</a:t>
            </a:r>
            <a:r>
              <a:rPr lang="zh-CN" altLang="en-US" sz="1600" dirty="0">
                <a:solidFill>
                  <a:schemeClr val="tx1"/>
                </a:solidFill>
                <a:latin typeface="Times New Roman" panose="02020503050405090304" pitchFamily="18" charset="0"/>
                <a:ea typeface="宋体" pitchFamily="2" charset="-122"/>
                <a:sym typeface="+mn-ea"/>
              </a:rPr>
              <a:t>的句子</a:t>
            </a:r>
            <a:r>
              <a:rPr lang="zh-CN" altLang="en-US" sz="1600">
                <a:solidFill>
                  <a:schemeClr val="tx1"/>
                </a:solidFill>
                <a:latin typeface="Times New Roman" panose="02020503050405090304" pitchFamily="18" charset="0"/>
                <a:ea typeface="宋体" pitchFamily="2" charset="-122"/>
                <a:sym typeface="+mn-ea"/>
              </a:rPr>
              <a:t>用正向</a:t>
            </a:r>
            <a:r>
              <a:rPr lang="zh-CN" altLang="en-US" sz="1600" dirty="0">
                <a:solidFill>
                  <a:schemeClr val="tx1"/>
                </a:solidFill>
                <a:latin typeface="Times New Roman" panose="02020503050405090304" pitchFamily="18" charset="0"/>
                <a:ea typeface="宋体" pitchFamily="2" charset="-122"/>
                <a:sym typeface="+mn-ea"/>
              </a:rPr>
              <a:t>最大匹配算法和逆向最大匹配算法进行分词的结果是完全重合且正确</a:t>
            </a:r>
            <a:r>
              <a:rPr lang="zh-CN" altLang="en-US" sz="1600">
                <a:solidFill>
                  <a:schemeClr val="tx1"/>
                </a:solidFill>
                <a:latin typeface="Times New Roman" panose="02020503050405090304" pitchFamily="18" charset="0"/>
                <a:ea typeface="宋体" pitchFamily="2" charset="-122"/>
                <a:sym typeface="+mn-ea"/>
              </a:rPr>
              <a:t>的。例如，对于</a:t>
            </a:r>
            <a:r>
              <a:rPr lang="zh-CN" altLang="en-US" sz="1600" dirty="0">
                <a:solidFill>
                  <a:schemeClr val="tx1"/>
                </a:solidFill>
                <a:latin typeface="Times New Roman" panose="02020503050405090304" pitchFamily="18" charset="0"/>
                <a:ea typeface="宋体" pitchFamily="2" charset="-122"/>
                <a:sym typeface="+mn-ea"/>
              </a:rPr>
              <a:t>“秦皇岛今天晴空万里”这句文本，用正向最大匹配法</a:t>
            </a:r>
            <a:r>
              <a:rPr lang="zh-CN" altLang="en-US" sz="1600">
                <a:solidFill>
                  <a:schemeClr val="tx1"/>
                </a:solidFill>
                <a:latin typeface="Times New Roman" panose="02020503050405090304" pitchFamily="18" charset="0"/>
                <a:ea typeface="宋体" pitchFamily="2" charset="-122"/>
                <a:sym typeface="+mn-ea"/>
              </a:rPr>
              <a:t>和逆向</a:t>
            </a:r>
            <a:r>
              <a:rPr lang="zh-CN" altLang="en-US" sz="1600" dirty="0">
                <a:solidFill>
                  <a:schemeClr val="tx1"/>
                </a:solidFill>
                <a:latin typeface="Times New Roman" panose="02020503050405090304" pitchFamily="18" charset="0"/>
                <a:ea typeface="宋体" pitchFamily="2" charset="-122"/>
                <a:sym typeface="+mn-ea"/>
              </a:rPr>
              <a:t>最大匹配法进行中文分词的结果是完全一样且正确的。</a:t>
            </a:r>
            <a:endParaRPr lang="zh-CN" altLang="en-US" sz="1600" dirty="0">
              <a:solidFill>
                <a:schemeClr val="tx1"/>
              </a:solidFill>
              <a:latin typeface="Times New Roman" panose="02020503050405090304" pitchFamily="18" charset="0"/>
              <a:ea typeface="宋体" pitchFamily="2" charset="-122"/>
              <a:sym typeface="+mn-ea"/>
            </a:endParaRPr>
          </a:p>
          <a:p>
            <a:pPr marL="285750" indent="-285750" algn="just">
              <a:lnSpc>
                <a:spcPct val="150000"/>
              </a:lnSpc>
              <a:buClr>
                <a:srgbClr val="0070C0"/>
              </a:buClr>
              <a:buFont typeface="Wingdings" panose="05000000000000000000" pitchFamily="2" charset="2"/>
              <a:buChar char="n"/>
            </a:pPr>
            <a:r>
              <a:rPr lang="zh-CN" altLang="en-US" sz="1600" dirty="0">
                <a:solidFill>
                  <a:schemeClr val="tx1"/>
                </a:solidFill>
                <a:latin typeface="Times New Roman" panose="02020503050405090304" pitchFamily="18" charset="0"/>
                <a:ea typeface="宋体" pitchFamily="2" charset="-122"/>
                <a:sym typeface="+mn-ea"/>
              </a:rPr>
              <a:t>除此之外，</a:t>
            </a:r>
            <a:r>
              <a:rPr lang="zh-CN" altLang="en-US" sz="1600">
                <a:solidFill>
                  <a:schemeClr val="tx1"/>
                </a:solidFill>
                <a:latin typeface="Times New Roman" panose="02020503050405090304" pitchFamily="18" charset="0"/>
                <a:ea typeface="宋体" pitchFamily="2" charset="-122"/>
                <a:sym typeface="+mn-ea"/>
              </a:rPr>
              <a:t>只有大概9％的</a:t>
            </a:r>
            <a:r>
              <a:rPr lang="zh-CN" altLang="en-US" sz="1600" dirty="0">
                <a:solidFill>
                  <a:schemeClr val="tx1"/>
                </a:solidFill>
                <a:latin typeface="Times New Roman" panose="02020503050405090304" pitchFamily="18" charset="0"/>
                <a:ea typeface="宋体" pitchFamily="2" charset="-122"/>
                <a:sym typeface="+mn-ea"/>
              </a:rPr>
              <a:t>句子使用两种分词方法得到的结果不一样，</a:t>
            </a:r>
            <a:r>
              <a:rPr lang="zh-CN" altLang="en-US" sz="1600">
                <a:solidFill>
                  <a:schemeClr val="tx1"/>
                </a:solidFill>
                <a:latin typeface="Times New Roman" panose="02020503050405090304" pitchFamily="18" charset="0"/>
                <a:ea typeface="宋体" pitchFamily="2" charset="-122"/>
                <a:sym typeface="+mn-ea"/>
              </a:rPr>
              <a:t>但其中必</a:t>
            </a:r>
            <a:r>
              <a:rPr lang="zh-CN" altLang="en-US" sz="1600" dirty="0">
                <a:solidFill>
                  <a:schemeClr val="tx1"/>
                </a:solidFill>
                <a:latin typeface="Times New Roman" panose="02020503050405090304" pitchFamily="18" charset="0"/>
                <a:ea typeface="宋体" pitchFamily="2" charset="-122"/>
                <a:sym typeface="+mn-ea"/>
              </a:rPr>
              <a:t>有一个是正确的（歧义检测成功）；</a:t>
            </a:r>
            <a:endParaRPr lang="en-US" altLang="zh-CN" sz="1600" dirty="0">
              <a:solidFill>
                <a:schemeClr val="tx1"/>
              </a:solidFill>
              <a:latin typeface="Times New Roman" panose="02020503050405090304" pitchFamily="18" charset="0"/>
              <a:ea typeface="宋体" pitchFamily="2" charset="-122"/>
              <a:sym typeface="+mn-ea"/>
            </a:endParaRPr>
          </a:p>
          <a:p>
            <a:pPr marL="285750" indent="-285750" algn="just">
              <a:lnSpc>
                <a:spcPct val="150000"/>
              </a:lnSpc>
              <a:buClr>
                <a:srgbClr val="0070C0"/>
              </a:buClr>
              <a:buFont typeface="Wingdings" panose="05000000000000000000" pitchFamily="2" charset="2"/>
              <a:buChar char="n"/>
            </a:pPr>
            <a:r>
              <a:rPr lang="zh-CN" altLang="en-US" sz="1600" dirty="0">
                <a:solidFill>
                  <a:schemeClr val="tx1"/>
                </a:solidFill>
                <a:latin typeface="Times New Roman" panose="02020503050405090304" pitchFamily="18" charset="0"/>
                <a:ea typeface="宋体" pitchFamily="2" charset="-122"/>
                <a:sym typeface="+mn-ea"/>
              </a:rPr>
              <a:t>只有</a:t>
            </a:r>
            <a:r>
              <a:rPr lang="zh-CN" altLang="en-US" sz="1600">
                <a:solidFill>
                  <a:schemeClr val="tx1"/>
                </a:solidFill>
                <a:latin typeface="Times New Roman" panose="02020503050405090304" pitchFamily="18" charset="0"/>
                <a:ea typeface="宋体" pitchFamily="2" charset="-122"/>
                <a:sym typeface="+mn-ea"/>
              </a:rPr>
              <a:t>不到1</a:t>
            </a:r>
            <a:r>
              <a:rPr lang="zh-CN" altLang="en-US" sz="1600" dirty="0">
                <a:solidFill>
                  <a:schemeClr val="tx1"/>
                </a:solidFill>
                <a:latin typeface="Times New Roman" panose="02020503050405090304" pitchFamily="18" charset="0"/>
                <a:ea typeface="宋体" pitchFamily="2" charset="-122"/>
                <a:sym typeface="+mn-ea"/>
              </a:rPr>
              <a:t>.</a:t>
            </a:r>
            <a:r>
              <a:rPr lang="zh-CN" altLang="en-US" sz="1600">
                <a:solidFill>
                  <a:schemeClr val="tx1"/>
                </a:solidFill>
                <a:latin typeface="Times New Roman" panose="02020503050405090304" pitchFamily="18" charset="0"/>
                <a:ea typeface="宋体" pitchFamily="2" charset="-122"/>
                <a:sym typeface="+mn-ea"/>
              </a:rPr>
              <a:t>0％的</a:t>
            </a:r>
            <a:r>
              <a:rPr lang="zh-CN" altLang="en-US" sz="1600" dirty="0">
                <a:solidFill>
                  <a:schemeClr val="tx1"/>
                </a:solidFill>
                <a:latin typeface="Times New Roman" panose="02020503050405090304" pitchFamily="18" charset="0"/>
                <a:ea typeface="宋体" pitchFamily="2" charset="-122"/>
                <a:sym typeface="+mn-ea"/>
              </a:rPr>
              <a:t>句子，或者正向最大匹配算法和逆向最大匹配算法的</a:t>
            </a:r>
            <a:r>
              <a:rPr lang="zh-CN" altLang="en-US" sz="1600">
                <a:solidFill>
                  <a:schemeClr val="tx1"/>
                </a:solidFill>
                <a:latin typeface="Times New Roman" panose="02020503050405090304" pitchFamily="18" charset="0"/>
                <a:ea typeface="宋体" pitchFamily="2" charset="-122"/>
                <a:sym typeface="+mn-ea"/>
              </a:rPr>
              <a:t>分词结果虽</a:t>
            </a:r>
            <a:r>
              <a:rPr lang="zh-CN" altLang="en-US" sz="1600" dirty="0">
                <a:solidFill>
                  <a:schemeClr val="tx1"/>
                </a:solidFill>
                <a:latin typeface="Times New Roman" panose="02020503050405090304" pitchFamily="18" charset="0"/>
                <a:ea typeface="宋体" pitchFamily="2" charset="-122"/>
                <a:sym typeface="+mn-ea"/>
              </a:rPr>
              <a:t>重合却是错的，或者正向最大匹配算法和逆向最大匹配算法分词结果不同</a:t>
            </a:r>
            <a:r>
              <a:rPr lang="zh-CN" altLang="en-US" sz="1600">
                <a:solidFill>
                  <a:schemeClr val="tx1"/>
                </a:solidFill>
                <a:latin typeface="Times New Roman" panose="02020503050405090304" pitchFamily="18" charset="0"/>
                <a:ea typeface="宋体" pitchFamily="2" charset="-122"/>
                <a:sym typeface="+mn-ea"/>
              </a:rPr>
              <a:t>但两个</a:t>
            </a:r>
            <a:r>
              <a:rPr lang="zh-CN" altLang="en-US" sz="1600" dirty="0">
                <a:solidFill>
                  <a:schemeClr val="tx1"/>
                </a:solidFill>
                <a:latin typeface="Times New Roman" panose="02020503050405090304" pitchFamily="18" charset="0"/>
                <a:ea typeface="宋体" pitchFamily="2" charset="-122"/>
                <a:sym typeface="+mn-ea"/>
              </a:rPr>
              <a:t>都不对（歧义检测失败）。</a:t>
            </a:r>
            <a:endParaRPr lang="en-US" altLang="zh-CN" sz="1600" dirty="0">
              <a:solidFill>
                <a:schemeClr val="tx1"/>
              </a:solidFill>
              <a:latin typeface="Times New Roman" panose="02020503050405090304" pitchFamily="18" charset="0"/>
              <a:ea typeface="宋体" pitchFamily="2" charset="-122"/>
              <a:sym typeface="+mn-ea"/>
            </a:endParaRPr>
          </a:p>
          <a:p>
            <a:pPr marL="285750" indent="-285750" algn="just">
              <a:lnSpc>
                <a:spcPct val="150000"/>
              </a:lnSpc>
              <a:buClr>
                <a:srgbClr val="0070C0"/>
              </a:buClr>
              <a:buFont typeface="Wingdings" panose="05000000000000000000" pitchFamily="2" charset="2"/>
              <a:buChar char="n"/>
            </a:pPr>
            <a:r>
              <a:rPr lang="zh-CN" altLang="en-US" sz="1600" dirty="0">
                <a:solidFill>
                  <a:schemeClr val="tx1"/>
                </a:solidFill>
                <a:latin typeface="Times New Roman" panose="02020503050405090304" pitchFamily="18" charset="0"/>
                <a:ea typeface="宋体" pitchFamily="2" charset="-122"/>
                <a:sym typeface="+mn-ea"/>
              </a:rPr>
              <a:t>鉴于此，双向最大匹配算法在实用中文信息处理系统中得以广泛使用。</a:t>
            </a:r>
            <a:endParaRPr lang="zh-CN" altLang="en-US" sz="1600" dirty="0">
              <a:latin typeface="Times New Roman" panose="02020503050405090304" pitchFamily="18" charset="0"/>
              <a:ea typeface="宋体" pitchFamily="2" charset="-122"/>
            </a:endParaRPr>
          </a:p>
        </p:txBody>
      </p:sp>
      <p:sp>
        <p:nvSpPr>
          <p:cNvPr id="6" name="标题 5"/>
          <p:cNvSpPr>
            <a:spLocks noGrp="1"/>
          </p:cNvSpPr>
          <p:nvPr>
            <p:ph type="title"/>
          </p:nvPr>
        </p:nvSpPr>
        <p:spPr/>
        <p:txBody>
          <a:bodyPr/>
          <a:lstStyle/>
          <a:p>
            <a:r>
              <a:rPr lang="en-US" altLang="zh-CN" sz="2400" b="1">
                <a:solidFill>
                  <a:srgbClr val="004C41"/>
                </a:solidFill>
                <a:ea typeface="宋体" pitchFamily="2" charset="-122"/>
                <a:cs typeface="+mn-ea"/>
                <a:sym typeface="+mn-lt"/>
              </a:rPr>
              <a:t>3.</a:t>
            </a:r>
            <a:r>
              <a:rPr lang="zh-CN" altLang="en-US" sz="2400" b="1">
                <a:solidFill>
                  <a:srgbClr val="004C41"/>
                </a:solidFill>
                <a:ea typeface="宋体" pitchFamily="2" charset="-122"/>
                <a:cs typeface="+mn-ea"/>
                <a:sym typeface="+mn-lt"/>
              </a:rPr>
              <a:t>双向最大匹配算法</a:t>
            </a:r>
            <a:endParaRPr lang="zh-CN" altLang="en-US">
              <a:ea typeface="宋体" pitchFamily="2" charset="-122"/>
            </a:endParaRPr>
          </a:p>
        </p:txBody>
      </p:sp>
      <p:sp>
        <p:nvSpPr>
          <p:cNvPr id="3" name="日期占位符 2"/>
          <p:cNvSpPr>
            <a:spLocks noGrp="1"/>
          </p:cNvSpPr>
          <p:nvPr>
            <p:ph type="dt" sz="half" idx="10"/>
          </p:nvPr>
        </p:nvSpPr>
        <p:spPr/>
        <p:txBody>
          <a:bodyPr/>
          <a:lstStyle/>
          <a:p>
            <a:fld id="{35D42CED-1DE3-4B58-A604-8F4B1411F32F}"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5" name="灯片编号占位符 4"/>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01065" y="822325"/>
            <a:ext cx="7242175" cy="417743"/>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a:lnSpc>
                <a:spcPct val="150000"/>
              </a:lnSpc>
            </a:pPr>
            <a:r>
              <a:rPr lang="zh-CN" altLang="en-US" sz="1600" dirty="0">
                <a:latin typeface="Times New Roman" panose="02020503050405090304" pitchFamily="18" charset="0"/>
                <a:ea typeface="宋体" pitchFamily="2" charset="-122"/>
              </a:rPr>
              <a:t>【例</a:t>
            </a:r>
            <a:r>
              <a:rPr lang="en-US" altLang="zh-CN" sz="1600" dirty="0">
                <a:latin typeface="Times New Roman" panose="02020503050405090304" pitchFamily="18" charset="0"/>
                <a:ea typeface="宋体" pitchFamily="2" charset="-122"/>
              </a:rPr>
              <a:t>1</a:t>
            </a:r>
            <a:r>
              <a:rPr lang="zh-CN" altLang="en-US" sz="1600" dirty="0">
                <a:latin typeface="Times New Roman" panose="02020503050405090304" pitchFamily="18" charset="0"/>
                <a:ea typeface="宋体" pitchFamily="2" charset="-122"/>
              </a:rPr>
              <a:t>】用双向最大匹配算法对“我一个人去海边玩”进行中文分词。</a:t>
            </a:r>
            <a:endParaRPr lang="zh-CN" altLang="en-US" sz="1600" dirty="0">
              <a:latin typeface="Times New Roman" panose="02020503050405090304" pitchFamily="18" charset="0"/>
              <a:ea typeface="宋体" pitchFamily="2" charset="-122"/>
            </a:endParaRPr>
          </a:p>
        </p:txBody>
      </p:sp>
      <p:sp>
        <p:nvSpPr>
          <p:cNvPr id="3" name="文本框 2"/>
          <p:cNvSpPr txBox="1"/>
          <p:nvPr/>
        </p:nvSpPr>
        <p:spPr>
          <a:xfrm>
            <a:off x="1053464" y="1326584"/>
            <a:ext cx="7089775" cy="1525739"/>
          </a:xfrm>
          <a:prstGeom prst="rect">
            <a:avLst/>
          </a:prstGeom>
        </p:spPr>
        <p:style>
          <a:lnRef idx="1">
            <a:schemeClr val="accent4"/>
          </a:lnRef>
          <a:fillRef idx="2">
            <a:schemeClr val="accent4"/>
          </a:fillRef>
          <a:effectRef idx="1">
            <a:schemeClr val="accent4"/>
          </a:effectRef>
          <a:fontRef idx="minor">
            <a:schemeClr val="dk1"/>
          </a:fontRef>
        </p:style>
        <p:txBody>
          <a:bodyPr wrap="square" rtlCol="0" anchor="t">
            <a:spAutoFit/>
          </a:bodyPr>
          <a:lstStyle/>
          <a:p>
            <a:pPr>
              <a:lnSpc>
                <a:spcPct val="150000"/>
              </a:lnSpc>
            </a:pPr>
            <a:r>
              <a:rPr sz="1600" dirty="0">
                <a:latin typeface="Times New Roman" panose="02020503050405090304" pitchFamily="18" charset="0"/>
                <a:ea typeface="宋体" pitchFamily="2" charset="-122"/>
              </a:rPr>
              <a:t>【</a:t>
            </a:r>
            <a:r>
              <a:rPr sz="1600" dirty="0" err="1">
                <a:latin typeface="Times New Roman" panose="02020503050405090304" pitchFamily="18" charset="0"/>
                <a:ea typeface="宋体" pitchFamily="2" charset="-122"/>
              </a:rPr>
              <a:t>案例分析</a:t>
            </a:r>
            <a:r>
              <a:rPr sz="1600" dirty="0">
                <a:latin typeface="Times New Roman" panose="02020503050405090304" pitchFamily="18" charset="0"/>
                <a:ea typeface="宋体" pitchFamily="2" charset="-122"/>
              </a:rPr>
              <a:t>】 </a:t>
            </a:r>
            <a:endParaRPr sz="1600" dirty="0">
              <a:latin typeface="Times New Roman" panose="02020503050405090304" pitchFamily="18" charset="0"/>
              <a:ea typeface="宋体" pitchFamily="2" charset="-122"/>
            </a:endParaRPr>
          </a:p>
          <a:p>
            <a:pPr>
              <a:lnSpc>
                <a:spcPct val="150000"/>
              </a:lnSpc>
            </a:pPr>
            <a:r>
              <a:rPr sz="1600" dirty="0" err="1">
                <a:latin typeface="Times New Roman" panose="02020503050405090304" pitchFamily="18" charset="0"/>
                <a:ea typeface="宋体" pitchFamily="2" charset="-122"/>
              </a:rPr>
              <a:t>根据前面的例子，我们可以得到如下结果</a:t>
            </a:r>
            <a:r>
              <a:rPr sz="1600" dirty="0">
                <a:latin typeface="Times New Roman" panose="02020503050405090304" pitchFamily="18" charset="0"/>
                <a:ea typeface="宋体" pitchFamily="2" charset="-122"/>
              </a:rPr>
              <a:t> ： </a:t>
            </a:r>
            <a:endParaRPr sz="1600" dirty="0">
              <a:latin typeface="Times New Roman" panose="02020503050405090304" pitchFamily="18" charset="0"/>
              <a:ea typeface="宋体" pitchFamily="2" charset="-122"/>
            </a:endParaRPr>
          </a:p>
          <a:p>
            <a:pPr>
              <a:lnSpc>
                <a:spcPct val="150000"/>
              </a:lnSpc>
            </a:pPr>
            <a:r>
              <a:rPr sz="1600" err="1">
                <a:latin typeface="Times New Roman" panose="02020503050405090304" pitchFamily="18" charset="0"/>
                <a:ea typeface="宋体" pitchFamily="2" charset="-122"/>
              </a:rPr>
              <a:t>正向匹配的分词结果</a:t>
            </a:r>
            <a:r>
              <a:rPr sz="1600">
                <a:latin typeface="Times New Roman" panose="02020503050405090304" pitchFamily="18" charset="0"/>
                <a:ea typeface="宋体" pitchFamily="2" charset="-122"/>
              </a:rPr>
              <a:t> ：</a:t>
            </a:r>
            <a:r>
              <a:rPr lang="zh-CN" altLang="en-US" sz="1600">
                <a:latin typeface="Times New Roman" panose="02020503050405090304" pitchFamily="18" charset="0"/>
                <a:ea typeface="宋体" pitchFamily="2" charset="-122"/>
              </a:rPr>
              <a:t>我</a:t>
            </a:r>
            <a:r>
              <a:rPr lang="en-US" altLang="zh-CN" sz="1600">
                <a:latin typeface="Times New Roman" panose="02020503050405090304" pitchFamily="18" charset="0"/>
                <a:ea typeface="宋体" pitchFamily="2" charset="-122"/>
              </a:rPr>
              <a:t>/</a:t>
            </a:r>
            <a:r>
              <a:rPr lang="en-US" sz="1600">
                <a:latin typeface="Times New Roman" panose="02020503050405090304" pitchFamily="18" charset="0"/>
                <a:ea typeface="宋体" pitchFamily="2" charset="-122"/>
              </a:rPr>
              <a:t> </a:t>
            </a:r>
            <a:r>
              <a:rPr sz="1600">
                <a:latin typeface="Times New Roman" panose="02020503050405090304" pitchFamily="18" charset="0"/>
                <a:ea typeface="宋体" pitchFamily="2" charset="-122"/>
              </a:rPr>
              <a:t>一个</a:t>
            </a:r>
            <a:r>
              <a:rPr lang="en-US" altLang="zh-CN" sz="1600">
                <a:latin typeface="Times New Roman" panose="02020503050405090304" pitchFamily="18" charset="0"/>
                <a:ea typeface="宋体" pitchFamily="2" charset="-122"/>
              </a:rPr>
              <a:t>/</a:t>
            </a:r>
            <a:r>
              <a:rPr lang="en-US" sz="1600">
                <a:latin typeface="Times New Roman" panose="02020503050405090304" pitchFamily="18" charset="0"/>
                <a:ea typeface="宋体" pitchFamily="2" charset="-122"/>
              </a:rPr>
              <a:t> </a:t>
            </a:r>
            <a:r>
              <a:rPr sz="1600">
                <a:latin typeface="Times New Roman" panose="02020503050405090304" pitchFamily="18" charset="0"/>
                <a:ea typeface="宋体" pitchFamily="2" charset="-122"/>
              </a:rPr>
              <a:t>人</a:t>
            </a:r>
            <a:r>
              <a:rPr lang="en-US" altLang="zh-CN" sz="1600">
                <a:latin typeface="Times New Roman" panose="02020503050405090304" pitchFamily="18" charset="0"/>
                <a:ea typeface="宋体" pitchFamily="2" charset="-122"/>
              </a:rPr>
              <a:t>/</a:t>
            </a:r>
            <a:r>
              <a:rPr lang="zh-CN" altLang="en-US" sz="1600">
                <a:latin typeface="Times New Roman" panose="02020503050405090304" pitchFamily="18" charset="0"/>
                <a:ea typeface="宋体" pitchFamily="2" charset="-122"/>
              </a:rPr>
              <a:t> </a:t>
            </a:r>
            <a:r>
              <a:rPr sz="1600">
                <a:latin typeface="Times New Roman" panose="02020503050405090304" pitchFamily="18" charset="0"/>
                <a:ea typeface="宋体" pitchFamily="2" charset="-122"/>
              </a:rPr>
              <a:t>去</a:t>
            </a:r>
            <a:r>
              <a:rPr lang="en-US" altLang="zh-CN" sz="1600">
                <a:latin typeface="Times New Roman" panose="02020503050405090304" pitchFamily="18" charset="0"/>
                <a:ea typeface="宋体" pitchFamily="2" charset="-122"/>
              </a:rPr>
              <a:t>/</a:t>
            </a:r>
            <a:r>
              <a:rPr lang="zh-CN" altLang="en-US" sz="1600">
                <a:latin typeface="Times New Roman" panose="02020503050405090304" pitchFamily="18" charset="0"/>
                <a:ea typeface="宋体" pitchFamily="2" charset="-122"/>
              </a:rPr>
              <a:t> </a:t>
            </a:r>
            <a:r>
              <a:rPr sz="1600">
                <a:latin typeface="Times New Roman" panose="02020503050405090304" pitchFamily="18" charset="0"/>
                <a:ea typeface="宋体" pitchFamily="2" charset="-122"/>
              </a:rPr>
              <a:t>海边</a:t>
            </a:r>
            <a:r>
              <a:rPr lang="en-US" altLang="zh-CN" sz="1600">
                <a:latin typeface="Times New Roman" panose="02020503050405090304" pitchFamily="18" charset="0"/>
                <a:ea typeface="宋体" pitchFamily="2" charset="-122"/>
              </a:rPr>
              <a:t>/</a:t>
            </a:r>
            <a:r>
              <a:rPr lang="en-US" sz="1600">
                <a:latin typeface="Times New Roman" panose="02020503050405090304" pitchFamily="18" charset="0"/>
                <a:ea typeface="宋体" pitchFamily="2" charset="-122"/>
              </a:rPr>
              <a:t> </a:t>
            </a:r>
            <a:r>
              <a:rPr sz="1600">
                <a:latin typeface="Times New Roman" panose="02020503050405090304" pitchFamily="18" charset="0"/>
                <a:ea typeface="宋体" pitchFamily="2" charset="-122"/>
              </a:rPr>
              <a:t>玩。 </a:t>
            </a:r>
            <a:endParaRPr sz="1600" dirty="0">
              <a:latin typeface="Times New Roman" panose="02020503050405090304" pitchFamily="18" charset="0"/>
              <a:ea typeface="宋体" pitchFamily="2" charset="-122"/>
            </a:endParaRPr>
          </a:p>
          <a:p>
            <a:pPr>
              <a:lnSpc>
                <a:spcPct val="150000"/>
              </a:lnSpc>
            </a:pPr>
            <a:r>
              <a:rPr sz="1600" err="1">
                <a:latin typeface="Times New Roman" panose="02020503050405090304" pitchFamily="18" charset="0"/>
                <a:ea typeface="宋体" pitchFamily="2" charset="-122"/>
              </a:rPr>
              <a:t>逆向匹配的分词结果</a:t>
            </a:r>
            <a:r>
              <a:rPr sz="1600">
                <a:latin typeface="Times New Roman" panose="02020503050405090304" pitchFamily="18" charset="0"/>
                <a:ea typeface="宋体" pitchFamily="2" charset="-122"/>
              </a:rPr>
              <a:t> ：我</a:t>
            </a:r>
            <a:r>
              <a:rPr lang="en-US" sz="1600">
                <a:latin typeface="Times New Roman" panose="02020503050405090304" pitchFamily="18" charset="0"/>
                <a:ea typeface="宋体" pitchFamily="2" charset="-122"/>
              </a:rPr>
              <a:t>/</a:t>
            </a:r>
            <a:r>
              <a:rPr sz="1600">
                <a:latin typeface="Times New Roman" panose="02020503050405090304" pitchFamily="18" charset="0"/>
                <a:ea typeface="宋体" pitchFamily="2" charset="-122"/>
              </a:rPr>
              <a:t>一</a:t>
            </a:r>
            <a:r>
              <a:rPr lang="en-US" sz="1600">
                <a:latin typeface="Times New Roman" panose="02020503050405090304" pitchFamily="18" charset="0"/>
                <a:ea typeface="宋体" pitchFamily="2" charset="-122"/>
              </a:rPr>
              <a:t>/</a:t>
            </a:r>
            <a:r>
              <a:rPr sz="1600">
                <a:latin typeface="Times New Roman" panose="02020503050405090304" pitchFamily="18" charset="0"/>
                <a:ea typeface="宋体" pitchFamily="2" charset="-122"/>
              </a:rPr>
              <a:t>个人</a:t>
            </a:r>
            <a:r>
              <a:rPr lang="en-US" sz="1600">
                <a:latin typeface="Times New Roman" panose="02020503050405090304" pitchFamily="18" charset="0"/>
                <a:ea typeface="宋体" pitchFamily="2" charset="-122"/>
              </a:rPr>
              <a:t>/</a:t>
            </a:r>
            <a:r>
              <a:rPr sz="1600">
                <a:latin typeface="Times New Roman" panose="02020503050405090304" pitchFamily="18" charset="0"/>
                <a:ea typeface="宋体" pitchFamily="2" charset="-122"/>
              </a:rPr>
              <a:t>去</a:t>
            </a:r>
            <a:r>
              <a:rPr lang="en-US" sz="1600">
                <a:latin typeface="Times New Roman" panose="02020503050405090304" pitchFamily="18" charset="0"/>
                <a:ea typeface="宋体" pitchFamily="2" charset="-122"/>
              </a:rPr>
              <a:t>/</a:t>
            </a:r>
            <a:r>
              <a:rPr sz="1600">
                <a:latin typeface="Times New Roman" panose="02020503050405090304" pitchFamily="18" charset="0"/>
                <a:ea typeface="宋体" pitchFamily="2" charset="-122"/>
              </a:rPr>
              <a:t>海边</a:t>
            </a:r>
            <a:r>
              <a:rPr lang="en-US" sz="1600">
                <a:latin typeface="Times New Roman" panose="02020503050405090304" pitchFamily="18" charset="0"/>
                <a:ea typeface="宋体" pitchFamily="2" charset="-122"/>
              </a:rPr>
              <a:t>/</a:t>
            </a:r>
            <a:r>
              <a:rPr sz="1600">
                <a:latin typeface="Times New Roman" panose="02020503050405090304" pitchFamily="18" charset="0"/>
                <a:ea typeface="宋体" pitchFamily="2" charset="-122"/>
              </a:rPr>
              <a:t>玩。 </a:t>
            </a:r>
            <a:endParaRPr sz="1600" dirty="0">
              <a:latin typeface="Times New Roman" panose="02020503050405090304" pitchFamily="18" charset="0"/>
              <a:ea typeface="宋体" pitchFamily="2" charset="-122"/>
            </a:endParaRPr>
          </a:p>
        </p:txBody>
      </p:sp>
      <p:sp>
        <p:nvSpPr>
          <p:cNvPr id="6" name="文本框 5"/>
          <p:cNvSpPr txBox="1"/>
          <p:nvPr/>
        </p:nvSpPr>
        <p:spPr>
          <a:xfrm>
            <a:off x="1053464" y="3018711"/>
            <a:ext cx="7089775" cy="787075"/>
          </a:xfrm>
          <a:prstGeom prst="rect">
            <a:avLst/>
          </a:prstGeom>
        </p:spPr>
        <p:style>
          <a:lnRef idx="1">
            <a:schemeClr val="accent4"/>
          </a:lnRef>
          <a:fillRef idx="2">
            <a:schemeClr val="accent4"/>
          </a:fillRef>
          <a:effectRef idx="1">
            <a:schemeClr val="accent4"/>
          </a:effectRef>
          <a:fontRef idx="minor">
            <a:schemeClr val="dk1"/>
          </a:fontRef>
        </p:style>
        <p:txBody>
          <a:bodyPr wrap="square" rtlCol="0" anchor="t">
            <a:spAutoFit/>
          </a:bodyPr>
          <a:lstStyle/>
          <a:p>
            <a:pPr>
              <a:lnSpc>
                <a:spcPct val="150000"/>
              </a:lnSpc>
            </a:pPr>
            <a:r>
              <a:rPr sz="1600" dirty="0" err="1">
                <a:latin typeface="Times New Roman" panose="02020503050405090304" pitchFamily="18" charset="0"/>
                <a:ea typeface="宋体" pitchFamily="2" charset="-122"/>
              </a:rPr>
              <a:t>可以发现，两种算法的分词结果词数相同，虽然分词结果略有不同，但结果中单字数量相同，所以分词结果任取一个即可</a:t>
            </a:r>
            <a:r>
              <a:rPr sz="1600" dirty="0">
                <a:latin typeface="Times New Roman" panose="02020503050405090304" pitchFamily="18" charset="0"/>
                <a:ea typeface="宋体" pitchFamily="2" charset="-122"/>
              </a:rPr>
              <a:t>。</a:t>
            </a:r>
            <a:endParaRPr sz="1600" dirty="0">
              <a:latin typeface="Times New Roman" panose="02020503050405090304" pitchFamily="18" charset="0"/>
              <a:ea typeface="宋体" pitchFamily="2" charset="-122"/>
            </a:endParaRPr>
          </a:p>
        </p:txBody>
      </p:sp>
      <p:sp>
        <p:nvSpPr>
          <p:cNvPr id="9" name="标题 8"/>
          <p:cNvSpPr>
            <a:spLocks noGrp="1"/>
          </p:cNvSpPr>
          <p:nvPr>
            <p:ph type="title"/>
          </p:nvPr>
        </p:nvSpPr>
        <p:spPr/>
        <p:txBody>
          <a:bodyPr/>
          <a:lstStyle/>
          <a:p>
            <a:r>
              <a:rPr lang="en-US" altLang="zh-CN" sz="2400" b="1">
                <a:solidFill>
                  <a:srgbClr val="004C41"/>
                </a:solidFill>
                <a:ea typeface="宋体" pitchFamily="2" charset="-122"/>
                <a:cs typeface="+mn-ea"/>
                <a:sym typeface="+mn-lt"/>
              </a:rPr>
              <a:t>3.</a:t>
            </a:r>
            <a:r>
              <a:rPr lang="zh-CN" altLang="en-US" sz="2400" b="1">
                <a:solidFill>
                  <a:srgbClr val="004C41"/>
                </a:solidFill>
                <a:ea typeface="宋体" pitchFamily="2" charset="-122"/>
                <a:cs typeface="+mn-ea"/>
                <a:sym typeface="+mn-lt"/>
              </a:rPr>
              <a:t>双向最大匹配算法</a:t>
            </a:r>
            <a:endParaRPr lang="zh-CN" altLang="en-US">
              <a:ea typeface="宋体" pitchFamily="2" charset="-122"/>
            </a:endParaRPr>
          </a:p>
        </p:txBody>
      </p:sp>
      <p:sp>
        <p:nvSpPr>
          <p:cNvPr id="7" name="日期占位符 6"/>
          <p:cNvSpPr>
            <a:spLocks noGrp="1"/>
          </p:cNvSpPr>
          <p:nvPr>
            <p:ph type="dt" sz="half" idx="10"/>
          </p:nvPr>
        </p:nvSpPr>
        <p:spPr/>
        <p:txBody>
          <a:bodyPr/>
          <a:lstStyle/>
          <a:p>
            <a:fld id="{9C3070EE-D269-4FA5-ACD5-02D2DF721100}"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8" name="灯片编号占位符 7"/>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2"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animBg="1"/>
      <p:bldP spid="3" grpId="1" animBg="1"/>
      <p:bldP spid="3" grpId="2" animBg="1"/>
      <p:bldP spid="6" grpId="0" bldLvl="0" animBg="1"/>
      <p:bldP spid="6"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01065" y="822325"/>
            <a:ext cx="7242175" cy="417743"/>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a:lnSpc>
                <a:spcPct val="150000"/>
              </a:lnSpc>
            </a:pPr>
            <a:r>
              <a:rPr lang="zh-CN" altLang="en-US" sz="1600" dirty="0">
                <a:latin typeface="Times New Roman" panose="02020503050405090304" pitchFamily="18" charset="0"/>
                <a:ea typeface="宋体" pitchFamily="2" charset="-122"/>
              </a:rPr>
              <a:t>【例</a:t>
            </a:r>
            <a:r>
              <a:rPr lang="en-US" altLang="zh-CN" sz="1600" dirty="0">
                <a:latin typeface="Times New Roman" panose="02020503050405090304" pitchFamily="18" charset="0"/>
                <a:ea typeface="宋体" pitchFamily="2" charset="-122"/>
              </a:rPr>
              <a:t>2</a:t>
            </a:r>
            <a:r>
              <a:rPr lang="zh-CN" altLang="en-US" sz="1600" dirty="0">
                <a:latin typeface="Times New Roman" panose="02020503050405090304" pitchFamily="18" charset="0"/>
                <a:ea typeface="宋体" pitchFamily="2" charset="-122"/>
              </a:rPr>
              <a:t>】用双向最大匹配算法对“孩子喜欢在野生动物园玩”进行中文分词。</a:t>
            </a:r>
            <a:endParaRPr lang="zh-CN" altLang="en-US" sz="1600" dirty="0">
              <a:latin typeface="Times New Roman" panose="02020503050405090304" pitchFamily="18" charset="0"/>
              <a:ea typeface="宋体" pitchFamily="2" charset="-122"/>
            </a:endParaRPr>
          </a:p>
        </p:txBody>
      </p:sp>
      <p:sp>
        <p:nvSpPr>
          <p:cNvPr id="3" name="文本框 2"/>
          <p:cNvSpPr txBox="1"/>
          <p:nvPr/>
        </p:nvSpPr>
        <p:spPr>
          <a:xfrm>
            <a:off x="1007412" y="1282613"/>
            <a:ext cx="7491603" cy="1511952"/>
          </a:xfrm>
          <a:prstGeom prst="rect">
            <a:avLst/>
          </a:prstGeom>
        </p:spPr>
        <p:style>
          <a:lnRef idx="1">
            <a:schemeClr val="accent4"/>
          </a:lnRef>
          <a:fillRef idx="2">
            <a:schemeClr val="accent4"/>
          </a:fillRef>
          <a:effectRef idx="1">
            <a:schemeClr val="accent4"/>
          </a:effectRef>
          <a:fontRef idx="minor">
            <a:schemeClr val="dk1"/>
          </a:fontRef>
        </p:style>
        <p:txBody>
          <a:bodyPr wrap="square" rtlCol="0" anchor="t">
            <a:spAutoFit/>
          </a:bodyPr>
          <a:lstStyle/>
          <a:p>
            <a:pPr>
              <a:lnSpc>
                <a:spcPct val="150000"/>
              </a:lnSpc>
            </a:pPr>
            <a:r>
              <a:rPr sz="1600" dirty="0">
                <a:latin typeface="Times New Roman" panose="02020503050405090304" pitchFamily="18" charset="0"/>
                <a:ea typeface="宋体" pitchFamily="2" charset="-122"/>
              </a:rPr>
              <a:t>【</a:t>
            </a:r>
            <a:r>
              <a:rPr sz="1600" dirty="0" err="1">
                <a:latin typeface="Times New Roman" panose="02020503050405090304" pitchFamily="18" charset="0"/>
                <a:ea typeface="宋体" pitchFamily="2" charset="-122"/>
              </a:rPr>
              <a:t>案例分析</a:t>
            </a:r>
            <a:r>
              <a:rPr sz="1600" dirty="0">
                <a:latin typeface="Times New Roman" panose="02020503050405090304" pitchFamily="18" charset="0"/>
                <a:ea typeface="宋体" pitchFamily="2" charset="-122"/>
              </a:rPr>
              <a:t>】 </a:t>
            </a:r>
            <a:endParaRPr sz="1600" dirty="0">
              <a:latin typeface="Times New Roman" panose="02020503050405090304" pitchFamily="18" charset="0"/>
              <a:ea typeface="宋体" pitchFamily="2" charset="-122"/>
            </a:endParaRPr>
          </a:p>
          <a:p>
            <a:pPr>
              <a:lnSpc>
                <a:spcPct val="150000"/>
              </a:lnSpc>
            </a:pPr>
            <a:r>
              <a:rPr lang="zh-CN" altLang="zh-CN" sz="1600">
                <a:solidFill>
                  <a:srgbClr val="000000"/>
                </a:solidFill>
                <a:latin typeface="Times New Roman" panose="02020503050405090304" pitchFamily="18" charset="0"/>
                <a:ea typeface="宋体" pitchFamily="2" charset="-122"/>
                <a:cs typeface="Times New Roman" panose="02020503050405090304" pitchFamily="18" charset="0"/>
              </a:rPr>
              <a:t>根据前面的例子，我们可以得到如下结果：</a:t>
            </a:r>
            <a:endParaRPr lang="zh-CN" altLang="zh-CN" sz="1600">
              <a:latin typeface="宋体" pitchFamily="2" charset="-122"/>
              <a:ea typeface="宋体" pitchFamily="2" charset="-122"/>
              <a:cs typeface="宋体" pitchFamily="2" charset="-122"/>
            </a:endParaRPr>
          </a:p>
          <a:p>
            <a:pPr>
              <a:lnSpc>
                <a:spcPct val="150000"/>
              </a:lnSpc>
            </a:pPr>
            <a:r>
              <a:rPr lang="zh-CN" altLang="zh-CN" sz="1600">
                <a:solidFill>
                  <a:srgbClr val="000000"/>
                </a:solidFill>
                <a:latin typeface="Times New Roman" panose="02020503050405090304" pitchFamily="18" charset="0"/>
                <a:ea typeface="宋体" pitchFamily="2" charset="-122"/>
                <a:cs typeface="Times New Roman" panose="02020503050405090304" pitchFamily="18" charset="0"/>
              </a:rPr>
              <a:t>正向匹配的分词结果：孩子</a:t>
            </a:r>
            <a:r>
              <a:rPr lang="en-US" altLang="zh-CN" sz="1600">
                <a:solidFill>
                  <a:srgbClr val="000000"/>
                </a:solidFill>
                <a:latin typeface="宋体" pitchFamily="2" charset="-122"/>
                <a:ea typeface="宋体" pitchFamily="2" charset="-122"/>
                <a:cs typeface="Times New Roman" panose="02020503050405090304" pitchFamily="18" charset="0"/>
              </a:rPr>
              <a:t>/</a:t>
            </a:r>
            <a:r>
              <a:rPr lang="zh-CN" altLang="zh-CN" sz="1600">
                <a:solidFill>
                  <a:srgbClr val="000000"/>
                </a:solidFill>
                <a:latin typeface="Times New Roman" panose="02020503050405090304" pitchFamily="18" charset="0"/>
                <a:ea typeface="宋体" pitchFamily="2" charset="-122"/>
                <a:cs typeface="Times New Roman" panose="02020503050405090304" pitchFamily="18" charset="0"/>
              </a:rPr>
              <a:t>喜欢</a:t>
            </a:r>
            <a:r>
              <a:rPr lang="en-US" altLang="zh-CN" sz="1600">
                <a:solidFill>
                  <a:srgbClr val="000000"/>
                </a:solidFill>
                <a:latin typeface="宋体" pitchFamily="2" charset="-122"/>
                <a:ea typeface="宋体" pitchFamily="2" charset="-122"/>
                <a:cs typeface="Times New Roman" panose="02020503050405090304" pitchFamily="18" charset="0"/>
              </a:rPr>
              <a:t>/</a:t>
            </a:r>
            <a:r>
              <a:rPr lang="zh-CN" altLang="zh-CN" sz="1600">
                <a:solidFill>
                  <a:srgbClr val="000000"/>
                </a:solidFill>
                <a:latin typeface="Times New Roman" panose="02020503050405090304" pitchFamily="18" charset="0"/>
                <a:ea typeface="宋体" pitchFamily="2" charset="-122"/>
                <a:cs typeface="Times New Roman" panose="02020503050405090304" pitchFamily="18" charset="0"/>
              </a:rPr>
              <a:t>在野</a:t>
            </a:r>
            <a:r>
              <a:rPr lang="en-US" altLang="zh-CN" sz="1600">
                <a:solidFill>
                  <a:srgbClr val="000000"/>
                </a:solidFill>
                <a:latin typeface="宋体" pitchFamily="2" charset="-122"/>
                <a:ea typeface="宋体" pitchFamily="2" charset="-122"/>
                <a:cs typeface="Times New Roman" panose="02020503050405090304" pitchFamily="18" charset="0"/>
              </a:rPr>
              <a:t>/</a:t>
            </a:r>
            <a:r>
              <a:rPr lang="zh-CN" altLang="zh-CN" sz="1600">
                <a:solidFill>
                  <a:srgbClr val="000000"/>
                </a:solidFill>
                <a:latin typeface="Times New Roman" panose="02020503050405090304" pitchFamily="18" charset="0"/>
                <a:ea typeface="宋体" pitchFamily="2" charset="-122"/>
                <a:cs typeface="Times New Roman" panose="02020503050405090304" pitchFamily="18" charset="0"/>
              </a:rPr>
              <a:t>生动</a:t>
            </a:r>
            <a:r>
              <a:rPr lang="en-US" altLang="zh-CN" sz="1600">
                <a:solidFill>
                  <a:srgbClr val="000000"/>
                </a:solidFill>
                <a:latin typeface="宋体" pitchFamily="2" charset="-122"/>
                <a:ea typeface="宋体" pitchFamily="2" charset="-122"/>
                <a:cs typeface="Times New Roman" panose="02020503050405090304" pitchFamily="18" charset="0"/>
              </a:rPr>
              <a:t>/</a:t>
            </a:r>
            <a:r>
              <a:rPr lang="zh-CN" altLang="zh-CN" sz="1600">
                <a:solidFill>
                  <a:srgbClr val="000000"/>
                </a:solidFill>
                <a:latin typeface="Times New Roman" panose="02020503050405090304" pitchFamily="18" charset="0"/>
                <a:ea typeface="宋体" pitchFamily="2" charset="-122"/>
                <a:cs typeface="Times New Roman" panose="02020503050405090304" pitchFamily="18" charset="0"/>
              </a:rPr>
              <a:t>物</a:t>
            </a:r>
            <a:r>
              <a:rPr lang="en-US" altLang="zh-CN" sz="1600">
                <a:solidFill>
                  <a:srgbClr val="000000"/>
                </a:solidFill>
                <a:latin typeface="宋体" pitchFamily="2" charset="-122"/>
                <a:ea typeface="宋体" pitchFamily="2" charset="-122"/>
                <a:cs typeface="Times New Roman" panose="02020503050405090304" pitchFamily="18" charset="0"/>
              </a:rPr>
              <a:t>/</a:t>
            </a:r>
            <a:r>
              <a:rPr lang="zh-CN" altLang="zh-CN" sz="1600">
                <a:solidFill>
                  <a:srgbClr val="000000"/>
                </a:solidFill>
                <a:latin typeface="Times New Roman" panose="02020503050405090304" pitchFamily="18" charset="0"/>
                <a:ea typeface="宋体" pitchFamily="2" charset="-122"/>
                <a:cs typeface="Times New Roman" panose="02020503050405090304" pitchFamily="18" charset="0"/>
              </a:rPr>
              <a:t>园</a:t>
            </a:r>
            <a:r>
              <a:rPr lang="en-US" altLang="zh-CN" sz="1600">
                <a:solidFill>
                  <a:srgbClr val="000000"/>
                </a:solidFill>
                <a:latin typeface="宋体" pitchFamily="2" charset="-122"/>
                <a:ea typeface="宋体" pitchFamily="2" charset="-122"/>
                <a:cs typeface="Times New Roman" panose="02020503050405090304" pitchFamily="18" charset="0"/>
              </a:rPr>
              <a:t>/</a:t>
            </a:r>
            <a:r>
              <a:rPr lang="zh-CN" altLang="zh-CN" sz="1600">
                <a:solidFill>
                  <a:srgbClr val="000000"/>
                </a:solidFill>
                <a:latin typeface="Times New Roman" panose="02020503050405090304" pitchFamily="18" charset="0"/>
                <a:ea typeface="宋体" pitchFamily="2" charset="-122"/>
                <a:cs typeface="Times New Roman" panose="02020503050405090304" pitchFamily="18" charset="0"/>
              </a:rPr>
              <a:t>玩。</a:t>
            </a:r>
            <a:endParaRPr lang="zh-CN" altLang="zh-CN" sz="1600">
              <a:latin typeface="宋体" pitchFamily="2" charset="-122"/>
              <a:ea typeface="宋体" pitchFamily="2" charset="-122"/>
              <a:cs typeface="宋体" pitchFamily="2" charset="-122"/>
            </a:endParaRPr>
          </a:p>
          <a:p>
            <a:pPr>
              <a:lnSpc>
                <a:spcPct val="150000"/>
              </a:lnSpc>
            </a:pPr>
            <a:r>
              <a:rPr lang="zh-CN" altLang="zh-CN" sz="1600">
                <a:solidFill>
                  <a:srgbClr val="000000"/>
                </a:solidFill>
                <a:latin typeface="Times New Roman" panose="02020503050405090304" pitchFamily="18" charset="0"/>
                <a:ea typeface="宋体" pitchFamily="2" charset="-122"/>
                <a:cs typeface="Times New Roman" panose="02020503050405090304" pitchFamily="18" charset="0"/>
              </a:rPr>
              <a:t>逆向匹配的分词结果：孩子</a:t>
            </a:r>
            <a:r>
              <a:rPr lang="en-US" altLang="zh-CN" sz="1600">
                <a:solidFill>
                  <a:srgbClr val="000000"/>
                </a:solidFill>
                <a:latin typeface="宋体" pitchFamily="2" charset="-122"/>
                <a:ea typeface="宋体" pitchFamily="2" charset="-122"/>
                <a:cs typeface="Times New Roman" panose="02020503050405090304" pitchFamily="18" charset="0"/>
              </a:rPr>
              <a:t>/</a:t>
            </a:r>
            <a:r>
              <a:rPr lang="zh-CN" altLang="zh-CN" sz="1600">
                <a:solidFill>
                  <a:srgbClr val="000000"/>
                </a:solidFill>
                <a:latin typeface="Times New Roman" panose="02020503050405090304" pitchFamily="18" charset="0"/>
                <a:ea typeface="宋体" pitchFamily="2" charset="-122"/>
                <a:cs typeface="Times New Roman" panose="02020503050405090304" pitchFamily="18" charset="0"/>
              </a:rPr>
              <a:t>喜欢</a:t>
            </a:r>
            <a:r>
              <a:rPr lang="en-US" altLang="zh-CN" sz="1600">
                <a:solidFill>
                  <a:srgbClr val="000000"/>
                </a:solidFill>
                <a:latin typeface="宋体" pitchFamily="2" charset="-122"/>
                <a:ea typeface="宋体" pitchFamily="2" charset="-122"/>
                <a:cs typeface="Times New Roman" panose="02020503050405090304" pitchFamily="18" charset="0"/>
              </a:rPr>
              <a:t>/</a:t>
            </a:r>
            <a:r>
              <a:rPr lang="zh-CN" altLang="zh-CN" sz="1600">
                <a:solidFill>
                  <a:srgbClr val="000000"/>
                </a:solidFill>
                <a:latin typeface="Times New Roman" panose="02020503050405090304" pitchFamily="18" charset="0"/>
                <a:ea typeface="宋体" pitchFamily="2" charset="-122"/>
                <a:cs typeface="Times New Roman" panose="02020503050405090304" pitchFamily="18" charset="0"/>
              </a:rPr>
              <a:t>在</a:t>
            </a:r>
            <a:r>
              <a:rPr lang="en-US" altLang="zh-CN" sz="1600">
                <a:solidFill>
                  <a:srgbClr val="000000"/>
                </a:solidFill>
                <a:latin typeface="宋体" pitchFamily="2" charset="-122"/>
                <a:ea typeface="宋体" pitchFamily="2" charset="-122"/>
                <a:cs typeface="Times New Roman" panose="02020503050405090304" pitchFamily="18" charset="0"/>
              </a:rPr>
              <a:t>/</a:t>
            </a:r>
            <a:r>
              <a:rPr lang="zh-CN" altLang="zh-CN" sz="1600">
                <a:solidFill>
                  <a:srgbClr val="000000"/>
                </a:solidFill>
                <a:latin typeface="Times New Roman" panose="02020503050405090304" pitchFamily="18" charset="0"/>
                <a:ea typeface="宋体" pitchFamily="2" charset="-122"/>
                <a:cs typeface="Times New Roman" panose="02020503050405090304" pitchFamily="18" charset="0"/>
              </a:rPr>
              <a:t>野生</a:t>
            </a:r>
            <a:r>
              <a:rPr lang="en-US" altLang="zh-CN" sz="1600">
                <a:solidFill>
                  <a:srgbClr val="000000"/>
                </a:solidFill>
                <a:latin typeface="宋体" pitchFamily="2" charset="-122"/>
                <a:ea typeface="宋体" pitchFamily="2" charset="-122"/>
                <a:cs typeface="Times New Roman" panose="02020503050405090304" pitchFamily="18" charset="0"/>
              </a:rPr>
              <a:t>/</a:t>
            </a:r>
            <a:r>
              <a:rPr lang="zh-CN" altLang="zh-CN" sz="1600">
                <a:solidFill>
                  <a:srgbClr val="000000"/>
                </a:solidFill>
                <a:latin typeface="Times New Roman" panose="02020503050405090304" pitchFamily="18" charset="0"/>
                <a:ea typeface="宋体" pitchFamily="2" charset="-122"/>
                <a:cs typeface="Times New Roman" panose="02020503050405090304" pitchFamily="18" charset="0"/>
              </a:rPr>
              <a:t>动物园</a:t>
            </a:r>
            <a:r>
              <a:rPr lang="en-US" altLang="zh-CN" sz="1600">
                <a:solidFill>
                  <a:srgbClr val="000000"/>
                </a:solidFill>
                <a:latin typeface="宋体" pitchFamily="2" charset="-122"/>
                <a:ea typeface="宋体" pitchFamily="2" charset="-122"/>
                <a:cs typeface="Times New Roman" panose="02020503050405090304" pitchFamily="18" charset="0"/>
              </a:rPr>
              <a:t>/</a:t>
            </a:r>
            <a:r>
              <a:rPr lang="zh-CN" altLang="zh-CN" sz="1600">
                <a:solidFill>
                  <a:srgbClr val="000000"/>
                </a:solidFill>
                <a:latin typeface="Times New Roman" panose="02020503050405090304" pitchFamily="18" charset="0"/>
                <a:ea typeface="宋体" pitchFamily="2" charset="-122"/>
                <a:cs typeface="Times New Roman" panose="02020503050405090304" pitchFamily="18" charset="0"/>
              </a:rPr>
              <a:t>玩。</a:t>
            </a:r>
            <a:endParaRPr lang="zh-CN" altLang="zh-CN" sz="1600">
              <a:latin typeface="宋体" pitchFamily="2" charset="-122"/>
              <a:ea typeface="宋体" pitchFamily="2" charset="-122"/>
              <a:cs typeface="宋体" pitchFamily="2" charset="-122"/>
            </a:endParaRPr>
          </a:p>
        </p:txBody>
      </p:sp>
      <p:sp>
        <p:nvSpPr>
          <p:cNvPr id="6" name="文本框 5" descr="7b0a202020202262756c6c6574223a20227b5c2263617465676f727949645c223a31303030362c5c2274656d706c61746549645c223a32303233313236327d220a7d0a"/>
          <p:cNvSpPr txBox="1"/>
          <p:nvPr/>
        </p:nvSpPr>
        <p:spPr>
          <a:xfrm>
            <a:off x="681990" y="4135522"/>
            <a:ext cx="7960360" cy="584775"/>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r>
              <a:rPr lang="zh-CN" altLang="en-US" sz="1600" dirty="0">
                <a:solidFill>
                  <a:srgbClr val="00B050"/>
                </a:solidFill>
                <a:latin typeface="Times New Roman" panose="02020503050405090304" pitchFamily="18" charset="0"/>
                <a:ea typeface="宋体" pitchFamily="2" charset="-122"/>
              </a:rPr>
              <a:t>注意事项：</a:t>
            </a:r>
            <a:r>
              <a:rPr lang="zh-CN" altLang="en-US" sz="1600" dirty="0">
                <a:latin typeface="Times New Roman" panose="02020503050405090304" pitchFamily="18" charset="0"/>
                <a:ea typeface="宋体" pitchFamily="2" charset="-122"/>
              </a:rPr>
              <a:t>基于词表的分词算法虽然简单快速，但对于未登录词以及切分歧义的情况无法处理。</a:t>
            </a:r>
            <a:endParaRPr lang="zh-CN" altLang="en-US" sz="1600" dirty="0">
              <a:latin typeface="Times New Roman" panose="02020503050405090304" pitchFamily="18" charset="0"/>
              <a:ea typeface="宋体" pitchFamily="2" charset="-122"/>
            </a:endParaRPr>
          </a:p>
        </p:txBody>
      </p:sp>
      <p:sp>
        <p:nvSpPr>
          <p:cNvPr id="7" name="文本框 6"/>
          <p:cNvSpPr txBox="1"/>
          <p:nvPr/>
        </p:nvSpPr>
        <p:spPr>
          <a:xfrm>
            <a:off x="852550" y="2886840"/>
            <a:ext cx="7491602" cy="1156407"/>
          </a:xfrm>
          <a:prstGeom prst="rect">
            <a:avLst/>
          </a:prstGeom>
        </p:spPr>
        <p:style>
          <a:lnRef idx="1">
            <a:schemeClr val="accent4"/>
          </a:lnRef>
          <a:fillRef idx="2">
            <a:schemeClr val="accent4"/>
          </a:fillRef>
          <a:effectRef idx="1">
            <a:schemeClr val="accent4"/>
          </a:effectRef>
          <a:fontRef idx="minor">
            <a:schemeClr val="dk1"/>
          </a:fontRef>
        </p:style>
        <p:txBody>
          <a:bodyPr wrap="square" rtlCol="0" anchor="t">
            <a:spAutoFit/>
          </a:bodyPr>
          <a:lstStyle/>
          <a:p>
            <a:pPr>
              <a:lnSpc>
                <a:spcPct val="150000"/>
              </a:lnSpc>
            </a:pPr>
            <a:r>
              <a:rPr sz="1600" dirty="0">
                <a:latin typeface="Times New Roman" panose="02020503050405090304" pitchFamily="18" charset="0"/>
                <a:ea typeface="宋体" pitchFamily="2" charset="-122"/>
              </a:rPr>
              <a:t>可以发现，两种算法的分词结果是不同的，结果中正向最大匹配的分词结果词数比逆向匹配的分词结果词数多，所以分词结果取词数较少的，即逆向最大匹配的分词结果。</a:t>
            </a:r>
            <a:endParaRPr sz="1600" dirty="0">
              <a:latin typeface="Times New Roman" panose="02020503050405090304" pitchFamily="18" charset="0"/>
              <a:ea typeface="宋体" pitchFamily="2" charset="-122"/>
            </a:endParaRPr>
          </a:p>
        </p:txBody>
      </p:sp>
      <p:sp>
        <p:nvSpPr>
          <p:cNvPr id="10" name="标题 9"/>
          <p:cNvSpPr>
            <a:spLocks noGrp="1"/>
          </p:cNvSpPr>
          <p:nvPr>
            <p:ph type="title"/>
          </p:nvPr>
        </p:nvSpPr>
        <p:spPr/>
        <p:txBody>
          <a:bodyPr/>
          <a:lstStyle/>
          <a:p>
            <a:r>
              <a:rPr lang="en-US" altLang="zh-CN" sz="2400" b="1">
                <a:solidFill>
                  <a:srgbClr val="004C41"/>
                </a:solidFill>
                <a:ea typeface="宋体" pitchFamily="2" charset="-122"/>
                <a:cs typeface="+mn-ea"/>
                <a:sym typeface="+mn-lt"/>
              </a:rPr>
              <a:t>3.</a:t>
            </a:r>
            <a:r>
              <a:rPr lang="zh-CN" altLang="en-US" sz="2400" b="1">
                <a:solidFill>
                  <a:srgbClr val="004C41"/>
                </a:solidFill>
                <a:ea typeface="宋体" pitchFamily="2" charset="-122"/>
                <a:cs typeface="+mn-ea"/>
                <a:sym typeface="+mn-lt"/>
              </a:rPr>
              <a:t>双向最大匹配算法</a:t>
            </a:r>
            <a:endParaRPr lang="zh-CN" altLang="en-US">
              <a:ea typeface="宋体" pitchFamily="2" charset="-122"/>
            </a:endParaRPr>
          </a:p>
        </p:txBody>
      </p:sp>
      <p:sp>
        <p:nvSpPr>
          <p:cNvPr id="8" name="日期占位符 7"/>
          <p:cNvSpPr>
            <a:spLocks noGrp="1"/>
          </p:cNvSpPr>
          <p:nvPr>
            <p:ph type="dt" sz="half" idx="10"/>
          </p:nvPr>
        </p:nvSpPr>
        <p:spPr/>
        <p:txBody>
          <a:bodyPr/>
          <a:lstStyle/>
          <a:p>
            <a:fld id="{6E01A514-3889-4E5A-9EE5-A536FAD6EF63}"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9" name="灯片编号占位符 8"/>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anim calcmode="lin" valueType="num">
                                      <p:cBhvr>
                                        <p:cTn id="12" dur="1000" fill="hold"/>
                                        <p:tgtEl>
                                          <p:spTgt spid="3"/>
                                        </p:tgtEl>
                                        <p:attrNameLst>
                                          <p:attrName>ppt_x</p:attrName>
                                        </p:attrNameLst>
                                      </p:cBhvr>
                                      <p:tavLst>
                                        <p:tav tm="0">
                                          <p:val>
                                            <p:strVal val="#ppt_x"/>
                                          </p:val>
                                        </p:tav>
                                        <p:tav tm="100000">
                                          <p:val>
                                            <p:strVal val="#ppt_x"/>
                                          </p:val>
                                        </p:tav>
                                      </p:tavLst>
                                    </p:anim>
                                    <p:anim calcmode="lin" valueType="num">
                                      <p:cBhvr>
                                        <p:cTn id="1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1000"/>
                                        <p:tgtEl>
                                          <p:spTgt spid="7"/>
                                        </p:tgtEl>
                                      </p:cBhvr>
                                    </p:animEffect>
                                    <p:anim calcmode="lin" valueType="num">
                                      <p:cBhvr>
                                        <p:cTn id="19" dur="1000" fill="hold"/>
                                        <p:tgtEl>
                                          <p:spTgt spid="7"/>
                                        </p:tgtEl>
                                        <p:attrNameLst>
                                          <p:attrName>ppt_x</p:attrName>
                                        </p:attrNameLst>
                                      </p:cBhvr>
                                      <p:tavLst>
                                        <p:tav tm="0">
                                          <p:val>
                                            <p:strVal val="#ppt_x"/>
                                          </p:val>
                                        </p:tav>
                                        <p:tav tm="100000">
                                          <p:val>
                                            <p:strVal val="#ppt_x"/>
                                          </p:val>
                                        </p:tav>
                                      </p:tavLst>
                                    </p:anim>
                                    <p:anim calcmode="lin" valueType="num">
                                      <p:cBhvr>
                                        <p:cTn id="2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3" grpId="0" bldLvl="0" animBg="1"/>
      <p:bldP spid="3" grpId="1" animBg="1"/>
      <p:bldP spid="6" grpId="0" bldLvl="0" animBg="1"/>
      <p:bldP spid="6" grpId="1" animBg="1"/>
      <p:bldP spid="7" grpId="0" bldLvl="0" animBg="1"/>
      <p:bldP spid="7"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18429" y="894009"/>
            <a:ext cx="8166735" cy="417743"/>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a:lnSpc>
                <a:spcPct val="150000"/>
              </a:lnSpc>
            </a:pPr>
            <a:r>
              <a:rPr lang="zh-CN" altLang="en-US" sz="1600" dirty="0">
                <a:latin typeface="Times New Roman" panose="02020503050405090304" pitchFamily="18" charset="0"/>
                <a:ea typeface="宋体" pitchFamily="2" charset="-122"/>
              </a:rPr>
              <a:t>【例】对“在野生动物园玩”这句中文文本，分别使用三种基于词表的分词算法进行分词。</a:t>
            </a:r>
            <a:endParaRPr lang="zh-CN" altLang="en-US" sz="1600" dirty="0">
              <a:latin typeface="Times New Roman" panose="02020503050405090304" pitchFamily="18" charset="0"/>
              <a:ea typeface="宋体" pitchFamily="2" charset="-122"/>
            </a:endParaRPr>
          </a:p>
        </p:txBody>
      </p:sp>
      <p:pic>
        <p:nvPicPr>
          <p:cNvPr id="6" name="C9F754DE-2CAD-44b6-B708-469DEB6407EB-4" descr="wpp"/>
          <p:cNvPicPr>
            <a:picLocks noChangeAspect="1"/>
          </p:cNvPicPr>
          <p:nvPr/>
        </p:nvPicPr>
        <p:blipFill rotWithShape="1">
          <a:blip r:embed="rId1"/>
          <a:srcRect l="1397" t="5187" r="2443" b="5099"/>
          <a:stretch>
            <a:fillRect/>
          </a:stretch>
        </p:blipFill>
        <p:spPr>
          <a:xfrm>
            <a:off x="746229" y="1528763"/>
            <a:ext cx="7889668" cy="2917507"/>
          </a:xfrm>
          <a:prstGeom prst="rect">
            <a:avLst/>
          </a:prstGeom>
        </p:spPr>
      </p:pic>
      <p:sp>
        <p:nvSpPr>
          <p:cNvPr id="7" name="标题 6"/>
          <p:cNvSpPr>
            <a:spLocks noGrp="1"/>
          </p:cNvSpPr>
          <p:nvPr>
            <p:ph type="title"/>
          </p:nvPr>
        </p:nvSpPr>
        <p:spPr/>
        <p:txBody>
          <a:bodyPr/>
          <a:lstStyle/>
          <a:p>
            <a:r>
              <a:rPr lang="en-US" altLang="zh-CN" sz="2400" b="1">
                <a:solidFill>
                  <a:srgbClr val="004C41"/>
                </a:solidFill>
                <a:ea typeface="宋体" pitchFamily="2" charset="-122"/>
                <a:cs typeface="+mn-ea"/>
                <a:sym typeface="+mn-lt"/>
              </a:rPr>
              <a:t>4.</a:t>
            </a:r>
            <a:r>
              <a:rPr lang="zh-CN" altLang="en-US" sz="2400" b="1">
                <a:solidFill>
                  <a:srgbClr val="004C41"/>
                </a:solidFill>
                <a:ea typeface="宋体" pitchFamily="2" charset="-122"/>
                <a:cs typeface="+mn-ea"/>
                <a:sym typeface="+mn-lt"/>
              </a:rPr>
              <a:t>基于词表的分词</a:t>
            </a:r>
            <a:r>
              <a:rPr lang="zh-CN" altLang="zh-CN" sz="2400" b="1">
                <a:solidFill>
                  <a:srgbClr val="004C41"/>
                </a:solidFill>
                <a:ea typeface="宋体" pitchFamily="2" charset="-122"/>
                <a:cs typeface="+mn-ea"/>
                <a:sym typeface="+mn-lt"/>
              </a:rPr>
              <a:t>案例</a:t>
            </a:r>
            <a:endParaRPr lang="zh-CN" altLang="en-US">
              <a:ea typeface="宋体" pitchFamily="2" charset="-122"/>
            </a:endParaRPr>
          </a:p>
        </p:txBody>
      </p:sp>
      <p:sp>
        <p:nvSpPr>
          <p:cNvPr id="3" name="日期占位符 2"/>
          <p:cNvSpPr>
            <a:spLocks noGrp="1"/>
          </p:cNvSpPr>
          <p:nvPr>
            <p:ph type="dt" sz="half" idx="10"/>
          </p:nvPr>
        </p:nvSpPr>
        <p:spPr/>
        <p:txBody>
          <a:bodyPr/>
          <a:lstStyle/>
          <a:p>
            <a:fld id="{25F5FD27-48E9-4A7B-A656-596DEA563D9A}"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5" name="灯片编号占位符 4"/>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42"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1000"/>
                                        <p:tgtEl>
                                          <p:spTgt spid="6"/>
                                        </p:tgtEl>
                                      </p:cBhvr>
                                    </p:animEffect>
                                    <p:anim calcmode="lin" valueType="num">
                                      <p:cBhvr>
                                        <p:cTn id="10" dur="1000" fill="hold"/>
                                        <p:tgtEl>
                                          <p:spTgt spid="6"/>
                                        </p:tgtEl>
                                        <p:attrNameLst>
                                          <p:attrName>ppt_x</p:attrName>
                                        </p:attrNameLst>
                                      </p:cBhvr>
                                      <p:tavLst>
                                        <p:tav tm="0">
                                          <p:val>
                                            <p:strVal val="#ppt_x"/>
                                          </p:val>
                                        </p:tav>
                                        <p:tav tm="100000">
                                          <p:val>
                                            <p:strVal val="#ppt_x"/>
                                          </p:val>
                                        </p:tav>
                                      </p:tavLst>
                                    </p:anim>
                                    <p:anim calcmode="lin" valueType="num">
                                      <p:cBhvr>
                                        <p:cTn id="1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30517" y="985106"/>
            <a:ext cx="8482965" cy="3753485"/>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r>
              <a:rPr lang="zh-CN" altLang="en-US" sz="1400" dirty="0">
                <a:latin typeface="Times New Roman" panose="02020503050405090304" pitchFamily="18" charset="0"/>
                <a:ea typeface="宋体" pitchFamily="2" charset="-122"/>
              </a:rPr>
              <a:t>def FMM(dict, sentence): </a:t>
            </a:r>
            <a:r>
              <a:rPr lang="en-US" altLang="zh-CN" sz="1400" dirty="0">
                <a:latin typeface="Times New Roman" panose="02020503050405090304" pitchFamily="18" charset="0"/>
                <a:ea typeface="宋体" pitchFamily="2" charset="-122"/>
              </a:rPr>
              <a:t>                </a:t>
            </a:r>
            <a:r>
              <a:rPr lang="en-US" altLang="zh-CN" sz="1400" dirty="0">
                <a:solidFill>
                  <a:srgbClr val="FF0000"/>
                </a:solidFill>
                <a:latin typeface="Times New Roman" panose="02020503050405090304" pitchFamily="18" charset="0"/>
                <a:ea typeface="宋体" pitchFamily="2" charset="-122"/>
              </a:rPr>
              <a:t> </a:t>
            </a:r>
            <a:r>
              <a:rPr lang="zh-CN" altLang="en-US" sz="1400" dirty="0">
                <a:solidFill>
                  <a:srgbClr val="FF0000"/>
                </a:solidFill>
                <a:latin typeface="Times New Roman" panose="02020503050405090304" pitchFamily="18" charset="0"/>
                <a:ea typeface="宋体" pitchFamily="2" charset="-122"/>
                <a:sym typeface="+mn-ea"/>
              </a:rPr>
              <a:t>#</a:t>
            </a:r>
            <a:r>
              <a:rPr lang="en-US" altLang="zh-CN" sz="1400" dirty="0">
                <a:solidFill>
                  <a:srgbClr val="FF0000"/>
                </a:solidFill>
                <a:latin typeface="Times New Roman" panose="02020503050405090304" pitchFamily="18" charset="0"/>
                <a:ea typeface="宋体" pitchFamily="2" charset="-122"/>
                <a:sym typeface="+mn-ea"/>
              </a:rPr>
              <a:t> </a:t>
            </a:r>
            <a:r>
              <a:rPr lang="zh-CN" altLang="en-US" sz="1400" dirty="0">
                <a:solidFill>
                  <a:srgbClr val="FF0000"/>
                </a:solidFill>
                <a:latin typeface="Times New Roman" panose="02020503050405090304" pitchFamily="18" charset="0"/>
                <a:ea typeface="宋体" pitchFamily="2" charset="-122"/>
                <a:sym typeface="+mn-ea"/>
              </a:rPr>
              <a:t>正向最大匹配算法FMM函数，参数</a:t>
            </a:r>
            <a:r>
              <a:rPr lang="zh-CN" altLang="en-US" sz="1400" dirty="0">
                <a:solidFill>
                  <a:srgbClr val="FF0000"/>
                </a:solidFill>
                <a:latin typeface="Times New Roman" panose="02020503050405090304" pitchFamily="18" charset="0"/>
                <a:ea typeface="宋体" pitchFamily="2" charset="-122"/>
              </a:rPr>
              <a:t>dict: 词典 ，参数sentence: 句子</a:t>
            </a:r>
            <a:r>
              <a:rPr lang="zh-CN" altLang="en-US" sz="1400" dirty="0">
                <a:latin typeface="Times New Roman" panose="02020503050405090304" pitchFamily="18" charset="0"/>
                <a:ea typeface="宋体" pitchFamily="2" charset="-122"/>
              </a:rPr>
              <a:t> </a:t>
            </a:r>
            <a:endParaRPr lang="zh-CN" altLang="en-US" sz="1400" dirty="0">
              <a:latin typeface="Times New Roman" panose="02020503050405090304" pitchFamily="18" charset="0"/>
              <a:ea typeface="宋体" pitchFamily="2" charset="-122"/>
            </a:endParaRPr>
          </a:p>
          <a:p>
            <a:r>
              <a:rPr lang="en-US" altLang="zh-CN" sz="1400" dirty="0">
                <a:latin typeface="Times New Roman" panose="02020503050405090304" pitchFamily="18" charset="0"/>
                <a:ea typeface="宋体" pitchFamily="2" charset="-122"/>
              </a:rPr>
              <a:t>    </a:t>
            </a:r>
            <a:r>
              <a:rPr lang="zh-CN" altLang="en-US" sz="1400" dirty="0">
                <a:latin typeface="Times New Roman" panose="02020503050405090304" pitchFamily="18" charset="0"/>
                <a:ea typeface="宋体" pitchFamily="2" charset="-122"/>
              </a:rPr>
              <a:t>fmmresult = [] </a:t>
            </a:r>
            <a:endParaRPr lang="zh-CN" altLang="en-US" sz="1400" dirty="0">
              <a:latin typeface="Times New Roman" panose="02020503050405090304" pitchFamily="18" charset="0"/>
              <a:ea typeface="宋体" pitchFamily="2" charset="-122"/>
            </a:endParaRPr>
          </a:p>
          <a:p>
            <a:r>
              <a:rPr lang="en-US" altLang="zh-CN" sz="1400" dirty="0">
                <a:latin typeface="Times New Roman" panose="02020503050405090304" pitchFamily="18" charset="0"/>
                <a:ea typeface="宋体" pitchFamily="2" charset="-122"/>
              </a:rPr>
              <a:t>    </a:t>
            </a:r>
            <a:r>
              <a:rPr lang="zh-CN" altLang="en-US" sz="1400" dirty="0">
                <a:latin typeface="Times New Roman" panose="02020503050405090304" pitchFamily="18" charset="0"/>
                <a:ea typeface="宋体" pitchFamily="2" charset="-122"/>
              </a:rPr>
              <a:t>max_len = max([len(item) for item in dict])</a:t>
            </a:r>
            <a:r>
              <a:rPr lang="en-US" altLang="zh-CN" sz="1400" dirty="0">
                <a:latin typeface="Times New Roman" panose="02020503050405090304" pitchFamily="18" charset="0"/>
                <a:ea typeface="宋体" pitchFamily="2" charset="-122"/>
              </a:rPr>
              <a:t>   </a:t>
            </a:r>
            <a:r>
              <a:rPr lang="zh-CN" altLang="en-US" sz="1400" dirty="0">
                <a:solidFill>
                  <a:srgbClr val="FF0000"/>
                </a:solidFill>
                <a:latin typeface="Times New Roman" panose="02020503050405090304" pitchFamily="18" charset="0"/>
                <a:ea typeface="宋体" pitchFamily="2" charset="-122"/>
              </a:rPr>
              <a:t> # </a:t>
            </a:r>
            <a:r>
              <a:rPr lang="en-US" altLang="zh-CN" sz="1400" dirty="0" err="1">
                <a:solidFill>
                  <a:srgbClr val="FF0000"/>
                </a:solidFill>
                <a:latin typeface="Times New Roman" panose="02020503050405090304" pitchFamily="18" charset="0"/>
                <a:ea typeface="宋体" pitchFamily="2" charset="-122"/>
              </a:rPr>
              <a:t>max_len</a:t>
            </a:r>
            <a:r>
              <a:rPr lang="zh-CN" altLang="en-US" sz="1400" dirty="0">
                <a:solidFill>
                  <a:srgbClr val="FF0000"/>
                </a:solidFill>
                <a:latin typeface="Times New Roman" panose="02020503050405090304" pitchFamily="18" charset="0"/>
                <a:ea typeface="宋体" pitchFamily="2" charset="-122"/>
              </a:rPr>
              <a:t>定义为词典中最长词长度</a:t>
            </a:r>
            <a:r>
              <a:rPr lang="zh-CN" altLang="en-US" sz="1400" dirty="0">
                <a:latin typeface="Times New Roman" panose="02020503050405090304" pitchFamily="18" charset="0"/>
                <a:ea typeface="宋体" pitchFamily="2" charset="-122"/>
              </a:rPr>
              <a:t> </a:t>
            </a:r>
            <a:endParaRPr lang="zh-CN" altLang="en-US" sz="1400" dirty="0">
              <a:latin typeface="Times New Roman" panose="02020503050405090304" pitchFamily="18" charset="0"/>
              <a:ea typeface="宋体" pitchFamily="2" charset="-122"/>
            </a:endParaRPr>
          </a:p>
          <a:p>
            <a:r>
              <a:rPr lang="en-US" altLang="zh-CN" sz="1400" dirty="0">
                <a:latin typeface="Times New Roman" panose="02020503050405090304" pitchFamily="18" charset="0"/>
                <a:ea typeface="宋体" pitchFamily="2" charset="-122"/>
              </a:rPr>
              <a:t>    </a:t>
            </a:r>
            <a:r>
              <a:rPr lang="zh-CN" altLang="en-US" sz="1400" dirty="0">
                <a:latin typeface="Times New Roman" panose="02020503050405090304" pitchFamily="18" charset="0"/>
                <a:ea typeface="宋体" pitchFamily="2" charset="-122"/>
              </a:rPr>
              <a:t>start = 0 </a:t>
            </a:r>
            <a:endParaRPr lang="zh-CN" altLang="en-US" sz="1400" dirty="0">
              <a:latin typeface="Times New Roman" panose="02020503050405090304" pitchFamily="18" charset="0"/>
              <a:ea typeface="宋体" pitchFamily="2" charset="-122"/>
            </a:endParaRPr>
          </a:p>
          <a:p>
            <a:r>
              <a:rPr lang="en-US" altLang="zh-CN" sz="1400" dirty="0">
                <a:latin typeface="Times New Roman" panose="02020503050405090304" pitchFamily="18" charset="0"/>
                <a:ea typeface="宋体" pitchFamily="2" charset="-122"/>
              </a:rPr>
              <a:t>    </a:t>
            </a:r>
            <a:r>
              <a:rPr lang="zh-CN" altLang="en-US" sz="1400" dirty="0">
                <a:latin typeface="Times New Roman" panose="02020503050405090304" pitchFamily="18" charset="0"/>
                <a:ea typeface="宋体" pitchFamily="2" charset="-122"/>
              </a:rPr>
              <a:t>while start != len(sentence): </a:t>
            </a:r>
            <a:r>
              <a:rPr lang="en-US" altLang="zh-CN" sz="1400" dirty="0">
                <a:latin typeface="Times New Roman" panose="02020503050405090304" pitchFamily="18" charset="0"/>
                <a:ea typeface="宋体" pitchFamily="2" charset="-122"/>
              </a:rPr>
              <a:t>        </a:t>
            </a:r>
            <a:r>
              <a:rPr lang="en-US" altLang="zh-CN" sz="1400" dirty="0">
                <a:solidFill>
                  <a:srgbClr val="FF0000"/>
                </a:solidFill>
                <a:latin typeface="Times New Roman" panose="02020503050405090304" pitchFamily="18" charset="0"/>
                <a:ea typeface="宋体" pitchFamily="2" charset="-122"/>
              </a:rPr>
              <a:t> </a:t>
            </a:r>
            <a:r>
              <a:rPr lang="zh-CN" altLang="en-US" sz="1400">
                <a:solidFill>
                  <a:srgbClr val="FF0000"/>
                </a:solidFill>
                <a:latin typeface="Times New Roman" panose="02020503050405090304" pitchFamily="18" charset="0"/>
                <a:ea typeface="宋体" pitchFamily="2" charset="-122"/>
                <a:sym typeface="+mn-ea"/>
              </a:rPr>
              <a:t># FMM为</a:t>
            </a:r>
            <a:r>
              <a:rPr lang="zh-CN" altLang="en-US" sz="1400" dirty="0">
                <a:solidFill>
                  <a:srgbClr val="FF0000"/>
                </a:solidFill>
                <a:latin typeface="Times New Roman" panose="02020503050405090304" pitchFamily="18" charset="0"/>
                <a:ea typeface="宋体" pitchFamily="2" charset="-122"/>
                <a:sym typeface="+mn-ea"/>
              </a:rPr>
              <a:t>正向，start 从初始位置开始，指向结尾即为结束</a:t>
            </a:r>
            <a:r>
              <a:rPr lang="zh-CN" altLang="en-US" sz="1400" dirty="0">
                <a:latin typeface="Times New Roman" panose="02020503050405090304" pitchFamily="18" charset="0"/>
                <a:ea typeface="宋体" pitchFamily="2" charset="-122"/>
                <a:sym typeface="+mn-ea"/>
              </a:rPr>
              <a:t> </a:t>
            </a:r>
            <a:endParaRPr lang="zh-CN" altLang="en-US" sz="1400" dirty="0">
              <a:latin typeface="Times New Roman" panose="02020503050405090304" pitchFamily="18" charset="0"/>
              <a:ea typeface="宋体" pitchFamily="2" charset="-122"/>
            </a:endParaRPr>
          </a:p>
          <a:p>
            <a:r>
              <a:rPr lang="en-US" altLang="zh-CN" sz="1400">
                <a:latin typeface="Times New Roman" panose="02020503050405090304" pitchFamily="18" charset="0"/>
                <a:ea typeface="宋体" pitchFamily="2" charset="-122"/>
              </a:rPr>
              <a:t>        </a:t>
            </a:r>
            <a:r>
              <a:rPr lang="zh-CN" altLang="en-US" sz="1400">
                <a:latin typeface="Times New Roman" panose="02020503050405090304" pitchFamily="18" charset="0"/>
                <a:ea typeface="宋体" pitchFamily="2" charset="-122"/>
              </a:rPr>
              <a:t>index </a:t>
            </a:r>
            <a:r>
              <a:rPr lang="zh-CN" altLang="en-US" sz="1400" dirty="0">
                <a:latin typeface="Times New Roman" panose="02020503050405090304" pitchFamily="18" charset="0"/>
                <a:ea typeface="宋体" pitchFamily="2" charset="-122"/>
              </a:rPr>
              <a:t>= start + max_len </a:t>
            </a:r>
            <a:r>
              <a:rPr lang="en-US" altLang="zh-CN" sz="1400" dirty="0">
                <a:latin typeface="Times New Roman" panose="02020503050405090304" pitchFamily="18" charset="0"/>
                <a:ea typeface="宋体" pitchFamily="2" charset="-122"/>
              </a:rPr>
              <a:t>            </a:t>
            </a:r>
            <a:r>
              <a:rPr lang="zh-CN" altLang="en-US" sz="1400">
                <a:solidFill>
                  <a:srgbClr val="FF0000"/>
                </a:solidFill>
                <a:latin typeface="Times New Roman" panose="02020503050405090304" pitchFamily="18" charset="0"/>
                <a:ea typeface="宋体" pitchFamily="2" charset="-122"/>
                <a:sym typeface="+mn-ea"/>
              </a:rPr>
              <a:t># index的</a:t>
            </a:r>
            <a:r>
              <a:rPr lang="zh-CN" altLang="en-US" sz="1400" dirty="0">
                <a:solidFill>
                  <a:srgbClr val="FF0000"/>
                </a:solidFill>
                <a:latin typeface="Times New Roman" panose="02020503050405090304" pitchFamily="18" charset="0"/>
                <a:ea typeface="宋体" pitchFamily="2" charset="-122"/>
                <a:sym typeface="+mn-ea"/>
              </a:rPr>
              <a:t>初始值为 start 的索引 + 词典中元素的最大长度或句子末尾</a:t>
            </a:r>
            <a:r>
              <a:rPr lang="zh-CN" altLang="en-US" sz="1400" dirty="0">
                <a:latin typeface="Times New Roman" panose="02020503050405090304" pitchFamily="18" charset="0"/>
                <a:ea typeface="宋体" pitchFamily="2" charset="-122"/>
                <a:sym typeface="+mn-ea"/>
              </a:rPr>
              <a:t> </a:t>
            </a:r>
            <a:endParaRPr lang="zh-CN" altLang="en-US" sz="1400" dirty="0">
              <a:latin typeface="Times New Roman" panose="02020503050405090304" pitchFamily="18" charset="0"/>
              <a:ea typeface="宋体" pitchFamily="2" charset="-122"/>
            </a:endParaRPr>
          </a:p>
          <a:p>
            <a:r>
              <a:rPr lang="en-US" altLang="zh-CN" sz="1400" dirty="0">
                <a:latin typeface="Times New Roman" panose="02020503050405090304" pitchFamily="18" charset="0"/>
                <a:ea typeface="宋体" pitchFamily="2" charset="-122"/>
              </a:rPr>
              <a:t>        </a:t>
            </a:r>
            <a:r>
              <a:rPr lang="zh-CN" altLang="en-US" sz="1400">
                <a:latin typeface="Times New Roman" panose="02020503050405090304" pitchFamily="18" charset="0"/>
                <a:ea typeface="宋体" pitchFamily="2" charset="-122"/>
              </a:rPr>
              <a:t>if index </a:t>
            </a:r>
            <a:r>
              <a:rPr lang="zh-CN" altLang="en-US" sz="1400" dirty="0">
                <a:latin typeface="Times New Roman" panose="02020503050405090304" pitchFamily="18" charset="0"/>
                <a:ea typeface="宋体" pitchFamily="2" charset="-122"/>
              </a:rPr>
              <a:t>&gt; len(sentence): </a:t>
            </a:r>
            <a:endParaRPr lang="zh-CN" altLang="en-US" sz="1400" dirty="0">
              <a:latin typeface="Times New Roman" panose="02020503050405090304" pitchFamily="18" charset="0"/>
              <a:ea typeface="宋体" pitchFamily="2" charset="-122"/>
            </a:endParaRPr>
          </a:p>
          <a:p>
            <a:pPr defTabSz="685800">
              <a:tabLst>
                <a:tab pos="358140" algn="l"/>
                <a:tab pos="447675" algn="l"/>
              </a:tabLst>
            </a:pPr>
            <a:r>
              <a:rPr lang="en-US" altLang="zh-CN" sz="1400">
                <a:latin typeface="Times New Roman" panose="02020503050405090304" pitchFamily="18" charset="0"/>
                <a:ea typeface="宋体" pitchFamily="2" charset="-122"/>
              </a:rPr>
              <a:t>           </a:t>
            </a:r>
            <a:r>
              <a:rPr lang="zh-CN" altLang="en-US" sz="1400">
                <a:latin typeface="Times New Roman" panose="02020503050405090304" pitchFamily="18" charset="0"/>
                <a:ea typeface="宋体" pitchFamily="2" charset="-122"/>
              </a:rPr>
              <a:t>index </a:t>
            </a:r>
            <a:r>
              <a:rPr lang="zh-CN" altLang="en-US" sz="1400" dirty="0">
                <a:latin typeface="Times New Roman" panose="02020503050405090304" pitchFamily="18" charset="0"/>
                <a:ea typeface="宋体" pitchFamily="2" charset="-122"/>
              </a:rPr>
              <a:t>= len(sentence) </a:t>
            </a:r>
            <a:endParaRPr lang="zh-CN" altLang="en-US" sz="1400" dirty="0">
              <a:latin typeface="Times New Roman" panose="02020503050405090304" pitchFamily="18" charset="0"/>
              <a:ea typeface="宋体" pitchFamily="2" charset="-122"/>
            </a:endParaRPr>
          </a:p>
          <a:p>
            <a:r>
              <a:rPr lang="en-US" altLang="zh-CN" sz="1400" dirty="0">
                <a:latin typeface="Times New Roman" panose="02020503050405090304" pitchFamily="18" charset="0"/>
                <a:ea typeface="宋体" pitchFamily="2" charset="-122"/>
              </a:rPr>
              <a:t>        </a:t>
            </a:r>
            <a:r>
              <a:rPr lang="zh-CN" altLang="en-US" sz="1400" dirty="0">
                <a:latin typeface="Times New Roman" panose="02020503050405090304" pitchFamily="18" charset="0"/>
                <a:ea typeface="宋体" pitchFamily="2" charset="-122"/>
              </a:rPr>
              <a:t>for i in range(max_len): </a:t>
            </a:r>
            <a:endParaRPr lang="zh-CN" altLang="en-US" sz="1400" dirty="0">
              <a:latin typeface="Times New Roman" panose="02020503050405090304" pitchFamily="18" charset="0"/>
              <a:ea typeface="宋体" pitchFamily="2" charset="-122"/>
            </a:endParaRPr>
          </a:p>
          <a:p>
            <a:r>
              <a:rPr lang="en-US" altLang="zh-CN" sz="1400" dirty="0">
                <a:latin typeface="Times New Roman" panose="02020503050405090304" pitchFamily="18" charset="0"/>
                <a:ea typeface="宋体" pitchFamily="2" charset="-122"/>
              </a:rPr>
              <a:t>            </a:t>
            </a:r>
            <a:r>
              <a:rPr lang="zh-CN" altLang="en-US" sz="1400" dirty="0">
                <a:solidFill>
                  <a:srgbClr val="FF0000"/>
                </a:solidFill>
                <a:latin typeface="Times New Roman" panose="02020503050405090304" pitchFamily="18" charset="0"/>
                <a:ea typeface="宋体" pitchFamily="2" charset="-122"/>
              </a:rPr>
              <a:t># 当分词在字典中时或分到最后一个字时，将其加入到结果列表中 </a:t>
            </a:r>
            <a:endParaRPr lang="zh-CN" altLang="en-US" sz="1400" dirty="0">
              <a:solidFill>
                <a:srgbClr val="FF0000"/>
              </a:solidFill>
              <a:latin typeface="Times New Roman" panose="02020503050405090304" pitchFamily="18" charset="0"/>
              <a:ea typeface="宋体" pitchFamily="2" charset="-122"/>
            </a:endParaRPr>
          </a:p>
          <a:p>
            <a:r>
              <a:rPr lang="en-US" altLang="zh-CN" sz="1400" dirty="0">
                <a:latin typeface="Times New Roman" panose="02020503050405090304" pitchFamily="18" charset="0"/>
                <a:ea typeface="宋体" pitchFamily="2" charset="-122"/>
              </a:rPr>
              <a:t>            </a:t>
            </a:r>
            <a:r>
              <a:rPr lang="zh-CN" altLang="en-US" sz="1400" dirty="0">
                <a:latin typeface="Times New Roman" panose="02020503050405090304" pitchFamily="18" charset="0"/>
                <a:ea typeface="宋体" pitchFamily="2" charset="-122"/>
              </a:rPr>
              <a:t>if (sentence[</a:t>
            </a:r>
            <a:r>
              <a:rPr lang="zh-CN" altLang="en-US" sz="1400">
                <a:latin typeface="Times New Roman" panose="02020503050405090304" pitchFamily="18" charset="0"/>
                <a:ea typeface="宋体" pitchFamily="2" charset="-122"/>
              </a:rPr>
              <a:t>start:index] </a:t>
            </a:r>
            <a:r>
              <a:rPr lang="zh-CN" altLang="en-US" sz="1400" dirty="0">
                <a:latin typeface="Times New Roman" panose="02020503050405090304" pitchFamily="18" charset="0"/>
                <a:ea typeface="宋体" pitchFamily="2" charset="-122"/>
              </a:rPr>
              <a:t>in dict) or (len(sentence[</a:t>
            </a:r>
            <a:r>
              <a:rPr lang="zh-CN" altLang="en-US" sz="1400">
                <a:latin typeface="Times New Roman" panose="02020503050405090304" pitchFamily="18" charset="0"/>
                <a:ea typeface="宋体" pitchFamily="2" charset="-122"/>
              </a:rPr>
              <a:t>start:index]) </a:t>
            </a:r>
            <a:r>
              <a:rPr lang="zh-CN" altLang="en-US" sz="1400" dirty="0">
                <a:latin typeface="Times New Roman" panose="02020503050405090304" pitchFamily="18" charset="0"/>
                <a:ea typeface="宋体" pitchFamily="2" charset="-122"/>
              </a:rPr>
              <a:t>== 1): </a:t>
            </a:r>
            <a:r>
              <a:rPr lang="zh-CN" altLang="en-US" sz="1400" dirty="0">
                <a:solidFill>
                  <a:srgbClr val="FF0000"/>
                </a:solidFill>
                <a:latin typeface="Times New Roman" panose="02020503050405090304" pitchFamily="18" charset="0"/>
                <a:ea typeface="宋体" pitchFamily="2" charset="-122"/>
                <a:sym typeface="+mn-ea"/>
              </a:rPr>
              <a:t>#取</a:t>
            </a:r>
            <a:r>
              <a:rPr lang="en-US" altLang="zh-CN" sz="1400" dirty="0">
                <a:solidFill>
                  <a:srgbClr val="FF0000"/>
                </a:solidFill>
                <a:latin typeface="Times New Roman" panose="02020503050405090304" pitchFamily="18" charset="0"/>
                <a:ea typeface="宋体" pitchFamily="2" charset="-122"/>
                <a:sym typeface="+mn-ea"/>
              </a:rPr>
              <a:t>start</a:t>
            </a:r>
            <a:r>
              <a:rPr lang="zh-CN" altLang="en-US" sz="1400" dirty="0">
                <a:solidFill>
                  <a:srgbClr val="FF0000"/>
                </a:solidFill>
                <a:latin typeface="Times New Roman" panose="02020503050405090304" pitchFamily="18" charset="0"/>
                <a:ea typeface="宋体" pitchFamily="2" charset="-122"/>
                <a:sym typeface="+mn-ea"/>
              </a:rPr>
              <a:t>到</a:t>
            </a:r>
            <a:r>
              <a:rPr lang="en-US" altLang="zh-CN" sz="1400" dirty="0">
                <a:solidFill>
                  <a:srgbClr val="FF0000"/>
                </a:solidFill>
                <a:latin typeface="Times New Roman" panose="02020503050405090304" pitchFamily="18" charset="0"/>
                <a:ea typeface="宋体" pitchFamily="2" charset="-122"/>
                <a:sym typeface="+mn-ea"/>
              </a:rPr>
              <a:t>index-1</a:t>
            </a:r>
            <a:endParaRPr lang="zh-CN" altLang="en-US" sz="1400" dirty="0">
              <a:latin typeface="Times New Roman" panose="02020503050405090304" pitchFamily="18" charset="0"/>
              <a:ea typeface="宋体" pitchFamily="2" charset="-122"/>
            </a:endParaRPr>
          </a:p>
          <a:p>
            <a:r>
              <a:rPr lang="en-US" altLang="zh-CN" sz="1400" dirty="0">
                <a:latin typeface="Times New Roman" panose="02020503050405090304" pitchFamily="18" charset="0"/>
                <a:ea typeface="宋体" pitchFamily="2" charset="-122"/>
              </a:rPr>
              <a:t>                </a:t>
            </a:r>
            <a:r>
              <a:rPr lang="zh-CN" altLang="en-US" sz="1400" dirty="0">
                <a:latin typeface="Times New Roman" panose="02020503050405090304" pitchFamily="18" charset="0"/>
                <a:ea typeface="宋体" pitchFamily="2" charset="-122"/>
              </a:rPr>
              <a:t># print(sentence[</a:t>
            </a:r>
            <a:r>
              <a:rPr lang="zh-CN" altLang="en-US" sz="1400">
                <a:latin typeface="Times New Roman" panose="02020503050405090304" pitchFamily="18" charset="0"/>
                <a:ea typeface="宋体" pitchFamily="2" charset="-122"/>
              </a:rPr>
              <a:t>start:index], </a:t>
            </a:r>
            <a:r>
              <a:rPr lang="zh-CN" altLang="en-US" sz="1400" dirty="0">
                <a:latin typeface="Times New Roman" panose="02020503050405090304" pitchFamily="18" charset="0"/>
                <a:ea typeface="宋体" pitchFamily="2" charset="-122"/>
              </a:rPr>
              <a:t>end='/') </a:t>
            </a:r>
            <a:r>
              <a:rPr lang="en-US" altLang="zh-CN" sz="1400" dirty="0">
                <a:latin typeface="Times New Roman" panose="02020503050405090304" pitchFamily="18" charset="0"/>
                <a:ea typeface="宋体" pitchFamily="2" charset="-122"/>
              </a:rPr>
              <a:t>    </a:t>
            </a:r>
            <a:endParaRPr lang="en-US" altLang="zh-CN" sz="1400" dirty="0">
              <a:latin typeface="Times New Roman" panose="02020503050405090304" pitchFamily="18" charset="0"/>
              <a:ea typeface="宋体" pitchFamily="2" charset="-122"/>
            </a:endParaRPr>
          </a:p>
          <a:p>
            <a:r>
              <a:rPr lang="en-US" altLang="zh-CN" sz="1400" dirty="0">
                <a:latin typeface="Times New Roman" panose="02020503050405090304" pitchFamily="18" charset="0"/>
                <a:ea typeface="宋体" pitchFamily="2" charset="-122"/>
              </a:rPr>
              <a:t>                </a:t>
            </a:r>
            <a:r>
              <a:rPr lang="zh-CN" altLang="en-US" sz="1400" dirty="0">
                <a:latin typeface="Times New Roman" panose="02020503050405090304" pitchFamily="18" charset="0"/>
                <a:ea typeface="宋体" pitchFamily="2" charset="-122"/>
              </a:rPr>
              <a:t>fmmresult.append(sentence[start:index]) </a:t>
            </a:r>
            <a:r>
              <a:rPr lang="en-US" altLang="zh-CN" sz="1400" dirty="0">
                <a:latin typeface="Times New Roman" panose="02020503050405090304" pitchFamily="18" charset="0"/>
                <a:ea typeface="宋体" pitchFamily="2" charset="-122"/>
              </a:rPr>
              <a:t>   </a:t>
            </a:r>
            <a:r>
              <a:rPr lang="en-US" altLang="zh-CN" sz="1400" dirty="0">
                <a:solidFill>
                  <a:srgbClr val="FF0000"/>
                </a:solidFill>
                <a:latin typeface="Times New Roman" panose="02020503050405090304" pitchFamily="18" charset="0"/>
                <a:ea typeface="宋体" pitchFamily="2" charset="-122"/>
              </a:rPr>
              <a:t> </a:t>
            </a:r>
            <a:endParaRPr lang="en-US" altLang="zh-CN" sz="1400" dirty="0">
              <a:solidFill>
                <a:srgbClr val="FF0000"/>
              </a:solidFill>
              <a:latin typeface="Times New Roman" panose="02020503050405090304" pitchFamily="18" charset="0"/>
              <a:ea typeface="宋体" pitchFamily="2" charset="-122"/>
            </a:endParaRPr>
          </a:p>
          <a:p>
            <a:r>
              <a:rPr lang="en-US" altLang="zh-CN" sz="1400" dirty="0">
                <a:latin typeface="Times New Roman" panose="02020503050405090304" pitchFamily="18" charset="0"/>
                <a:ea typeface="宋体" pitchFamily="2" charset="-122"/>
              </a:rPr>
              <a:t>                </a:t>
            </a:r>
            <a:r>
              <a:rPr lang="zh-CN" altLang="en-US" sz="1400" dirty="0">
                <a:latin typeface="Times New Roman" panose="02020503050405090304" pitchFamily="18" charset="0"/>
                <a:ea typeface="宋体" pitchFamily="2" charset="-122"/>
              </a:rPr>
              <a:t>start = index </a:t>
            </a:r>
            <a:r>
              <a:rPr lang="en-US" altLang="zh-CN" sz="1400" dirty="0">
                <a:latin typeface="Times New Roman" panose="02020503050405090304" pitchFamily="18" charset="0"/>
                <a:ea typeface="宋体" pitchFamily="2" charset="-122"/>
                <a:sym typeface="+mn-ea"/>
              </a:rPr>
              <a:t>                   </a:t>
            </a:r>
            <a:r>
              <a:rPr lang="en-US" altLang="zh-CN" sz="1400" dirty="0">
                <a:solidFill>
                  <a:srgbClr val="FF0000"/>
                </a:solidFill>
                <a:latin typeface="Times New Roman" panose="02020503050405090304" pitchFamily="18" charset="0"/>
                <a:ea typeface="宋体" pitchFamily="2" charset="-122"/>
                <a:sym typeface="+mn-ea"/>
              </a:rPr>
              <a:t> </a:t>
            </a:r>
            <a:r>
              <a:rPr lang="zh-CN" altLang="en-US" sz="1400" dirty="0">
                <a:solidFill>
                  <a:srgbClr val="FF0000"/>
                </a:solidFill>
                <a:latin typeface="Times New Roman" panose="02020503050405090304" pitchFamily="18" charset="0"/>
                <a:ea typeface="宋体" pitchFamily="2" charset="-122"/>
                <a:sym typeface="+mn-ea"/>
              </a:rPr>
              <a:t># 分出一个词，start 设置到 index 处 </a:t>
            </a:r>
            <a:endParaRPr lang="zh-CN" altLang="en-US" sz="1400" dirty="0">
              <a:solidFill>
                <a:srgbClr val="FF0000"/>
              </a:solidFill>
              <a:latin typeface="Times New Roman" panose="02020503050405090304" pitchFamily="18" charset="0"/>
              <a:ea typeface="宋体" pitchFamily="2" charset="-122"/>
            </a:endParaRPr>
          </a:p>
          <a:p>
            <a:r>
              <a:rPr lang="zh-CN" altLang="en-US" sz="1400" dirty="0">
                <a:latin typeface="Times New Roman" panose="02020503050405090304" pitchFamily="18" charset="0"/>
                <a:ea typeface="宋体" pitchFamily="2" charset="-122"/>
              </a:rPr>
              <a:t> </a:t>
            </a:r>
            <a:r>
              <a:rPr lang="en-US" altLang="zh-CN" sz="1400" dirty="0">
                <a:latin typeface="Times New Roman" panose="02020503050405090304" pitchFamily="18" charset="0"/>
                <a:ea typeface="宋体" pitchFamily="2" charset="-122"/>
              </a:rPr>
              <a:t>               </a:t>
            </a:r>
            <a:r>
              <a:rPr lang="zh-CN" altLang="en-US" sz="1400" dirty="0">
                <a:latin typeface="Times New Roman" panose="02020503050405090304" pitchFamily="18" charset="0"/>
                <a:ea typeface="宋体" pitchFamily="2" charset="-122"/>
              </a:rPr>
              <a:t>break </a:t>
            </a:r>
            <a:r>
              <a:rPr lang="en-US" altLang="zh-CN" sz="1400" dirty="0">
                <a:latin typeface="Times New Roman" panose="02020503050405090304" pitchFamily="18" charset="0"/>
                <a:ea typeface="宋体" pitchFamily="2" charset="-122"/>
              </a:rPr>
              <a:t>                                                 </a:t>
            </a:r>
            <a:endParaRPr lang="en-US" altLang="zh-CN" sz="1400" dirty="0">
              <a:latin typeface="Times New Roman" panose="02020503050405090304" pitchFamily="18" charset="0"/>
              <a:ea typeface="宋体" pitchFamily="2" charset="-122"/>
            </a:endParaRPr>
          </a:p>
          <a:p>
            <a:pPr defTabSz="685800">
              <a:tabLst>
                <a:tab pos="447675" algn="l"/>
                <a:tab pos="716280" algn="l"/>
              </a:tabLst>
            </a:pPr>
            <a:r>
              <a:rPr lang="en-US" altLang="zh-CN" sz="1400" dirty="0">
                <a:latin typeface="Times New Roman" panose="02020503050405090304" pitchFamily="18" charset="0"/>
                <a:ea typeface="宋体" pitchFamily="2" charset="-122"/>
              </a:rPr>
              <a:t>            </a:t>
            </a:r>
            <a:r>
              <a:rPr lang="zh-CN" altLang="en-US" sz="1400" dirty="0">
                <a:latin typeface="Times New Roman" panose="02020503050405090304" pitchFamily="18" charset="0"/>
                <a:ea typeface="宋体" pitchFamily="2" charset="-122"/>
              </a:rPr>
              <a:t>index += -1 </a:t>
            </a:r>
            <a:r>
              <a:rPr lang="en-US" altLang="zh-CN" sz="1400" dirty="0">
                <a:latin typeface="Times New Roman" panose="02020503050405090304" pitchFamily="18" charset="0"/>
                <a:ea typeface="宋体" pitchFamily="2" charset="-122"/>
                <a:sym typeface="+mn-ea"/>
              </a:rPr>
              <a:t>                         </a:t>
            </a:r>
            <a:r>
              <a:rPr lang="zh-CN" altLang="en-US" sz="1400" dirty="0">
                <a:solidFill>
                  <a:srgbClr val="FF0000"/>
                </a:solidFill>
                <a:latin typeface="Times New Roman" panose="02020503050405090304" pitchFamily="18" charset="0"/>
                <a:ea typeface="宋体" pitchFamily="2" charset="-122"/>
                <a:sym typeface="+mn-ea"/>
              </a:rPr>
              <a:t># 如果匹配失败，则去掉最后一个字符</a:t>
            </a:r>
            <a:endParaRPr lang="zh-CN" altLang="en-US" sz="1400" dirty="0">
              <a:latin typeface="Times New Roman" panose="02020503050405090304" pitchFamily="18" charset="0"/>
              <a:ea typeface="宋体" pitchFamily="2" charset="-122"/>
            </a:endParaRPr>
          </a:p>
          <a:p>
            <a:pPr defTabSz="685800">
              <a:tabLst>
                <a:tab pos="89535" algn="l"/>
              </a:tabLst>
            </a:pPr>
            <a:r>
              <a:rPr lang="en-US" altLang="zh-CN" sz="1400" dirty="0">
                <a:latin typeface="Times New Roman" panose="02020503050405090304" pitchFamily="18" charset="0"/>
                <a:ea typeface="宋体" pitchFamily="2" charset="-122"/>
              </a:rPr>
              <a:t>    </a:t>
            </a:r>
            <a:r>
              <a:rPr lang="zh-CN" altLang="en-US" sz="1400" dirty="0">
                <a:latin typeface="Times New Roman" panose="02020503050405090304" pitchFamily="18" charset="0"/>
                <a:ea typeface="宋体" pitchFamily="2" charset="-122"/>
              </a:rPr>
              <a:t>return fmmresult</a:t>
            </a:r>
            <a:endParaRPr lang="zh-CN" altLang="en-US" sz="1400" dirty="0">
              <a:latin typeface="Times New Roman" panose="02020503050405090304" pitchFamily="18" charset="0"/>
              <a:ea typeface="宋体" pitchFamily="2" charset="-122"/>
            </a:endParaRPr>
          </a:p>
        </p:txBody>
      </p:sp>
      <p:sp>
        <p:nvSpPr>
          <p:cNvPr id="6" name="标题 5"/>
          <p:cNvSpPr>
            <a:spLocks noGrp="1"/>
          </p:cNvSpPr>
          <p:nvPr>
            <p:ph type="title"/>
          </p:nvPr>
        </p:nvSpPr>
        <p:spPr/>
        <p:txBody>
          <a:bodyPr/>
          <a:lstStyle/>
          <a:p>
            <a:r>
              <a:rPr lang="en-US" altLang="zh-CN" sz="2400" b="1">
                <a:solidFill>
                  <a:srgbClr val="004C41"/>
                </a:solidFill>
                <a:ea typeface="宋体" pitchFamily="2" charset="-122"/>
                <a:cs typeface="+mn-ea"/>
                <a:sym typeface="+mn-lt"/>
              </a:rPr>
              <a:t>4.</a:t>
            </a:r>
            <a:r>
              <a:rPr lang="zh-CN" altLang="en-US" sz="2400" b="1">
                <a:solidFill>
                  <a:srgbClr val="004C41"/>
                </a:solidFill>
                <a:ea typeface="宋体" pitchFamily="2" charset="-122"/>
                <a:cs typeface="+mn-ea"/>
                <a:sym typeface="+mn-lt"/>
              </a:rPr>
              <a:t>基于词表的分词</a:t>
            </a:r>
            <a:r>
              <a:rPr lang="zh-CN" altLang="zh-CN" sz="2400" b="1">
                <a:solidFill>
                  <a:srgbClr val="004C41"/>
                </a:solidFill>
                <a:ea typeface="宋体" pitchFamily="2" charset="-122"/>
                <a:cs typeface="+mn-ea"/>
                <a:sym typeface="+mn-lt"/>
              </a:rPr>
              <a:t>案例</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1</a:t>
            </a:r>
            <a:r>
              <a:rPr lang="zh-CN" altLang="en-US" sz="2400" b="1">
                <a:solidFill>
                  <a:srgbClr val="004C41"/>
                </a:solidFill>
                <a:ea typeface="宋体" pitchFamily="2" charset="-122"/>
                <a:cs typeface="+mn-ea"/>
                <a:sym typeface="+mn-lt"/>
              </a:rPr>
              <a:t>）正向最大匹配函数</a:t>
            </a:r>
            <a:endParaRPr lang="zh-CN" altLang="en-US">
              <a:ea typeface="宋体" pitchFamily="2" charset="-122"/>
            </a:endParaRPr>
          </a:p>
        </p:txBody>
      </p:sp>
      <p:sp>
        <p:nvSpPr>
          <p:cNvPr id="3" name="日期占位符 2"/>
          <p:cNvSpPr>
            <a:spLocks noGrp="1"/>
          </p:cNvSpPr>
          <p:nvPr>
            <p:ph type="dt" sz="half" idx="10"/>
          </p:nvPr>
        </p:nvSpPr>
        <p:spPr/>
        <p:txBody>
          <a:bodyPr/>
          <a:lstStyle/>
          <a:p>
            <a:fld id="{F3643900-4671-432E-A21E-2423D0B45F92}"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5" name="灯片编号占位符 4"/>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57200" y="935417"/>
            <a:ext cx="8435340" cy="3754874"/>
          </a:xfrm>
          <a:prstGeom prst="rect">
            <a:avLst/>
          </a:prstGeom>
          <a:ln>
            <a:solidFill>
              <a:schemeClr val="accent2">
                <a:lumMod val="40000"/>
                <a:lumOff val="60000"/>
              </a:schemeClr>
            </a:solidFill>
          </a:ln>
        </p:spPr>
        <p:style>
          <a:lnRef idx="2">
            <a:schemeClr val="dk1"/>
          </a:lnRef>
          <a:fillRef idx="1">
            <a:schemeClr val="lt1"/>
          </a:fillRef>
          <a:effectRef idx="0">
            <a:schemeClr val="dk1"/>
          </a:effectRef>
          <a:fontRef idx="minor">
            <a:schemeClr val="dk1"/>
          </a:fontRef>
        </p:style>
        <p:txBody>
          <a:bodyPr wrap="square" rtlCol="0" anchor="t">
            <a:spAutoFit/>
          </a:bodyPr>
          <a:lstStyle/>
          <a:p>
            <a:r>
              <a:rPr lang="zh-CN" altLang="en-US" sz="1400" dirty="0">
                <a:latin typeface="Times New Roman" panose="02020503050405090304" pitchFamily="18" charset="0"/>
                <a:ea typeface="宋体" pitchFamily="2" charset="-122"/>
              </a:rPr>
              <a:t>def </a:t>
            </a:r>
            <a:r>
              <a:rPr lang="en-US" altLang="zh-CN" sz="1400" dirty="0">
                <a:latin typeface="Times New Roman" panose="02020503050405090304" pitchFamily="18" charset="0"/>
                <a:ea typeface="宋体" pitchFamily="2" charset="-122"/>
              </a:rPr>
              <a:t>R</a:t>
            </a:r>
            <a:r>
              <a:rPr lang="zh-CN" altLang="en-US" sz="1400" dirty="0">
                <a:latin typeface="Times New Roman" panose="02020503050405090304" pitchFamily="18" charset="0"/>
                <a:ea typeface="宋体" pitchFamily="2" charset="-122"/>
              </a:rPr>
              <a:t>MM(dict, sentence</a:t>
            </a:r>
            <a:r>
              <a:rPr lang="zh-CN" altLang="en-US" sz="1400">
                <a:latin typeface="Times New Roman" panose="02020503050405090304" pitchFamily="18" charset="0"/>
                <a:ea typeface="宋体" pitchFamily="2" charset="-122"/>
              </a:rPr>
              <a:t>):</a:t>
            </a:r>
            <a:endParaRPr lang="zh-CN" altLang="en-US" sz="1400" dirty="0">
              <a:solidFill>
                <a:srgbClr val="00B050"/>
              </a:solidFill>
              <a:latin typeface="Times New Roman" panose="02020503050405090304" pitchFamily="18" charset="0"/>
              <a:ea typeface="宋体" pitchFamily="2" charset="-122"/>
            </a:endParaRPr>
          </a:p>
          <a:p>
            <a:r>
              <a:rPr lang="en-US" altLang="zh-CN" sz="1400" dirty="0">
                <a:latin typeface="Times New Roman" panose="02020503050405090304" pitchFamily="18" charset="0"/>
                <a:ea typeface="宋体" pitchFamily="2" charset="-122"/>
              </a:rPr>
              <a:t>    r</a:t>
            </a:r>
            <a:r>
              <a:rPr lang="zh-CN" altLang="en-US" sz="1400" dirty="0">
                <a:latin typeface="Times New Roman" panose="02020503050405090304" pitchFamily="18" charset="0"/>
                <a:ea typeface="宋体" pitchFamily="2" charset="-122"/>
              </a:rPr>
              <a:t>mmresult = [] </a:t>
            </a:r>
            <a:endParaRPr lang="zh-CN" altLang="en-US" sz="1400" dirty="0">
              <a:latin typeface="Times New Roman" panose="02020503050405090304" pitchFamily="18" charset="0"/>
              <a:ea typeface="宋体" pitchFamily="2" charset="-122"/>
            </a:endParaRPr>
          </a:p>
          <a:p>
            <a:r>
              <a:rPr lang="en-US" altLang="zh-CN" sz="1400" dirty="0">
                <a:latin typeface="Times New Roman" panose="02020503050405090304" pitchFamily="18" charset="0"/>
                <a:ea typeface="宋体" pitchFamily="2" charset="-122"/>
              </a:rPr>
              <a:t>    </a:t>
            </a:r>
            <a:r>
              <a:rPr lang="zh-CN" altLang="en-US" sz="1400" dirty="0">
                <a:latin typeface="Times New Roman" panose="02020503050405090304" pitchFamily="18" charset="0"/>
                <a:ea typeface="宋体" pitchFamily="2" charset="-122"/>
              </a:rPr>
              <a:t>max_len = max([len(item) for item in dict])</a:t>
            </a:r>
            <a:r>
              <a:rPr lang="en-US" altLang="zh-CN" sz="1400" dirty="0">
                <a:latin typeface="Times New Roman" panose="02020503050405090304" pitchFamily="18" charset="0"/>
                <a:ea typeface="宋体" pitchFamily="2" charset="-122"/>
              </a:rPr>
              <a:t>   </a:t>
            </a:r>
            <a:r>
              <a:rPr lang="zh-CN" altLang="en-US" sz="1400" dirty="0">
                <a:solidFill>
                  <a:srgbClr val="00B050"/>
                </a:solidFill>
                <a:latin typeface="Times New Roman" panose="02020503050405090304" pitchFamily="18" charset="0"/>
                <a:ea typeface="宋体" pitchFamily="2" charset="-122"/>
              </a:rPr>
              <a:t> </a:t>
            </a:r>
            <a:r>
              <a:rPr lang="zh-CN" altLang="en-US" sz="1400" dirty="0">
                <a:solidFill>
                  <a:srgbClr val="FF0000"/>
                </a:solidFill>
                <a:latin typeface="Times New Roman" panose="02020503050405090304" pitchFamily="18" charset="0"/>
                <a:ea typeface="宋体" pitchFamily="2" charset="-122"/>
              </a:rPr>
              <a:t># max_len定义为词典中最长词长度 </a:t>
            </a:r>
            <a:endParaRPr lang="zh-CN" altLang="en-US" sz="1400" dirty="0">
              <a:solidFill>
                <a:srgbClr val="00B050"/>
              </a:solidFill>
              <a:latin typeface="Times New Roman" panose="02020503050405090304" pitchFamily="18" charset="0"/>
              <a:ea typeface="宋体" pitchFamily="2" charset="-122"/>
            </a:endParaRPr>
          </a:p>
          <a:p>
            <a:r>
              <a:rPr lang="en-US" altLang="zh-CN" sz="1400" dirty="0">
                <a:latin typeface="Times New Roman" panose="02020503050405090304" pitchFamily="18" charset="0"/>
                <a:ea typeface="宋体" pitchFamily="2" charset="-122"/>
              </a:rPr>
              <a:t>    </a:t>
            </a:r>
            <a:r>
              <a:rPr lang="zh-CN" altLang="en-US" sz="1400" dirty="0">
                <a:latin typeface="Times New Roman" panose="02020503050405090304" pitchFamily="18" charset="0"/>
                <a:ea typeface="宋体" pitchFamily="2" charset="-122"/>
              </a:rPr>
              <a:t>start = </a:t>
            </a:r>
            <a:r>
              <a:rPr lang="zh-CN" altLang="en-US" sz="1400" dirty="0">
                <a:latin typeface="Times New Roman" panose="02020503050405090304" pitchFamily="18" charset="0"/>
                <a:ea typeface="宋体" pitchFamily="2" charset="-122"/>
                <a:sym typeface="+mn-ea"/>
              </a:rPr>
              <a:t>len(sentence) </a:t>
            </a:r>
            <a:endParaRPr lang="zh-CN" altLang="en-US" sz="1400" dirty="0">
              <a:latin typeface="Times New Roman" panose="02020503050405090304" pitchFamily="18" charset="0"/>
              <a:ea typeface="宋体" pitchFamily="2" charset="-122"/>
            </a:endParaRPr>
          </a:p>
          <a:p>
            <a:r>
              <a:rPr lang="en-US" altLang="zh-CN" sz="1400" dirty="0">
                <a:latin typeface="Times New Roman" panose="02020503050405090304" pitchFamily="18" charset="0"/>
                <a:ea typeface="宋体" pitchFamily="2" charset="-122"/>
              </a:rPr>
              <a:t>    </a:t>
            </a:r>
            <a:r>
              <a:rPr lang="zh-CN" altLang="en-US" sz="1400" dirty="0">
                <a:latin typeface="Times New Roman" panose="02020503050405090304" pitchFamily="18" charset="0"/>
                <a:ea typeface="宋体" pitchFamily="2" charset="-122"/>
              </a:rPr>
              <a:t>while start !=</a:t>
            </a:r>
            <a:r>
              <a:rPr lang="en-US" altLang="zh-CN" sz="1400" dirty="0">
                <a:latin typeface="Times New Roman" panose="02020503050405090304" pitchFamily="18" charset="0"/>
                <a:ea typeface="宋体" pitchFamily="2" charset="-122"/>
              </a:rPr>
              <a:t> 0</a:t>
            </a:r>
            <a:r>
              <a:rPr lang="zh-CN" altLang="en-US" sz="1400" dirty="0">
                <a:latin typeface="Times New Roman" panose="02020503050405090304" pitchFamily="18" charset="0"/>
                <a:ea typeface="宋体" pitchFamily="2" charset="-122"/>
              </a:rPr>
              <a:t>: </a:t>
            </a:r>
            <a:r>
              <a:rPr lang="en-US" altLang="zh-CN" sz="1400" dirty="0">
                <a:latin typeface="Times New Roman" panose="02020503050405090304" pitchFamily="18" charset="0"/>
                <a:ea typeface="宋体" pitchFamily="2" charset="-122"/>
              </a:rPr>
              <a:t>                   </a:t>
            </a:r>
            <a:r>
              <a:rPr lang="zh-CN" altLang="en-US" sz="1400">
                <a:solidFill>
                  <a:srgbClr val="FF0000"/>
                </a:solidFill>
                <a:latin typeface="Times New Roman" panose="02020503050405090304" pitchFamily="18" charset="0"/>
                <a:ea typeface="宋体" pitchFamily="2" charset="-122"/>
                <a:sym typeface="+mn-ea"/>
              </a:rPr>
              <a:t># RMM为</a:t>
            </a:r>
            <a:r>
              <a:rPr lang="zh-CN" altLang="en-US" sz="1400" dirty="0">
                <a:solidFill>
                  <a:srgbClr val="FF0000"/>
                </a:solidFill>
                <a:latin typeface="Times New Roman" panose="02020503050405090304" pitchFamily="18" charset="0"/>
                <a:ea typeface="宋体" pitchFamily="2" charset="-122"/>
                <a:sym typeface="+mn-ea"/>
              </a:rPr>
              <a:t>逆向</a:t>
            </a:r>
            <a:r>
              <a:rPr lang="zh-CN" altLang="en-US" sz="1400">
                <a:solidFill>
                  <a:srgbClr val="FF0000"/>
                </a:solidFill>
                <a:latin typeface="Times New Roman" panose="02020503050405090304" pitchFamily="18" charset="0"/>
                <a:ea typeface="宋体" pitchFamily="2" charset="-122"/>
                <a:sym typeface="+mn-ea"/>
              </a:rPr>
              <a:t>，start从末</a:t>
            </a:r>
            <a:r>
              <a:rPr lang="zh-CN" altLang="en-US" sz="1400" dirty="0">
                <a:solidFill>
                  <a:srgbClr val="FF0000"/>
                </a:solidFill>
                <a:latin typeface="Times New Roman" panose="02020503050405090304" pitchFamily="18" charset="0"/>
                <a:ea typeface="宋体" pitchFamily="2" charset="-122"/>
                <a:sym typeface="+mn-ea"/>
              </a:rPr>
              <a:t>尾位置开始，指向开头位置即为结束 </a:t>
            </a:r>
            <a:endParaRPr lang="zh-CN" altLang="en-US" sz="1400" dirty="0">
              <a:solidFill>
                <a:srgbClr val="00B050"/>
              </a:solidFill>
              <a:latin typeface="Times New Roman" panose="02020503050405090304" pitchFamily="18" charset="0"/>
              <a:ea typeface="宋体" pitchFamily="2" charset="-122"/>
            </a:endParaRPr>
          </a:p>
          <a:p>
            <a:r>
              <a:rPr lang="en-US" altLang="zh-CN" sz="1400" dirty="0">
                <a:latin typeface="Times New Roman" panose="02020503050405090304" pitchFamily="18" charset="0"/>
                <a:ea typeface="宋体" pitchFamily="2" charset="-122"/>
              </a:rPr>
              <a:t>        </a:t>
            </a:r>
            <a:r>
              <a:rPr lang="zh-CN" altLang="en-US" sz="1400" dirty="0">
                <a:latin typeface="Times New Roman" panose="02020503050405090304" pitchFamily="18" charset="0"/>
                <a:ea typeface="宋体" pitchFamily="2" charset="-122"/>
              </a:rPr>
              <a:t>index = start </a:t>
            </a:r>
            <a:r>
              <a:rPr lang="en-US" altLang="zh-CN" sz="1400" dirty="0">
                <a:latin typeface="Times New Roman" panose="02020503050405090304" pitchFamily="18" charset="0"/>
                <a:ea typeface="宋体" pitchFamily="2" charset="-122"/>
              </a:rPr>
              <a:t>-</a:t>
            </a:r>
            <a:r>
              <a:rPr lang="zh-CN" altLang="en-US" sz="1400" dirty="0">
                <a:latin typeface="Times New Roman" panose="02020503050405090304" pitchFamily="18" charset="0"/>
                <a:ea typeface="宋体" pitchFamily="2" charset="-122"/>
              </a:rPr>
              <a:t> max_len </a:t>
            </a:r>
            <a:r>
              <a:rPr lang="en-US" altLang="zh-CN" sz="1400" dirty="0">
                <a:latin typeface="Times New Roman" panose="02020503050405090304" pitchFamily="18" charset="0"/>
                <a:ea typeface="宋体" pitchFamily="2" charset="-122"/>
              </a:rPr>
              <a:t>  </a:t>
            </a:r>
            <a:r>
              <a:rPr lang="zh-CN" altLang="en-US" sz="1400" dirty="0">
                <a:solidFill>
                  <a:srgbClr val="FF0000"/>
                </a:solidFill>
                <a:latin typeface="Times New Roman" panose="02020503050405090304" pitchFamily="18" charset="0"/>
                <a:ea typeface="宋体" pitchFamily="2" charset="-122"/>
                <a:sym typeface="+mn-ea"/>
              </a:rPr>
              <a:t># </a:t>
            </a:r>
            <a:r>
              <a:rPr lang="zh-CN" altLang="en-US" sz="1400">
                <a:solidFill>
                  <a:srgbClr val="FF0000"/>
                </a:solidFill>
                <a:latin typeface="Times New Roman" panose="02020503050405090304" pitchFamily="18" charset="0"/>
                <a:ea typeface="宋体" pitchFamily="2" charset="-122"/>
                <a:sym typeface="+mn-ea"/>
              </a:rPr>
              <a:t>逆向时index的初始值为start的索引-词典</a:t>
            </a:r>
            <a:r>
              <a:rPr lang="zh-CN" altLang="en-US" sz="1400" dirty="0">
                <a:solidFill>
                  <a:srgbClr val="FF0000"/>
                </a:solidFill>
                <a:latin typeface="Times New Roman" panose="02020503050405090304" pitchFamily="18" charset="0"/>
                <a:ea typeface="宋体" pitchFamily="2" charset="-122"/>
                <a:sym typeface="+mn-ea"/>
              </a:rPr>
              <a:t>中元素的最大长度或句子开头 </a:t>
            </a:r>
            <a:endParaRPr lang="zh-CN" altLang="en-US" sz="1400" dirty="0">
              <a:solidFill>
                <a:srgbClr val="FF0000"/>
              </a:solidFill>
              <a:latin typeface="Times New Roman" panose="02020503050405090304" pitchFamily="18" charset="0"/>
              <a:ea typeface="宋体" pitchFamily="2" charset="-122"/>
            </a:endParaRPr>
          </a:p>
          <a:p>
            <a:r>
              <a:rPr lang="en-US" altLang="zh-CN" sz="1400" dirty="0">
                <a:latin typeface="Times New Roman" panose="02020503050405090304" pitchFamily="18" charset="0"/>
                <a:ea typeface="宋体" pitchFamily="2" charset="-122"/>
              </a:rPr>
              <a:t>        </a:t>
            </a:r>
            <a:r>
              <a:rPr lang="zh-CN" altLang="en-US" sz="1400" dirty="0">
                <a:latin typeface="Times New Roman" panose="02020503050405090304" pitchFamily="18" charset="0"/>
                <a:ea typeface="宋体" pitchFamily="2" charset="-122"/>
              </a:rPr>
              <a:t>if index </a:t>
            </a:r>
            <a:r>
              <a:rPr lang="zh-CN" altLang="en-US" sz="1400" dirty="0">
                <a:latin typeface="Times New Roman" panose="02020503050405090304" pitchFamily="18" charset="0"/>
                <a:ea typeface="宋体" pitchFamily="2" charset="-122"/>
                <a:sym typeface="+mn-ea"/>
              </a:rPr>
              <a:t>&lt; 0</a:t>
            </a:r>
            <a:r>
              <a:rPr lang="zh-CN" altLang="en-US" sz="1400" dirty="0">
                <a:latin typeface="Times New Roman" panose="02020503050405090304" pitchFamily="18" charset="0"/>
                <a:ea typeface="宋体" pitchFamily="2" charset="-122"/>
              </a:rPr>
              <a:t>: </a:t>
            </a:r>
            <a:endParaRPr lang="zh-CN" altLang="en-US" sz="1400" dirty="0">
              <a:latin typeface="Times New Roman" panose="02020503050405090304" pitchFamily="18" charset="0"/>
              <a:ea typeface="宋体" pitchFamily="2" charset="-122"/>
            </a:endParaRPr>
          </a:p>
          <a:p>
            <a:r>
              <a:rPr lang="en-US" altLang="zh-CN" sz="1400" dirty="0">
                <a:latin typeface="Times New Roman" panose="02020503050405090304" pitchFamily="18" charset="0"/>
                <a:ea typeface="宋体" pitchFamily="2" charset="-122"/>
              </a:rPr>
              <a:t>           </a:t>
            </a:r>
            <a:r>
              <a:rPr lang="zh-CN" altLang="en-US" sz="1400" dirty="0">
                <a:latin typeface="Times New Roman" panose="02020503050405090304" pitchFamily="18" charset="0"/>
                <a:ea typeface="宋体" pitchFamily="2" charset="-122"/>
              </a:rPr>
              <a:t>index = </a:t>
            </a:r>
            <a:r>
              <a:rPr lang="en-US" altLang="zh-CN" sz="1400" dirty="0">
                <a:latin typeface="Times New Roman" panose="02020503050405090304" pitchFamily="18" charset="0"/>
                <a:ea typeface="宋体" pitchFamily="2" charset="-122"/>
              </a:rPr>
              <a:t>0</a:t>
            </a:r>
            <a:endParaRPr lang="zh-CN" altLang="en-US" sz="1400" dirty="0">
              <a:latin typeface="Times New Roman" panose="02020503050405090304" pitchFamily="18" charset="0"/>
              <a:ea typeface="宋体" pitchFamily="2" charset="-122"/>
            </a:endParaRPr>
          </a:p>
          <a:p>
            <a:r>
              <a:rPr lang="en-US" altLang="zh-CN" sz="1400" dirty="0">
                <a:latin typeface="Times New Roman" panose="02020503050405090304" pitchFamily="18" charset="0"/>
                <a:ea typeface="宋体" pitchFamily="2" charset="-122"/>
              </a:rPr>
              <a:t>        </a:t>
            </a:r>
            <a:r>
              <a:rPr lang="zh-CN" altLang="en-US" sz="1400" dirty="0">
                <a:latin typeface="Times New Roman" panose="02020503050405090304" pitchFamily="18" charset="0"/>
                <a:ea typeface="宋体" pitchFamily="2" charset="-122"/>
              </a:rPr>
              <a:t>for i in range(max_len): </a:t>
            </a:r>
            <a:endParaRPr lang="zh-CN" altLang="en-US" sz="1400" dirty="0">
              <a:latin typeface="Times New Roman" panose="02020503050405090304" pitchFamily="18" charset="0"/>
              <a:ea typeface="宋体" pitchFamily="2" charset="-122"/>
            </a:endParaRPr>
          </a:p>
          <a:p>
            <a:r>
              <a:rPr lang="en-US" altLang="zh-CN" sz="1400" dirty="0">
                <a:latin typeface="Times New Roman" panose="02020503050405090304" pitchFamily="18" charset="0"/>
                <a:ea typeface="宋体" pitchFamily="2" charset="-122"/>
              </a:rPr>
              <a:t>          </a:t>
            </a:r>
            <a:r>
              <a:rPr lang="en-US" altLang="zh-CN" sz="1400" dirty="0">
                <a:solidFill>
                  <a:srgbClr val="FF0000"/>
                </a:solidFill>
                <a:latin typeface="Times New Roman" panose="02020503050405090304" pitchFamily="18" charset="0"/>
                <a:ea typeface="宋体" pitchFamily="2" charset="-122"/>
              </a:rPr>
              <a:t>  </a:t>
            </a:r>
            <a:r>
              <a:rPr lang="zh-CN" altLang="en-US" sz="1400" dirty="0">
                <a:solidFill>
                  <a:srgbClr val="FF0000"/>
                </a:solidFill>
                <a:latin typeface="Times New Roman" panose="02020503050405090304" pitchFamily="18" charset="0"/>
                <a:ea typeface="宋体" pitchFamily="2" charset="-122"/>
              </a:rPr>
              <a:t># 当分词在字典中时或分到最后一个字时，将其加入到结果列表中 </a:t>
            </a:r>
            <a:endParaRPr lang="zh-CN" altLang="en-US" sz="1400" dirty="0">
              <a:latin typeface="Times New Roman" panose="02020503050405090304" pitchFamily="18" charset="0"/>
              <a:ea typeface="宋体" pitchFamily="2" charset="-122"/>
            </a:endParaRPr>
          </a:p>
          <a:p>
            <a:r>
              <a:rPr lang="en-US" altLang="zh-CN" sz="1400" dirty="0">
                <a:latin typeface="Times New Roman" panose="02020503050405090304" pitchFamily="18" charset="0"/>
                <a:ea typeface="宋体" pitchFamily="2" charset="-122"/>
                <a:sym typeface="+mn-ea"/>
              </a:rPr>
              <a:t>            </a:t>
            </a:r>
            <a:r>
              <a:rPr lang="zh-CN" altLang="en-US" sz="1400" dirty="0">
                <a:latin typeface="Times New Roman" panose="02020503050405090304" pitchFamily="18" charset="0"/>
                <a:ea typeface="宋体" pitchFamily="2" charset="-122"/>
                <a:sym typeface="+mn-ea"/>
              </a:rPr>
              <a:t>if (sentence[index:start] in dict) or (len(sentence[index:start]) == 1): </a:t>
            </a:r>
            <a:endParaRPr lang="zh-CN" altLang="en-US" sz="1400" dirty="0">
              <a:latin typeface="Times New Roman" panose="02020503050405090304" pitchFamily="18" charset="0"/>
              <a:ea typeface="宋体" pitchFamily="2" charset="-122"/>
            </a:endParaRPr>
          </a:p>
          <a:p>
            <a:r>
              <a:rPr lang="en-US" altLang="zh-CN" sz="1400" dirty="0">
                <a:latin typeface="Times New Roman" panose="02020503050405090304" pitchFamily="18" charset="0"/>
                <a:ea typeface="宋体" pitchFamily="2" charset="-122"/>
              </a:rPr>
              <a:t>                </a:t>
            </a:r>
            <a:r>
              <a:rPr lang="zh-CN" altLang="en-US" sz="1400" dirty="0">
                <a:latin typeface="Times New Roman" panose="02020503050405090304" pitchFamily="18" charset="0"/>
                <a:ea typeface="宋体" pitchFamily="2" charset="-122"/>
                <a:sym typeface="+mn-ea"/>
              </a:rPr>
              <a:t># print(sentence[index:start], end='/') </a:t>
            </a:r>
            <a:endParaRPr lang="zh-CN" altLang="en-US" sz="1400" dirty="0">
              <a:latin typeface="Times New Roman" panose="02020503050405090304" pitchFamily="18" charset="0"/>
              <a:ea typeface="宋体" pitchFamily="2" charset="-122"/>
            </a:endParaRPr>
          </a:p>
          <a:p>
            <a:r>
              <a:rPr lang="en-US" altLang="zh-CN" sz="1400" dirty="0">
                <a:latin typeface="Times New Roman" panose="02020503050405090304" pitchFamily="18" charset="0"/>
                <a:ea typeface="宋体" pitchFamily="2" charset="-122"/>
              </a:rPr>
              <a:t>                </a:t>
            </a:r>
            <a:r>
              <a:rPr lang="zh-CN" altLang="en-US" sz="1400" dirty="0">
                <a:latin typeface="Times New Roman" panose="02020503050405090304" pitchFamily="18" charset="0"/>
                <a:ea typeface="宋体" pitchFamily="2" charset="-122"/>
                <a:sym typeface="+mn-ea"/>
              </a:rPr>
              <a:t>rmmresult.insert(0, sentence[index:start]) </a:t>
            </a:r>
            <a:r>
              <a:rPr lang="en-US" altLang="zh-CN" sz="1400" dirty="0">
                <a:latin typeface="Times New Roman" panose="02020503050405090304" pitchFamily="18" charset="0"/>
                <a:ea typeface="宋体" pitchFamily="2" charset="-122"/>
                <a:sym typeface="+mn-ea"/>
              </a:rPr>
              <a:t>  </a:t>
            </a:r>
            <a:endParaRPr lang="zh-CN" altLang="en-US" sz="1400" dirty="0">
              <a:latin typeface="Times New Roman" panose="02020503050405090304" pitchFamily="18" charset="0"/>
              <a:ea typeface="宋体" pitchFamily="2" charset="-122"/>
            </a:endParaRPr>
          </a:p>
          <a:p>
            <a:r>
              <a:rPr lang="en-US" altLang="zh-CN" sz="1400" dirty="0">
                <a:latin typeface="Times New Roman" panose="02020503050405090304" pitchFamily="18" charset="0"/>
                <a:ea typeface="宋体" pitchFamily="2" charset="-122"/>
              </a:rPr>
              <a:t>                </a:t>
            </a:r>
            <a:r>
              <a:rPr lang="zh-CN" altLang="en-US" sz="1400" dirty="0">
                <a:latin typeface="Times New Roman" panose="02020503050405090304" pitchFamily="18" charset="0"/>
                <a:ea typeface="宋体" pitchFamily="2" charset="-122"/>
              </a:rPr>
              <a:t>start = index</a:t>
            </a:r>
            <a:r>
              <a:rPr lang="en-US" altLang="zh-CN" sz="1400" dirty="0">
                <a:latin typeface="Times New Roman" panose="02020503050405090304" pitchFamily="18" charset="0"/>
                <a:ea typeface="宋体" pitchFamily="2" charset="-122"/>
              </a:rPr>
              <a:t>                        </a:t>
            </a:r>
            <a:r>
              <a:rPr lang="zh-CN" altLang="en-US" sz="1400" dirty="0">
                <a:latin typeface="Times New Roman" panose="02020503050405090304" pitchFamily="18" charset="0"/>
                <a:ea typeface="宋体" pitchFamily="2" charset="-122"/>
              </a:rPr>
              <a:t> </a:t>
            </a:r>
            <a:r>
              <a:rPr lang="zh-CN" altLang="en-US" sz="1400" dirty="0">
                <a:solidFill>
                  <a:srgbClr val="FF0000"/>
                </a:solidFill>
                <a:latin typeface="Times New Roman" panose="02020503050405090304" pitchFamily="18" charset="0"/>
                <a:ea typeface="宋体" pitchFamily="2" charset="-122"/>
                <a:sym typeface="+mn-ea"/>
              </a:rPr>
              <a:t># 分出一个词</a:t>
            </a:r>
            <a:r>
              <a:rPr lang="zh-CN" altLang="en-US" sz="1400">
                <a:solidFill>
                  <a:srgbClr val="FF0000"/>
                </a:solidFill>
                <a:latin typeface="Times New Roman" panose="02020503050405090304" pitchFamily="18" charset="0"/>
                <a:ea typeface="宋体" pitchFamily="2" charset="-122"/>
                <a:sym typeface="+mn-ea"/>
              </a:rPr>
              <a:t>，start设置到index处 </a:t>
            </a:r>
            <a:endParaRPr lang="zh-CN" altLang="en-US" sz="1400" dirty="0">
              <a:latin typeface="Times New Roman" panose="02020503050405090304" pitchFamily="18" charset="0"/>
              <a:ea typeface="宋体" pitchFamily="2" charset="-122"/>
            </a:endParaRPr>
          </a:p>
          <a:p>
            <a:r>
              <a:rPr lang="zh-CN" altLang="en-US" sz="1400" dirty="0">
                <a:latin typeface="Times New Roman" panose="02020503050405090304" pitchFamily="18" charset="0"/>
                <a:ea typeface="宋体" pitchFamily="2" charset="-122"/>
              </a:rPr>
              <a:t> </a:t>
            </a:r>
            <a:r>
              <a:rPr lang="en-US" altLang="zh-CN" sz="1400" dirty="0">
                <a:latin typeface="Times New Roman" panose="02020503050405090304" pitchFamily="18" charset="0"/>
                <a:ea typeface="宋体" pitchFamily="2" charset="-122"/>
              </a:rPr>
              <a:t>               </a:t>
            </a:r>
            <a:r>
              <a:rPr lang="zh-CN" altLang="en-US" sz="1400" dirty="0">
                <a:latin typeface="Times New Roman" panose="02020503050405090304" pitchFamily="18" charset="0"/>
                <a:ea typeface="宋体" pitchFamily="2" charset="-122"/>
              </a:rPr>
              <a:t>break </a:t>
            </a:r>
            <a:r>
              <a:rPr lang="en-US" altLang="zh-CN" sz="1400" dirty="0">
                <a:latin typeface="Times New Roman" panose="02020503050405090304" pitchFamily="18" charset="0"/>
                <a:ea typeface="宋体" pitchFamily="2" charset="-122"/>
              </a:rPr>
              <a:t>                                   </a:t>
            </a:r>
            <a:endParaRPr lang="zh-CN" altLang="en-US" sz="1400" dirty="0">
              <a:latin typeface="Times New Roman" panose="02020503050405090304" pitchFamily="18" charset="0"/>
              <a:ea typeface="宋体" pitchFamily="2" charset="-122"/>
            </a:endParaRPr>
          </a:p>
          <a:p>
            <a:r>
              <a:rPr lang="en-US" altLang="zh-CN" sz="1400" dirty="0">
                <a:latin typeface="Times New Roman" panose="02020503050405090304" pitchFamily="18" charset="0"/>
                <a:ea typeface="宋体" pitchFamily="2" charset="-122"/>
              </a:rPr>
              <a:t>            </a:t>
            </a:r>
            <a:r>
              <a:rPr lang="zh-CN" altLang="en-US" sz="1400" dirty="0">
                <a:latin typeface="Times New Roman" panose="02020503050405090304" pitchFamily="18" charset="0"/>
                <a:ea typeface="宋体" pitchFamily="2" charset="-122"/>
              </a:rPr>
              <a:t>index += 1 </a:t>
            </a:r>
            <a:r>
              <a:rPr lang="en-US" altLang="zh-CN" sz="1400" dirty="0">
                <a:latin typeface="Times New Roman" panose="02020503050405090304" pitchFamily="18" charset="0"/>
                <a:ea typeface="宋体" pitchFamily="2" charset="-122"/>
              </a:rPr>
              <a:t>    </a:t>
            </a:r>
            <a:r>
              <a:rPr lang="en-US" altLang="zh-CN" sz="1400" dirty="0">
                <a:latin typeface="Times New Roman" panose="02020503050405090304" pitchFamily="18" charset="0"/>
                <a:ea typeface="宋体" pitchFamily="2" charset="-122"/>
                <a:sym typeface="+mn-ea"/>
              </a:rPr>
              <a:t>  </a:t>
            </a:r>
            <a:r>
              <a:rPr lang="en-US" altLang="zh-CN" sz="1400" dirty="0">
                <a:solidFill>
                  <a:srgbClr val="FF0000"/>
                </a:solidFill>
                <a:latin typeface="Times New Roman" panose="02020503050405090304" pitchFamily="18" charset="0"/>
                <a:ea typeface="宋体" pitchFamily="2" charset="-122"/>
                <a:sym typeface="+mn-ea"/>
              </a:rPr>
              <a:t>                        </a:t>
            </a:r>
            <a:r>
              <a:rPr lang="zh-CN" altLang="en-US" sz="1400" dirty="0">
                <a:solidFill>
                  <a:srgbClr val="FF0000"/>
                </a:solidFill>
                <a:latin typeface="Times New Roman" panose="02020503050405090304" pitchFamily="18" charset="0"/>
                <a:ea typeface="宋体" pitchFamily="2" charset="-122"/>
                <a:sym typeface="+mn-ea"/>
              </a:rPr>
              <a:t># 如果匹配失败，则去掉最前面一个字符</a:t>
            </a:r>
            <a:endParaRPr lang="zh-CN" altLang="en-US" sz="1400" dirty="0">
              <a:latin typeface="Times New Roman" panose="02020503050405090304" pitchFamily="18" charset="0"/>
              <a:ea typeface="宋体" pitchFamily="2" charset="-122"/>
            </a:endParaRPr>
          </a:p>
          <a:p>
            <a:r>
              <a:rPr lang="en-US" altLang="zh-CN" sz="1400" dirty="0">
                <a:latin typeface="Times New Roman" panose="02020503050405090304" pitchFamily="18" charset="0"/>
                <a:ea typeface="宋体" pitchFamily="2" charset="-122"/>
              </a:rPr>
              <a:t>    </a:t>
            </a:r>
            <a:r>
              <a:rPr lang="zh-CN" altLang="en-US" sz="1400" dirty="0">
                <a:latin typeface="Times New Roman" panose="02020503050405090304" pitchFamily="18" charset="0"/>
                <a:ea typeface="宋体" pitchFamily="2" charset="-122"/>
              </a:rPr>
              <a:t>return </a:t>
            </a:r>
            <a:r>
              <a:rPr lang="en-US" altLang="zh-CN" sz="1400" dirty="0">
                <a:latin typeface="Times New Roman" panose="02020503050405090304" pitchFamily="18" charset="0"/>
                <a:ea typeface="宋体" pitchFamily="2" charset="-122"/>
              </a:rPr>
              <a:t>r</a:t>
            </a:r>
            <a:r>
              <a:rPr lang="zh-CN" altLang="en-US" sz="1400" dirty="0">
                <a:latin typeface="Times New Roman" panose="02020503050405090304" pitchFamily="18" charset="0"/>
                <a:ea typeface="宋体" pitchFamily="2" charset="-122"/>
              </a:rPr>
              <a:t>mmresult</a:t>
            </a:r>
            <a:endParaRPr lang="zh-CN" altLang="en-US" sz="1400" dirty="0">
              <a:latin typeface="Times New Roman" panose="02020503050405090304" pitchFamily="18" charset="0"/>
              <a:ea typeface="宋体" pitchFamily="2" charset="-122"/>
            </a:endParaRPr>
          </a:p>
        </p:txBody>
      </p:sp>
      <p:sp>
        <p:nvSpPr>
          <p:cNvPr id="6" name="标题 5"/>
          <p:cNvSpPr>
            <a:spLocks noGrp="1"/>
          </p:cNvSpPr>
          <p:nvPr>
            <p:ph type="title"/>
          </p:nvPr>
        </p:nvSpPr>
        <p:spPr/>
        <p:txBody>
          <a:bodyPr/>
          <a:lstStyle/>
          <a:p>
            <a:r>
              <a:rPr lang="en-US" altLang="zh-CN" sz="2400" b="1">
                <a:solidFill>
                  <a:srgbClr val="004C41"/>
                </a:solidFill>
                <a:ea typeface="宋体" pitchFamily="2" charset="-122"/>
                <a:cs typeface="+mn-ea"/>
                <a:sym typeface="+mn-lt"/>
              </a:rPr>
              <a:t>4.</a:t>
            </a:r>
            <a:r>
              <a:rPr lang="zh-CN" altLang="en-US" sz="2400" b="1">
                <a:solidFill>
                  <a:srgbClr val="004C41"/>
                </a:solidFill>
                <a:ea typeface="宋体" pitchFamily="2" charset="-122"/>
                <a:cs typeface="+mn-ea"/>
                <a:sym typeface="+mn-lt"/>
              </a:rPr>
              <a:t>基于词表的分词</a:t>
            </a:r>
            <a:r>
              <a:rPr lang="zh-CN" altLang="zh-CN" sz="2400" b="1">
                <a:solidFill>
                  <a:srgbClr val="004C41"/>
                </a:solidFill>
                <a:ea typeface="宋体" pitchFamily="2" charset="-122"/>
                <a:cs typeface="+mn-ea"/>
                <a:sym typeface="+mn-lt"/>
              </a:rPr>
              <a:t>案例</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）逆向最大匹配函数</a:t>
            </a:r>
            <a:endParaRPr lang="zh-CN" altLang="en-US">
              <a:ea typeface="宋体" pitchFamily="2" charset="-122"/>
            </a:endParaRPr>
          </a:p>
        </p:txBody>
      </p:sp>
      <p:sp>
        <p:nvSpPr>
          <p:cNvPr id="3" name="日期占位符 2"/>
          <p:cNvSpPr>
            <a:spLocks noGrp="1"/>
          </p:cNvSpPr>
          <p:nvPr>
            <p:ph type="dt" sz="half" idx="10"/>
          </p:nvPr>
        </p:nvSpPr>
        <p:spPr/>
        <p:txBody>
          <a:bodyPr/>
          <a:lstStyle/>
          <a:p>
            <a:fld id="{17D9C1E4-86E5-4522-8B59-3FEF9B2F4795}"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5" name="灯片编号占位符 4"/>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51534" y="1056640"/>
            <a:ext cx="7663815" cy="2893100"/>
          </a:xfrm>
          <a:prstGeom prst="rect">
            <a:avLst/>
          </a:prstGeom>
          <a:ln>
            <a:solidFill>
              <a:schemeClr val="accent2">
                <a:lumMod val="60000"/>
                <a:lumOff val="40000"/>
              </a:schemeClr>
            </a:solidFill>
          </a:ln>
        </p:spPr>
        <p:style>
          <a:lnRef idx="2">
            <a:schemeClr val="dk1"/>
          </a:lnRef>
          <a:fillRef idx="1">
            <a:schemeClr val="lt1"/>
          </a:fillRef>
          <a:effectRef idx="0">
            <a:schemeClr val="dk1"/>
          </a:effectRef>
          <a:fontRef idx="minor">
            <a:schemeClr val="dk1"/>
          </a:fontRef>
        </p:style>
        <p:txBody>
          <a:bodyPr wrap="square" rtlCol="0" anchor="t">
            <a:spAutoFit/>
          </a:bodyPr>
          <a:lstStyle/>
          <a:p>
            <a:r>
              <a:rPr sz="1400" dirty="0">
                <a:latin typeface="Times New Roman" panose="02020503050405090304" pitchFamily="18" charset="0"/>
                <a:ea typeface="宋体" pitchFamily="2" charset="-122"/>
              </a:rPr>
              <a:t>def BM(</a:t>
            </a:r>
            <a:r>
              <a:rPr sz="1400" dirty="0" err="1">
                <a:latin typeface="Times New Roman" panose="02020503050405090304" pitchFamily="18" charset="0"/>
                <a:ea typeface="宋体" pitchFamily="2" charset="-122"/>
              </a:rPr>
              <a:t>dict</a:t>
            </a:r>
            <a:r>
              <a:rPr sz="1400" dirty="0">
                <a:latin typeface="Times New Roman" panose="02020503050405090304" pitchFamily="18" charset="0"/>
                <a:ea typeface="宋体" pitchFamily="2" charset="-122"/>
              </a:rPr>
              <a:t>, sentence):</a:t>
            </a:r>
            <a:r>
              <a:rPr lang="en-US" sz="1400" dirty="0">
                <a:latin typeface="Times New Roman" panose="02020503050405090304" pitchFamily="18" charset="0"/>
                <a:ea typeface="宋体" pitchFamily="2" charset="-122"/>
              </a:rPr>
              <a:t>                </a:t>
            </a:r>
            <a:r>
              <a:rPr sz="1400" dirty="0">
                <a:solidFill>
                  <a:srgbClr val="FF0000"/>
                </a:solidFill>
                <a:latin typeface="Times New Roman" panose="02020503050405090304" pitchFamily="18" charset="0"/>
                <a:ea typeface="宋体" pitchFamily="2" charset="-122"/>
                <a:sym typeface="+mn-ea"/>
              </a:rPr>
              <a:t># </a:t>
            </a:r>
            <a:r>
              <a:rPr sz="1400" dirty="0" err="1">
                <a:solidFill>
                  <a:srgbClr val="FF0000"/>
                </a:solidFill>
                <a:latin typeface="Times New Roman" panose="02020503050405090304" pitchFamily="18" charset="0"/>
                <a:ea typeface="宋体" pitchFamily="2" charset="-122"/>
                <a:sym typeface="+mn-ea"/>
              </a:rPr>
              <a:t>双向最大匹配（BM</a:t>
            </a:r>
            <a:r>
              <a:rPr sz="1400" dirty="0">
                <a:solidFill>
                  <a:srgbClr val="FF0000"/>
                </a:solidFill>
                <a:latin typeface="Times New Roman" panose="02020503050405090304" pitchFamily="18" charset="0"/>
                <a:ea typeface="宋体" pitchFamily="2" charset="-122"/>
                <a:sym typeface="+mn-ea"/>
              </a:rPr>
              <a:t>）</a:t>
            </a:r>
            <a:r>
              <a:rPr lang="zh-CN" altLang="en-US" sz="1400" dirty="0">
                <a:solidFill>
                  <a:srgbClr val="FF0000"/>
                </a:solidFill>
                <a:latin typeface="Times New Roman" panose="02020503050405090304" pitchFamily="18" charset="0"/>
                <a:ea typeface="宋体" pitchFamily="2" charset="-122"/>
                <a:sym typeface="+mn-ea"/>
              </a:rPr>
              <a:t>，参数dict: 词典 ，参数sentence: 句子 </a:t>
            </a:r>
            <a:endParaRPr lang="zh-CN" altLang="en-US" sz="1400" dirty="0">
              <a:latin typeface="Times New Roman" panose="02020503050405090304" pitchFamily="18" charset="0"/>
              <a:ea typeface="宋体" pitchFamily="2" charset="-122"/>
            </a:endParaRPr>
          </a:p>
          <a:p>
            <a:r>
              <a:rPr lang="en-US" sz="1400" dirty="0">
                <a:latin typeface="Times New Roman" panose="02020503050405090304" pitchFamily="18" charset="0"/>
                <a:ea typeface="宋体" pitchFamily="2" charset="-122"/>
              </a:rPr>
              <a:t>    </a:t>
            </a:r>
            <a:r>
              <a:rPr sz="1400" dirty="0">
                <a:latin typeface="Times New Roman" panose="02020503050405090304" pitchFamily="18" charset="0"/>
                <a:ea typeface="宋体" pitchFamily="2" charset="-122"/>
              </a:rPr>
              <a:t>res1 = FMM(</a:t>
            </a:r>
            <a:r>
              <a:rPr sz="1400" dirty="0" err="1">
                <a:latin typeface="Times New Roman" panose="02020503050405090304" pitchFamily="18" charset="0"/>
                <a:ea typeface="宋体" pitchFamily="2" charset="-122"/>
              </a:rPr>
              <a:t>dict</a:t>
            </a:r>
            <a:r>
              <a:rPr sz="1400" dirty="0">
                <a:latin typeface="Times New Roman" panose="02020503050405090304" pitchFamily="18" charset="0"/>
                <a:ea typeface="宋体" pitchFamily="2" charset="-122"/>
              </a:rPr>
              <a:t>, sentence) </a:t>
            </a:r>
            <a:r>
              <a:rPr lang="en-US" sz="1400" dirty="0">
                <a:latin typeface="Times New Roman" panose="02020503050405090304" pitchFamily="18" charset="0"/>
                <a:ea typeface="宋体" pitchFamily="2" charset="-122"/>
              </a:rPr>
              <a:t>    </a:t>
            </a:r>
            <a:r>
              <a:rPr sz="1400">
                <a:solidFill>
                  <a:srgbClr val="FF0000"/>
                </a:solidFill>
                <a:latin typeface="Times New Roman" panose="02020503050405090304" pitchFamily="18" charset="0"/>
                <a:ea typeface="宋体" pitchFamily="2" charset="-122"/>
              </a:rPr>
              <a:t># res1为FMM </a:t>
            </a:r>
            <a:r>
              <a:rPr sz="1400" dirty="0" err="1">
                <a:solidFill>
                  <a:srgbClr val="FF0000"/>
                </a:solidFill>
                <a:latin typeface="Times New Roman" panose="02020503050405090304" pitchFamily="18" charset="0"/>
                <a:ea typeface="宋体" pitchFamily="2" charset="-122"/>
              </a:rPr>
              <a:t>结果</a:t>
            </a:r>
            <a:r>
              <a:rPr sz="1400" dirty="0">
                <a:latin typeface="Times New Roman" panose="02020503050405090304" pitchFamily="18" charset="0"/>
                <a:ea typeface="宋体" pitchFamily="2" charset="-122"/>
              </a:rPr>
              <a:t> </a:t>
            </a:r>
            <a:endParaRPr sz="1400" dirty="0">
              <a:latin typeface="Times New Roman" panose="02020503050405090304" pitchFamily="18" charset="0"/>
              <a:ea typeface="宋体" pitchFamily="2" charset="-122"/>
            </a:endParaRPr>
          </a:p>
          <a:p>
            <a:r>
              <a:rPr lang="en-US" sz="1400" dirty="0">
                <a:latin typeface="Times New Roman" panose="02020503050405090304" pitchFamily="18" charset="0"/>
                <a:ea typeface="宋体" pitchFamily="2" charset="-122"/>
              </a:rPr>
              <a:t>    </a:t>
            </a:r>
            <a:r>
              <a:rPr sz="1400" dirty="0">
                <a:latin typeface="Times New Roman" panose="02020503050405090304" pitchFamily="18" charset="0"/>
                <a:ea typeface="宋体" pitchFamily="2" charset="-122"/>
              </a:rPr>
              <a:t>res2 = RMM(</a:t>
            </a:r>
            <a:r>
              <a:rPr sz="1400" dirty="0" err="1">
                <a:latin typeface="Times New Roman" panose="02020503050405090304" pitchFamily="18" charset="0"/>
                <a:ea typeface="宋体" pitchFamily="2" charset="-122"/>
              </a:rPr>
              <a:t>dict</a:t>
            </a:r>
            <a:r>
              <a:rPr sz="1400" dirty="0">
                <a:latin typeface="Times New Roman" panose="02020503050405090304" pitchFamily="18" charset="0"/>
                <a:ea typeface="宋体" pitchFamily="2" charset="-122"/>
              </a:rPr>
              <a:t>, sentence)</a:t>
            </a:r>
            <a:r>
              <a:rPr lang="en-US" sz="1400" dirty="0">
                <a:latin typeface="Times New Roman" panose="02020503050405090304" pitchFamily="18" charset="0"/>
                <a:ea typeface="宋体" pitchFamily="2" charset="-122"/>
              </a:rPr>
              <a:t>    </a:t>
            </a:r>
            <a:r>
              <a:rPr sz="1400" dirty="0">
                <a:latin typeface="Times New Roman" panose="02020503050405090304" pitchFamily="18" charset="0"/>
                <a:ea typeface="宋体" pitchFamily="2" charset="-122"/>
              </a:rPr>
              <a:t> </a:t>
            </a:r>
            <a:r>
              <a:rPr sz="1400">
                <a:solidFill>
                  <a:srgbClr val="FF0000"/>
                </a:solidFill>
                <a:latin typeface="Times New Roman" panose="02020503050405090304" pitchFamily="18" charset="0"/>
                <a:ea typeface="宋体" pitchFamily="2" charset="-122"/>
              </a:rPr>
              <a:t>#</a:t>
            </a:r>
            <a:r>
              <a:rPr lang="en-US" sz="1400">
                <a:solidFill>
                  <a:srgbClr val="FF0000"/>
                </a:solidFill>
                <a:latin typeface="Times New Roman" panose="02020503050405090304" pitchFamily="18" charset="0"/>
                <a:ea typeface="宋体" pitchFamily="2" charset="-122"/>
              </a:rPr>
              <a:t> </a:t>
            </a:r>
            <a:r>
              <a:rPr sz="1400">
                <a:solidFill>
                  <a:srgbClr val="FF0000"/>
                </a:solidFill>
                <a:latin typeface="Times New Roman" panose="02020503050405090304" pitchFamily="18" charset="0"/>
                <a:ea typeface="宋体" pitchFamily="2" charset="-122"/>
              </a:rPr>
              <a:t>res2为RMM </a:t>
            </a:r>
            <a:r>
              <a:rPr sz="1400" dirty="0" err="1">
                <a:solidFill>
                  <a:srgbClr val="FF0000"/>
                </a:solidFill>
                <a:latin typeface="Times New Roman" panose="02020503050405090304" pitchFamily="18" charset="0"/>
                <a:ea typeface="宋体" pitchFamily="2" charset="-122"/>
              </a:rPr>
              <a:t>结果</a:t>
            </a:r>
            <a:endParaRPr sz="1400" dirty="0">
              <a:latin typeface="Times New Roman" panose="02020503050405090304" pitchFamily="18" charset="0"/>
              <a:ea typeface="宋体" pitchFamily="2" charset="-122"/>
            </a:endParaRPr>
          </a:p>
          <a:p>
            <a:r>
              <a:rPr lang="en-US" sz="1400" dirty="0">
                <a:latin typeface="Times New Roman" panose="02020503050405090304" pitchFamily="18" charset="0"/>
                <a:ea typeface="宋体" pitchFamily="2" charset="-122"/>
              </a:rPr>
              <a:t>    </a:t>
            </a:r>
            <a:r>
              <a:rPr sz="1400" dirty="0">
                <a:latin typeface="Times New Roman" panose="02020503050405090304" pitchFamily="18" charset="0"/>
                <a:ea typeface="宋体" pitchFamily="2" charset="-122"/>
              </a:rPr>
              <a:t>if </a:t>
            </a:r>
            <a:r>
              <a:rPr sz="1400" dirty="0" err="1">
                <a:latin typeface="Times New Roman" panose="02020503050405090304" pitchFamily="18" charset="0"/>
                <a:ea typeface="宋体" pitchFamily="2" charset="-122"/>
              </a:rPr>
              <a:t>len</a:t>
            </a:r>
            <a:r>
              <a:rPr sz="1400" dirty="0">
                <a:latin typeface="Times New Roman" panose="02020503050405090304" pitchFamily="18" charset="0"/>
                <a:ea typeface="宋体" pitchFamily="2" charset="-122"/>
              </a:rPr>
              <a:t>(res1) == </a:t>
            </a:r>
            <a:r>
              <a:rPr sz="1400" dirty="0" err="1">
                <a:latin typeface="Times New Roman" panose="02020503050405090304" pitchFamily="18" charset="0"/>
                <a:ea typeface="宋体" pitchFamily="2" charset="-122"/>
              </a:rPr>
              <a:t>len</a:t>
            </a:r>
            <a:r>
              <a:rPr sz="1400" dirty="0">
                <a:latin typeface="Times New Roman" panose="02020503050405090304" pitchFamily="18" charset="0"/>
                <a:ea typeface="宋体" pitchFamily="2" charset="-122"/>
              </a:rPr>
              <a:t>(res2):</a:t>
            </a:r>
            <a:r>
              <a:rPr lang="en-US" sz="1400" dirty="0">
                <a:latin typeface="Times New Roman" panose="02020503050405090304" pitchFamily="18" charset="0"/>
                <a:ea typeface="宋体" pitchFamily="2" charset="-122"/>
              </a:rPr>
              <a:t>         </a:t>
            </a:r>
            <a:r>
              <a:rPr lang="en-US" sz="1400" dirty="0">
                <a:solidFill>
                  <a:srgbClr val="FF0000"/>
                </a:solidFill>
                <a:latin typeface="Times New Roman" panose="02020503050405090304" pitchFamily="18" charset="0"/>
                <a:ea typeface="宋体" pitchFamily="2" charset="-122"/>
              </a:rPr>
              <a:t>  </a:t>
            </a:r>
            <a:r>
              <a:rPr sz="1400" dirty="0">
                <a:solidFill>
                  <a:srgbClr val="FF0000"/>
                </a:solidFill>
                <a:latin typeface="Times New Roman" panose="02020503050405090304" pitchFamily="18" charset="0"/>
                <a:ea typeface="宋体" pitchFamily="2" charset="-122"/>
                <a:sym typeface="+mn-ea"/>
              </a:rPr>
              <a:t>#</a:t>
            </a:r>
            <a:r>
              <a:rPr lang="en-US" sz="1400" dirty="0">
                <a:solidFill>
                  <a:srgbClr val="FF0000"/>
                </a:solidFill>
                <a:latin typeface="Times New Roman" panose="02020503050405090304" pitchFamily="18" charset="0"/>
                <a:ea typeface="宋体" pitchFamily="2" charset="-122"/>
                <a:sym typeface="+mn-ea"/>
              </a:rPr>
              <a:t> </a:t>
            </a:r>
            <a:r>
              <a:rPr lang="zh-CN" sz="1400" dirty="0">
                <a:solidFill>
                  <a:srgbClr val="FF0000"/>
                </a:solidFill>
                <a:latin typeface="Times New Roman" panose="02020503050405090304" pitchFamily="18" charset="0"/>
                <a:ea typeface="宋体" pitchFamily="2" charset="-122"/>
                <a:sym typeface="+mn-ea"/>
              </a:rPr>
              <a:t>若</a:t>
            </a:r>
            <a:r>
              <a:rPr sz="1400" dirty="0" err="1">
                <a:solidFill>
                  <a:srgbClr val="FF0000"/>
                </a:solidFill>
                <a:latin typeface="Times New Roman" panose="02020503050405090304" pitchFamily="18" charset="0"/>
                <a:ea typeface="宋体" pitchFamily="2" charset="-122"/>
                <a:sym typeface="+mn-ea"/>
              </a:rPr>
              <a:t>分词数</a:t>
            </a:r>
            <a:r>
              <a:rPr lang="zh-CN" sz="1400" dirty="0">
                <a:solidFill>
                  <a:srgbClr val="FF0000"/>
                </a:solidFill>
                <a:latin typeface="Times New Roman" panose="02020503050405090304" pitchFamily="18" charset="0"/>
                <a:ea typeface="宋体" pitchFamily="2" charset="-122"/>
                <a:sym typeface="+mn-ea"/>
              </a:rPr>
              <a:t>相</a:t>
            </a:r>
            <a:r>
              <a:rPr sz="1400" dirty="0" err="1">
                <a:solidFill>
                  <a:srgbClr val="FF0000"/>
                </a:solidFill>
                <a:latin typeface="Times New Roman" panose="02020503050405090304" pitchFamily="18" charset="0"/>
                <a:ea typeface="宋体" pitchFamily="2" charset="-122"/>
                <a:sym typeface="+mn-ea"/>
              </a:rPr>
              <a:t>同</a:t>
            </a:r>
            <a:r>
              <a:rPr lang="zh-CN" sz="1400" dirty="0">
                <a:solidFill>
                  <a:srgbClr val="FF0000"/>
                </a:solidFill>
                <a:latin typeface="Times New Roman" panose="02020503050405090304" pitchFamily="18" charset="0"/>
                <a:ea typeface="宋体" pitchFamily="2" charset="-122"/>
                <a:sym typeface="+mn-ea"/>
              </a:rPr>
              <a:t>，则分情况讨论</a:t>
            </a:r>
            <a:endParaRPr sz="1400" dirty="0">
              <a:solidFill>
                <a:srgbClr val="FF0000"/>
              </a:solidFill>
              <a:latin typeface="Times New Roman" panose="02020503050405090304" pitchFamily="18" charset="0"/>
              <a:ea typeface="宋体" pitchFamily="2" charset="-122"/>
            </a:endParaRPr>
          </a:p>
          <a:p>
            <a:r>
              <a:rPr lang="en-US" sz="1400" dirty="0">
                <a:latin typeface="Times New Roman" panose="02020503050405090304" pitchFamily="18" charset="0"/>
                <a:ea typeface="宋体" pitchFamily="2" charset="-122"/>
              </a:rPr>
              <a:t>        </a:t>
            </a:r>
            <a:r>
              <a:rPr sz="1400" dirty="0">
                <a:latin typeface="Times New Roman" panose="02020503050405090304" pitchFamily="18" charset="0"/>
                <a:ea typeface="宋体" pitchFamily="2" charset="-122"/>
              </a:rPr>
              <a:t>if res1 == res2: </a:t>
            </a:r>
            <a:r>
              <a:rPr lang="en-US" sz="1400" dirty="0">
                <a:latin typeface="Times New Roman" panose="02020503050405090304" pitchFamily="18" charset="0"/>
                <a:ea typeface="宋体" pitchFamily="2" charset="-122"/>
              </a:rPr>
              <a:t>                    </a:t>
            </a:r>
            <a:r>
              <a:rPr sz="1400" dirty="0">
                <a:solidFill>
                  <a:srgbClr val="FF0000"/>
                </a:solidFill>
                <a:latin typeface="Times New Roman" panose="02020503050405090304" pitchFamily="18" charset="0"/>
                <a:ea typeface="宋体" pitchFamily="2" charset="-122"/>
              </a:rPr>
              <a:t># </a:t>
            </a:r>
            <a:r>
              <a:rPr lang="zh-CN" sz="1400" dirty="0">
                <a:solidFill>
                  <a:srgbClr val="FF0000"/>
                </a:solidFill>
                <a:latin typeface="Times New Roman" panose="02020503050405090304" pitchFamily="18" charset="0"/>
                <a:ea typeface="宋体" pitchFamily="2" charset="-122"/>
              </a:rPr>
              <a:t>若</a:t>
            </a:r>
            <a:r>
              <a:rPr sz="1400">
                <a:solidFill>
                  <a:srgbClr val="FF0000"/>
                </a:solidFill>
                <a:latin typeface="Times New Roman" panose="02020503050405090304" pitchFamily="18" charset="0"/>
                <a:ea typeface="宋体" pitchFamily="2" charset="-122"/>
              </a:rPr>
              <a:t>FMM 与RMM的结果相同</a:t>
            </a:r>
            <a:r>
              <a:rPr sz="1400" dirty="0">
                <a:solidFill>
                  <a:srgbClr val="FF0000"/>
                </a:solidFill>
                <a:latin typeface="Times New Roman" panose="02020503050405090304" pitchFamily="18" charset="0"/>
                <a:ea typeface="宋体" pitchFamily="2" charset="-122"/>
              </a:rPr>
              <a:t>，</a:t>
            </a:r>
            <a:r>
              <a:rPr lang="zh-CN" sz="1400" dirty="0">
                <a:solidFill>
                  <a:srgbClr val="FF0000"/>
                </a:solidFill>
                <a:latin typeface="Times New Roman" panose="02020503050405090304" pitchFamily="18" charset="0"/>
                <a:ea typeface="宋体" pitchFamily="2" charset="-122"/>
              </a:rPr>
              <a:t>则可</a:t>
            </a:r>
            <a:r>
              <a:rPr sz="1400" dirty="0" err="1">
                <a:solidFill>
                  <a:srgbClr val="FF0000"/>
                </a:solidFill>
                <a:latin typeface="Times New Roman" panose="02020503050405090304" pitchFamily="18" charset="0"/>
                <a:ea typeface="宋体" pitchFamily="2" charset="-122"/>
              </a:rPr>
              <a:t>取任意一个</a:t>
            </a:r>
            <a:r>
              <a:rPr sz="1400" dirty="0">
                <a:solidFill>
                  <a:srgbClr val="FF0000"/>
                </a:solidFill>
                <a:latin typeface="Times New Roman" panose="02020503050405090304" pitchFamily="18" charset="0"/>
                <a:ea typeface="宋体" pitchFamily="2" charset="-122"/>
              </a:rPr>
              <a:t> </a:t>
            </a:r>
            <a:endParaRPr sz="1400" dirty="0">
              <a:solidFill>
                <a:srgbClr val="FF0000"/>
              </a:solidFill>
              <a:latin typeface="Times New Roman" panose="02020503050405090304" pitchFamily="18" charset="0"/>
              <a:ea typeface="宋体" pitchFamily="2" charset="-122"/>
            </a:endParaRPr>
          </a:p>
          <a:p>
            <a:r>
              <a:rPr lang="en-US" sz="1400" dirty="0">
                <a:latin typeface="Times New Roman" panose="02020503050405090304" pitchFamily="18" charset="0"/>
                <a:ea typeface="宋体" pitchFamily="2" charset="-122"/>
              </a:rPr>
              <a:t>            </a:t>
            </a:r>
            <a:r>
              <a:rPr sz="1400" dirty="0">
                <a:latin typeface="Times New Roman" panose="02020503050405090304" pitchFamily="18" charset="0"/>
                <a:ea typeface="宋体" pitchFamily="2" charset="-122"/>
              </a:rPr>
              <a:t>return res1 </a:t>
            </a:r>
            <a:endParaRPr sz="1400" dirty="0">
              <a:latin typeface="Times New Roman" panose="02020503050405090304" pitchFamily="18" charset="0"/>
              <a:ea typeface="宋体" pitchFamily="2" charset="-122"/>
            </a:endParaRPr>
          </a:p>
          <a:p>
            <a:r>
              <a:rPr sz="1400" dirty="0">
                <a:latin typeface="Times New Roman" panose="02020503050405090304" pitchFamily="18" charset="0"/>
                <a:ea typeface="宋体" pitchFamily="2" charset="-122"/>
              </a:rPr>
              <a:t> </a:t>
            </a:r>
            <a:r>
              <a:rPr lang="en-US" sz="1400" dirty="0">
                <a:latin typeface="Times New Roman" panose="02020503050405090304" pitchFamily="18" charset="0"/>
                <a:ea typeface="宋体" pitchFamily="2" charset="-122"/>
              </a:rPr>
              <a:t>       </a:t>
            </a:r>
            <a:r>
              <a:rPr sz="1400" dirty="0">
                <a:latin typeface="Times New Roman" panose="02020503050405090304" pitchFamily="18" charset="0"/>
                <a:ea typeface="宋体" pitchFamily="2" charset="-122"/>
              </a:rPr>
              <a:t>else: </a:t>
            </a:r>
            <a:r>
              <a:rPr lang="en-US" sz="1400" dirty="0">
                <a:latin typeface="Times New Roman" panose="02020503050405090304" pitchFamily="18" charset="0"/>
                <a:ea typeface="宋体" pitchFamily="2" charset="-122"/>
              </a:rPr>
              <a:t>                                   </a:t>
            </a:r>
            <a:r>
              <a:rPr lang="en-US" sz="1400" dirty="0">
                <a:solidFill>
                  <a:srgbClr val="FF0000"/>
                </a:solidFill>
                <a:latin typeface="Times New Roman" panose="02020503050405090304" pitchFamily="18" charset="0"/>
                <a:ea typeface="宋体" pitchFamily="2" charset="-122"/>
              </a:rPr>
              <a:t> </a:t>
            </a:r>
            <a:r>
              <a:rPr sz="1400" dirty="0">
                <a:solidFill>
                  <a:srgbClr val="FF0000"/>
                </a:solidFill>
                <a:latin typeface="Times New Roman" panose="02020503050405090304" pitchFamily="18" charset="0"/>
                <a:ea typeface="宋体" pitchFamily="2" charset="-122"/>
              </a:rPr>
              <a:t># res1</a:t>
            </a:r>
            <a:r>
              <a:rPr sz="1400">
                <a:solidFill>
                  <a:srgbClr val="FF0000"/>
                </a:solidFill>
                <a:latin typeface="Times New Roman" panose="02020503050405090304" pitchFamily="18" charset="0"/>
                <a:ea typeface="宋体" pitchFamily="2" charset="-122"/>
              </a:rPr>
              <a:t>_sn和res2_sn为两个分词结果的单字数量</a:t>
            </a:r>
            <a:r>
              <a:rPr sz="1400" dirty="0">
                <a:solidFill>
                  <a:srgbClr val="FF0000"/>
                </a:solidFill>
                <a:latin typeface="Times New Roman" panose="02020503050405090304" pitchFamily="18" charset="0"/>
                <a:ea typeface="宋体" pitchFamily="2" charset="-122"/>
              </a:rPr>
              <a:t>，</a:t>
            </a:r>
            <a:r>
              <a:rPr lang="zh-CN" sz="1400" dirty="0">
                <a:solidFill>
                  <a:srgbClr val="FF0000"/>
                </a:solidFill>
                <a:latin typeface="Times New Roman" panose="02020503050405090304" pitchFamily="18" charset="0"/>
                <a:ea typeface="宋体" pitchFamily="2" charset="-122"/>
              </a:rPr>
              <a:t>若二</a:t>
            </a:r>
            <a:endParaRPr lang="en-US" altLang="zh-CN" sz="1400" dirty="0">
              <a:solidFill>
                <a:srgbClr val="FF0000"/>
              </a:solidFill>
              <a:latin typeface="Times New Roman" panose="02020503050405090304" pitchFamily="18" charset="0"/>
              <a:ea typeface="宋体" pitchFamily="2" charset="-122"/>
            </a:endParaRPr>
          </a:p>
          <a:p>
            <a:r>
              <a:rPr lang="zh-CN" altLang="en-US" sz="1400" dirty="0">
                <a:solidFill>
                  <a:srgbClr val="FF0000"/>
                </a:solidFill>
                <a:latin typeface="Times New Roman" panose="02020503050405090304" pitchFamily="18" charset="0"/>
                <a:ea typeface="宋体" pitchFamily="2" charset="-122"/>
              </a:rPr>
              <a:t>                                                       </a:t>
            </a:r>
            <a:r>
              <a:rPr lang="zh-CN" sz="1400" dirty="0">
                <a:solidFill>
                  <a:srgbClr val="FF0000"/>
                </a:solidFill>
                <a:latin typeface="Times New Roman" panose="02020503050405090304" pitchFamily="18" charset="0"/>
                <a:ea typeface="宋体" pitchFamily="2" charset="-122"/>
              </a:rPr>
              <a:t>者不同，则</a:t>
            </a:r>
            <a:r>
              <a:rPr sz="1400" dirty="0" err="1">
                <a:solidFill>
                  <a:srgbClr val="FF0000"/>
                </a:solidFill>
                <a:latin typeface="Times New Roman" panose="02020503050405090304" pitchFamily="18" charset="0"/>
                <a:ea typeface="宋体" pitchFamily="2" charset="-122"/>
              </a:rPr>
              <a:t>返回单字较少的</a:t>
            </a:r>
            <a:r>
              <a:rPr sz="1400" dirty="0">
                <a:solidFill>
                  <a:srgbClr val="FF0000"/>
                </a:solidFill>
                <a:latin typeface="Times New Roman" panose="02020503050405090304" pitchFamily="18" charset="0"/>
                <a:ea typeface="宋体" pitchFamily="2" charset="-122"/>
              </a:rPr>
              <a:t> </a:t>
            </a:r>
            <a:endParaRPr sz="1400" dirty="0">
              <a:solidFill>
                <a:srgbClr val="FF0000"/>
              </a:solidFill>
              <a:latin typeface="Times New Roman" panose="02020503050405090304" pitchFamily="18" charset="0"/>
              <a:ea typeface="宋体" pitchFamily="2" charset="-122"/>
            </a:endParaRPr>
          </a:p>
          <a:p>
            <a:r>
              <a:rPr lang="en-US" sz="1400" dirty="0">
                <a:latin typeface="Times New Roman" panose="02020503050405090304" pitchFamily="18" charset="0"/>
                <a:ea typeface="宋体" pitchFamily="2" charset="-122"/>
              </a:rPr>
              <a:t>            </a:t>
            </a:r>
            <a:r>
              <a:rPr sz="1400" dirty="0">
                <a:latin typeface="Times New Roman" panose="02020503050405090304" pitchFamily="18" charset="0"/>
                <a:ea typeface="宋体" pitchFamily="2" charset="-122"/>
              </a:rPr>
              <a:t>res1_sn = </a:t>
            </a:r>
            <a:r>
              <a:rPr sz="1400" dirty="0" err="1">
                <a:latin typeface="Times New Roman" panose="02020503050405090304" pitchFamily="18" charset="0"/>
                <a:ea typeface="宋体" pitchFamily="2" charset="-122"/>
              </a:rPr>
              <a:t>len</a:t>
            </a:r>
            <a:r>
              <a:rPr sz="1400" dirty="0">
                <a:latin typeface="Times New Roman" panose="02020503050405090304" pitchFamily="18" charset="0"/>
                <a:ea typeface="宋体" pitchFamily="2" charset="-122"/>
              </a:rPr>
              <a:t>([</a:t>
            </a:r>
            <a:r>
              <a:rPr sz="1400" dirty="0" err="1">
                <a:latin typeface="Times New Roman" panose="02020503050405090304" pitchFamily="18" charset="0"/>
                <a:ea typeface="宋体" pitchFamily="2" charset="-122"/>
              </a:rPr>
              <a:t>i</a:t>
            </a:r>
            <a:r>
              <a:rPr sz="1400" dirty="0">
                <a:latin typeface="Times New Roman" panose="02020503050405090304" pitchFamily="18" charset="0"/>
                <a:ea typeface="宋体" pitchFamily="2" charset="-122"/>
              </a:rPr>
              <a:t> for </a:t>
            </a:r>
            <a:r>
              <a:rPr sz="1400" dirty="0" err="1">
                <a:latin typeface="Times New Roman" panose="02020503050405090304" pitchFamily="18" charset="0"/>
                <a:ea typeface="宋体" pitchFamily="2" charset="-122"/>
              </a:rPr>
              <a:t>i</a:t>
            </a:r>
            <a:r>
              <a:rPr sz="1400" dirty="0">
                <a:latin typeface="Times New Roman" panose="02020503050405090304" pitchFamily="18" charset="0"/>
                <a:ea typeface="宋体" pitchFamily="2" charset="-122"/>
              </a:rPr>
              <a:t> in res1 if </a:t>
            </a:r>
            <a:r>
              <a:rPr sz="1400" dirty="0" err="1">
                <a:latin typeface="Times New Roman" panose="02020503050405090304" pitchFamily="18" charset="0"/>
                <a:ea typeface="宋体" pitchFamily="2" charset="-122"/>
              </a:rPr>
              <a:t>len</a:t>
            </a:r>
            <a:r>
              <a:rPr sz="1400" dirty="0">
                <a:latin typeface="Times New Roman" panose="02020503050405090304" pitchFamily="18" charset="0"/>
                <a:ea typeface="宋体" pitchFamily="2" charset="-122"/>
              </a:rPr>
              <a:t>(</a:t>
            </a:r>
            <a:r>
              <a:rPr sz="1400" dirty="0" err="1">
                <a:latin typeface="Times New Roman" panose="02020503050405090304" pitchFamily="18" charset="0"/>
                <a:ea typeface="宋体" pitchFamily="2" charset="-122"/>
              </a:rPr>
              <a:t>i</a:t>
            </a:r>
            <a:r>
              <a:rPr sz="1400" dirty="0">
                <a:latin typeface="Times New Roman" panose="02020503050405090304" pitchFamily="18" charset="0"/>
                <a:ea typeface="宋体" pitchFamily="2" charset="-122"/>
              </a:rPr>
              <a:t>) == 1]) </a:t>
            </a:r>
            <a:r>
              <a:rPr lang="en-US" sz="1400" dirty="0">
                <a:latin typeface="Times New Roman" panose="02020503050405090304" pitchFamily="18" charset="0"/>
                <a:ea typeface="宋体" pitchFamily="2" charset="-122"/>
              </a:rPr>
              <a:t> </a:t>
            </a:r>
            <a:endParaRPr lang="en-US" sz="1400" dirty="0">
              <a:latin typeface="Times New Roman" panose="02020503050405090304" pitchFamily="18" charset="0"/>
              <a:ea typeface="宋体" pitchFamily="2" charset="-122"/>
            </a:endParaRPr>
          </a:p>
          <a:p>
            <a:r>
              <a:rPr lang="en-US" sz="1400" dirty="0">
                <a:latin typeface="Times New Roman" panose="02020503050405090304" pitchFamily="18" charset="0"/>
                <a:ea typeface="宋体" pitchFamily="2" charset="-122"/>
              </a:rPr>
              <a:t>            </a:t>
            </a:r>
            <a:r>
              <a:rPr sz="1400" dirty="0">
                <a:latin typeface="Times New Roman" panose="02020503050405090304" pitchFamily="18" charset="0"/>
                <a:ea typeface="宋体" pitchFamily="2" charset="-122"/>
              </a:rPr>
              <a:t>res2_sn = </a:t>
            </a:r>
            <a:r>
              <a:rPr sz="1400" dirty="0" err="1">
                <a:latin typeface="Times New Roman" panose="02020503050405090304" pitchFamily="18" charset="0"/>
                <a:ea typeface="宋体" pitchFamily="2" charset="-122"/>
              </a:rPr>
              <a:t>len</a:t>
            </a:r>
            <a:r>
              <a:rPr sz="1400" dirty="0">
                <a:latin typeface="Times New Roman" panose="02020503050405090304" pitchFamily="18" charset="0"/>
                <a:ea typeface="宋体" pitchFamily="2" charset="-122"/>
              </a:rPr>
              <a:t>([</a:t>
            </a:r>
            <a:r>
              <a:rPr sz="1400" dirty="0" err="1">
                <a:latin typeface="Times New Roman" panose="02020503050405090304" pitchFamily="18" charset="0"/>
                <a:ea typeface="宋体" pitchFamily="2" charset="-122"/>
              </a:rPr>
              <a:t>i</a:t>
            </a:r>
            <a:r>
              <a:rPr sz="1400" dirty="0">
                <a:latin typeface="Times New Roman" panose="02020503050405090304" pitchFamily="18" charset="0"/>
                <a:ea typeface="宋体" pitchFamily="2" charset="-122"/>
              </a:rPr>
              <a:t> for </a:t>
            </a:r>
            <a:r>
              <a:rPr sz="1400" dirty="0" err="1">
                <a:latin typeface="Times New Roman" panose="02020503050405090304" pitchFamily="18" charset="0"/>
                <a:ea typeface="宋体" pitchFamily="2" charset="-122"/>
              </a:rPr>
              <a:t>i</a:t>
            </a:r>
            <a:r>
              <a:rPr sz="1400" dirty="0">
                <a:latin typeface="Times New Roman" panose="02020503050405090304" pitchFamily="18" charset="0"/>
                <a:ea typeface="宋体" pitchFamily="2" charset="-122"/>
              </a:rPr>
              <a:t> in res2 if </a:t>
            </a:r>
            <a:r>
              <a:rPr sz="1400" dirty="0" err="1">
                <a:latin typeface="Times New Roman" panose="02020503050405090304" pitchFamily="18" charset="0"/>
                <a:ea typeface="宋体" pitchFamily="2" charset="-122"/>
              </a:rPr>
              <a:t>len</a:t>
            </a:r>
            <a:r>
              <a:rPr sz="1400" dirty="0">
                <a:latin typeface="Times New Roman" panose="02020503050405090304" pitchFamily="18" charset="0"/>
                <a:ea typeface="宋体" pitchFamily="2" charset="-122"/>
              </a:rPr>
              <a:t>(</a:t>
            </a:r>
            <a:r>
              <a:rPr sz="1400" dirty="0" err="1">
                <a:latin typeface="Times New Roman" panose="02020503050405090304" pitchFamily="18" charset="0"/>
                <a:ea typeface="宋体" pitchFamily="2" charset="-122"/>
              </a:rPr>
              <a:t>i</a:t>
            </a:r>
            <a:r>
              <a:rPr sz="1400" dirty="0">
                <a:latin typeface="Times New Roman" panose="02020503050405090304" pitchFamily="18" charset="0"/>
                <a:ea typeface="宋体" pitchFamily="2" charset="-122"/>
              </a:rPr>
              <a:t>) == 1]) </a:t>
            </a:r>
            <a:endParaRPr sz="1400" dirty="0">
              <a:latin typeface="Times New Roman" panose="02020503050405090304" pitchFamily="18" charset="0"/>
              <a:ea typeface="宋体" pitchFamily="2" charset="-122"/>
            </a:endParaRPr>
          </a:p>
          <a:p>
            <a:r>
              <a:rPr lang="en-US" sz="1400" dirty="0">
                <a:latin typeface="Times New Roman" panose="02020503050405090304" pitchFamily="18" charset="0"/>
                <a:ea typeface="宋体" pitchFamily="2" charset="-122"/>
              </a:rPr>
              <a:t>            </a:t>
            </a:r>
            <a:r>
              <a:rPr sz="1400" dirty="0">
                <a:latin typeface="Times New Roman" panose="02020503050405090304" pitchFamily="18" charset="0"/>
                <a:ea typeface="宋体" pitchFamily="2" charset="-122"/>
              </a:rPr>
              <a:t>return res1 if res1_sn &lt; res2_sn else res2 </a:t>
            </a:r>
            <a:endParaRPr sz="1400" dirty="0">
              <a:latin typeface="Times New Roman" panose="02020503050405090304" pitchFamily="18" charset="0"/>
              <a:ea typeface="宋体" pitchFamily="2" charset="-122"/>
            </a:endParaRPr>
          </a:p>
          <a:p>
            <a:r>
              <a:rPr lang="en-US" sz="1400" dirty="0">
                <a:latin typeface="Times New Roman" panose="02020503050405090304" pitchFamily="18" charset="0"/>
                <a:ea typeface="宋体" pitchFamily="2" charset="-122"/>
              </a:rPr>
              <a:t>    </a:t>
            </a:r>
            <a:r>
              <a:rPr sz="1400" dirty="0">
                <a:latin typeface="Times New Roman" panose="02020503050405090304" pitchFamily="18" charset="0"/>
                <a:ea typeface="宋体" pitchFamily="2" charset="-122"/>
              </a:rPr>
              <a:t>else: </a:t>
            </a:r>
            <a:r>
              <a:rPr lang="en-US" sz="1400" dirty="0">
                <a:latin typeface="Times New Roman" panose="02020503050405090304" pitchFamily="18" charset="0"/>
                <a:ea typeface="宋体" pitchFamily="2" charset="-122"/>
              </a:rPr>
              <a:t>                                      </a:t>
            </a:r>
            <a:r>
              <a:rPr lang="en-US" sz="1400" dirty="0">
                <a:solidFill>
                  <a:srgbClr val="FF0000"/>
                </a:solidFill>
                <a:latin typeface="Times New Roman" panose="02020503050405090304" pitchFamily="18" charset="0"/>
                <a:ea typeface="宋体" pitchFamily="2" charset="-122"/>
              </a:rPr>
              <a:t>  </a:t>
            </a:r>
            <a:r>
              <a:rPr sz="1400" dirty="0">
                <a:solidFill>
                  <a:srgbClr val="FF0000"/>
                </a:solidFill>
                <a:latin typeface="Times New Roman" panose="02020503050405090304" pitchFamily="18" charset="0"/>
                <a:ea typeface="宋体" pitchFamily="2" charset="-122"/>
              </a:rPr>
              <a:t># </a:t>
            </a:r>
            <a:r>
              <a:rPr lang="zh-CN" sz="1400" dirty="0">
                <a:solidFill>
                  <a:srgbClr val="FF0000"/>
                </a:solidFill>
                <a:latin typeface="Times New Roman" panose="02020503050405090304" pitchFamily="18" charset="0"/>
                <a:ea typeface="宋体" pitchFamily="2" charset="-122"/>
              </a:rPr>
              <a:t>若</a:t>
            </a:r>
            <a:r>
              <a:rPr sz="1400" dirty="0" err="1">
                <a:solidFill>
                  <a:srgbClr val="FF0000"/>
                </a:solidFill>
                <a:latin typeface="Times New Roman" panose="02020503050405090304" pitchFamily="18" charset="0"/>
                <a:ea typeface="宋体" pitchFamily="2" charset="-122"/>
              </a:rPr>
              <a:t>分词数不同</a:t>
            </a:r>
            <a:r>
              <a:rPr lang="zh-CN" sz="1400" dirty="0">
                <a:solidFill>
                  <a:srgbClr val="FF0000"/>
                </a:solidFill>
                <a:latin typeface="Times New Roman" panose="02020503050405090304" pitchFamily="18" charset="0"/>
                <a:ea typeface="宋体" pitchFamily="2" charset="-122"/>
              </a:rPr>
              <a:t>，</a:t>
            </a:r>
            <a:r>
              <a:rPr sz="1400" dirty="0" err="1">
                <a:solidFill>
                  <a:srgbClr val="FF0000"/>
                </a:solidFill>
                <a:latin typeface="Times New Roman" panose="02020503050405090304" pitchFamily="18" charset="0"/>
                <a:ea typeface="宋体" pitchFamily="2" charset="-122"/>
              </a:rPr>
              <a:t>则取分出词较少的</a:t>
            </a:r>
            <a:r>
              <a:rPr sz="1400" dirty="0">
                <a:solidFill>
                  <a:srgbClr val="FF0000"/>
                </a:solidFill>
                <a:latin typeface="Times New Roman" panose="02020503050405090304" pitchFamily="18" charset="0"/>
                <a:ea typeface="宋体" pitchFamily="2" charset="-122"/>
              </a:rPr>
              <a:t> </a:t>
            </a:r>
            <a:endParaRPr sz="1400" dirty="0">
              <a:solidFill>
                <a:srgbClr val="FF0000"/>
              </a:solidFill>
              <a:latin typeface="Times New Roman" panose="02020503050405090304" pitchFamily="18" charset="0"/>
              <a:ea typeface="宋体" pitchFamily="2" charset="-122"/>
            </a:endParaRPr>
          </a:p>
          <a:p>
            <a:r>
              <a:rPr lang="en-US" sz="1400" dirty="0">
                <a:latin typeface="Times New Roman" panose="02020503050405090304" pitchFamily="18" charset="0"/>
                <a:ea typeface="宋体" pitchFamily="2" charset="-122"/>
              </a:rPr>
              <a:t>        </a:t>
            </a:r>
            <a:r>
              <a:rPr sz="1400" dirty="0">
                <a:latin typeface="Times New Roman" panose="02020503050405090304" pitchFamily="18" charset="0"/>
                <a:ea typeface="宋体" pitchFamily="2" charset="-122"/>
              </a:rPr>
              <a:t>return res1 if </a:t>
            </a:r>
            <a:r>
              <a:rPr sz="1400" dirty="0" err="1">
                <a:latin typeface="Times New Roman" panose="02020503050405090304" pitchFamily="18" charset="0"/>
                <a:ea typeface="宋体" pitchFamily="2" charset="-122"/>
              </a:rPr>
              <a:t>len</a:t>
            </a:r>
            <a:r>
              <a:rPr sz="1400" dirty="0">
                <a:latin typeface="Times New Roman" panose="02020503050405090304" pitchFamily="18" charset="0"/>
                <a:ea typeface="宋体" pitchFamily="2" charset="-122"/>
              </a:rPr>
              <a:t>(res1) &lt; </a:t>
            </a:r>
            <a:r>
              <a:rPr sz="1400" dirty="0" err="1">
                <a:latin typeface="Times New Roman" panose="02020503050405090304" pitchFamily="18" charset="0"/>
                <a:ea typeface="宋体" pitchFamily="2" charset="-122"/>
              </a:rPr>
              <a:t>len</a:t>
            </a:r>
            <a:r>
              <a:rPr sz="1400" dirty="0">
                <a:latin typeface="Times New Roman" panose="02020503050405090304" pitchFamily="18" charset="0"/>
                <a:ea typeface="宋体" pitchFamily="2" charset="-122"/>
              </a:rPr>
              <a:t>(res2) else res2</a:t>
            </a:r>
            <a:endParaRPr sz="1400" dirty="0">
              <a:latin typeface="Times New Roman" panose="02020503050405090304" pitchFamily="18" charset="0"/>
              <a:ea typeface="宋体" pitchFamily="2" charset="-122"/>
            </a:endParaRPr>
          </a:p>
        </p:txBody>
      </p:sp>
      <p:sp>
        <p:nvSpPr>
          <p:cNvPr id="6" name="标题 5"/>
          <p:cNvSpPr>
            <a:spLocks noGrp="1"/>
          </p:cNvSpPr>
          <p:nvPr>
            <p:ph type="title"/>
          </p:nvPr>
        </p:nvSpPr>
        <p:spPr/>
        <p:txBody>
          <a:bodyPr/>
          <a:lstStyle/>
          <a:p>
            <a:r>
              <a:rPr lang="en-US" altLang="zh-CN" sz="2400" b="1">
                <a:solidFill>
                  <a:srgbClr val="004C41"/>
                </a:solidFill>
                <a:ea typeface="宋体" pitchFamily="2" charset="-122"/>
                <a:cs typeface="+mn-ea"/>
                <a:sym typeface="+mn-lt"/>
              </a:rPr>
              <a:t>4.</a:t>
            </a:r>
            <a:r>
              <a:rPr lang="zh-CN" altLang="en-US" sz="2400" b="1">
                <a:solidFill>
                  <a:srgbClr val="004C41"/>
                </a:solidFill>
                <a:ea typeface="宋体" pitchFamily="2" charset="-122"/>
                <a:cs typeface="+mn-ea"/>
                <a:sym typeface="+mn-lt"/>
              </a:rPr>
              <a:t>基于词表的分词</a:t>
            </a:r>
            <a:r>
              <a:rPr lang="zh-CN" altLang="zh-CN" sz="2400" b="1">
                <a:solidFill>
                  <a:srgbClr val="004C41"/>
                </a:solidFill>
                <a:ea typeface="宋体" pitchFamily="2" charset="-122"/>
                <a:cs typeface="+mn-ea"/>
                <a:sym typeface="+mn-lt"/>
              </a:rPr>
              <a:t>案例</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3</a:t>
            </a:r>
            <a:r>
              <a:rPr lang="zh-CN" altLang="en-US" sz="2400" b="1">
                <a:solidFill>
                  <a:srgbClr val="004C41"/>
                </a:solidFill>
                <a:ea typeface="宋体" pitchFamily="2" charset="-122"/>
                <a:cs typeface="+mn-ea"/>
                <a:sym typeface="+mn-lt"/>
              </a:rPr>
              <a:t>）双向最大匹配函数</a:t>
            </a:r>
            <a:endParaRPr lang="zh-CN" altLang="en-US">
              <a:ea typeface="宋体" pitchFamily="2" charset="-122"/>
            </a:endParaRPr>
          </a:p>
        </p:txBody>
      </p:sp>
      <p:sp>
        <p:nvSpPr>
          <p:cNvPr id="3" name="日期占位符 2"/>
          <p:cNvSpPr>
            <a:spLocks noGrp="1"/>
          </p:cNvSpPr>
          <p:nvPr>
            <p:ph type="dt" sz="half" idx="10"/>
          </p:nvPr>
        </p:nvSpPr>
        <p:spPr/>
        <p:txBody>
          <a:bodyPr/>
          <a:lstStyle/>
          <a:p>
            <a:fld id="{8FD8EEAA-F4B5-4B88-9BB5-8B3AD3E4413B}"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5" name="灯片编号占位符 4"/>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57200" y="839127"/>
            <a:ext cx="8444865" cy="1992853"/>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a:lnSpc>
                <a:spcPct val="150000"/>
              </a:lnSpc>
            </a:pPr>
            <a:r>
              <a:rPr sz="1400" dirty="0" err="1">
                <a:latin typeface="Times New Roman" panose="02020503050405090304" pitchFamily="18" charset="0"/>
                <a:ea typeface="宋体" pitchFamily="2" charset="-122"/>
              </a:rPr>
              <a:t>dict</a:t>
            </a:r>
            <a:r>
              <a:rPr sz="1400" dirty="0">
                <a:latin typeface="Times New Roman" panose="02020503050405090304" pitchFamily="18" charset="0"/>
                <a:ea typeface="宋体" pitchFamily="2" charset="-122"/>
              </a:rPr>
              <a:t> = [' </a:t>
            </a:r>
            <a:r>
              <a:rPr sz="1400" dirty="0" err="1">
                <a:latin typeface="Times New Roman" panose="02020503050405090304" pitchFamily="18" charset="0"/>
                <a:ea typeface="宋体" pitchFamily="2" charset="-122"/>
              </a:rPr>
              <a:t>今日</a:t>
            </a:r>
            <a:r>
              <a:rPr sz="1400" dirty="0">
                <a:latin typeface="Times New Roman" panose="02020503050405090304" pitchFamily="18" charset="0"/>
                <a:ea typeface="宋体" pitchFamily="2" charset="-122"/>
              </a:rPr>
              <a:t> ', ' </a:t>
            </a:r>
            <a:r>
              <a:rPr sz="1400" dirty="0" err="1">
                <a:latin typeface="Times New Roman" panose="02020503050405090304" pitchFamily="18" charset="0"/>
                <a:ea typeface="宋体" pitchFamily="2" charset="-122"/>
              </a:rPr>
              <a:t>阳光明媚</a:t>
            </a:r>
            <a:r>
              <a:rPr sz="1400" dirty="0">
                <a:latin typeface="Times New Roman" panose="02020503050405090304" pitchFamily="18" charset="0"/>
                <a:ea typeface="宋体" pitchFamily="2" charset="-122"/>
              </a:rPr>
              <a:t> ', ' </a:t>
            </a:r>
            <a:r>
              <a:rPr sz="1400" dirty="0" err="1">
                <a:latin typeface="Times New Roman" panose="02020503050405090304" pitchFamily="18" charset="0"/>
                <a:ea typeface="宋体" pitchFamily="2" charset="-122"/>
              </a:rPr>
              <a:t>光明</a:t>
            </a:r>
            <a:r>
              <a:rPr sz="1400" dirty="0">
                <a:latin typeface="Times New Roman" panose="02020503050405090304" pitchFamily="18" charset="0"/>
                <a:ea typeface="宋体" pitchFamily="2" charset="-122"/>
              </a:rPr>
              <a:t> ', ' </a:t>
            </a:r>
            <a:r>
              <a:rPr sz="1400" dirty="0" err="1">
                <a:latin typeface="Times New Roman" panose="02020503050405090304" pitchFamily="18" charset="0"/>
                <a:ea typeface="宋体" pitchFamily="2" charset="-122"/>
              </a:rPr>
              <a:t>明媚</a:t>
            </a:r>
            <a:r>
              <a:rPr sz="1400" dirty="0">
                <a:latin typeface="Times New Roman" panose="02020503050405090304" pitchFamily="18" charset="0"/>
                <a:ea typeface="宋体" pitchFamily="2" charset="-122"/>
              </a:rPr>
              <a:t> ', ' </a:t>
            </a:r>
            <a:r>
              <a:rPr sz="1400" dirty="0" err="1">
                <a:latin typeface="Times New Roman" panose="02020503050405090304" pitchFamily="18" charset="0"/>
                <a:ea typeface="宋体" pitchFamily="2" charset="-122"/>
              </a:rPr>
              <a:t>阳光</a:t>
            </a:r>
            <a:r>
              <a:rPr sz="1400" dirty="0">
                <a:latin typeface="Times New Roman" panose="02020503050405090304" pitchFamily="18" charset="0"/>
                <a:ea typeface="宋体" pitchFamily="2" charset="-122"/>
              </a:rPr>
              <a:t> ', ' </a:t>
            </a:r>
            <a:r>
              <a:rPr sz="1400" dirty="0" err="1">
                <a:latin typeface="Times New Roman" panose="02020503050405090304" pitchFamily="18" charset="0"/>
                <a:ea typeface="宋体" pitchFamily="2" charset="-122"/>
              </a:rPr>
              <a:t>我们</a:t>
            </a:r>
            <a:r>
              <a:rPr sz="1400" dirty="0">
                <a:latin typeface="Times New Roman" panose="02020503050405090304" pitchFamily="18" charset="0"/>
                <a:ea typeface="宋体" pitchFamily="2" charset="-122"/>
              </a:rPr>
              <a:t> ', ' </a:t>
            </a:r>
            <a:r>
              <a:rPr sz="1400" dirty="0" err="1">
                <a:latin typeface="Times New Roman" panose="02020503050405090304" pitchFamily="18" charset="0"/>
                <a:ea typeface="宋体" pitchFamily="2" charset="-122"/>
              </a:rPr>
              <a:t>在</a:t>
            </a:r>
            <a:r>
              <a:rPr sz="1400" dirty="0">
                <a:latin typeface="Times New Roman" panose="02020503050405090304" pitchFamily="18" charset="0"/>
                <a:ea typeface="宋体" pitchFamily="2" charset="-122"/>
              </a:rPr>
              <a:t> ', ' </a:t>
            </a:r>
            <a:r>
              <a:rPr sz="1400" dirty="0" err="1">
                <a:latin typeface="Times New Roman" panose="02020503050405090304" pitchFamily="18" charset="0"/>
                <a:ea typeface="宋体" pitchFamily="2" charset="-122"/>
              </a:rPr>
              <a:t>在野</a:t>
            </a:r>
            <a:r>
              <a:rPr sz="1400" dirty="0">
                <a:latin typeface="Times New Roman" panose="02020503050405090304" pitchFamily="18" charset="0"/>
                <a:ea typeface="宋体" pitchFamily="2" charset="-122"/>
              </a:rPr>
              <a:t> ', ' </a:t>
            </a:r>
            <a:r>
              <a:rPr sz="1400" dirty="0" err="1">
                <a:latin typeface="Times New Roman" panose="02020503050405090304" pitchFamily="18" charset="0"/>
                <a:ea typeface="宋体" pitchFamily="2" charset="-122"/>
              </a:rPr>
              <a:t>生动</a:t>
            </a:r>
            <a:r>
              <a:rPr sz="1400" dirty="0">
                <a:latin typeface="Times New Roman" panose="02020503050405090304" pitchFamily="18" charset="0"/>
                <a:ea typeface="宋体" pitchFamily="2" charset="-122"/>
              </a:rPr>
              <a:t> ', ' </a:t>
            </a:r>
            <a:r>
              <a:rPr sz="1400" dirty="0" err="1">
                <a:latin typeface="Times New Roman" panose="02020503050405090304" pitchFamily="18" charset="0"/>
                <a:ea typeface="宋体" pitchFamily="2" charset="-122"/>
              </a:rPr>
              <a:t>野生</a:t>
            </a:r>
            <a:r>
              <a:rPr sz="1400" dirty="0">
                <a:latin typeface="Times New Roman" panose="02020503050405090304" pitchFamily="18" charset="0"/>
                <a:ea typeface="宋体" pitchFamily="2" charset="-122"/>
              </a:rPr>
              <a:t> ', ' </a:t>
            </a:r>
            <a:r>
              <a:rPr sz="1400" dirty="0" err="1">
                <a:latin typeface="Times New Roman" panose="02020503050405090304" pitchFamily="18" charset="0"/>
                <a:ea typeface="宋体" pitchFamily="2" charset="-122"/>
              </a:rPr>
              <a:t>动物园</a:t>
            </a:r>
            <a:r>
              <a:rPr sz="1400" dirty="0">
                <a:latin typeface="Times New Roman" panose="02020503050405090304" pitchFamily="18" charset="0"/>
                <a:ea typeface="宋体" pitchFamily="2" charset="-122"/>
              </a:rPr>
              <a:t> ', ' </a:t>
            </a:r>
            <a:r>
              <a:rPr sz="1400" dirty="0" err="1">
                <a:latin typeface="Times New Roman" panose="02020503050405090304" pitchFamily="18" charset="0"/>
                <a:ea typeface="宋体" pitchFamily="2" charset="-122"/>
              </a:rPr>
              <a:t>野生动物园</a:t>
            </a:r>
            <a:r>
              <a:rPr sz="1400" dirty="0">
                <a:latin typeface="Times New Roman" panose="02020503050405090304" pitchFamily="18" charset="0"/>
                <a:ea typeface="宋体" pitchFamily="2" charset="-122"/>
              </a:rPr>
              <a:t> ', ' </a:t>
            </a:r>
            <a:r>
              <a:rPr sz="1400" dirty="0" err="1">
                <a:latin typeface="Times New Roman" panose="02020503050405090304" pitchFamily="18" charset="0"/>
                <a:ea typeface="宋体" pitchFamily="2" charset="-122"/>
              </a:rPr>
              <a:t>物</a:t>
            </a:r>
            <a:r>
              <a:rPr sz="1400" dirty="0">
                <a:latin typeface="Times New Roman" panose="02020503050405090304" pitchFamily="18" charset="0"/>
                <a:ea typeface="宋体" pitchFamily="2" charset="-122"/>
              </a:rPr>
              <a:t> ', ' </a:t>
            </a:r>
            <a:r>
              <a:rPr sz="1400" dirty="0" err="1">
                <a:latin typeface="Times New Roman" panose="02020503050405090304" pitchFamily="18" charset="0"/>
                <a:ea typeface="宋体" pitchFamily="2" charset="-122"/>
              </a:rPr>
              <a:t>园</a:t>
            </a:r>
            <a:r>
              <a:rPr sz="1400" dirty="0">
                <a:latin typeface="Times New Roman" panose="02020503050405090304" pitchFamily="18" charset="0"/>
                <a:ea typeface="宋体" pitchFamily="2" charset="-122"/>
              </a:rPr>
              <a:t> ', ' </a:t>
            </a:r>
            <a:r>
              <a:rPr sz="1400" dirty="0" err="1">
                <a:latin typeface="Times New Roman" panose="02020503050405090304" pitchFamily="18" charset="0"/>
                <a:ea typeface="宋体" pitchFamily="2" charset="-122"/>
              </a:rPr>
              <a:t>玩</a:t>
            </a:r>
            <a:r>
              <a:rPr sz="1400" dirty="0">
                <a:latin typeface="Times New Roman" panose="02020503050405090304" pitchFamily="18" charset="0"/>
                <a:ea typeface="宋体" pitchFamily="2" charset="-122"/>
              </a:rPr>
              <a:t> '] </a:t>
            </a:r>
            <a:endParaRPr sz="1400" dirty="0">
              <a:latin typeface="Times New Roman" panose="02020503050405090304" pitchFamily="18" charset="0"/>
              <a:ea typeface="宋体" pitchFamily="2" charset="-122"/>
            </a:endParaRPr>
          </a:p>
          <a:p>
            <a:pPr>
              <a:lnSpc>
                <a:spcPct val="150000"/>
              </a:lnSpc>
            </a:pPr>
            <a:r>
              <a:rPr sz="1400" dirty="0">
                <a:latin typeface="Times New Roman" panose="02020503050405090304" pitchFamily="18" charset="0"/>
                <a:ea typeface="宋体" pitchFamily="2" charset="-122"/>
              </a:rPr>
              <a:t>sentence = ' </a:t>
            </a:r>
            <a:r>
              <a:rPr sz="1400" dirty="0" err="1">
                <a:latin typeface="Times New Roman" panose="02020503050405090304" pitchFamily="18" charset="0"/>
                <a:ea typeface="宋体" pitchFamily="2" charset="-122"/>
              </a:rPr>
              <a:t>在野生动物园玩</a:t>
            </a:r>
            <a:r>
              <a:rPr sz="1400" dirty="0">
                <a:latin typeface="Times New Roman" panose="02020503050405090304" pitchFamily="18" charset="0"/>
                <a:ea typeface="宋体" pitchFamily="2" charset="-122"/>
              </a:rPr>
              <a:t> ' </a:t>
            </a:r>
            <a:endParaRPr sz="1400" dirty="0">
              <a:latin typeface="Times New Roman" panose="02020503050405090304" pitchFamily="18" charset="0"/>
              <a:ea typeface="宋体" pitchFamily="2" charset="-122"/>
            </a:endParaRPr>
          </a:p>
          <a:p>
            <a:pPr>
              <a:lnSpc>
                <a:spcPct val="150000"/>
              </a:lnSpc>
            </a:pPr>
            <a:r>
              <a:rPr sz="1400" dirty="0">
                <a:latin typeface="Times New Roman" panose="02020503050405090304" pitchFamily="18" charset="0"/>
                <a:ea typeface="宋体" pitchFamily="2" charset="-122"/>
              </a:rPr>
              <a:t>print("the results of FMM :\n", FMM(</a:t>
            </a:r>
            <a:r>
              <a:rPr sz="1400" dirty="0" err="1">
                <a:latin typeface="Times New Roman" panose="02020503050405090304" pitchFamily="18" charset="0"/>
                <a:ea typeface="宋体" pitchFamily="2" charset="-122"/>
              </a:rPr>
              <a:t>dict</a:t>
            </a:r>
            <a:r>
              <a:rPr sz="1400" dirty="0">
                <a:latin typeface="Times New Roman" panose="02020503050405090304" pitchFamily="18" charset="0"/>
                <a:ea typeface="宋体" pitchFamily="2" charset="-122"/>
              </a:rPr>
              <a:t>, sentence), end="\n") </a:t>
            </a:r>
            <a:r>
              <a:rPr lang="en-US" sz="1400" dirty="0">
                <a:latin typeface="Times New Roman" panose="02020503050405090304" pitchFamily="18" charset="0"/>
                <a:ea typeface="宋体" pitchFamily="2" charset="-122"/>
              </a:rPr>
              <a:t>    </a:t>
            </a:r>
            <a:r>
              <a:rPr lang="en-US" sz="1400" dirty="0">
                <a:solidFill>
                  <a:srgbClr val="FF0000"/>
                </a:solidFill>
                <a:latin typeface="Times New Roman" panose="02020503050405090304" pitchFamily="18" charset="0"/>
                <a:ea typeface="宋体" pitchFamily="2" charset="-122"/>
              </a:rPr>
              <a:t># </a:t>
            </a:r>
            <a:r>
              <a:rPr lang="zh-CN" altLang="en-US" sz="1400" dirty="0">
                <a:solidFill>
                  <a:srgbClr val="FF0000"/>
                </a:solidFill>
                <a:latin typeface="Times New Roman" panose="02020503050405090304" pitchFamily="18" charset="0"/>
                <a:ea typeface="宋体" pitchFamily="2" charset="-122"/>
              </a:rPr>
              <a:t>调用</a:t>
            </a:r>
            <a:r>
              <a:rPr lang="en-US" altLang="zh-CN" sz="1400" dirty="0">
                <a:solidFill>
                  <a:srgbClr val="FF0000"/>
                </a:solidFill>
                <a:latin typeface="Times New Roman" panose="02020503050405090304" pitchFamily="18" charset="0"/>
                <a:ea typeface="宋体" pitchFamily="2" charset="-122"/>
              </a:rPr>
              <a:t>FMM</a:t>
            </a:r>
            <a:r>
              <a:rPr lang="zh-CN" altLang="en-US" sz="1400" dirty="0">
                <a:solidFill>
                  <a:srgbClr val="FF0000"/>
                </a:solidFill>
                <a:latin typeface="Times New Roman" panose="02020503050405090304" pitchFamily="18" charset="0"/>
                <a:ea typeface="宋体" pitchFamily="2" charset="-122"/>
              </a:rPr>
              <a:t>函数，输出</a:t>
            </a:r>
            <a:r>
              <a:rPr lang="en-US" altLang="zh-CN" sz="1400" dirty="0">
                <a:solidFill>
                  <a:srgbClr val="FF0000"/>
                </a:solidFill>
                <a:latin typeface="Times New Roman" panose="02020503050405090304" pitchFamily="18" charset="0"/>
                <a:ea typeface="宋体" pitchFamily="2" charset="-122"/>
              </a:rPr>
              <a:t>FMM</a:t>
            </a:r>
            <a:r>
              <a:rPr lang="zh-CN" altLang="en-US" sz="1400" dirty="0">
                <a:solidFill>
                  <a:srgbClr val="FF0000"/>
                </a:solidFill>
                <a:latin typeface="Times New Roman" panose="02020503050405090304" pitchFamily="18" charset="0"/>
                <a:ea typeface="宋体" pitchFamily="2" charset="-122"/>
              </a:rPr>
              <a:t>分词结果</a:t>
            </a:r>
            <a:endParaRPr sz="1400" dirty="0">
              <a:latin typeface="Times New Roman" panose="02020503050405090304" pitchFamily="18" charset="0"/>
              <a:ea typeface="宋体" pitchFamily="2" charset="-122"/>
            </a:endParaRPr>
          </a:p>
          <a:p>
            <a:pPr>
              <a:lnSpc>
                <a:spcPct val="150000"/>
              </a:lnSpc>
            </a:pPr>
            <a:r>
              <a:rPr sz="1400" dirty="0">
                <a:latin typeface="Times New Roman" panose="02020503050405090304" pitchFamily="18" charset="0"/>
                <a:ea typeface="宋体" pitchFamily="2" charset="-122"/>
              </a:rPr>
              <a:t>print("the results of RMM :\n", RMM(</a:t>
            </a:r>
            <a:r>
              <a:rPr sz="1400" dirty="0" err="1">
                <a:latin typeface="Times New Roman" panose="02020503050405090304" pitchFamily="18" charset="0"/>
                <a:ea typeface="宋体" pitchFamily="2" charset="-122"/>
              </a:rPr>
              <a:t>dict</a:t>
            </a:r>
            <a:r>
              <a:rPr sz="1400" dirty="0">
                <a:latin typeface="Times New Roman" panose="02020503050405090304" pitchFamily="18" charset="0"/>
                <a:ea typeface="宋体" pitchFamily="2" charset="-122"/>
              </a:rPr>
              <a:t>, sentence), end="\n") </a:t>
            </a:r>
            <a:r>
              <a:rPr lang="en-US" sz="1400" dirty="0">
                <a:latin typeface="Times New Roman" panose="02020503050405090304" pitchFamily="18" charset="0"/>
                <a:ea typeface="宋体" pitchFamily="2" charset="-122"/>
              </a:rPr>
              <a:t>   </a:t>
            </a:r>
            <a:r>
              <a:rPr lang="en-US" sz="1400" dirty="0">
                <a:solidFill>
                  <a:srgbClr val="FF0000"/>
                </a:solidFill>
                <a:latin typeface="Times New Roman" panose="02020503050405090304" pitchFamily="18" charset="0"/>
                <a:ea typeface="宋体" pitchFamily="2" charset="-122"/>
                <a:sym typeface="+mn-ea"/>
              </a:rPr>
              <a:t># </a:t>
            </a:r>
            <a:r>
              <a:rPr lang="zh-CN" altLang="en-US" sz="1400" dirty="0">
                <a:solidFill>
                  <a:srgbClr val="FF0000"/>
                </a:solidFill>
                <a:latin typeface="Times New Roman" panose="02020503050405090304" pitchFamily="18" charset="0"/>
                <a:ea typeface="宋体" pitchFamily="2" charset="-122"/>
                <a:sym typeface="+mn-ea"/>
              </a:rPr>
              <a:t>调用</a:t>
            </a:r>
            <a:r>
              <a:rPr lang="en-US" altLang="zh-CN" sz="1400" dirty="0">
                <a:solidFill>
                  <a:srgbClr val="FF0000"/>
                </a:solidFill>
                <a:latin typeface="Times New Roman" panose="02020503050405090304" pitchFamily="18" charset="0"/>
                <a:ea typeface="宋体" pitchFamily="2" charset="-122"/>
                <a:sym typeface="+mn-ea"/>
              </a:rPr>
              <a:t>RMM</a:t>
            </a:r>
            <a:r>
              <a:rPr lang="zh-CN" altLang="en-US" sz="1400" dirty="0">
                <a:solidFill>
                  <a:srgbClr val="FF0000"/>
                </a:solidFill>
                <a:latin typeface="Times New Roman" panose="02020503050405090304" pitchFamily="18" charset="0"/>
                <a:ea typeface="宋体" pitchFamily="2" charset="-122"/>
                <a:sym typeface="+mn-ea"/>
              </a:rPr>
              <a:t>函数，输出</a:t>
            </a:r>
            <a:r>
              <a:rPr lang="en-US" altLang="zh-CN" sz="1400" dirty="0">
                <a:solidFill>
                  <a:srgbClr val="FF0000"/>
                </a:solidFill>
                <a:latin typeface="Times New Roman" panose="02020503050405090304" pitchFamily="18" charset="0"/>
                <a:ea typeface="宋体" pitchFamily="2" charset="-122"/>
                <a:sym typeface="+mn-ea"/>
              </a:rPr>
              <a:t>RMM</a:t>
            </a:r>
            <a:r>
              <a:rPr lang="zh-CN" altLang="en-US" sz="1400" dirty="0">
                <a:solidFill>
                  <a:srgbClr val="FF0000"/>
                </a:solidFill>
                <a:latin typeface="Times New Roman" panose="02020503050405090304" pitchFamily="18" charset="0"/>
                <a:ea typeface="宋体" pitchFamily="2" charset="-122"/>
                <a:sym typeface="+mn-ea"/>
              </a:rPr>
              <a:t>分词结果</a:t>
            </a:r>
            <a:endParaRPr sz="1400" dirty="0">
              <a:latin typeface="Times New Roman" panose="02020503050405090304" pitchFamily="18" charset="0"/>
              <a:ea typeface="宋体" pitchFamily="2" charset="-122"/>
            </a:endParaRPr>
          </a:p>
          <a:p>
            <a:pPr>
              <a:lnSpc>
                <a:spcPct val="150000"/>
              </a:lnSpc>
            </a:pPr>
            <a:r>
              <a:rPr sz="1400" dirty="0">
                <a:latin typeface="Times New Roman" panose="02020503050405090304" pitchFamily="18" charset="0"/>
                <a:ea typeface="宋体" pitchFamily="2" charset="-122"/>
              </a:rPr>
              <a:t>print("the results of BM :\n", BM(</a:t>
            </a:r>
            <a:r>
              <a:rPr sz="1400" dirty="0" err="1">
                <a:latin typeface="Times New Roman" panose="02020503050405090304" pitchFamily="18" charset="0"/>
                <a:ea typeface="宋体" pitchFamily="2" charset="-122"/>
              </a:rPr>
              <a:t>dict</a:t>
            </a:r>
            <a:r>
              <a:rPr sz="1400" dirty="0">
                <a:latin typeface="Times New Roman" panose="02020503050405090304" pitchFamily="18" charset="0"/>
                <a:ea typeface="宋体" pitchFamily="2" charset="-122"/>
              </a:rPr>
              <a:t>, sentence))</a:t>
            </a:r>
            <a:r>
              <a:rPr lang="en-US" sz="1400" dirty="0">
                <a:latin typeface="Times New Roman" panose="02020503050405090304" pitchFamily="18" charset="0"/>
                <a:ea typeface="宋体" pitchFamily="2" charset="-122"/>
              </a:rPr>
              <a:t>                          </a:t>
            </a:r>
            <a:r>
              <a:rPr lang="en-US" sz="1400" dirty="0">
                <a:solidFill>
                  <a:srgbClr val="FF0000"/>
                </a:solidFill>
                <a:latin typeface="Times New Roman" panose="02020503050405090304" pitchFamily="18" charset="0"/>
                <a:ea typeface="宋体" pitchFamily="2" charset="-122"/>
                <a:sym typeface="+mn-ea"/>
              </a:rPr>
              <a:t># </a:t>
            </a:r>
            <a:r>
              <a:rPr lang="zh-CN" altLang="en-US" sz="1400" dirty="0">
                <a:solidFill>
                  <a:srgbClr val="FF0000"/>
                </a:solidFill>
                <a:latin typeface="Times New Roman" panose="02020503050405090304" pitchFamily="18" charset="0"/>
                <a:ea typeface="宋体" pitchFamily="2" charset="-122"/>
                <a:sym typeface="+mn-ea"/>
              </a:rPr>
              <a:t>调用</a:t>
            </a:r>
            <a:r>
              <a:rPr lang="en-US" altLang="zh-CN" sz="1400" dirty="0">
                <a:solidFill>
                  <a:srgbClr val="FF0000"/>
                </a:solidFill>
                <a:latin typeface="Times New Roman" panose="02020503050405090304" pitchFamily="18" charset="0"/>
                <a:ea typeface="宋体" pitchFamily="2" charset="-122"/>
                <a:sym typeface="+mn-ea"/>
              </a:rPr>
              <a:t>BM</a:t>
            </a:r>
            <a:r>
              <a:rPr lang="zh-CN" altLang="en-US" sz="1400" dirty="0">
                <a:solidFill>
                  <a:srgbClr val="FF0000"/>
                </a:solidFill>
                <a:latin typeface="Times New Roman" panose="02020503050405090304" pitchFamily="18" charset="0"/>
                <a:ea typeface="宋体" pitchFamily="2" charset="-122"/>
                <a:sym typeface="+mn-ea"/>
              </a:rPr>
              <a:t>函数，输出</a:t>
            </a:r>
            <a:r>
              <a:rPr lang="en-US" altLang="zh-CN" sz="1400" dirty="0">
                <a:solidFill>
                  <a:srgbClr val="FF0000"/>
                </a:solidFill>
                <a:latin typeface="Times New Roman" panose="02020503050405090304" pitchFamily="18" charset="0"/>
                <a:ea typeface="宋体" pitchFamily="2" charset="-122"/>
                <a:sym typeface="+mn-ea"/>
              </a:rPr>
              <a:t>BM</a:t>
            </a:r>
            <a:r>
              <a:rPr lang="zh-CN" altLang="en-US" sz="1400" dirty="0">
                <a:solidFill>
                  <a:srgbClr val="FF0000"/>
                </a:solidFill>
                <a:latin typeface="Times New Roman" panose="02020503050405090304" pitchFamily="18" charset="0"/>
                <a:ea typeface="宋体" pitchFamily="2" charset="-122"/>
                <a:sym typeface="+mn-ea"/>
              </a:rPr>
              <a:t>分词结果</a:t>
            </a:r>
            <a:endParaRPr lang="zh-CN" altLang="en-US" sz="1400" dirty="0">
              <a:solidFill>
                <a:srgbClr val="FF0000"/>
              </a:solidFill>
              <a:latin typeface="Times New Roman" panose="02020503050405090304" pitchFamily="18" charset="0"/>
              <a:ea typeface="宋体" pitchFamily="2" charset="-122"/>
              <a:sym typeface="+mn-ea"/>
            </a:endParaRPr>
          </a:p>
        </p:txBody>
      </p:sp>
      <p:sp>
        <p:nvSpPr>
          <p:cNvPr id="3" name="文本框 2"/>
          <p:cNvSpPr txBox="1"/>
          <p:nvPr/>
        </p:nvSpPr>
        <p:spPr>
          <a:xfrm>
            <a:off x="259715" y="2773268"/>
            <a:ext cx="1683385" cy="377026"/>
          </a:xfrm>
          <a:prstGeom prst="rect">
            <a:avLst/>
          </a:prstGeom>
          <a:noFill/>
          <a:ln>
            <a:noFill/>
          </a:ln>
          <a:effectLst/>
          <a:extLst>
            <a:ext uri="{909E8E84-426E-40DD-AFC4-6F175D3DCCD1}">
              <a14:hiddenFill xmlns:a14="http://schemas.microsoft.com/office/drawing/2010/main">
                <a:gradFill rotWithShape="1">
                  <a:gsLst>
                    <a:gs pos="0">
                      <a:schemeClr val="accent4">
                        <a:lumMod val="110000"/>
                        <a:satMod val="105000"/>
                        <a:tint val="67000"/>
                      </a:schemeClr>
                    </a:gs>
                    <a:gs pos="50000">
                      <a:schemeClr val="accent4">
                        <a:lumMod val="105000"/>
                        <a:satMod val="103000"/>
                        <a:tint val="73000"/>
                      </a:schemeClr>
                    </a:gs>
                    <a:gs pos="100000">
                      <a:schemeClr val="accent4">
                        <a:lumMod val="105000"/>
                        <a:satMod val="109000"/>
                        <a:tint val="81000"/>
                      </a:schemeClr>
                    </a:gs>
                  </a:gsLst>
                  <a:lin ang="5400000" scaled="0"/>
                </a:gradFill>
              </a14:hiddenFill>
            </a:ext>
          </a:extLst>
        </p:spPr>
        <p:style>
          <a:lnRef idx="1">
            <a:schemeClr val="accent4"/>
          </a:lnRef>
          <a:fillRef idx="2">
            <a:schemeClr val="accent4"/>
          </a:fillRef>
          <a:effectRef idx="1">
            <a:schemeClr val="accent4"/>
          </a:effectRef>
          <a:fontRef idx="minor">
            <a:schemeClr val="dk1"/>
          </a:fontRef>
        </p:style>
        <p:txBody>
          <a:bodyPr wrap="square" rtlCol="0" anchor="t">
            <a:spAutoFit/>
          </a:bodyPr>
          <a:lstStyle/>
          <a:p>
            <a:pPr>
              <a:lnSpc>
                <a:spcPct val="150000"/>
              </a:lnSpc>
            </a:pPr>
            <a:r>
              <a:rPr lang="zh-CN" altLang="en-US" sz="1400" dirty="0">
                <a:latin typeface="Times New Roman" panose="02020503050405090304" pitchFamily="18" charset="0"/>
                <a:ea typeface="宋体" pitchFamily="2" charset="-122"/>
              </a:rPr>
              <a:t>【运行结果】</a:t>
            </a:r>
            <a:endParaRPr lang="zh-CN" sz="1400" dirty="0">
              <a:latin typeface="Times New Roman" panose="02020503050405090304" pitchFamily="18" charset="0"/>
              <a:ea typeface="宋体" pitchFamily="2" charset="-122"/>
            </a:endParaRPr>
          </a:p>
        </p:txBody>
      </p:sp>
      <p:pic>
        <p:nvPicPr>
          <p:cNvPr id="5" name="图片 4" descr="4.1.4"/>
          <p:cNvPicPr>
            <a:picLocks noChangeAspect="1"/>
          </p:cNvPicPr>
          <p:nvPr/>
        </p:nvPicPr>
        <p:blipFill>
          <a:blip r:embed="rId1"/>
          <a:stretch>
            <a:fillRect/>
          </a:stretch>
        </p:blipFill>
        <p:spPr>
          <a:xfrm>
            <a:off x="1363477" y="2831980"/>
            <a:ext cx="7520627" cy="2026299"/>
          </a:xfrm>
          <a:prstGeom prst="rect">
            <a:avLst/>
          </a:prstGeom>
        </p:spPr>
      </p:pic>
      <p:sp>
        <p:nvSpPr>
          <p:cNvPr id="8" name="标题 7"/>
          <p:cNvSpPr>
            <a:spLocks noGrp="1"/>
          </p:cNvSpPr>
          <p:nvPr>
            <p:ph type="title"/>
          </p:nvPr>
        </p:nvSpPr>
        <p:spPr/>
        <p:txBody>
          <a:bodyPr/>
          <a:lstStyle/>
          <a:p>
            <a:r>
              <a:rPr lang="en-US" altLang="zh-CN" sz="2400" b="1">
                <a:solidFill>
                  <a:srgbClr val="004C41"/>
                </a:solidFill>
                <a:ea typeface="宋体" pitchFamily="2" charset="-122"/>
                <a:cs typeface="+mn-ea"/>
                <a:sym typeface="+mn-lt"/>
              </a:rPr>
              <a:t>4.</a:t>
            </a:r>
            <a:r>
              <a:rPr lang="zh-CN" altLang="en-US" sz="2400" b="1">
                <a:solidFill>
                  <a:srgbClr val="004C41"/>
                </a:solidFill>
                <a:ea typeface="宋体" pitchFamily="2" charset="-122"/>
                <a:cs typeface="+mn-ea"/>
                <a:sym typeface="+mn-lt"/>
              </a:rPr>
              <a:t>基于词表的分词</a:t>
            </a:r>
            <a:r>
              <a:rPr lang="zh-CN" altLang="zh-CN" sz="2400" b="1">
                <a:solidFill>
                  <a:srgbClr val="004C41"/>
                </a:solidFill>
                <a:ea typeface="宋体" pitchFamily="2" charset="-122"/>
                <a:cs typeface="+mn-ea"/>
                <a:sym typeface="+mn-lt"/>
              </a:rPr>
              <a:t>案例</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4</a:t>
            </a:r>
            <a:r>
              <a:rPr lang="zh-CN" altLang="en-US" sz="2400" b="1">
                <a:solidFill>
                  <a:srgbClr val="004C41"/>
                </a:solidFill>
                <a:ea typeface="宋体" pitchFamily="2" charset="-122"/>
                <a:cs typeface="+mn-ea"/>
                <a:sym typeface="+mn-lt"/>
              </a:rPr>
              <a:t>）调用函数</a:t>
            </a:r>
            <a:endParaRPr lang="zh-CN" altLang="en-US">
              <a:ea typeface="宋体" pitchFamily="2" charset="-122"/>
            </a:endParaRPr>
          </a:p>
        </p:txBody>
      </p:sp>
      <p:sp>
        <p:nvSpPr>
          <p:cNvPr id="6" name="日期占位符 5"/>
          <p:cNvSpPr>
            <a:spLocks noGrp="1"/>
          </p:cNvSpPr>
          <p:nvPr>
            <p:ph type="dt" sz="half" idx="10"/>
          </p:nvPr>
        </p:nvSpPr>
        <p:spPr/>
        <p:txBody>
          <a:bodyPr/>
          <a:lstStyle/>
          <a:p>
            <a:fld id="{58A02A2D-D71B-4DF1-BCB5-A1B4C840E35C}"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7" name="灯片编号占位符 6"/>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anim calcmode="lin" valueType="num">
                                      <p:cBhvr>
                                        <p:cTn id="12" dur="1000" fill="hold"/>
                                        <p:tgtEl>
                                          <p:spTgt spid="3"/>
                                        </p:tgtEl>
                                        <p:attrNameLst>
                                          <p:attrName>ppt_x</p:attrName>
                                        </p:attrNameLst>
                                      </p:cBhvr>
                                      <p:tavLst>
                                        <p:tav tm="0">
                                          <p:val>
                                            <p:strVal val="#ppt_x"/>
                                          </p:val>
                                        </p:tav>
                                        <p:tav tm="100000">
                                          <p:val>
                                            <p:strVal val="#ppt_x"/>
                                          </p:val>
                                        </p:tav>
                                      </p:tavLst>
                                    </p:anim>
                                    <p:anim calcmode="lin" valueType="num">
                                      <p:cBhvr>
                                        <p:cTn id="13" dur="1000" fill="hold"/>
                                        <p:tgtEl>
                                          <p:spTgt spid="3"/>
                                        </p:tgtEl>
                                        <p:attrNameLst>
                                          <p:attrName>ppt_y</p:attrName>
                                        </p:attrNameLst>
                                      </p:cBhvr>
                                      <p:tavLst>
                                        <p:tav tm="0">
                                          <p:val>
                                            <p:strVal val="#ppt_y+.1"/>
                                          </p:val>
                                        </p:tav>
                                        <p:tav tm="100000">
                                          <p:val>
                                            <p:strVal val="#ppt_y"/>
                                          </p:val>
                                        </p:tav>
                                      </p:tavLst>
                                    </p:anim>
                                  </p:childTnLst>
                                </p:cTn>
                              </p:par>
                            </p:childTnLst>
                          </p:cTn>
                        </p:par>
                        <p:par>
                          <p:cTn id="14" fill="hold">
                            <p:stCondLst>
                              <p:cond delay="1000"/>
                            </p:stCondLst>
                            <p:childTnLst>
                              <p:par>
                                <p:cTn id="15" presetID="42" presetClass="entr" presetSubtype="0" fill="hold"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P spid="3" grpId="0" bldLvl="0" animBg="1"/>
      <p:bldP spid="3" grpId="1"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2"/>
          <p:cNvGrpSpPr/>
          <p:nvPr/>
        </p:nvGrpSpPr>
        <p:grpSpPr>
          <a:xfrm>
            <a:off x="963929" y="2186794"/>
            <a:ext cx="7453775" cy="1263015"/>
            <a:chOff x="31445" y="161947"/>
            <a:chExt cx="2500824" cy="318131"/>
          </a:xfrm>
          <a:solidFill>
            <a:srgbClr val="004C41"/>
          </a:solidFill>
        </p:grpSpPr>
        <p:sp>
          <p:nvSpPr>
            <p:cNvPr id="16" name="12"/>
            <p:cNvSpPr/>
            <p:nvPr/>
          </p:nvSpPr>
          <p:spPr>
            <a:xfrm>
              <a:off x="31445" y="176315"/>
              <a:ext cx="2268640" cy="293086"/>
            </a:xfrm>
            <a:prstGeom prst="rect">
              <a:avLst/>
            </a:prstGeom>
            <a:grpFill/>
            <a:ln w="25400" cap="flat" cmpd="sng" algn="ctr">
              <a:noFill/>
              <a:prstDash val="solid"/>
            </a:ln>
            <a:effectLst/>
          </p:spPr>
          <p:txBody>
            <a:bodyPr rtlCol="0" anchor="ctr"/>
            <a:lstStyle/>
            <a:p>
              <a:pPr algn="ctr">
                <a:defRPr/>
              </a:pPr>
              <a:endParaRPr lang="zh-CN" altLang="en-US" sz="1800" kern="0">
                <a:solidFill>
                  <a:prstClr val="white"/>
                </a:solidFill>
                <a:cs typeface="+mn-ea"/>
                <a:sym typeface="+mn-lt"/>
              </a:endParaRPr>
            </a:p>
          </p:txBody>
        </p:sp>
        <p:sp>
          <p:nvSpPr>
            <p:cNvPr id="17" name="等腰三角形 16"/>
            <p:cNvSpPr/>
            <p:nvPr/>
          </p:nvSpPr>
          <p:spPr>
            <a:xfrm rot="5400000">
              <a:off x="2257111" y="204921"/>
              <a:ext cx="318131" cy="232184"/>
            </a:xfrm>
            <a:prstGeom prst="triangle">
              <a:avLst/>
            </a:prstGeom>
            <a:grpFill/>
            <a:ln w="25400" cap="flat" cmpd="sng" algn="ctr">
              <a:noFill/>
              <a:prstDash val="solid"/>
            </a:ln>
            <a:effectLst/>
          </p:spPr>
          <p:txBody>
            <a:bodyPr rtlCol="0" anchor="ctr"/>
            <a:lstStyle/>
            <a:p>
              <a:pPr algn="ctr">
                <a:defRPr/>
              </a:pPr>
              <a:endParaRPr lang="zh-CN" altLang="en-US" sz="1800" kern="0">
                <a:solidFill>
                  <a:prstClr val="white"/>
                </a:solidFill>
                <a:cs typeface="+mn-ea"/>
                <a:sym typeface="+mn-lt"/>
              </a:endParaRPr>
            </a:p>
          </p:txBody>
        </p:sp>
        <p:sp>
          <p:nvSpPr>
            <p:cNvPr id="18" name="TextBox 8"/>
            <p:cNvSpPr txBox="1"/>
            <p:nvPr/>
          </p:nvSpPr>
          <p:spPr>
            <a:xfrm>
              <a:off x="940396" y="255118"/>
              <a:ext cx="1574341" cy="131790"/>
            </a:xfrm>
            <a:prstGeom prst="rect">
              <a:avLst/>
            </a:prstGeom>
            <a:noFill/>
            <a:ln>
              <a:noFill/>
            </a:ln>
          </p:spPr>
          <p:txBody>
            <a:bodyPr wrap="square" rtlCol="0">
              <a:spAutoFit/>
            </a:bodyPr>
            <a:lstStyle/>
            <a:p>
              <a:pPr algn="just">
                <a:spcBef>
                  <a:spcPct val="0"/>
                </a:spcBef>
              </a:pPr>
              <a:r>
                <a:rPr lang="zh-CN" altLang="en-US" sz="2800" b="1" kern="0" spc="300" dirty="0">
                  <a:solidFill>
                    <a:prstClr val="white"/>
                  </a:solidFill>
                  <a:latin typeface="Times New Roman" panose="02020503050405090304" pitchFamily="18" charset="0"/>
                  <a:ea typeface="宋体" pitchFamily="2" charset="-122"/>
                  <a:cs typeface="+mn-ea"/>
                  <a:sym typeface="+mn-lt"/>
                </a:rPr>
                <a:t>基于统计模型的分词算法</a:t>
              </a:r>
              <a:endParaRPr lang="zh-CN" altLang="en-US" sz="2800" b="1" kern="0" spc="300" dirty="0">
                <a:solidFill>
                  <a:prstClr val="white"/>
                </a:solidFill>
                <a:latin typeface="Times New Roman" panose="02020503050405090304" pitchFamily="18" charset="0"/>
                <a:ea typeface="宋体" pitchFamily="2" charset="-122"/>
                <a:cs typeface="+mn-ea"/>
                <a:sym typeface="+mn-lt"/>
              </a:endParaRPr>
            </a:p>
          </p:txBody>
        </p:sp>
      </p:grpSp>
      <p:grpSp>
        <p:nvGrpSpPr>
          <p:cNvPr id="19" name="1"/>
          <p:cNvGrpSpPr/>
          <p:nvPr/>
        </p:nvGrpSpPr>
        <p:grpSpPr>
          <a:xfrm>
            <a:off x="1130587" y="1409891"/>
            <a:ext cx="2619916" cy="2619916"/>
            <a:chOff x="267453" y="94709"/>
            <a:chExt cx="454824" cy="454824"/>
          </a:xfrm>
        </p:grpSpPr>
        <p:sp>
          <p:nvSpPr>
            <p:cNvPr id="20" name="4"/>
            <p:cNvSpPr/>
            <p:nvPr/>
          </p:nvSpPr>
          <p:spPr>
            <a:xfrm>
              <a:off x="301756" y="114952"/>
              <a:ext cx="390525" cy="395287"/>
            </a:xfrm>
            <a:prstGeom prst="ellipse">
              <a:avLst/>
            </a:prstGeom>
            <a:solidFill>
              <a:sysClr val="window" lastClr="FFFFFF"/>
            </a:solidFill>
            <a:ln w="25400" cap="flat" cmpd="sng" algn="ctr">
              <a:solidFill>
                <a:sysClr val="window" lastClr="FFFFFF"/>
              </a:solidFill>
              <a:prstDash val="solid"/>
            </a:ln>
            <a:effectLst/>
          </p:spPr>
          <p:txBody>
            <a:bodyPr rtlCol="0" anchor="ctr"/>
            <a:lstStyle/>
            <a:p>
              <a:pPr algn="ctr">
                <a:defRPr/>
              </a:pPr>
              <a:endParaRPr lang="zh-CN" altLang="en-US" sz="1800" kern="0">
                <a:solidFill>
                  <a:prstClr val="white"/>
                </a:solidFill>
                <a:cs typeface="+mn-ea"/>
                <a:sym typeface="+mn-lt"/>
              </a:endParaRPr>
            </a:p>
          </p:txBody>
        </p:sp>
        <p:sp>
          <p:nvSpPr>
            <p:cNvPr id="23" name="3"/>
            <p:cNvSpPr/>
            <p:nvPr/>
          </p:nvSpPr>
          <p:spPr>
            <a:xfrm>
              <a:off x="343738" y="170570"/>
              <a:ext cx="302255" cy="302255"/>
            </a:xfrm>
            <a:prstGeom prst="ellipse">
              <a:avLst/>
            </a:prstGeom>
            <a:solidFill>
              <a:srgbClr val="004C41"/>
            </a:solidFill>
            <a:ln w="25400" cap="flat" cmpd="sng" algn="ctr">
              <a:noFill/>
              <a:prstDash val="solid"/>
            </a:ln>
            <a:effectLst/>
          </p:spPr>
          <p:txBody>
            <a:bodyPr rtlCol="0" anchor="ctr"/>
            <a:lstStyle/>
            <a:p>
              <a:pPr algn="ctr">
                <a:defRPr/>
              </a:pPr>
              <a:endParaRPr lang="zh-CN" altLang="en-US" sz="1800" kern="0">
                <a:solidFill>
                  <a:prstClr val="white"/>
                </a:solidFill>
                <a:cs typeface="+mn-ea"/>
                <a:sym typeface="+mn-lt"/>
              </a:endParaRPr>
            </a:p>
          </p:txBody>
        </p:sp>
        <p:sp>
          <p:nvSpPr>
            <p:cNvPr id="24" name="同心圆 23"/>
            <p:cNvSpPr/>
            <p:nvPr/>
          </p:nvSpPr>
          <p:spPr>
            <a:xfrm>
              <a:off x="267453" y="94709"/>
              <a:ext cx="454824" cy="454824"/>
            </a:xfrm>
            <a:prstGeom prst="donut">
              <a:avLst>
                <a:gd name="adj" fmla="val 8567"/>
              </a:avLst>
            </a:prstGeom>
            <a:solidFill>
              <a:sysClr val="window" lastClr="FFFFFF"/>
            </a:solidFill>
            <a:ln w="9525" cap="flat" cmpd="sng" algn="ctr">
              <a:noFill/>
              <a:prstDash val="solid"/>
            </a:ln>
            <a:effectLst>
              <a:outerShdw blurRad="63500" sx="102000" sy="102000" algn="ctr" rotWithShape="0">
                <a:prstClr val="black">
                  <a:alpha val="20000"/>
                </a:prstClr>
              </a:outerShdw>
            </a:effectLst>
          </p:spPr>
          <p:txBody>
            <a:bodyPr rtlCol="0" anchor="ctr"/>
            <a:lstStyle/>
            <a:p>
              <a:pPr algn="ctr">
                <a:defRPr/>
              </a:pPr>
              <a:endParaRPr lang="zh-CN" altLang="en-US" sz="1200" kern="0">
                <a:solidFill>
                  <a:prstClr val="black"/>
                </a:solidFill>
                <a:cs typeface="+mn-ea"/>
                <a:sym typeface="+mn-lt"/>
              </a:endParaRPr>
            </a:p>
          </p:txBody>
        </p:sp>
        <p:sp>
          <p:nvSpPr>
            <p:cNvPr id="25" name="TextBox 9"/>
            <p:cNvSpPr txBox="1"/>
            <p:nvPr/>
          </p:nvSpPr>
          <p:spPr>
            <a:xfrm>
              <a:off x="370583" y="176347"/>
              <a:ext cx="245782" cy="272497"/>
            </a:xfrm>
            <a:prstGeom prst="rect">
              <a:avLst/>
            </a:prstGeom>
            <a:noFill/>
          </p:spPr>
          <p:txBody>
            <a:bodyPr wrap="none" rtlCol="0">
              <a:spAutoFit/>
            </a:bodyPr>
            <a:lstStyle/>
            <a:p>
              <a:pPr>
                <a:defRPr/>
              </a:pPr>
              <a:r>
                <a:rPr lang="en-US" altLang="zh-CN" sz="9600" kern="0" dirty="0">
                  <a:solidFill>
                    <a:prstClr val="white"/>
                  </a:solidFill>
                  <a:latin typeface="Times New Roman" panose="02020503050405090304" pitchFamily="18" charset="0"/>
                  <a:ea typeface="宋体" pitchFamily="2" charset="-122"/>
                  <a:cs typeface="+mn-ea"/>
                  <a:sym typeface="+mn-lt"/>
                </a:rPr>
                <a:t>02</a:t>
              </a:r>
              <a:endParaRPr lang="zh-CN" altLang="en-US" sz="9600" kern="0" dirty="0">
                <a:solidFill>
                  <a:prstClr val="white"/>
                </a:solidFill>
                <a:latin typeface="Times New Roman" panose="02020503050405090304" pitchFamily="18" charset="0"/>
                <a:ea typeface="宋体" pitchFamily="2" charset="-122"/>
                <a:cs typeface="+mn-ea"/>
                <a:sym typeface="+mn-lt"/>
              </a:endParaRPr>
            </a:p>
          </p:txBody>
        </p:sp>
      </p:grpSp>
      <p:sp>
        <p:nvSpPr>
          <p:cNvPr id="2" name="标题 1"/>
          <p:cNvSpPr>
            <a:spLocks noGrp="1"/>
          </p:cNvSpPr>
          <p:nvPr>
            <p:ph type="title"/>
          </p:nvPr>
        </p:nvSpPr>
        <p:spPr/>
        <p:txBody>
          <a:bodyPr/>
          <a:lstStyle/>
          <a:p>
            <a:endParaRPr lang="zh-CN" altLang="en-US"/>
          </a:p>
        </p:txBody>
      </p:sp>
      <p:sp>
        <p:nvSpPr>
          <p:cNvPr id="3" name="日期占位符 2"/>
          <p:cNvSpPr>
            <a:spLocks noGrp="1"/>
          </p:cNvSpPr>
          <p:nvPr>
            <p:ph type="dt" sz="half" idx="10"/>
          </p:nvPr>
        </p:nvSpPr>
        <p:spPr/>
        <p:txBody>
          <a:bodyPr/>
          <a:lstStyle/>
          <a:p>
            <a:fld id="{B327DE68-F729-47A6-A7E6-59306DDE361A}"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4" name="灯片编号占位符 3"/>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left)">
                                      <p:cBhvr>
                                        <p:cTn id="11"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a:ea typeface="宋体" pitchFamily="2" charset="-122"/>
              </a:rPr>
              <a:t>语言模型</a:t>
            </a:r>
            <a:endParaRPr lang="zh-CN" altLang="en-US">
              <a:ea typeface="宋体" pitchFamily="2" charset="-122"/>
            </a:endParaRPr>
          </a:p>
        </p:txBody>
      </p:sp>
      <p:sp>
        <p:nvSpPr>
          <p:cNvPr id="4" name="矩形 3"/>
          <p:cNvSpPr/>
          <p:nvPr/>
        </p:nvSpPr>
        <p:spPr>
          <a:xfrm>
            <a:off x="638175" y="2237512"/>
            <a:ext cx="8084726" cy="1286250"/>
          </a:xfrm>
          <a:prstGeom prst="rect">
            <a:avLst/>
          </a:prstGeom>
        </p:spPr>
        <p:txBody>
          <a:bodyPr wrap="square">
            <a:spAutoFit/>
          </a:bodyPr>
          <a:lstStyle/>
          <a:p>
            <a:pPr indent="342900" algn="just">
              <a:lnSpc>
                <a:spcPct val="150000"/>
              </a:lnSpc>
            </a:pPr>
            <a:r>
              <a:rPr lang="zh-CN" altLang="zh-CN" sz="1800" b="1" kern="100">
                <a:solidFill>
                  <a:srgbClr val="000000"/>
                </a:solidFill>
                <a:latin typeface="Times New Roman" panose="02020503050405090304" pitchFamily="18" charset="0"/>
                <a:ea typeface="宋体" pitchFamily="2" charset="-122"/>
                <a:cs typeface="Times New Roman" panose="02020503050405090304" pitchFamily="18" charset="0"/>
              </a:rPr>
              <a:t>语言模型</a:t>
            </a:r>
            <a:r>
              <a:rPr lang="zh-CN" altLang="en-US" sz="1800" b="1" kern="100">
                <a:solidFill>
                  <a:srgbClr val="000000"/>
                </a:solidFill>
                <a:latin typeface="Times New Roman" panose="02020503050405090304" pitchFamily="18" charset="0"/>
                <a:ea typeface="宋体" pitchFamily="2" charset="-122"/>
                <a:cs typeface="Times New Roman" panose="02020503050405090304" pitchFamily="18" charset="0"/>
              </a:rPr>
              <a:t>，</a:t>
            </a:r>
            <a:r>
              <a:rPr lang="zh-CN" altLang="en-US" sz="1800" b="0" kern="100">
                <a:solidFill>
                  <a:srgbClr val="000000"/>
                </a:solidFill>
                <a:latin typeface="Times New Roman" panose="02020503050405090304" pitchFamily="18" charset="0"/>
                <a:cs typeface="Times New Roman" panose="02020503050405090304" pitchFamily="18" charset="0"/>
              </a:rPr>
              <a:t>也称为统计语言模型，</a:t>
            </a:r>
            <a:r>
              <a:rPr lang="zh-CN" altLang="en-US" sz="1800" b="1" kern="100">
                <a:solidFill>
                  <a:srgbClr val="000000"/>
                </a:solidFill>
                <a:latin typeface="Times New Roman" panose="02020503050405090304" pitchFamily="18" charset="0"/>
                <a:ea typeface="宋体" pitchFamily="2" charset="-122"/>
                <a:cs typeface="Times New Roman" panose="02020503050405090304" pitchFamily="18" charset="0"/>
              </a:rPr>
              <a:t>是用来描述自然语言概率分布的模型。</a:t>
            </a:r>
            <a:r>
              <a:rPr lang="zh-CN" altLang="en-US" sz="1800" kern="100">
                <a:solidFill>
                  <a:srgbClr val="000000"/>
                </a:solidFill>
                <a:latin typeface="Times New Roman" panose="02020503050405090304" pitchFamily="18" charset="0"/>
                <a:ea typeface="宋体" pitchFamily="2" charset="-122"/>
                <a:cs typeface="Times New Roman" panose="02020503050405090304" pitchFamily="18" charset="0"/>
              </a:rPr>
              <a:t>语言模型</a:t>
            </a:r>
            <a:r>
              <a:rPr lang="zh-CN" altLang="zh-CN" sz="1800" kern="100">
                <a:solidFill>
                  <a:srgbClr val="000000"/>
                </a:solidFill>
                <a:latin typeface="Times New Roman" panose="02020503050405090304" pitchFamily="18" charset="0"/>
                <a:ea typeface="宋体" pitchFamily="2" charset="-122"/>
                <a:cs typeface="Times New Roman" panose="02020503050405090304" pitchFamily="18" charset="0"/>
              </a:rPr>
              <a:t>来对文本进行建模，通过概率分布来计算</a:t>
            </a:r>
            <a:r>
              <a:rPr lang="zh-CN" altLang="zh-CN" sz="1800" kern="100">
                <a:solidFill>
                  <a:srgbClr val="FF0000"/>
                </a:solidFill>
                <a:latin typeface="Times New Roman" panose="02020503050405090304" pitchFamily="18" charset="0"/>
                <a:ea typeface="宋体" pitchFamily="2" charset="-122"/>
                <a:cs typeface="Times New Roman" panose="02020503050405090304" pitchFamily="18" charset="0"/>
              </a:rPr>
              <a:t>文本质量</a:t>
            </a:r>
            <a:r>
              <a:rPr lang="zh-CN" altLang="zh-CN" sz="1800" kern="100">
                <a:solidFill>
                  <a:srgbClr val="000000"/>
                </a:solidFill>
                <a:latin typeface="Times New Roman" panose="02020503050405090304" pitchFamily="18" charset="0"/>
                <a:ea typeface="宋体" pitchFamily="2" charset="-122"/>
                <a:cs typeface="Times New Roman" panose="02020503050405090304" pitchFamily="18" charset="0"/>
              </a:rPr>
              <a:t>，对大量文本进行训练得到的语言模型还可以应用于各类自然语言处理的下游任务中。</a:t>
            </a:r>
            <a:endParaRPr lang="en-US" altLang="zh-CN" sz="1800" kern="100">
              <a:solidFill>
                <a:srgbClr val="000000"/>
              </a:solidFill>
              <a:latin typeface="Times New Roman" panose="02020503050405090304" pitchFamily="18" charset="0"/>
              <a:ea typeface="宋体" pitchFamily="2" charset="-122"/>
              <a:cs typeface="Times New Roman" panose="02020503050405090304" pitchFamily="18" charset="0"/>
            </a:endParaRPr>
          </a:p>
        </p:txBody>
      </p:sp>
      <p:sp>
        <p:nvSpPr>
          <p:cNvPr id="2" name="日期占位符 1"/>
          <p:cNvSpPr>
            <a:spLocks noGrp="1"/>
          </p:cNvSpPr>
          <p:nvPr>
            <p:ph type="dt" sz="half" idx="10"/>
          </p:nvPr>
        </p:nvSpPr>
        <p:spPr/>
        <p:txBody>
          <a:bodyPr/>
          <a:lstStyle/>
          <a:p>
            <a:fld id="{2CD90117-DC48-47B2-B6FD-D3E89C6DC61D}"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6" name="灯片编号占位符 5"/>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9" name="文本框 8"/>
          <p:cNvSpPr txBox="1"/>
          <p:nvPr/>
        </p:nvSpPr>
        <p:spPr>
          <a:xfrm>
            <a:off x="507206" y="871375"/>
            <a:ext cx="8056436" cy="1286250"/>
          </a:xfrm>
          <a:prstGeom prst="rect">
            <a:avLst/>
          </a:prstGeom>
          <a:noFill/>
        </p:spPr>
        <p:txBody>
          <a:bodyPr wrap="square">
            <a:spAutoFit/>
          </a:bodyPr>
          <a:lstStyle/>
          <a:p>
            <a:pPr indent="457200">
              <a:lnSpc>
                <a:spcPct val="150000"/>
              </a:lnSpc>
            </a:pPr>
            <a:r>
              <a:rPr lang="zh-CN" altLang="en-US" sz="1800"/>
              <a:t>「语言模型」是一种「人工智能系统」，旨在处理、理解和生成类似人类的语言。它们从大型数据</a:t>
            </a:r>
            <a:r>
              <a:rPr lang="zh-CN" altLang="en-US" sz="1800">
                <a:solidFill>
                  <a:srgbClr val="3333FF"/>
                </a:solidFill>
              </a:rPr>
              <a:t>集中学习模式和结构</a:t>
            </a:r>
            <a:r>
              <a:rPr lang="zh-CN" altLang="en-US" sz="1800"/>
              <a:t>，使得能够产生连贯且上下文相关的文本，应用于翻译、摘要、聊天机器人和内容生成等领域。</a:t>
            </a:r>
            <a:endParaRPr lang="zh-CN" altLang="en-US" sz="1800"/>
          </a:p>
        </p:txBody>
      </p:sp>
    </p:spTree>
  </p:cSld>
  <p:clrMapOvr>
    <a:masterClrMapping/>
  </p:clrMapOvr>
  <mc:AlternateContent xmlns:mc="http://schemas.openxmlformats.org/markup-compatibility/2006">
    <mc:Choice xmlns:p14="http://schemas.microsoft.com/office/powerpoint/2010/main" Requires="p14">
      <p:transition p14:dur="0" advTm="0"/>
    </mc:Choice>
    <mc:Fallback>
      <p:transition advTm="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a:ea typeface="宋体" pitchFamily="2" charset="-122"/>
              </a:rPr>
              <a:t>语言模型</a:t>
            </a:r>
            <a:endParaRPr lang="zh-CN" altLang="en-US">
              <a:ea typeface="宋体" pitchFamily="2" charset="-122"/>
            </a:endParaRPr>
          </a:p>
        </p:txBody>
      </p:sp>
      <mc:AlternateContent xmlns:mc="http://schemas.openxmlformats.org/markup-compatibility/2006">
        <mc:Choice xmlns:a14="http://schemas.microsoft.com/office/drawing/2010/main" Requires="a14">
          <p:sp>
            <p:nvSpPr>
              <p:cNvPr id="5" name="矩形 4"/>
              <p:cNvSpPr/>
              <p:nvPr/>
            </p:nvSpPr>
            <p:spPr>
              <a:xfrm>
                <a:off x="457200" y="1288649"/>
                <a:ext cx="7909002" cy="870751"/>
              </a:xfrm>
              <a:prstGeom prst="rect">
                <a:avLst/>
              </a:prstGeom>
            </p:spPr>
            <p:txBody>
              <a:bodyPr wrap="square">
                <a:spAutoFit/>
              </a:bodyPr>
              <a:lstStyle/>
              <a:p>
                <a:pPr indent="342900" algn="just">
                  <a:lnSpc>
                    <a:spcPct val="150000"/>
                  </a:lnSpc>
                </a:pPr>
                <a:r>
                  <a:rPr lang="zh-CN" altLang="zh-CN" sz="1800">
                    <a:latin typeface="Times New Roman" panose="02020503050405090304" pitchFamily="18" charset="0"/>
                    <a:ea typeface="宋体" pitchFamily="2" charset="-122"/>
                    <a:cs typeface="Times New Roman" panose="02020503050405090304" pitchFamily="18" charset="0"/>
                  </a:rPr>
                  <a:t>对于</a:t>
                </a:r>
                <a:r>
                  <a:rPr lang="zh-CN" altLang="zh-CN" sz="1800" dirty="0">
                    <a:latin typeface="Times New Roman" panose="02020503050405090304" pitchFamily="18" charset="0"/>
                    <a:ea typeface="宋体" pitchFamily="2" charset="-122"/>
                    <a:cs typeface="Times New Roman" panose="02020503050405090304" pitchFamily="18" charset="0"/>
                  </a:rPr>
                  <a:t>一个由多个单词组成的语言序列</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𝑤</m:t>
                        </m:r>
                      </m:e>
                      <m:sub>
                        <m:r>
                          <a:rPr lang="en-US" altLang="zh-CN" sz="1800" i="1">
                            <a:latin typeface="Cambria Math" panose="02040503050406030204" pitchFamily="18" charset="0"/>
                          </a:rPr>
                          <m:t>1</m:t>
                        </m:r>
                      </m:sub>
                    </m:sSub>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𝑤</m:t>
                        </m:r>
                      </m:e>
                      <m:sub>
                        <m:r>
                          <a:rPr lang="en-US" altLang="zh-CN" sz="1800" i="1">
                            <a:latin typeface="Cambria Math" panose="02040503050406030204" pitchFamily="18" charset="0"/>
                          </a:rPr>
                          <m:t>2</m:t>
                        </m:r>
                      </m:sub>
                    </m:sSub>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𝑤</m:t>
                        </m:r>
                      </m:e>
                      <m:sub>
                        <m:r>
                          <a:rPr lang="en-US" altLang="zh-CN" sz="1800" i="1">
                            <a:latin typeface="Cambria Math" panose="02040503050406030204" pitchFamily="18" charset="0"/>
                          </a:rPr>
                          <m:t>𝑛</m:t>
                        </m:r>
                      </m:sub>
                    </m:sSub>
                  </m:oMath>
                </a14:m>
                <a:r>
                  <a:rPr lang="zh-CN" altLang="zh-CN" sz="1800" dirty="0">
                    <a:latin typeface="Times New Roman" panose="02020503050405090304" pitchFamily="18" charset="0"/>
                    <a:ea typeface="宋体" pitchFamily="2" charset="-122"/>
                    <a:cs typeface="Times New Roman" panose="02020503050405090304" pitchFamily="18" charset="0"/>
                  </a:rPr>
                  <a:t>，语言模型可以计算</a:t>
                </a:r>
                <a:r>
                  <a:rPr lang="zh-CN" altLang="zh-CN" sz="1800">
                    <a:latin typeface="Times New Roman" panose="02020503050405090304" pitchFamily="18" charset="0"/>
                    <a:ea typeface="宋体" pitchFamily="2" charset="-122"/>
                    <a:cs typeface="Times New Roman" panose="02020503050405090304" pitchFamily="18" charset="0"/>
                  </a:rPr>
                  <a:t>该序列出现</a:t>
                </a:r>
                <a:r>
                  <a:rPr lang="zh-CN" altLang="zh-CN" sz="1800" dirty="0">
                    <a:latin typeface="Times New Roman" panose="02020503050405090304" pitchFamily="18" charset="0"/>
                    <a:ea typeface="宋体" pitchFamily="2" charset="-122"/>
                    <a:cs typeface="Times New Roman" panose="02020503050405090304" pitchFamily="18" charset="0"/>
                  </a:rPr>
                  <a:t>的概率，即</a:t>
                </a:r>
                <a14:m>
                  <m:oMath xmlns:m="http://schemas.openxmlformats.org/officeDocument/2006/math">
                    <m:r>
                      <a:rPr lang="en-US" altLang="zh-CN" sz="1800" i="1" dirty="0">
                        <a:latin typeface="Cambria Math" panose="02040503050406030204" pitchFamily="18" charset="0"/>
                      </a:rPr>
                      <m:t>𝑝</m:t>
                    </m:r>
                    <m:d>
                      <m:dPr>
                        <m:ctrlPr>
                          <a:rPr lang="zh-CN" altLang="zh-CN" sz="1800" i="1">
                            <a:latin typeface="Cambria Math" panose="02040503050406030204" pitchFamily="18" charset="0"/>
                          </a:rPr>
                        </m:ctrlPr>
                      </m:dPr>
                      <m:e>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𝑤</m:t>
                            </m:r>
                          </m:e>
                          <m:sub>
                            <m:r>
                              <a:rPr lang="en-US" altLang="zh-CN" sz="1800" i="1">
                                <a:latin typeface="Cambria Math" panose="02040503050406030204" pitchFamily="18" charset="0"/>
                              </a:rPr>
                              <m:t>1</m:t>
                            </m:r>
                          </m:sub>
                        </m:sSub>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𝑤</m:t>
                            </m:r>
                          </m:e>
                          <m:sub>
                            <m:r>
                              <a:rPr lang="en-US" altLang="zh-CN" sz="1800" i="1">
                                <a:latin typeface="Cambria Math" panose="02040503050406030204" pitchFamily="18" charset="0"/>
                              </a:rPr>
                              <m:t>2</m:t>
                            </m:r>
                          </m:sub>
                        </m:sSub>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𝑤</m:t>
                            </m:r>
                          </m:e>
                          <m:sub>
                            <m:r>
                              <a:rPr lang="en-US" altLang="zh-CN" sz="1800" i="1">
                                <a:latin typeface="Cambria Math" panose="02040503050406030204" pitchFamily="18" charset="0"/>
                              </a:rPr>
                              <m:t>𝑛</m:t>
                            </m:r>
                          </m:sub>
                        </m:sSub>
                      </m:e>
                    </m:d>
                  </m:oMath>
                </a14:m>
                <a:r>
                  <a:rPr lang="zh-CN" altLang="en-US" sz="1800" dirty="0">
                    <a:latin typeface="Times New Roman" panose="02020503050405090304" pitchFamily="18" charset="0"/>
                    <a:ea typeface="宋体" pitchFamily="2" charset="-122"/>
                    <a:cs typeface="Times New Roman" panose="02020503050405090304" pitchFamily="18" charset="0"/>
                  </a:rPr>
                  <a:t>。</a:t>
                </a:r>
                <a:endParaRPr lang="zh-CN" altLang="zh-CN" sz="1800" dirty="0">
                  <a:latin typeface="Times New Roman" panose="02020503050405090304" pitchFamily="18" charset="0"/>
                  <a:ea typeface="宋体" pitchFamily="2" charset="-122"/>
                  <a:cs typeface="Times New Roman" panose="02020503050405090304" pitchFamily="18" charset="0"/>
                </a:endParaRPr>
              </a:p>
            </p:txBody>
          </p:sp>
        </mc:Choice>
        <mc:Fallback>
          <p:sp>
            <p:nvSpPr>
              <p:cNvPr id="5" name="矩形 4"/>
              <p:cNvSpPr>
                <a:spLocks noRot="1" noChangeAspect="1" noMove="1" noResize="1" noEditPoints="1" noAdjustHandles="1" noChangeArrowheads="1" noChangeShapeType="1" noTextEdit="1"/>
              </p:cNvSpPr>
              <p:nvPr/>
            </p:nvSpPr>
            <p:spPr>
              <a:xfrm>
                <a:off x="457200" y="1288649"/>
                <a:ext cx="7909002" cy="870751"/>
              </a:xfrm>
              <a:prstGeom prst="rect">
                <a:avLst/>
              </a:prstGeom>
              <a:blipFill rotWithShape="1">
                <a:blip r:embed="rId1"/>
                <a:stretch>
                  <a:fillRect t="-27" r="1" b="-15925"/>
                </a:stretch>
              </a:blipFill>
            </p:spPr>
            <p:txBody>
              <a:bodyPr/>
              <a:lstStyle/>
              <a:p>
                <a:r>
                  <a:rPr lang="zh-CN" altLang="en-US">
                    <a:noFill/>
                  </a:rPr>
                  <a:t> </a:t>
                </a:r>
              </a:p>
            </p:txBody>
          </p:sp>
        </mc:Fallback>
      </mc:AlternateContent>
      <p:sp>
        <p:nvSpPr>
          <p:cNvPr id="2" name="日期占位符 1"/>
          <p:cNvSpPr>
            <a:spLocks noGrp="1"/>
          </p:cNvSpPr>
          <p:nvPr>
            <p:ph type="dt" sz="half" idx="10"/>
          </p:nvPr>
        </p:nvSpPr>
        <p:spPr/>
        <p:txBody>
          <a:bodyPr/>
          <a:lstStyle/>
          <a:p>
            <a:fld id="{2CD90117-DC48-47B2-B6FD-D3E89C6DC61D}"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6" name="灯片编号占位符 5"/>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mc:AlternateContent xmlns:mc="http://schemas.openxmlformats.org/markup-compatibility/2006">
        <mc:Choice xmlns:a14="http://schemas.microsoft.com/office/drawing/2010/main" Requires="a14">
          <p:sp>
            <p:nvSpPr>
              <p:cNvPr id="8" name="文本框 7"/>
              <p:cNvSpPr txBox="1"/>
              <p:nvPr/>
            </p:nvSpPr>
            <p:spPr>
              <a:xfrm>
                <a:off x="581787" y="2421338"/>
                <a:ext cx="7659828" cy="1522917"/>
              </a:xfrm>
              <a:prstGeom prst="rect">
                <a:avLst/>
              </a:prstGeom>
              <a:noFill/>
            </p:spPr>
            <p:txBody>
              <a:bodyPr wrap="square">
                <a:spAutoFit/>
              </a:bodyPr>
              <a:lstStyle/>
              <a:p>
                <a:pPr marL="285750" indent="-285750">
                  <a:lnSpc>
                    <a:spcPct val="150000"/>
                  </a:lnSpc>
                  <a:buFont typeface="Wingdings" panose="05000000000000000000" pitchFamily="2" charset="2"/>
                  <a:buChar char="ü"/>
                </a:pPr>
                <a:r>
                  <a:rPr lang="zh-CN" altLang="zh-CN" sz="1600" dirty="0">
                    <a:solidFill>
                      <a:srgbClr val="FF0000"/>
                    </a:solidFill>
                    <a:latin typeface="Times New Roman" panose="02020503050405090304" pitchFamily="18" charset="0"/>
                    <a:ea typeface="宋体" pitchFamily="2" charset="-122"/>
                    <a:cs typeface="Times New Roman" panose="02020503050405090304" pitchFamily="18" charset="0"/>
                  </a:rPr>
                  <a:t>从算法的角度来讲，</a:t>
                </a:r>
                <a:r>
                  <a:rPr lang="zh-CN" altLang="zh-CN" sz="1600" dirty="0">
                    <a:latin typeface="Times New Roman" panose="02020503050405090304" pitchFamily="18" charset="0"/>
                    <a:ea typeface="宋体" pitchFamily="2" charset="-122"/>
                    <a:cs typeface="Times New Roman" panose="02020503050405090304" pitchFamily="18" charset="0"/>
                  </a:rPr>
                  <a:t>语言模型是对一个序列的概率分布进行建模，从而找出</a:t>
                </a:r>
                <a:r>
                  <a:rPr lang="zh-CN" altLang="zh-CN" sz="1600">
                    <a:latin typeface="Times New Roman" panose="02020503050405090304" pitchFamily="18" charset="0"/>
                    <a:ea typeface="宋体" pitchFamily="2" charset="-122"/>
                    <a:cs typeface="Times New Roman" panose="02020503050405090304" pitchFamily="18" charset="0"/>
                  </a:rPr>
                  <a:t>概率较高的序列。</a:t>
                </a:r>
                <a:endParaRPr lang="en-US" altLang="zh-CN" sz="1600">
                  <a:latin typeface="Times New Roman" panose="02020503050405090304" pitchFamily="18" charset="0"/>
                  <a:ea typeface="宋体" pitchFamily="2" charset="-122"/>
                  <a:cs typeface="Times New Roman" panose="02020503050405090304" pitchFamily="18" charset="0"/>
                </a:endParaRPr>
              </a:p>
              <a:p>
                <a:pPr marL="285750" indent="-285750">
                  <a:lnSpc>
                    <a:spcPct val="150000"/>
                  </a:lnSpc>
                  <a:buFont typeface="Wingdings" panose="05000000000000000000" pitchFamily="2" charset="2"/>
                  <a:buChar char="ü"/>
                </a:pPr>
                <a:r>
                  <a:rPr lang="zh-CN" altLang="zh-CN" sz="1600">
                    <a:solidFill>
                      <a:srgbClr val="FF0000"/>
                    </a:solidFill>
                    <a:latin typeface="Times New Roman" panose="02020503050405090304" pitchFamily="18" charset="0"/>
                    <a:ea typeface="宋体" pitchFamily="2" charset="-122"/>
                    <a:cs typeface="Times New Roman" panose="02020503050405090304" pitchFamily="18" charset="0"/>
                  </a:rPr>
                  <a:t>从</a:t>
                </a:r>
                <a:r>
                  <a:rPr lang="zh-CN" altLang="zh-CN" sz="1600" dirty="0">
                    <a:solidFill>
                      <a:srgbClr val="FF0000"/>
                    </a:solidFill>
                    <a:latin typeface="Times New Roman" panose="02020503050405090304" pitchFamily="18" charset="0"/>
                    <a:ea typeface="宋体" pitchFamily="2" charset="-122"/>
                    <a:cs typeface="Times New Roman" panose="02020503050405090304" pitchFamily="18" charset="0"/>
                  </a:rPr>
                  <a:t>实际应用的角度</a:t>
                </a:r>
                <a:r>
                  <a:rPr lang="zh-CN" altLang="zh-CN" sz="1600">
                    <a:solidFill>
                      <a:srgbClr val="FF0000"/>
                    </a:solidFill>
                    <a:latin typeface="Times New Roman" panose="02020503050405090304" pitchFamily="18" charset="0"/>
                    <a:ea typeface="宋体" pitchFamily="2" charset="-122"/>
                    <a:cs typeface="Times New Roman" panose="02020503050405090304" pitchFamily="18" charset="0"/>
                  </a:rPr>
                  <a:t>来讲，</a:t>
                </a:r>
                <a:r>
                  <a:rPr lang="zh-CN" altLang="zh-CN" sz="1600">
                    <a:latin typeface="Times New Roman" panose="02020503050405090304" pitchFamily="18" charset="0"/>
                    <a:ea typeface="宋体" pitchFamily="2" charset="-122"/>
                    <a:cs typeface="Times New Roman" panose="02020503050405090304" pitchFamily="18" charset="0"/>
                  </a:rPr>
                  <a:t>希望</a:t>
                </a:r>
                <a:r>
                  <a:rPr lang="zh-CN" altLang="zh-CN" sz="1600" dirty="0">
                    <a:latin typeface="Times New Roman" panose="02020503050405090304" pitchFamily="18" charset="0"/>
                    <a:ea typeface="宋体" pitchFamily="2" charset="-122"/>
                    <a:cs typeface="Times New Roman" panose="02020503050405090304" pitchFamily="18" charset="0"/>
                  </a:rPr>
                  <a:t>计算出由相同单词的不同顺序组成的序列里面，最符合人类语言表达方式的序列作为输出，例如</a:t>
                </a:r>
                <a14:m>
                  <m:oMath xmlns:m="http://schemas.openxmlformats.org/officeDocument/2006/math">
                    <m:r>
                      <a:rPr lang="en-US" altLang="zh-CN" sz="1600" i="1">
                        <a:latin typeface="Cambria Math" panose="02040503050406030204" pitchFamily="18" charset="0"/>
                      </a:rPr>
                      <m:t>𝑃</m:t>
                    </m:r>
                    <m:d>
                      <m:dPr>
                        <m:ctrlPr>
                          <a:rPr lang="zh-CN" altLang="zh-CN" sz="1600" i="1">
                            <a:latin typeface="Cambria Math" panose="02040503050406030204" pitchFamily="18" charset="0"/>
                          </a:rPr>
                        </m:ctrlPr>
                      </m:dPr>
                      <m:e>
                        <m:r>
                          <a:rPr lang="zh-CN" altLang="zh-CN" sz="1600">
                            <a:latin typeface="Cambria Math" panose="02040503050406030204" pitchFamily="18" charset="0"/>
                          </a:rPr>
                          <m:t>我爱学习</m:t>
                        </m:r>
                      </m:e>
                    </m:d>
                    <m:r>
                      <a:rPr lang="en-US" altLang="zh-CN" sz="1600">
                        <a:latin typeface="Cambria Math" panose="02040503050406030204" pitchFamily="18" charset="0"/>
                      </a:rPr>
                      <m:t>&gt;</m:t>
                    </m:r>
                    <m:r>
                      <a:rPr lang="en-US" altLang="zh-CN" sz="1600" i="1">
                        <a:latin typeface="Cambria Math" panose="02040503050406030204" pitchFamily="18" charset="0"/>
                      </a:rPr>
                      <m:t>𝑃</m:t>
                    </m:r>
                    <m:d>
                      <m:dPr>
                        <m:ctrlPr>
                          <a:rPr lang="zh-CN" altLang="zh-CN" sz="1600" i="1">
                            <a:latin typeface="Cambria Math" panose="02040503050406030204" pitchFamily="18" charset="0"/>
                          </a:rPr>
                        </m:ctrlPr>
                      </m:dPr>
                      <m:e>
                        <m:r>
                          <a:rPr lang="zh-CN" altLang="zh-CN" sz="1600">
                            <a:latin typeface="Cambria Math" panose="02040503050406030204" pitchFamily="18" charset="0"/>
                          </a:rPr>
                          <m:t>我学习爱</m:t>
                        </m:r>
                      </m:e>
                    </m:d>
                  </m:oMath>
                </a14:m>
                <a:r>
                  <a:rPr lang="zh-CN" altLang="zh-CN" sz="1600" dirty="0">
                    <a:latin typeface="Times New Roman" panose="02020503050405090304" pitchFamily="18" charset="0"/>
                    <a:ea typeface="宋体" pitchFamily="2" charset="-122"/>
                    <a:cs typeface="Times New Roman" panose="02020503050405090304" pitchFamily="18" charset="0"/>
                  </a:rPr>
                  <a:t>。</a:t>
                </a:r>
                <a:endParaRPr lang="zh-CN" altLang="en-US" sz="1600"/>
              </a:p>
            </p:txBody>
          </p:sp>
        </mc:Choice>
        <mc:Fallback>
          <p:sp>
            <p:nvSpPr>
              <p:cNvPr id="8" name="文本框 7"/>
              <p:cNvSpPr txBox="1">
                <a:spLocks noRot="1" noChangeAspect="1" noMove="1" noResize="1" noEditPoints="1" noAdjustHandles="1" noChangeArrowheads="1" noChangeShapeType="1" noTextEdit="1"/>
              </p:cNvSpPr>
              <p:nvPr/>
            </p:nvSpPr>
            <p:spPr>
              <a:xfrm>
                <a:off x="581787" y="2421338"/>
                <a:ext cx="7659828" cy="1522917"/>
              </a:xfrm>
              <a:prstGeom prst="rect">
                <a:avLst/>
              </a:prstGeom>
              <a:blipFill rotWithShape="1">
                <a:blip r:embed="rId2"/>
                <a:stretch>
                  <a:fillRect l="-2" t="-5" r="8" b="-3193"/>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p14:dur="0" advTm="0"/>
    </mc:Choice>
    <mc:Fallback>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42989" y="823341"/>
            <a:ext cx="8338646" cy="1525418"/>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marL="285750" indent="-285750">
              <a:lnSpc>
                <a:spcPct val="150000"/>
              </a:lnSpc>
              <a:buClr>
                <a:srgbClr val="0070C0"/>
              </a:buClr>
              <a:buFont typeface="Wingdings" panose="05000000000000000000" pitchFamily="2" charset="2"/>
              <a:buChar char="n"/>
            </a:pPr>
            <a:r>
              <a:rPr lang="zh-CN" altLang="en-US" sz="1600" b="0">
                <a:latin typeface="Times New Roman" panose="02020503050405090304" pitchFamily="18" charset="0"/>
                <a:ea typeface="宋体" pitchFamily="2" charset="-122"/>
                <a:cs typeface="Times New Roman" panose="02020503050405090304" pitchFamily="18" charset="0"/>
              </a:rPr>
              <a:t>语言模型：描述</a:t>
            </a:r>
            <a:r>
              <a:rPr lang="zh-CN" altLang="en-US" sz="1600" b="0" dirty="0">
                <a:solidFill>
                  <a:srgbClr val="C00000"/>
                </a:solidFill>
                <a:latin typeface="Times New Roman" panose="02020503050405090304" pitchFamily="18" charset="0"/>
                <a:ea typeface="宋体" pitchFamily="2" charset="-122"/>
                <a:cs typeface="Times New Roman" panose="02020503050405090304" pitchFamily="18" charset="0"/>
              </a:rPr>
              <a:t>一段自然语言</a:t>
            </a:r>
            <a:r>
              <a:rPr lang="zh-CN" altLang="en-US" sz="1600" b="0" dirty="0">
                <a:latin typeface="Times New Roman" panose="02020503050405090304" pitchFamily="18" charset="0"/>
                <a:ea typeface="宋体" pitchFamily="2" charset="-122"/>
                <a:cs typeface="Times New Roman" panose="02020503050405090304" pitchFamily="18" charset="0"/>
              </a:rPr>
              <a:t>的概率或给定上文时</a:t>
            </a:r>
            <a:r>
              <a:rPr lang="zh-CN" altLang="en-US" sz="1600" b="0" dirty="0">
                <a:solidFill>
                  <a:srgbClr val="C00000"/>
                </a:solidFill>
                <a:latin typeface="Times New Roman" panose="02020503050405090304" pitchFamily="18" charset="0"/>
                <a:ea typeface="宋体" pitchFamily="2" charset="-122"/>
                <a:cs typeface="Times New Roman" panose="02020503050405090304" pitchFamily="18" charset="0"/>
              </a:rPr>
              <a:t>下一个词</a:t>
            </a:r>
            <a:r>
              <a:rPr lang="zh-CN" altLang="en-US" sz="1600" b="0" dirty="0">
                <a:latin typeface="Times New Roman" panose="02020503050405090304" pitchFamily="18" charset="0"/>
                <a:ea typeface="宋体" pitchFamily="2" charset="-122"/>
                <a:cs typeface="Times New Roman" panose="02020503050405090304" pitchFamily="18" charset="0"/>
              </a:rPr>
              <a:t>出现的概率 </a:t>
            </a:r>
            <a:endParaRPr lang="en-US" altLang="zh-CN" sz="1600" b="0" dirty="0">
              <a:latin typeface="Times New Roman" panose="02020503050405090304" pitchFamily="18" charset="0"/>
              <a:ea typeface="宋体" pitchFamily="2" charset="-122"/>
              <a:cs typeface="Times New Roman" panose="02020503050405090304" pitchFamily="18" charset="0"/>
            </a:endParaRPr>
          </a:p>
          <a:p>
            <a:pPr marL="285750" indent="-285750">
              <a:lnSpc>
                <a:spcPct val="150000"/>
              </a:lnSpc>
              <a:buFont typeface="Wingdings" panose="05000000000000000000" pitchFamily="2" charset="2"/>
              <a:buChar char=" "/>
            </a:pPr>
            <a:r>
              <a:rPr lang="en-GB" altLang="zh-CN" sz="1600" b="0">
                <a:latin typeface="Times New Roman" panose="02020503050405090304" pitchFamily="18" charset="0"/>
                <a:ea typeface="宋体" pitchFamily="2" charset="-122"/>
                <a:cs typeface="Times New Roman" panose="02020503050405090304" pitchFamily="18" charset="0"/>
              </a:rPr>
              <a:t>𝑃 </a:t>
            </a:r>
            <a:r>
              <a:rPr lang="en-US" altLang="zh-CN" sz="1600" b="0">
                <a:latin typeface="Times New Roman" panose="02020503050405090304" pitchFamily="18" charset="0"/>
                <a:ea typeface="宋体" pitchFamily="2" charset="-122"/>
                <a:cs typeface="Times New Roman" panose="02020503050405090304" pitchFamily="18" charset="0"/>
              </a:rPr>
              <a:t>(</a:t>
            </a:r>
            <a:r>
              <a:rPr lang="en-GB" altLang="zh-CN" sz="1600" b="0">
                <a:latin typeface="Times New Roman" panose="02020503050405090304" pitchFamily="18" charset="0"/>
                <a:ea typeface="宋体" pitchFamily="2" charset="-122"/>
                <a:cs typeface="Times New Roman" panose="02020503050405090304" pitchFamily="18" charset="0"/>
              </a:rPr>
              <a:t>𝑤</a:t>
            </a:r>
            <a:r>
              <a:rPr lang="en-US" altLang="zh-CN" sz="1600" b="0" baseline="-25000" dirty="0">
                <a:latin typeface="Times New Roman" panose="02020503050405090304" pitchFamily="18" charset="0"/>
                <a:ea typeface="宋体" pitchFamily="2" charset="-122"/>
                <a:cs typeface="Times New Roman" panose="02020503050405090304" pitchFamily="18" charset="0"/>
              </a:rPr>
              <a:t>1</a:t>
            </a:r>
            <a:r>
              <a:rPr lang="en-GB" altLang="zh-CN" sz="1600" b="0" dirty="0">
                <a:latin typeface="Times New Roman" panose="02020503050405090304" pitchFamily="18" charset="0"/>
                <a:ea typeface="宋体" pitchFamily="2" charset="-122"/>
                <a:cs typeface="Times New Roman" panose="02020503050405090304" pitchFamily="18" charset="0"/>
              </a:rPr>
              <a:t>,</a:t>
            </a:r>
            <a:r>
              <a:rPr lang="en-GB" altLang="zh-CN" sz="1600" b="0">
                <a:latin typeface="Times New Roman" panose="02020503050405090304" pitchFamily="18" charset="0"/>
                <a:ea typeface="宋体" pitchFamily="2" charset="-122"/>
                <a:cs typeface="Times New Roman" panose="02020503050405090304" pitchFamily="18" charset="0"/>
              </a:rPr>
              <a:t>⋯𝑤</a:t>
            </a:r>
            <a:r>
              <a:rPr lang="en-US" altLang="zh-CN" sz="1600" b="0" baseline="-25000">
                <a:latin typeface="Times New Roman" panose="02020503050405090304" pitchFamily="18" charset="0"/>
                <a:ea typeface="宋体" pitchFamily="2" charset="-122"/>
                <a:cs typeface="Times New Roman" panose="02020503050405090304" pitchFamily="18" charset="0"/>
              </a:rPr>
              <a:t>n</a:t>
            </a:r>
            <a:r>
              <a:rPr lang="en-US" altLang="zh-CN" sz="1600" b="0">
                <a:latin typeface="Times New Roman" panose="02020503050405090304" pitchFamily="18" charset="0"/>
                <a:ea typeface="宋体" pitchFamily="2" charset="-122"/>
                <a:cs typeface="Times New Roman" panose="02020503050405090304" pitchFamily="18" charset="0"/>
              </a:rPr>
              <a:t>)</a:t>
            </a:r>
            <a:r>
              <a:rPr lang="zh-CN" altLang="en-US" sz="1600" b="0">
                <a:latin typeface="Times New Roman" panose="02020503050405090304" pitchFamily="18" charset="0"/>
                <a:ea typeface="宋体" pitchFamily="2" charset="-122"/>
                <a:cs typeface="Times New Roman" panose="02020503050405090304" pitchFamily="18" charset="0"/>
              </a:rPr>
              <a:t>或者</a:t>
            </a:r>
            <a:r>
              <a:rPr lang="en-GB" altLang="zh-CN" sz="1600" b="0">
                <a:latin typeface="Times New Roman" panose="02020503050405090304" pitchFamily="18" charset="0"/>
                <a:ea typeface="宋体" pitchFamily="2" charset="-122"/>
                <a:cs typeface="Times New Roman" panose="02020503050405090304" pitchFamily="18" charset="0"/>
              </a:rPr>
              <a:t>𝑃</a:t>
            </a:r>
            <a:r>
              <a:rPr lang="en-GB" altLang="zh-CN" sz="1600" b="0" dirty="0">
                <a:latin typeface="Times New Roman" panose="02020503050405090304" pitchFamily="18" charset="0"/>
                <a:ea typeface="宋体" pitchFamily="2" charset="-122"/>
                <a:cs typeface="Times New Roman" panose="02020503050405090304" pitchFamily="18" charset="0"/>
              </a:rPr>
              <a:t>(</a:t>
            </a:r>
            <a:r>
              <a:rPr lang="en-GB" altLang="zh-CN" sz="1600" b="0">
                <a:latin typeface="Times New Roman" panose="02020503050405090304" pitchFamily="18" charset="0"/>
                <a:ea typeface="宋体" pitchFamily="2" charset="-122"/>
                <a:cs typeface="Times New Roman" panose="02020503050405090304" pitchFamily="18" charset="0"/>
              </a:rPr>
              <a:t>𝑤</a:t>
            </a:r>
            <a:r>
              <a:rPr lang="en-GB" altLang="zh-CN" sz="1600" b="0" i="1" baseline="-25000">
                <a:latin typeface="Times New Roman" panose="02020503050405090304" pitchFamily="18" charset="0"/>
                <a:ea typeface="宋体" pitchFamily="2" charset="-122"/>
                <a:cs typeface="Times New Roman" panose="02020503050405090304" pitchFamily="18" charset="0"/>
              </a:rPr>
              <a:t> </a:t>
            </a:r>
            <a:r>
              <a:rPr lang="en-GB" altLang="zh-CN" sz="1600" b="0" baseline="-25000">
                <a:latin typeface="Times New Roman" panose="02020503050405090304" pitchFamily="18" charset="0"/>
                <a:ea typeface="宋体" pitchFamily="2" charset="-122"/>
                <a:cs typeface="Times New Roman" panose="02020503050405090304" pitchFamily="18" charset="0"/>
              </a:rPr>
              <a:t>n </a:t>
            </a:r>
            <a:r>
              <a:rPr lang="en-GB" altLang="zh-CN" sz="1600" b="0">
                <a:latin typeface="Times New Roman" panose="02020503050405090304" pitchFamily="18" charset="0"/>
                <a:ea typeface="宋体" pitchFamily="2" charset="-122"/>
                <a:cs typeface="Times New Roman" panose="02020503050405090304" pitchFamily="18" charset="0"/>
              </a:rPr>
              <a:t>|</a:t>
            </a:r>
            <a:r>
              <a:rPr lang="en-GB" altLang="zh-CN" sz="1600" b="0" dirty="0">
                <a:latin typeface="Times New Roman" panose="02020503050405090304" pitchFamily="18" charset="0"/>
                <a:ea typeface="宋体" pitchFamily="2" charset="-122"/>
                <a:cs typeface="Times New Roman" panose="02020503050405090304" pitchFamily="18" charset="0"/>
              </a:rPr>
              <a:t>𝑤</a:t>
            </a:r>
            <a:r>
              <a:rPr lang="en-US" altLang="zh-CN" sz="1600" b="0" baseline="-25000" dirty="0">
                <a:latin typeface="Times New Roman" panose="02020503050405090304" pitchFamily="18" charset="0"/>
                <a:ea typeface="宋体" pitchFamily="2" charset="-122"/>
                <a:cs typeface="Times New Roman" panose="02020503050405090304" pitchFamily="18" charset="0"/>
              </a:rPr>
              <a:t>1</a:t>
            </a:r>
            <a:r>
              <a:rPr lang="en-GB" altLang="zh-CN" sz="1600" b="0" dirty="0">
                <a:latin typeface="Times New Roman" panose="02020503050405090304" pitchFamily="18" charset="0"/>
                <a:ea typeface="宋体" pitchFamily="2" charset="-122"/>
                <a:cs typeface="Times New Roman" panose="02020503050405090304" pitchFamily="18" charset="0"/>
              </a:rPr>
              <a:t>,</a:t>
            </a:r>
            <a:r>
              <a:rPr lang="en-GB" altLang="zh-CN" sz="1600" b="0">
                <a:latin typeface="Times New Roman" panose="02020503050405090304" pitchFamily="18" charset="0"/>
                <a:ea typeface="宋体" pitchFamily="2" charset="-122"/>
                <a:cs typeface="Times New Roman" panose="02020503050405090304" pitchFamily="18" charset="0"/>
              </a:rPr>
              <a:t>⋯𝑤</a:t>
            </a:r>
            <a:r>
              <a:rPr lang="en-GB" altLang="zh-CN" sz="1600" b="0" baseline="-25000">
                <a:latin typeface="Times New Roman" panose="02020503050405090304" pitchFamily="18" charset="0"/>
                <a:ea typeface="宋体" pitchFamily="2" charset="-122"/>
                <a:cs typeface="Times New Roman" panose="02020503050405090304" pitchFamily="18" charset="0"/>
              </a:rPr>
              <a:t>n-1</a:t>
            </a:r>
            <a:r>
              <a:rPr lang="en-GB" altLang="zh-CN" sz="1600" b="0">
                <a:latin typeface="Times New Roman" panose="02020503050405090304" pitchFamily="18" charset="0"/>
                <a:ea typeface="宋体" pitchFamily="2" charset="-122"/>
                <a:cs typeface="Times New Roman" panose="02020503050405090304" pitchFamily="18" charset="0"/>
              </a:rPr>
              <a:t>) </a:t>
            </a:r>
            <a:endParaRPr lang="en-GB" altLang="zh-CN" sz="1600" b="0" dirty="0">
              <a:latin typeface="Times New Roman" panose="02020503050405090304" pitchFamily="18" charset="0"/>
              <a:ea typeface="宋体" pitchFamily="2" charset="-122"/>
              <a:cs typeface="Times New Roman" panose="02020503050405090304" pitchFamily="18" charset="0"/>
            </a:endParaRPr>
          </a:p>
          <a:p>
            <a:pPr>
              <a:lnSpc>
                <a:spcPct val="150000"/>
              </a:lnSpc>
              <a:buClr>
                <a:srgbClr val="0070C0"/>
              </a:buClr>
            </a:pPr>
            <a:r>
              <a:rPr lang="zh-CN" altLang="en-US" sz="1600" b="0" dirty="0">
                <a:latin typeface="Times New Roman" panose="02020503050405090304" pitchFamily="18" charset="0"/>
                <a:ea typeface="宋体" pitchFamily="2" charset="-122"/>
                <a:cs typeface="Times New Roman" panose="02020503050405090304" pitchFamily="18" charset="0"/>
              </a:rPr>
              <a:t>以上两种定义</a:t>
            </a:r>
            <a:r>
              <a:rPr lang="zh-CN" altLang="en-US" sz="1600" b="0" dirty="0">
                <a:solidFill>
                  <a:srgbClr val="C00000"/>
                </a:solidFill>
                <a:latin typeface="Times New Roman" panose="02020503050405090304" pitchFamily="18" charset="0"/>
                <a:ea typeface="宋体" pitchFamily="2" charset="-122"/>
                <a:cs typeface="Times New Roman" panose="02020503050405090304" pitchFamily="18" charset="0"/>
              </a:rPr>
              <a:t>等价</a:t>
            </a:r>
            <a:r>
              <a:rPr lang="zh-CN" altLang="en-US" sz="1600" b="0" dirty="0">
                <a:latin typeface="Times New Roman" panose="02020503050405090304" pitchFamily="18" charset="0"/>
                <a:ea typeface="宋体" pitchFamily="2" charset="-122"/>
                <a:cs typeface="Times New Roman" panose="02020503050405090304" pitchFamily="18" charset="0"/>
              </a:rPr>
              <a:t>（链式法则） </a:t>
            </a:r>
            <a:endParaRPr lang="en-US" altLang="zh-CN" sz="1600" b="0" dirty="0">
              <a:latin typeface="Times New Roman" panose="02020503050405090304" pitchFamily="18" charset="0"/>
              <a:ea typeface="宋体" pitchFamily="2" charset="-122"/>
              <a:cs typeface="Times New Roman" panose="02020503050405090304" pitchFamily="18" charset="0"/>
            </a:endParaRPr>
          </a:p>
          <a:p>
            <a:pPr>
              <a:lnSpc>
                <a:spcPct val="150000"/>
              </a:lnSpc>
            </a:pPr>
            <a:r>
              <a:rPr lang="zh-CN" altLang="en-US" sz="1600" b="0" dirty="0">
                <a:latin typeface="Times New Roman" panose="02020503050405090304" pitchFamily="18" charset="0"/>
                <a:ea typeface="宋体" pitchFamily="2" charset="-122"/>
                <a:cs typeface="Times New Roman" panose="02020503050405090304" pitchFamily="18" charset="0"/>
              </a:rPr>
              <a:t>      </a:t>
            </a:r>
            <a:r>
              <a:rPr lang="en-GB" altLang="zh-CN" sz="1600" b="0" dirty="0">
                <a:latin typeface="Times New Roman" panose="02020503050405090304" pitchFamily="18" charset="0"/>
                <a:ea typeface="宋体" pitchFamily="2" charset="-122"/>
                <a:cs typeface="Times New Roman" panose="02020503050405090304" pitchFamily="18" charset="0"/>
              </a:rPr>
              <a:t>P(w</a:t>
            </a:r>
            <a:r>
              <a:rPr lang="en-GB" altLang="zh-CN" sz="1600" b="0" baseline="-25000" dirty="0">
                <a:latin typeface="Times New Roman" panose="02020503050405090304" pitchFamily="18" charset="0"/>
                <a:ea typeface="宋体" pitchFamily="2" charset="-122"/>
                <a:cs typeface="Times New Roman" panose="02020503050405090304" pitchFamily="18" charset="0"/>
              </a:rPr>
              <a:t>1</a:t>
            </a:r>
            <a:r>
              <a:rPr lang="en-GB" altLang="zh-CN" sz="1600" b="0" dirty="0">
                <a:latin typeface="Times New Roman" panose="02020503050405090304" pitchFamily="18" charset="0"/>
                <a:ea typeface="宋体" pitchFamily="2" charset="-122"/>
                <a:cs typeface="Times New Roman" panose="02020503050405090304" pitchFamily="18" charset="0"/>
              </a:rPr>
              <a:t>w</a:t>
            </a:r>
            <a:r>
              <a:rPr lang="en-GB" altLang="zh-CN" sz="1600" b="0" baseline="-25000" dirty="0">
                <a:latin typeface="Times New Roman" panose="02020503050405090304" pitchFamily="18" charset="0"/>
                <a:ea typeface="宋体" pitchFamily="2" charset="-122"/>
                <a:cs typeface="Times New Roman" panose="02020503050405090304" pitchFamily="18" charset="0"/>
              </a:rPr>
              <a:t>2</a:t>
            </a:r>
            <a:r>
              <a:rPr lang="en-GB" altLang="zh-CN" sz="1600" b="0" dirty="0">
                <a:latin typeface="Times New Roman" panose="02020503050405090304" pitchFamily="18" charset="0"/>
                <a:ea typeface="宋体" pitchFamily="2" charset="-122"/>
                <a:cs typeface="Times New Roman" panose="02020503050405090304" pitchFamily="18" charset="0"/>
              </a:rPr>
              <a:t> · · </a:t>
            </a:r>
            <a:r>
              <a:rPr lang="en-GB" altLang="zh-CN" sz="1600" b="0">
                <a:latin typeface="Times New Roman" panose="02020503050405090304" pitchFamily="18" charset="0"/>
                <a:ea typeface="宋体" pitchFamily="2" charset="-122"/>
                <a:cs typeface="Times New Roman" panose="02020503050405090304" pitchFamily="18" charset="0"/>
              </a:rPr>
              <a:t>·w</a:t>
            </a:r>
            <a:r>
              <a:rPr lang="en-US" altLang="zh-CN" sz="1600" b="0" baseline="-25000">
                <a:latin typeface="Times New Roman" panose="02020503050405090304" pitchFamily="18" charset="0"/>
                <a:ea typeface="宋体" pitchFamily="2" charset="-122"/>
                <a:cs typeface="Times New Roman" panose="02020503050405090304" pitchFamily="18" charset="0"/>
              </a:rPr>
              <a:t>n</a:t>
            </a:r>
            <a:r>
              <a:rPr lang="en-GB" altLang="zh-CN" sz="1600" b="0">
                <a:latin typeface="Times New Roman" panose="02020503050405090304" pitchFamily="18" charset="0"/>
                <a:ea typeface="宋体" pitchFamily="2" charset="-122"/>
                <a:cs typeface="Times New Roman" panose="02020503050405090304" pitchFamily="18" charset="0"/>
              </a:rPr>
              <a:t>) </a:t>
            </a:r>
            <a:r>
              <a:rPr lang="en-GB" altLang="zh-CN" sz="1600" b="0" dirty="0">
                <a:latin typeface="Times New Roman" panose="02020503050405090304" pitchFamily="18" charset="0"/>
                <a:ea typeface="宋体" pitchFamily="2" charset="-122"/>
                <a:cs typeface="Times New Roman" panose="02020503050405090304" pitchFamily="18" charset="0"/>
              </a:rPr>
              <a:t>= P(w</a:t>
            </a:r>
            <a:r>
              <a:rPr lang="en-GB" altLang="zh-CN" sz="1600" b="0" baseline="-25000" dirty="0">
                <a:latin typeface="Times New Roman" panose="02020503050405090304" pitchFamily="18" charset="0"/>
                <a:ea typeface="宋体" pitchFamily="2" charset="-122"/>
                <a:cs typeface="Times New Roman" panose="02020503050405090304" pitchFamily="18" charset="0"/>
              </a:rPr>
              <a:t>1</a:t>
            </a:r>
            <a:r>
              <a:rPr lang="en-GB" altLang="zh-CN" sz="1600" b="0" dirty="0">
                <a:latin typeface="Times New Roman" panose="02020503050405090304" pitchFamily="18" charset="0"/>
                <a:ea typeface="宋体" pitchFamily="2" charset="-122"/>
                <a:cs typeface="Times New Roman" panose="02020503050405090304" pitchFamily="18" charset="0"/>
              </a:rPr>
              <a:t>)P(w</a:t>
            </a:r>
            <a:r>
              <a:rPr lang="en-GB" altLang="zh-CN" sz="1600" b="0" baseline="-25000" dirty="0">
                <a:latin typeface="Times New Roman" panose="02020503050405090304" pitchFamily="18" charset="0"/>
                <a:ea typeface="宋体" pitchFamily="2" charset="-122"/>
                <a:cs typeface="Times New Roman" panose="02020503050405090304" pitchFamily="18" charset="0"/>
              </a:rPr>
              <a:t>2</a:t>
            </a:r>
            <a:r>
              <a:rPr lang="en-GB" altLang="zh-CN" sz="1600" b="0" dirty="0">
                <a:latin typeface="Times New Roman" panose="02020503050405090304" pitchFamily="18" charset="0"/>
                <a:ea typeface="宋体" pitchFamily="2" charset="-122"/>
                <a:cs typeface="Times New Roman" panose="02020503050405090304" pitchFamily="18" charset="0"/>
              </a:rPr>
              <a:t>|w</a:t>
            </a:r>
            <a:r>
              <a:rPr lang="en-GB" altLang="zh-CN" sz="1600" b="0" baseline="-25000" dirty="0">
                <a:latin typeface="Times New Roman" panose="02020503050405090304" pitchFamily="18" charset="0"/>
                <a:ea typeface="宋体" pitchFamily="2" charset="-122"/>
                <a:cs typeface="Times New Roman" panose="02020503050405090304" pitchFamily="18" charset="0"/>
              </a:rPr>
              <a:t>1</a:t>
            </a:r>
            <a:r>
              <a:rPr lang="en-GB" altLang="zh-CN" sz="1600" b="0" dirty="0">
                <a:latin typeface="Times New Roman" panose="02020503050405090304" pitchFamily="18" charset="0"/>
                <a:ea typeface="宋体" pitchFamily="2" charset="-122"/>
                <a:cs typeface="Times New Roman" panose="02020503050405090304" pitchFamily="18" charset="0"/>
              </a:rPr>
              <a:t>)P(w</a:t>
            </a:r>
            <a:r>
              <a:rPr lang="en-GB" altLang="zh-CN" sz="1600" b="0" baseline="-25000" dirty="0">
                <a:latin typeface="Times New Roman" panose="02020503050405090304" pitchFamily="18" charset="0"/>
                <a:ea typeface="宋体" pitchFamily="2" charset="-122"/>
                <a:cs typeface="Times New Roman" panose="02020503050405090304" pitchFamily="18" charset="0"/>
              </a:rPr>
              <a:t>3</a:t>
            </a:r>
            <a:r>
              <a:rPr lang="en-GB" altLang="zh-CN" sz="1600" b="0" dirty="0">
                <a:latin typeface="Times New Roman" panose="02020503050405090304" pitchFamily="18" charset="0"/>
                <a:ea typeface="宋体" pitchFamily="2" charset="-122"/>
                <a:cs typeface="Times New Roman" panose="02020503050405090304" pitchFamily="18" charset="0"/>
              </a:rPr>
              <a:t>|w</a:t>
            </a:r>
            <a:r>
              <a:rPr lang="en-GB" altLang="zh-CN" sz="1600" b="0" baseline="-25000" dirty="0">
                <a:latin typeface="Times New Roman" panose="02020503050405090304" pitchFamily="18" charset="0"/>
                <a:ea typeface="宋体" pitchFamily="2" charset="-122"/>
                <a:cs typeface="Times New Roman" panose="02020503050405090304" pitchFamily="18" charset="0"/>
              </a:rPr>
              <a:t>1</a:t>
            </a:r>
            <a:r>
              <a:rPr lang="en-GB" altLang="zh-CN" sz="1600" b="0" dirty="0">
                <a:latin typeface="Times New Roman" panose="02020503050405090304" pitchFamily="18" charset="0"/>
                <a:ea typeface="宋体" pitchFamily="2" charset="-122"/>
                <a:cs typeface="Times New Roman" panose="02020503050405090304" pitchFamily="18" charset="0"/>
              </a:rPr>
              <a:t>w</a:t>
            </a:r>
            <a:r>
              <a:rPr lang="en-GB" altLang="zh-CN" sz="1600" b="0" baseline="-25000" dirty="0">
                <a:latin typeface="Times New Roman" panose="02020503050405090304" pitchFamily="18" charset="0"/>
                <a:ea typeface="宋体" pitchFamily="2" charset="-122"/>
                <a:cs typeface="Times New Roman" panose="02020503050405090304" pitchFamily="18" charset="0"/>
              </a:rPr>
              <a:t>2</a:t>
            </a:r>
            <a:r>
              <a:rPr lang="en-GB" altLang="zh-CN" sz="1600" b="0" dirty="0">
                <a:latin typeface="Times New Roman" panose="02020503050405090304" pitchFamily="18" charset="0"/>
                <a:ea typeface="宋体" pitchFamily="2" charset="-122"/>
                <a:cs typeface="Times New Roman" panose="02020503050405090304" pitchFamily="18" charset="0"/>
              </a:rPr>
              <a:t>) · · · P</a:t>
            </a:r>
            <a:r>
              <a:rPr lang="en-GB" altLang="zh-CN" sz="1600" b="0">
                <a:latin typeface="Times New Roman" panose="02020503050405090304" pitchFamily="18" charset="0"/>
                <a:ea typeface="宋体" pitchFamily="2" charset="-122"/>
                <a:cs typeface="Times New Roman" panose="02020503050405090304" pitchFamily="18" charset="0"/>
              </a:rPr>
              <a:t>(w</a:t>
            </a:r>
            <a:r>
              <a:rPr lang="en-GB" altLang="zh-CN" sz="1600" b="0" baseline="-25000">
                <a:latin typeface="Times New Roman" panose="02020503050405090304" pitchFamily="18" charset="0"/>
                <a:ea typeface="宋体" pitchFamily="2" charset="-122"/>
                <a:cs typeface="Times New Roman" panose="02020503050405090304" pitchFamily="18" charset="0"/>
              </a:rPr>
              <a:t>n</a:t>
            </a:r>
            <a:r>
              <a:rPr lang="zh-CN" altLang="en-US" sz="1600" b="0" baseline="-25000">
                <a:latin typeface="Times New Roman" panose="02020503050405090304" pitchFamily="18" charset="0"/>
                <a:ea typeface="宋体" pitchFamily="2" charset="-122"/>
                <a:cs typeface="Times New Roman" panose="02020503050405090304" pitchFamily="18" charset="0"/>
              </a:rPr>
              <a:t> </a:t>
            </a:r>
            <a:r>
              <a:rPr lang="en-GB" altLang="zh-CN" sz="1600" b="0" dirty="0">
                <a:latin typeface="Times New Roman" panose="02020503050405090304" pitchFamily="18" charset="0"/>
                <a:ea typeface="宋体" pitchFamily="2" charset="-122"/>
                <a:cs typeface="Times New Roman" panose="02020503050405090304" pitchFamily="18" charset="0"/>
              </a:rPr>
              <a:t>|w</a:t>
            </a:r>
            <a:r>
              <a:rPr lang="en-GB" altLang="zh-CN" sz="1600" b="0" baseline="-25000" dirty="0">
                <a:latin typeface="Times New Roman" panose="02020503050405090304" pitchFamily="18" charset="0"/>
                <a:ea typeface="宋体" pitchFamily="2" charset="-122"/>
                <a:cs typeface="Times New Roman" panose="02020503050405090304" pitchFamily="18" charset="0"/>
              </a:rPr>
              <a:t>1</a:t>
            </a:r>
            <a:r>
              <a:rPr lang="en-GB" altLang="zh-CN" sz="1600" b="0" dirty="0">
                <a:latin typeface="Times New Roman" panose="02020503050405090304" pitchFamily="18" charset="0"/>
                <a:ea typeface="宋体" pitchFamily="2" charset="-122"/>
                <a:cs typeface="Times New Roman" panose="02020503050405090304" pitchFamily="18" charset="0"/>
              </a:rPr>
              <a:t>w</a:t>
            </a:r>
            <a:r>
              <a:rPr lang="en-GB" altLang="zh-CN" sz="1600" b="0" baseline="-25000" dirty="0">
                <a:latin typeface="Times New Roman" panose="02020503050405090304" pitchFamily="18" charset="0"/>
                <a:ea typeface="宋体" pitchFamily="2" charset="-122"/>
                <a:cs typeface="Times New Roman" panose="02020503050405090304" pitchFamily="18" charset="0"/>
              </a:rPr>
              <a:t>2</a:t>
            </a:r>
            <a:r>
              <a:rPr lang="en-GB" altLang="zh-CN" sz="1600" b="0" dirty="0">
                <a:latin typeface="Times New Roman" panose="02020503050405090304" pitchFamily="18" charset="0"/>
                <a:ea typeface="宋体" pitchFamily="2" charset="-122"/>
                <a:cs typeface="Times New Roman" panose="02020503050405090304" pitchFamily="18" charset="0"/>
              </a:rPr>
              <a:t> · · </a:t>
            </a:r>
            <a:r>
              <a:rPr lang="en-GB" altLang="zh-CN" sz="1600" b="0">
                <a:latin typeface="Times New Roman" panose="02020503050405090304" pitchFamily="18" charset="0"/>
                <a:ea typeface="宋体" pitchFamily="2" charset="-122"/>
                <a:cs typeface="Times New Roman" panose="02020503050405090304" pitchFamily="18" charset="0"/>
              </a:rPr>
              <a:t>·w</a:t>
            </a:r>
            <a:r>
              <a:rPr lang="en-GB" altLang="zh-CN" sz="1600" b="0" baseline="-25000">
                <a:latin typeface="Times New Roman" panose="02020503050405090304" pitchFamily="18" charset="0"/>
                <a:ea typeface="宋体" pitchFamily="2" charset="-122"/>
                <a:cs typeface="Times New Roman" panose="02020503050405090304" pitchFamily="18" charset="0"/>
              </a:rPr>
              <a:t>n</a:t>
            </a:r>
            <a:r>
              <a:rPr lang="en-US" altLang="zh-CN" sz="1600" b="0" baseline="-25000">
                <a:latin typeface="Times New Roman" panose="02020503050405090304" pitchFamily="18" charset="0"/>
                <a:ea typeface="宋体" pitchFamily="2" charset="-122"/>
                <a:cs typeface="Times New Roman" panose="02020503050405090304" pitchFamily="18" charset="0"/>
              </a:rPr>
              <a:t>-</a:t>
            </a:r>
            <a:r>
              <a:rPr lang="en-GB" altLang="zh-CN" sz="1600" b="0" baseline="-25000" dirty="0">
                <a:latin typeface="Times New Roman" panose="02020503050405090304" pitchFamily="18" charset="0"/>
                <a:ea typeface="宋体" pitchFamily="2" charset="-122"/>
                <a:cs typeface="Times New Roman" panose="02020503050405090304" pitchFamily="18" charset="0"/>
              </a:rPr>
              <a:t>1</a:t>
            </a:r>
            <a:r>
              <a:rPr lang="en-GB" altLang="zh-CN" sz="1600" b="0">
                <a:latin typeface="Times New Roman" panose="02020503050405090304" pitchFamily="18" charset="0"/>
                <a:ea typeface="宋体" pitchFamily="2" charset="-122"/>
                <a:cs typeface="Times New Roman" panose="02020503050405090304" pitchFamily="18" charset="0"/>
              </a:rPr>
              <a:t>) </a:t>
            </a:r>
            <a:endParaRPr lang="en-GB" altLang="zh-CN" sz="1600" b="0" dirty="0">
              <a:latin typeface="Times New Roman" panose="02020503050405090304" pitchFamily="18" charset="0"/>
              <a:ea typeface="宋体" pitchFamily="2" charset="-122"/>
              <a:cs typeface="Times New Roman" panose="02020503050405090304" pitchFamily="18" charset="0"/>
            </a:endParaRPr>
          </a:p>
        </p:txBody>
      </p:sp>
      <p:sp>
        <p:nvSpPr>
          <p:cNvPr id="3" name="标题 2"/>
          <p:cNvSpPr>
            <a:spLocks noGrp="1"/>
          </p:cNvSpPr>
          <p:nvPr>
            <p:ph type="title"/>
          </p:nvPr>
        </p:nvSpPr>
        <p:spPr>
          <a:xfrm>
            <a:off x="342901" y="29766"/>
            <a:ext cx="9340598" cy="702469"/>
          </a:xfrm>
        </p:spPr>
        <p:txBody>
          <a:bodyPr/>
          <a:lstStyle/>
          <a:p>
            <a:r>
              <a:rPr lang="zh-CN" altLang="en-US" sz="2400" b="1">
                <a:solidFill>
                  <a:srgbClr val="004C41"/>
                </a:solidFill>
                <a:ea typeface="宋体" pitchFamily="2" charset="-122"/>
                <a:cs typeface="+mn-ea"/>
                <a:sym typeface="+mn-lt"/>
              </a:rPr>
              <a:t>语言模型</a:t>
            </a:r>
            <a:endParaRPr lang="zh-CN" altLang="en-US">
              <a:ea typeface="宋体" pitchFamily="2" charset="-122"/>
            </a:endParaRPr>
          </a:p>
        </p:txBody>
      </p:sp>
      <p:sp>
        <p:nvSpPr>
          <p:cNvPr id="2" name="日期占位符 1"/>
          <p:cNvSpPr>
            <a:spLocks noGrp="1"/>
          </p:cNvSpPr>
          <p:nvPr>
            <p:ph type="dt" sz="half" idx="10"/>
          </p:nvPr>
        </p:nvSpPr>
        <p:spPr/>
        <p:txBody>
          <a:bodyPr/>
          <a:lstStyle/>
          <a:p>
            <a:fld id="{27322711-F305-4EA7-A3ED-099427BCC4FD}"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pic>
        <p:nvPicPr>
          <p:cNvPr id="7" name="图片 6"/>
          <p:cNvPicPr>
            <a:picLocks noChangeAspect="1"/>
          </p:cNvPicPr>
          <p:nvPr/>
        </p:nvPicPr>
        <p:blipFill>
          <a:blip r:embed="rId1"/>
          <a:stretch>
            <a:fillRect/>
          </a:stretch>
        </p:blipFill>
        <p:spPr>
          <a:xfrm>
            <a:off x="2356338" y="2506765"/>
            <a:ext cx="4431323" cy="238313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b="1">
                <a:solidFill>
                  <a:srgbClr val="004C41"/>
                </a:solidFill>
                <a:ea typeface="宋体" pitchFamily="2" charset="-122"/>
                <a:cs typeface="+mn-ea"/>
                <a:sym typeface="+mn-lt"/>
              </a:rPr>
              <a:t>语言模型</a:t>
            </a:r>
            <a:endParaRPr lang="zh-CN" altLang="en-US"/>
          </a:p>
        </p:txBody>
      </p:sp>
      <p:sp>
        <p:nvSpPr>
          <p:cNvPr id="3" name="日期占位符 2"/>
          <p:cNvSpPr>
            <a:spLocks noGrp="1"/>
          </p:cNvSpPr>
          <p:nvPr>
            <p:ph type="dt" sz="half" idx="10"/>
          </p:nvPr>
        </p:nvSpPr>
        <p:spPr/>
        <p:txBody>
          <a:bodyPr/>
          <a:lstStyle/>
          <a:p>
            <a:fld id="{B5EB4023-B692-41B2-93C3-32315200AA94}"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6" name="文本框 5"/>
          <p:cNvSpPr txBox="1"/>
          <p:nvPr/>
        </p:nvSpPr>
        <p:spPr>
          <a:xfrm>
            <a:off x="1524000" y="1631460"/>
            <a:ext cx="6994002" cy="1880579"/>
          </a:xfrm>
          <a:prstGeom prst="rect">
            <a:avLst/>
          </a:prstGeom>
          <a:noFill/>
        </p:spPr>
        <p:txBody>
          <a:bodyPr wrap="square">
            <a:spAutoFit/>
          </a:bodyPr>
          <a:lstStyle/>
          <a:p>
            <a:pPr marL="342900" indent="-342900">
              <a:lnSpc>
                <a:spcPct val="150000"/>
              </a:lnSpc>
              <a:buClr>
                <a:srgbClr val="0070C0"/>
              </a:buClr>
              <a:buFont typeface="Wingdings" panose="05000000000000000000" pitchFamily="2" charset="2"/>
              <a:buChar char="n"/>
            </a:pPr>
            <a:r>
              <a:rPr lang="zh-CN" altLang="en-US" sz="2000"/>
              <a:t>河南大学位于</a:t>
            </a:r>
            <a:r>
              <a:rPr lang="en-US" altLang="zh-CN" sz="2000"/>
              <a:t>_____[</a:t>
            </a:r>
            <a:r>
              <a:rPr lang="zh-CN" altLang="en-US" sz="2000"/>
              <a:t>知识</a:t>
            </a:r>
            <a:r>
              <a:rPr lang="en-US" altLang="zh-CN" sz="2000"/>
              <a:t>]</a:t>
            </a:r>
            <a:endParaRPr lang="en-US" altLang="zh-CN" sz="2000"/>
          </a:p>
          <a:p>
            <a:pPr marL="342900" indent="-342900">
              <a:lnSpc>
                <a:spcPct val="150000"/>
              </a:lnSpc>
              <a:buClr>
                <a:srgbClr val="0070C0"/>
              </a:buClr>
              <a:buFont typeface="Wingdings" panose="05000000000000000000" pitchFamily="2" charset="2"/>
              <a:buChar char="n"/>
            </a:pPr>
            <a:r>
              <a:rPr lang="zh-CN" altLang="en-US" sz="2000"/>
              <a:t>我在水果店看到了苹果、香蕉、</a:t>
            </a:r>
            <a:r>
              <a:rPr lang="en-US" altLang="zh-CN" sz="2000"/>
              <a:t>____</a:t>
            </a:r>
            <a:r>
              <a:rPr lang="zh-CN" altLang="en-US" sz="2000"/>
              <a:t>[语义</a:t>
            </a:r>
            <a:r>
              <a:rPr lang="en-US" altLang="zh-CN" sz="2000"/>
              <a:t>]</a:t>
            </a:r>
            <a:endParaRPr lang="en-US" altLang="zh-CN" sz="2000"/>
          </a:p>
          <a:p>
            <a:pPr marL="342900" indent="-342900">
              <a:lnSpc>
                <a:spcPct val="150000"/>
              </a:lnSpc>
              <a:buClr>
                <a:srgbClr val="0070C0"/>
              </a:buClr>
              <a:buFont typeface="Wingdings" panose="05000000000000000000" pitchFamily="2" charset="2"/>
              <a:buChar char="n"/>
            </a:pPr>
            <a:r>
              <a:rPr lang="zh-CN" altLang="en-US" sz="2000"/>
              <a:t>小明打了小红，然后她</a:t>
            </a:r>
            <a:r>
              <a:rPr lang="en-US" altLang="zh-CN" sz="2000"/>
              <a:t>_______[</a:t>
            </a:r>
            <a:r>
              <a:rPr lang="zh-CN" altLang="en-US" sz="2000"/>
              <a:t>推理、指代</a:t>
            </a:r>
            <a:r>
              <a:rPr lang="en-US" altLang="zh-CN" sz="2000"/>
              <a:t>]</a:t>
            </a:r>
            <a:endParaRPr lang="en-US" altLang="zh-CN" sz="2000"/>
          </a:p>
          <a:p>
            <a:pPr marL="342900" indent="-342900">
              <a:lnSpc>
                <a:spcPct val="150000"/>
              </a:lnSpc>
              <a:buClr>
                <a:srgbClr val="0070C0"/>
              </a:buClr>
              <a:buFont typeface="Wingdings" panose="05000000000000000000" pitchFamily="2" charset="2"/>
              <a:buChar char="n"/>
            </a:pPr>
            <a:r>
              <a:rPr lang="zh-CN" altLang="en-US" sz="2000"/>
              <a:t>我一定推荐给朋友看，这部电影真是</a:t>
            </a:r>
            <a:r>
              <a:rPr lang="en-US" altLang="zh-CN" sz="2000"/>
              <a:t>______[</a:t>
            </a:r>
            <a:r>
              <a:rPr lang="zh-CN" altLang="en-US" sz="2000"/>
              <a:t>情感</a:t>
            </a:r>
            <a:r>
              <a:rPr lang="en-US" altLang="zh-CN" sz="2000"/>
              <a:t>]</a:t>
            </a:r>
            <a:endParaRPr lang="zh-CN" altLang="en-US" sz="2000"/>
          </a:p>
        </p:txBody>
      </p:sp>
      <p:sp>
        <p:nvSpPr>
          <p:cNvPr id="8" name="文本框 7"/>
          <p:cNvSpPr txBox="1"/>
          <p:nvPr/>
        </p:nvSpPr>
        <p:spPr>
          <a:xfrm>
            <a:off x="1061977" y="1020555"/>
            <a:ext cx="4577786" cy="400110"/>
          </a:xfrm>
          <a:prstGeom prst="rect">
            <a:avLst/>
          </a:prstGeom>
          <a:solidFill>
            <a:schemeClr val="accent2">
              <a:lumMod val="40000"/>
              <a:lumOff val="60000"/>
            </a:schemeClr>
          </a:solidFill>
        </p:spPr>
        <p:txBody>
          <a:bodyPr wrap="square">
            <a:spAutoFit/>
          </a:bodyPr>
          <a:lstStyle/>
          <a:p>
            <a:r>
              <a:rPr lang="zh-CN" altLang="en-US" sz="2000"/>
              <a:t>语言模型学到了什么?</a:t>
            </a:r>
            <a:endParaRPr lang="zh-CN" altLang="en-US" sz="2000"/>
          </a:p>
        </p:txBody>
      </p:sp>
    </p:spTree>
  </p:cSld>
  <p:clrMapOvr>
    <a:masterClrMapping/>
  </p:clrMapOvr>
  <p:transition spd="slow">
    <p:cove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语言模型</a:t>
            </a:r>
            <a:endParaRPr lang="zh-CN" altLang="en-US"/>
          </a:p>
        </p:txBody>
      </p:sp>
      <p:sp>
        <p:nvSpPr>
          <p:cNvPr id="3" name="日期占位符 2"/>
          <p:cNvSpPr>
            <a:spLocks noGrp="1"/>
          </p:cNvSpPr>
          <p:nvPr>
            <p:ph type="dt" sz="half" idx="10"/>
          </p:nvPr>
        </p:nvSpPr>
        <p:spPr/>
        <p:txBody>
          <a:bodyPr/>
          <a:lstStyle/>
          <a:p>
            <a:fld id="{B5EB4023-B692-41B2-93C3-32315200AA94}"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mc:AlternateContent xmlns:mc="http://schemas.openxmlformats.org/markup-compatibility/2006">
        <mc:Choice xmlns:a14="http://schemas.microsoft.com/office/drawing/2010/main" Requires="a14">
          <p:sp>
            <p:nvSpPr>
              <p:cNvPr id="8" name="矩形 7"/>
              <p:cNvSpPr/>
              <p:nvPr/>
            </p:nvSpPr>
            <p:spPr>
              <a:xfrm>
                <a:off x="652789" y="1188059"/>
                <a:ext cx="7770558" cy="1982979"/>
              </a:xfrm>
              <a:prstGeom prst="rect">
                <a:avLst/>
              </a:prstGeom>
            </p:spPr>
            <p:txBody>
              <a:bodyPr wrap="square">
                <a:spAutoFit/>
              </a:bodyPr>
              <a:lstStyle/>
              <a:p>
                <a:pPr indent="457200">
                  <a:lnSpc>
                    <a:spcPct val="150000"/>
                  </a:lnSpc>
                </a:pPr>
                <a:r>
                  <a:rPr lang="zh-CN" altLang="en-US" sz="1600">
                    <a:solidFill>
                      <a:srgbClr val="000000"/>
                    </a:solidFill>
                    <a:latin typeface="Times New Roman" panose="02020503050405090304" pitchFamily="18" charset="0"/>
                    <a:ea typeface="宋体" pitchFamily="2" charset="-122"/>
                  </a:rPr>
                  <a:t>实际上是将语言模型看作</a:t>
                </a:r>
                <a:r>
                  <a:rPr lang="zh-CN" altLang="en-US" sz="1600" b="1">
                    <a:solidFill>
                      <a:srgbClr val="000000"/>
                    </a:solidFill>
                    <a:latin typeface="Times New Roman" panose="02020503050405090304" pitchFamily="18" charset="0"/>
                    <a:ea typeface="宋体" pitchFamily="2" charset="-122"/>
                  </a:rPr>
                  <a:t>评估一段文本是自然句子（</a:t>
                </a:r>
                <a:r>
                  <a:rPr lang="zh-CN" altLang="en-US" sz="1600" b="1">
                    <a:solidFill>
                      <a:srgbClr val="FF0000"/>
                    </a:solidFill>
                    <a:latin typeface="Times New Roman" panose="02020503050405090304" pitchFamily="18" charset="0"/>
                    <a:ea typeface="宋体" pitchFamily="2" charset="-122"/>
                  </a:rPr>
                  <a:t>通顺度</a:t>
                </a:r>
                <a:r>
                  <a:rPr lang="zh-CN" altLang="en-US" sz="1600" b="1">
                    <a:solidFill>
                      <a:srgbClr val="000000"/>
                    </a:solidFill>
                    <a:latin typeface="Times New Roman" panose="02020503050405090304" pitchFamily="18" charset="0"/>
                    <a:ea typeface="宋体" pitchFamily="2" charset="-122"/>
                  </a:rPr>
                  <a:t>）的概率。</a:t>
                </a:r>
                <a:r>
                  <a:rPr lang="zh-CN" altLang="en-US" sz="1600">
                    <a:solidFill>
                      <a:srgbClr val="000000"/>
                    </a:solidFill>
                    <a:latin typeface="Times New Roman" panose="02020503050405090304" pitchFamily="18" charset="0"/>
                    <a:ea typeface="宋体" pitchFamily="2" charset="-122"/>
                  </a:rPr>
                  <a:t>例如，如果有一段文本</a:t>
                </a:r>
                <a14:m>
                  <m:oMath xmlns:m="http://schemas.openxmlformats.org/officeDocument/2006/math">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𝑥</m:t>
                        </m:r>
                      </m:e>
                      <m:sup>
                        <m:r>
                          <a:rPr lang="en-US" altLang="zh-CN" sz="1600" i="1">
                            <a:latin typeface="Cambria Math" panose="02040503050406030204" pitchFamily="18" charset="0"/>
                          </a:rPr>
                          <m:t>(</m:t>
                        </m:r>
                        <m:r>
                          <a:rPr lang="en-US" altLang="zh-CN" sz="1600" i="1">
                            <a:latin typeface="Cambria Math" panose="02040503050406030204" pitchFamily="18" charset="0"/>
                          </a:rPr>
                          <m:t>1</m:t>
                        </m:r>
                        <m:r>
                          <a:rPr lang="en-US" altLang="zh-CN" sz="1600" i="1">
                            <a:latin typeface="Cambria Math" panose="02040503050406030204" pitchFamily="18" charset="0"/>
                          </a:rPr>
                          <m:t>)</m:t>
                        </m:r>
                      </m:sup>
                    </m:sSup>
                    <m:r>
                      <a:rPr lang="en-US" altLang="zh-CN" sz="1600" i="1">
                        <a:latin typeface="Cambria Math" panose="02040503050406030204" pitchFamily="18" charset="0"/>
                      </a:rPr>
                      <m:t>,…,</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𝑥</m:t>
                        </m:r>
                      </m:e>
                      <m:sup>
                        <m:r>
                          <a:rPr lang="en-US" altLang="zh-CN" sz="1600" i="1">
                            <a:latin typeface="Cambria Math" panose="02040503050406030204" pitchFamily="18" charset="0"/>
                          </a:rPr>
                          <m:t>(</m:t>
                        </m:r>
                        <m:r>
                          <a:rPr lang="en-US" altLang="zh-CN" sz="1600" i="1">
                            <a:latin typeface="Cambria Math" panose="02040503050406030204" pitchFamily="18" charset="0"/>
                          </a:rPr>
                          <m:t>𝑇</m:t>
                        </m:r>
                        <m:r>
                          <a:rPr lang="en-US" altLang="zh-CN" sz="1600" i="1">
                            <a:latin typeface="Cambria Math" panose="02040503050406030204" pitchFamily="18" charset="0"/>
                          </a:rPr>
                          <m:t>)</m:t>
                        </m:r>
                      </m:sup>
                    </m:sSup>
                  </m:oMath>
                </a14:m>
                <a:r>
                  <a:rPr lang="zh-CN" altLang="en-US" sz="1600">
                    <a:solidFill>
                      <a:srgbClr val="000000"/>
                    </a:solidFill>
                    <a:latin typeface="Times New Roman" panose="02020503050405090304" pitchFamily="18" charset="0"/>
                    <a:ea typeface="宋体" pitchFamily="2" charset="-122"/>
                  </a:rPr>
                  <a:t>，则这段文本的概率</a:t>
                </a:r>
                <a:r>
                  <a:rPr lang="en-US" altLang="zh-CN" sz="1600">
                    <a:solidFill>
                      <a:srgbClr val="000000"/>
                    </a:solidFill>
                    <a:latin typeface="Times New Roman" panose="02020503050405090304" pitchFamily="18" charset="0"/>
                    <a:ea typeface="宋体" pitchFamily="2" charset="-122"/>
                  </a:rPr>
                  <a:t>(</a:t>
                </a:r>
                <a:r>
                  <a:rPr lang="zh-CN" altLang="en-US" sz="1600">
                    <a:solidFill>
                      <a:srgbClr val="000000"/>
                    </a:solidFill>
                    <a:latin typeface="Times New Roman" panose="02020503050405090304" pitchFamily="18" charset="0"/>
                    <a:ea typeface="宋体" pitchFamily="2" charset="-122"/>
                  </a:rPr>
                  <a:t>根据语言模型</a:t>
                </a:r>
                <a:r>
                  <a:rPr lang="en-US" altLang="zh-CN" sz="1600">
                    <a:solidFill>
                      <a:srgbClr val="000000"/>
                    </a:solidFill>
                    <a:latin typeface="Times New Roman" panose="02020503050405090304" pitchFamily="18" charset="0"/>
                    <a:ea typeface="宋体" pitchFamily="2" charset="-122"/>
                  </a:rPr>
                  <a:t>)</a:t>
                </a:r>
                <a:r>
                  <a:rPr lang="zh-CN" altLang="en-US" sz="1600">
                    <a:solidFill>
                      <a:srgbClr val="000000"/>
                    </a:solidFill>
                    <a:latin typeface="Times New Roman" panose="02020503050405090304" pitchFamily="18" charset="0"/>
                    <a:ea typeface="宋体" pitchFamily="2" charset="-122"/>
                  </a:rPr>
                  <a:t>为：</a:t>
                </a:r>
                <a:endParaRPr lang="en-US" altLang="zh-CN" sz="1600">
                  <a:solidFill>
                    <a:srgbClr val="000000"/>
                  </a:solidFill>
                  <a:latin typeface="Times New Roman" panose="02020503050405090304" pitchFamily="18" charset="0"/>
                  <a:ea typeface="宋体" pitchFamily="2" charset="-122"/>
                </a:endParaRPr>
              </a:p>
              <a:p>
                <a:pPr>
                  <a:lnSpc>
                    <a:spcPct val="120000"/>
                  </a:lnSpc>
                </a:pPr>
                <a14:m>
                  <m:oMathPara xmlns:m="http://schemas.openxmlformats.org/officeDocument/2006/math">
                    <m:oMathParaPr>
                      <m:jc m:val="centerGroup"/>
                    </m:oMathParaPr>
                    <m:oMath xmlns:m="http://schemas.openxmlformats.org/officeDocument/2006/math">
                      <m:m>
                        <m:mPr>
                          <m:mcs>
                            <m:mc>
                              <m:mcPr>
                                <m:count m:val="2"/>
                                <m:mcJc m:val="center"/>
                              </m:mcPr>
                            </m:mc>
                          </m:mcs>
                          <m:plcHide m:val="on"/>
                          <m:ctrlPr>
                            <a:rPr lang="zh-CN" altLang="zh-CN" sz="1500" i="1">
                              <a:latin typeface="Cambria Math" panose="02040503050406030204" pitchFamily="18" charset="0"/>
                            </a:rPr>
                          </m:ctrlPr>
                        </m:mPr>
                        <m:mr>
                          <m:e>
                            <m:r>
                              <a:rPr lang="en-US" altLang="zh-CN" sz="1500" i="1">
                                <a:latin typeface="Cambria Math" panose="02040503050406030204" pitchFamily="18" charset="0"/>
                              </a:rPr>
                              <m:t>𝑃</m:t>
                            </m:r>
                            <m:r>
                              <a:rPr lang="en-US" altLang="zh-CN" sz="1500" i="1">
                                <a:latin typeface="Cambria Math" panose="02040503050406030204" pitchFamily="18" charset="0"/>
                              </a:rPr>
                              <m:t>(</m:t>
                            </m:r>
                            <m:sSup>
                              <m:sSupPr>
                                <m:ctrlPr>
                                  <a:rPr lang="zh-CN" altLang="zh-CN" sz="1500" i="1">
                                    <a:latin typeface="Cambria Math" panose="02040503050406030204" pitchFamily="18" charset="0"/>
                                  </a:rPr>
                                </m:ctrlPr>
                              </m:sSupPr>
                              <m:e>
                                <m:r>
                                  <a:rPr lang="en-US" altLang="zh-CN" sz="1500" i="1">
                                    <a:latin typeface="Cambria Math" panose="02040503050406030204" pitchFamily="18" charset="0"/>
                                  </a:rPr>
                                  <m:t>𝑥</m:t>
                                </m:r>
                              </m:e>
                              <m:sup>
                                <m:d>
                                  <m:dPr>
                                    <m:ctrlPr>
                                      <a:rPr lang="zh-CN" altLang="zh-CN" sz="1500" i="1">
                                        <a:latin typeface="Cambria Math" panose="02040503050406030204" pitchFamily="18" charset="0"/>
                                      </a:rPr>
                                    </m:ctrlPr>
                                  </m:dPr>
                                  <m:e>
                                    <m:r>
                                      <a:rPr lang="en-US" altLang="zh-CN" sz="1500">
                                        <a:latin typeface="Cambria Math" panose="02040503050406030204" pitchFamily="18" charset="0"/>
                                      </a:rPr>
                                      <m:t>1</m:t>
                                    </m:r>
                                  </m:e>
                                </m:d>
                              </m:sup>
                            </m:sSup>
                            <m:r>
                              <a:rPr lang="en-US" altLang="zh-CN" sz="1500" i="1">
                                <a:latin typeface="Cambria Math" panose="02040503050406030204" pitchFamily="18" charset="0"/>
                              </a:rPr>
                              <m:t>,…,</m:t>
                            </m:r>
                            <m:sSup>
                              <m:sSupPr>
                                <m:ctrlPr>
                                  <a:rPr lang="zh-CN" altLang="zh-CN" sz="1500" i="1">
                                    <a:latin typeface="Cambria Math" panose="02040503050406030204" pitchFamily="18" charset="0"/>
                                  </a:rPr>
                                </m:ctrlPr>
                              </m:sSupPr>
                              <m:e>
                                <m:r>
                                  <a:rPr lang="en-US" altLang="zh-CN" sz="1500" i="1">
                                    <a:latin typeface="Cambria Math" panose="02040503050406030204" pitchFamily="18" charset="0"/>
                                  </a:rPr>
                                  <m:t>𝑥</m:t>
                                </m:r>
                              </m:e>
                              <m:sup>
                                <m:d>
                                  <m:dPr>
                                    <m:ctrlPr>
                                      <a:rPr lang="zh-CN" altLang="zh-CN" sz="1500" i="1">
                                        <a:latin typeface="Cambria Math" panose="02040503050406030204" pitchFamily="18" charset="0"/>
                                      </a:rPr>
                                    </m:ctrlPr>
                                  </m:dPr>
                                  <m:e>
                                    <m:r>
                                      <m:rPr>
                                        <m:sty m:val="p"/>
                                      </m:rPr>
                                      <a:rPr lang="en-US" altLang="zh-CN" sz="1500">
                                        <a:latin typeface="Cambria Math" panose="02040503050406030204" pitchFamily="18" charset="0"/>
                                      </a:rPr>
                                      <m:t>T</m:t>
                                    </m:r>
                                  </m:e>
                                </m:d>
                              </m:sup>
                            </m:sSup>
                            <m:r>
                              <a:rPr lang="en-US" altLang="zh-CN" sz="1500" i="1">
                                <a:latin typeface="Cambria Math" panose="02040503050406030204" pitchFamily="18" charset="0"/>
                              </a:rPr>
                              <m:t>)</m:t>
                            </m:r>
                          </m:e>
                          <m:e>
                            <m:r>
                              <a:rPr lang="en-US" altLang="zh-CN" sz="1500" i="1">
                                <a:latin typeface="Cambria Math" panose="02040503050406030204" pitchFamily="18" charset="0"/>
                              </a:rPr>
                              <m:t>=</m:t>
                            </m:r>
                            <m:r>
                              <a:rPr lang="en-US" altLang="zh-CN" sz="1500" i="1">
                                <a:latin typeface="Cambria Math" panose="02040503050406030204" pitchFamily="18" charset="0"/>
                              </a:rPr>
                              <m:t>𝑃</m:t>
                            </m:r>
                            <m:d>
                              <m:dPr>
                                <m:ctrlPr>
                                  <a:rPr lang="zh-CN" altLang="zh-CN" sz="1500" i="1">
                                    <a:latin typeface="Cambria Math" panose="02040503050406030204" pitchFamily="18" charset="0"/>
                                  </a:rPr>
                                </m:ctrlPr>
                              </m:dPr>
                              <m:e>
                                <m:sSup>
                                  <m:sSupPr>
                                    <m:ctrlPr>
                                      <a:rPr lang="zh-CN" altLang="zh-CN" sz="1500" i="1">
                                        <a:latin typeface="Cambria Math" panose="02040503050406030204" pitchFamily="18" charset="0"/>
                                      </a:rPr>
                                    </m:ctrlPr>
                                  </m:sSupPr>
                                  <m:e>
                                    <m:r>
                                      <a:rPr lang="en-US" altLang="zh-CN" sz="1500" b="1" i="1">
                                        <a:latin typeface="Cambria Math" panose="02040503050406030204" pitchFamily="18" charset="0"/>
                                      </a:rPr>
                                      <m:t>𝒙</m:t>
                                    </m:r>
                                  </m:e>
                                  <m:sup>
                                    <m:d>
                                      <m:dPr>
                                        <m:ctrlPr>
                                          <a:rPr lang="zh-CN" altLang="zh-CN" sz="1500" i="1">
                                            <a:latin typeface="Cambria Math" panose="02040503050406030204" pitchFamily="18" charset="0"/>
                                          </a:rPr>
                                        </m:ctrlPr>
                                      </m:dPr>
                                      <m:e>
                                        <m:r>
                                          <a:rPr lang="en-US" altLang="zh-CN" sz="1500" i="1">
                                            <a:latin typeface="Cambria Math" panose="02040503050406030204" pitchFamily="18" charset="0"/>
                                          </a:rPr>
                                          <m:t>1</m:t>
                                        </m:r>
                                      </m:e>
                                    </m:d>
                                  </m:sup>
                                </m:sSup>
                              </m:e>
                            </m:d>
                            <m:r>
                              <a:rPr lang="en-US" altLang="zh-CN" sz="1500" i="1">
                                <a:latin typeface="Cambria Math" panose="02040503050406030204" pitchFamily="18" charset="0"/>
                              </a:rPr>
                              <m:t>×</m:t>
                            </m:r>
                            <m:r>
                              <a:rPr lang="en-US" altLang="zh-CN" sz="1500" i="1">
                                <a:latin typeface="Cambria Math" panose="02040503050406030204" pitchFamily="18" charset="0"/>
                              </a:rPr>
                              <m:t>𝑃</m:t>
                            </m:r>
                            <m:d>
                              <m:dPr>
                                <m:sepChr m:val="∣"/>
                                <m:ctrlPr>
                                  <a:rPr lang="zh-CN" altLang="zh-CN" sz="1500" i="1">
                                    <a:latin typeface="Cambria Math" panose="02040503050406030204" pitchFamily="18" charset="0"/>
                                  </a:rPr>
                                </m:ctrlPr>
                              </m:dPr>
                              <m:e>
                                <m:sSup>
                                  <m:sSupPr>
                                    <m:ctrlPr>
                                      <a:rPr lang="zh-CN" altLang="zh-CN" sz="1500" i="1">
                                        <a:latin typeface="Cambria Math" panose="02040503050406030204" pitchFamily="18" charset="0"/>
                                      </a:rPr>
                                    </m:ctrlPr>
                                  </m:sSupPr>
                                  <m:e>
                                    <m:r>
                                      <a:rPr lang="en-US" altLang="zh-CN" sz="1500" b="1" i="1">
                                        <a:latin typeface="Cambria Math" panose="02040503050406030204" pitchFamily="18" charset="0"/>
                                      </a:rPr>
                                      <m:t>𝒙</m:t>
                                    </m:r>
                                  </m:e>
                                  <m:sup>
                                    <m:d>
                                      <m:dPr>
                                        <m:ctrlPr>
                                          <a:rPr lang="zh-CN" altLang="zh-CN" sz="1500" i="1">
                                            <a:latin typeface="Cambria Math" panose="02040503050406030204" pitchFamily="18" charset="0"/>
                                          </a:rPr>
                                        </m:ctrlPr>
                                      </m:dPr>
                                      <m:e>
                                        <m:r>
                                          <a:rPr lang="en-US" altLang="zh-CN" sz="1500" i="1">
                                            <a:latin typeface="Cambria Math" panose="02040503050406030204" pitchFamily="18" charset="0"/>
                                          </a:rPr>
                                          <m:t>2</m:t>
                                        </m:r>
                                      </m:e>
                                    </m:d>
                                  </m:sup>
                                </m:sSup>
                              </m:e>
                              <m:e>
                                <m:sSup>
                                  <m:sSupPr>
                                    <m:ctrlPr>
                                      <a:rPr lang="zh-CN" altLang="zh-CN" sz="1500" i="1">
                                        <a:latin typeface="Cambria Math" panose="02040503050406030204" pitchFamily="18" charset="0"/>
                                      </a:rPr>
                                    </m:ctrlPr>
                                  </m:sSupPr>
                                  <m:e>
                                    <m:r>
                                      <a:rPr lang="en-US" altLang="zh-CN" sz="1500" b="1" i="1">
                                        <a:latin typeface="Cambria Math" panose="02040503050406030204" pitchFamily="18" charset="0"/>
                                      </a:rPr>
                                      <m:t>𝒙</m:t>
                                    </m:r>
                                  </m:e>
                                  <m:sup>
                                    <m:d>
                                      <m:dPr>
                                        <m:ctrlPr>
                                          <a:rPr lang="zh-CN" altLang="zh-CN" sz="1500" i="1">
                                            <a:latin typeface="Cambria Math" panose="02040503050406030204" pitchFamily="18" charset="0"/>
                                          </a:rPr>
                                        </m:ctrlPr>
                                      </m:dPr>
                                      <m:e>
                                        <m:r>
                                          <a:rPr lang="en-US" altLang="zh-CN" sz="1500" i="1">
                                            <a:latin typeface="Cambria Math" panose="02040503050406030204" pitchFamily="18" charset="0"/>
                                          </a:rPr>
                                          <m:t>1</m:t>
                                        </m:r>
                                      </m:e>
                                    </m:d>
                                  </m:sup>
                                </m:sSup>
                              </m:e>
                            </m:d>
                            <m:r>
                              <a:rPr lang="en-US" altLang="zh-CN" sz="1500" i="1">
                                <a:latin typeface="Cambria Math" panose="02040503050406030204" pitchFamily="18" charset="0"/>
                              </a:rPr>
                              <m:t>×…×</m:t>
                            </m:r>
                            <m:r>
                              <a:rPr lang="en-US" altLang="zh-CN" sz="1500" i="1">
                                <a:latin typeface="Cambria Math" panose="02040503050406030204" pitchFamily="18" charset="0"/>
                              </a:rPr>
                              <m:t>𝑃</m:t>
                            </m:r>
                            <m:r>
                              <a:rPr lang="en-US" altLang="zh-CN" sz="1500" i="1">
                                <a:latin typeface="Cambria Math" panose="02040503050406030204" pitchFamily="18" charset="0"/>
                              </a:rPr>
                              <m:t>(</m:t>
                            </m:r>
                            <m:sSup>
                              <m:sSupPr>
                                <m:ctrlPr>
                                  <a:rPr lang="zh-CN" altLang="zh-CN" sz="1500" i="1">
                                    <a:latin typeface="Cambria Math" panose="02040503050406030204" pitchFamily="18" charset="0"/>
                                  </a:rPr>
                                </m:ctrlPr>
                              </m:sSupPr>
                              <m:e>
                                <m:r>
                                  <a:rPr lang="en-US" altLang="zh-CN" sz="1500" b="1" i="1">
                                    <a:latin typeface="Cambria Math" panose="02040503050406030204" pitchFamily="18" charset="0"/>
                                  </a:rPr>
                                  <m:t>𝒙</m:t>
                                </m:r>
                              </m:e>
                              <m:sup>
                                <m:r>
                                  <a:rPr lang="en-US" altLang="zh-CN" sz="1500" i="1">
                                    <a:latin typeface="Cambria Math" panose="02040503050406030204" pitchFamily="18" charset="0"/>
                                  </a:rPr>
                                  <m:t>(</m:t>
                                </m:r>
                                <m:r>
                                  <a:rPr lang="en-US" altLang="zh-CN" sz="1500" i="1">
                                    <a:latin typeface="Cambria Math" panose="02040503050406030204" pitchFamily="18" charset="0"/>
                                  </a:rPr>
                                  <m:t>𝑇</m:t>
                                </m:r>
                                <m:r>
                                  <a:rPr lang="en-US" altLang="zh-CN" sz="1500" i="1">
                                    <a:latin typeface="Cambria Math" panose="02040503050406030204" pitchFamily="18" charset="0"/>
                                  </a:rPr>
                                  <m:t>)</m:t>
                                </m:r>
                              </m:sup>
                            </m:sSup>
                            <m:r>
                              <a:rPr lang="en-US" altLang="zh-CN" sz="1500" i="1">
                                <a:latin typeface="Cambria Math" panose="02040503050406030204" pitchFamily="18" charset="0"/>
                              </a:rPr>
                              <m:t>∣</m:t>
                            </m:r>
                            <m:sSup>
                              <m:sSupPr>
                                <m:ctrlPr>
                                  <a:rPr lang="zh-CN" altLang="zh-CN" sz="1500" i="1">
                                    <a:latin typeface="Cambria Math" panose="02040503050406030204" pitchFamily="18" charset="0"/>
                                  </a:rPr>
                                </m:ctrlPr>
                              </m:sSupPr>
                              <m:e>
                                <m:r>
                                  <a:rPr lang="en-US" altLang="zh-CN" sz="1500" b="1" i="1">
                                    <a:latin typeface="Cambria Math" panose="02040503050406030204" pitchFamily="18" charset="0"/>
                                  </a:rPr>
                                  <m:t>𝒙</m:t>
                                </m:r>
                              </m:e>
                              <m:sup>
                                <m:r>
                                  <a:rPr lang="en-US" altLang="zh-CN" sz="1500" i="1">
                                    <a:latin typeface="Cambria Math" panose="02040503050406030204" pitchFamily="18" charset="0"/>
                                  </a:rPr>
                                  <m:t>(</m:t>
                                </m:r>
                                <m:r>
                                  <a:rPr lang="en-US" altLang="zh-CN" sz="1500" i="1">
                                    <a:latin typeface="Cambria Math" panose="02040503050406030204" pitchFamily="18" charset="0"/>
                                  </a:rPr>
                                  <m:t>𝑇</m:t>
                                </m:r>
                                <m:r>
                                  <a:rPr lang="en-US" altLang="zh-CN" sz="1500" i="1">
                                    <a:latin typeface="Cambria Math" panose="02040503050406030204" pitchFamily="18" charset="0"/>
                                  </a:rPr>
                                  <m:t>−</m:t>
                                </m:r>
                                <m:r>
                                  <a:rPr lang="en-US" altLang="zh-CN" sz="1500" i="1">
                                    <a:latin typeface="Cambria Math" panose="02040503050406030204" pitchFamily="18" charset="0"/>
                                  </a:rPr>
                                  <m:t>1</m:t>
                                </m:r>
                                <m:r>
                                  <a:rPr lang="en-US" altLang="zh-CN" sz="1500" i="1">
                                    <a:latin typeface="Cambria Math" panose="02040503050406030204" pitchFamily="18" charset="0"/>
                                  </a:rPr>
                                  <m:t>)</m:t>
                                </m:r>
                              </m:sup>
                            </m:sSup>
                            <m:r>
                              <a:rPr lang="en-US" altLang="zh-CN" sz="1500" i="1">
                                <a:latin typeface="Cambria Math" panose="02040503050406030204" pitchFamily="18" charset="0"/>
                              </a:rPr>
                              <m:t>,…,</m:t>
                            </m:r>
                            <m:sSup>
                              <m:sSupPr>
                                <m:ctrlPr>
                                  <a:rPr lang="zh-CN" altLang="zh-CN" sz="1500" i="1">
                                    <a:latin typeface="Cambria Math" panose="02040503050406030204" pitchFamily="18" charset="0"/>
                                  </a:rPr>
                                </m:ctrlPr>
                              </m:sSupPr>
                              <m:e>
                                <m:r>
                                  <a:rPr lang="en-US" altLang="zh-CN" sz="1500" b="1" i="1">
                                    <a:latin typeface="Cambria Math" panose="02040503050406030204" pitchFamily="18" charset="0"/>
                                  </a:rPr>
                                  <m:t>𝒙</m:t>
                                </m:r>
                              </m:e>
                              <m:sup>
                                <m:r>
                                  <a:rPr lang="en-US" altLang="zh-CN" sz="1500" i="1">
                                    <a:latin typeface="Cambria Math" panose="02040503050406030204" pitchFamily="18" charset="0"/>
                                  </a:rPr>
                                  <m:t>(</m:t>
                                </m:r>
                                <m:r>
                                  <a:rPr lang="en-US" altLang="zh-CN" sz="1500" i="1">
                                    <a:latin typeface="Cambria Math" panose="02040503050406030204" pitchFamily="18" charset="0"/>
                                  </a:rPr>
                                  <m:t>1</m:t>
                                </m:r>
                                <m:r>
                                  <a:rPr lang="en-US" altLang="zh-CN" sz="1500" i="1">
                                    <a:latin typeface="Cambria Math" panose="02040503050406030204" pitchFamily="18" charset="0"/>
                                  </a:rPr>
                                  <m:t>)</m:t>
                                </m:r>
                              </m:sup>
                            </m:sSup>
                            <m:r>
                              <a:rPr lang="en-US" altLang="zh-CN" sz="1500" i="1">
                                <a:latin typeface="Cambria Math" panose="02040503050406030204" pitchFamily="18" charset="0"/>
                              </a:rPr>
                              <m:t>)</m:t>
                            </m:r>
                          </m:e>
                        </m:mr>
                        <m:mr>
                          <m:e/>
                          <m:e>
                            <m:r>
                              <a:rPr lang="en-US" altLang="zh-CN" sz="1500" i="1">
                                <a:latin typeface="Cambria Math" panose="02040503050406030204" pitchFamily="18" charset="0"/>
                              </a:rPr>
                              <m:t>=</m:t>
                            </m:r>
                            <m:nary>
                              <m:naryPr>
                                <m:chr m:val="∏"/>
                                <m:grow m:val="on"/>
                                <m:limLoc m:val="undOvr"/>
                                <m:ctrlPr>
                                  <a:rPr lang="zh-CN" altLang="zh-CN" sz="1500" i="1">
                                    <a:latin typeface="Cambria Math" panose="02040503050406030204" pitchFamily="18" charset="0"/>
                                  </a:rPr>
                                </m:ctrlPr>
                              </m:naryPr>
                              <m:sub>
                                <m:r>
                                  <a:rPr lang="en-US" altLang="zh-CN" sz="1500" i="1">
                                    <a:latin typeface="Cambria Math" panose="02040503050406030204" pitchFamily="18" charset="0"/>
                                  </a:rPr>
                                  <m:t>𝑡</m:t>
                                </m:r>
                                <m:r>
                                  <a:rPr lang="en-US" altLang="zh-CN" sz="1500" i="1">
                                    <a:latin typeface="Cambria Math" panose="02040503050406030204" pitchFamily="18" charset="0"/>
                                  </a:rPr>
                                  <m:t>=</m:t>
                                </m:r>
                                <m:r>
                                  <a:rPr lang="en-US" altLang="zh-CN" sz="1500" i="1">
                                    <a:latin typeface="Cambria Math" panose="02040503050406030204" pitchFamily="18" charset="0"/>
                                  </a:rPr>
                                  <m:t>1</m:t>
                                </m:r>
                              </m:sub>
                              <m:sup>
                                <m:r>
                                  <a:rPr lang="en-US" altLang="zh-CN" sz="1500" i="1">
                                    <a:latin typeface="Cambria Math" panose="02040503050406030204" pitchFamily="18" charset="0"/>
                                  </a:rPr>
                                  <m:t>𝑇</m:t>
                                </m:r>
                              </m:sup>
                              <m:e>
                                <m:r>
                                  <a:rPr lang="en-US" altLang="zh-CN" sz="1500" i="1">
                                    <a:latin typeface="Cambria Math" panose="02040503050406030204" pitchFamily="18" charset="0"/>
                                  </a:rPr>
                                  <m:t>𝑃</m:t>
                                </m:r>
                                <m:r>
                                  <a:rPr lang="en-US" altLang="zh-CN" sz="1500" i="1">
                                    <a:latin typeface="Cambria Math" panose="02040503050406030204" pitchFamily="18" charset="0"/>
                                  </a:rPr>
                                  <m:t>(</m:t>
                                </m:r>
                                <m:sSup>
                                  <m:sSupPr>
                                    <m:ctrlPr>
                                      <a:rPr lang="zh-CN" altLang="zh-CN" sz="1500" i="1">
                                        <a:latin typeface="Cambria Math" panose="02040503050406030204" pitchFamily="18" charset="0"/>
                                      </a:rPr>
                                    </m:ctrlPr>
                                  </m:sSupPr>
                                  <m:e>
                                    <m:r>
                                      <a:rPr lang="en-US" altLang="zh-CN" sz="1500" b="1" i="1">
                                        <a:latin typeface="Cambria Math" panose="02040503050406030204" pitchFamily="18" charset="0"/>
                                      </a:rPr>
                                      <m:t>𝒙</m:t>
                                    </m:r>
                                  </m:e>
                                  <m:sup>
                                    <m:r>
                                      <a:rPr lang="en-US" altLang="zh-CN" sz="1500" i="1">
                                        <a:latin typeface="Cambria Math" panose="02040503050406030204" pitchFamily="18" charset="0"/>
                                      </a:rPr>
                                      <m:t>(</m:t>
                                    </m:r>
                                    <m:r>
                                      <a:rPr lang="en-US" altLang="zh-CN" sz="1500" i="1">
                                        <a:latin typeface="Cambria Math" panose="02040503050406030204" pitchFamily="18" charset="0"/>
                                      </a:rPr>
                                      <m:t>𝑡</m:t>
                                    </m:r>
                                    <m:r>
                                      <a:rPr lang="en-US" altLang="zh-CN" sz="1500" i="1">
                                        <a:latin typeface="Cambria Math" panose="02040503050406030204" pitchFamily="18" charset="0"/>
                                      </a:rPr>
                                      <m:t>)</m:t>
                                    </m:r>
                                  </m:sup>
                                </m:sSup>
                                <m:r>
                                  <a:rPr lang="en-US" altLang="zh-CN" sz="1500" i="1">
                                    <a:latin typeface="Cambria Math" panose="02040503050406030204" pitchFamily="18" charset="0"/>
                                  </a:rPr>
                                  <m:t>∣</m:t>
                                </m:r>
                                <m:sSup>
                                  <m:sSupPr>
                                    <m:ctrlPr>
                                      <a:rPr lang="zh-CN" altLang="zh-CN" sz="1500" i="1">
                                        <a:latin typeface="Cambria Math" panose="02040503050406030204" pitchFamily="18" charset="0"/>
                                      </a:rPr>
                                    </m:ctrlPr>
                                  </m:sSupPr>
                                  <m:e>
                                    <m:r>
                                      <a:rPr lang="en-US" altLang="zh-CN" sz="1500" b="1" i="1">
                                        <a:latin typeface="Cambria Math" panose="02040503050406030204" pitchFamily="18" charset="0"/>
                                      </a:rPr>
                                      <m:t>𝒙</m:t>
                                    </m:r>
                                  </m:e>
                                  <m:sup>
                                    <m:r>
                                      <a:rPr lang="en-US" altLang="zh-CN" sz="1500" i="1">
                                        <a:latin typeface="Cambria Math" panose="02040503050406030204" pitchFamily="18" charset="0"/>
                                      </a:rPr>
                                      <m:t>(</m:t>
                                    </m:r>
                                    <m:r>
                                      <a:rPr lang="en-US" altLang="zh-CN" sz="1500" i="1">
                                        <a:latin typeface="Cambria Math" panose="02040503050406030204" pitchFamily="18" charset="0"/>
                                      </a:rPr>
                                      <m:t>𝑡</m:t>
                                    </m:r>
                                    <m:r>
                                      <a:rPr lang="en-US" altLang="zh-CN" sz="1500" i="1">
                                        <a:latin typeface="Cambria Math" panose="02040503050406030204" pitchFamily="18" charset="0"/>
                                      </a:rPr>
                                      <m:t>−</m:t>
                                    </m:r>
                                    <m:r>
                                      <a:rPr lang="en-US" altLang="zh-CN" sz="1500" i="1">
                                        <a:latin typeface="Cambria Math" panose="02040503050406030204" pitchFamily="18" charset="0"/>
                                      </a:rPr>
                                      <m:t>1</m:t>
                                    </m:r>
                                    <m:r>
                                      <a:rPr lang="en-US" altLang="zh-CN" sz="1500" i="1">
                                        <a:latin typeface="Cambria Math" panose="02040503050406030204" pitchFamily="18" charset="0"/>
                                      </a:rPr>
                                      <m:t>)</m:t>
                                    </m:r>
                                  </m:sup>
                                </m:sSup>
                                <m:r>
                                  <a:rPr lang="en-US" altLang="zh-CN" sz="1500" i="1">
                                    <a:latin typeface="Cambria Math" panose="02040503050406030204" pitchFamily="18" charset="0"/>
                                  </a:rPr>
                                  <m:t>,…,</m:t>
                                </m:r>
                                <m:sSup>
                                  <m:sSupPr>
                                    <m:ctrlPr>
                                      <a:rPr lang="zh-CN" altLang="zh-CN" sz="1500" i="1">
                                        <a:latin typeface="Cambria Math" panose="02040503050406030204" pitchFamily="18" charset="0"/>
                                      </a:rPr>
                                    </m:ctrlPr>
                                  </m:sSupPr>
                                  <m:e>
                                    <m:r>
                                      <a:rPr lang="en-US" altLang="zh-CN" sz="1500" b="1" i="1">
                                        <a:latin typeface="Cambria Math" panose="02040503050406030204" pitchFamily="18" charset="0"/>
                                      </a:rPr>
                                      <m:t>𝒙</m:t>
                                    </m:r>
                                  </m:e>
                                  <m:sup>
                                    <m:r>
                                      <a:rPr lang="en-US" altLang="zh-CN" sz="1500" i="1">
                                        <a:latin typeface="Cambria Math" panose="02040503050406030204" pitchFamily="18" charset="0"/>
                                      </a:rPr>
                                      <m:t>(</m:t>
                                    </m:r>
                                    <m:r>
                                      <a:rPr lang="en-US" altLang="zh-CN" sz="1500" i="1">
                                        <a:latin typeface="Cambria Math" panose="02040503050406030204" pitchFamily="18" charset="0"/>
                                      </a:rPr>
                                      <m:t>1</m:t>
                                    </m:r>
                                    <m:r>
                                      <a:rPr lang="en-US" altLang="zh-CN" sz="1500" i="1">
                                        <a:latin typeface="Cambria Math" panose="02040503050406030204" pitchFamily="18" charset="0"/>
                                      </a:rPr>
                                      <m:t>)</m:t>
                                    </m:r>
                                  </m:sup>
                                </m:sSup>
                                <m:r>
                                  <a:rPr lang="en-US" altLang="zh-CN" sz="1500" i="1">
                                    <a:latin typeface="Cambria Math" panose="02040503050406030204" pitchFamily="18" charset="0"/>
                                  </a:rPr>
                                  <m:t>)</m:t>
                                </m:r>
                              </m:e>
                            </m:nary>
                          </m:e>
                        </m:mr>
                      </m:m>
                    </m:oMath>
                  </m:oMathPara>
                </a14:m>
                <a:endParaRPr lang="zh-CN" altLang="zh-CN" sz="1500">
                  <a:latin typeface="Times New Roman" panose="02020503050405090304" pitchFamily="18" charset="0"/>
                  <a:ea typeface="宋体" pitchFamily="2" charset="-122"/>
                </a:endParaRPr>
              </a:p>
            </p:txBody>
          </p:sp>
        </mc:Choice>
        <mc:Fallback>
          <p:sp>
            <p:nvSpPr>
              <p:cNvPr id="8" name="矩形 7"/>
              <p:cNvSpPr>
                <a:spLocks noRot="1" noChangeAspect="1" noMove="1" noResize="1" noEditPoints="1" noAdjustHandles="1" noChangeArrowheads="1" noChangeShapeType="1" noTextEdit="1"/>
              </p:cNvSpPr>
              <p:nvPr/>
            </p:nvSpPr>
            <p:spPr>
              <a:xfrm>
                <a:off x="652789" y="1188059"/>
                <a:ext cx="7770558" cy="1982979"/>
              </a:xfrm>
              <a:prstGeom prst="rect">
                <a:avLst/>
              </a:prstGeom>
              <a:blipFill rotWithShape="1">
                <a:blip r:embed="rId1"/>
                <a:stretch>
                  <a:fillRect t="-31" r="1" b="2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矩形 8"/>
              <p:cNvSpPr/>
              <p:nvPr/>
            </p:nvSpPr>
            <p:spPr>
              <a:xfrm>
                <a:off x="709939" y="3187335"/>
                <a:ext cx="4327275" cy="435953"/>
              </a:xfrm>
              <a:prstGeom prst="rect">
                <a:avLst/>
              </a:prstGeom>
            </p:spPr>
            <p:txBody>
              <a:bodyPr wrap="none">
                <a:spAutoFit/>
              </a:bodyPr>
              <a:lstStyle/>
              <a:p>
                <a:r>
                  <a:rPr lang="zh-CN" altLang="en-US" sz="1600">
                    <a:solidFill>
                      <a:srgbClr val="000000"/>
                    </a:solidFill>
                    <a:latin typeface="Times New Roman" panose="02020503050405090304" pitchFamily="18" charset="0"/>
                    <a:ea typeface="宋体" pitchFamily="2" charset="-122"/>
                  </a:rPr>
                  <a:t>语言模型提供的是</a:t>
                </a:r>
                <a14:m>
                  <m:oMath xmlns:m="http://schemas.openxmlformats.org/officeDocument/2006/math">
                    <m:nary>
                      <m:naryPr>
                        <m:chr m:val="∏"/>
                        <m:grow m:val="on"/>
                        <m:limLoc m:val="undOvr"/>
                        <m:ctrlPr>
                          <a:rPr lang="zh-CN" altLang="zh-CN" sz="1600" i="1">
                            <a:latin typeface="Cambria Math" panose="02040503050406030204" pitchFamily="18" charset="0"/>
                          </a:rPr>
                        </m:ctrlPr>
                      </m:naryPr>
                      <m:sub>
                        <m:r>
                          <a:rPr lang="en-US" altLang="zh-CN" sz="1600" i="1">
                            <a:latin typeface="Cambria Math" panose="02040503050406030204" pitchFamily="18" charset="0"/>
                          </a:rPr>
                          <m:t>𝑡</m:t>
                        </m:r>
                        <m:r>
                          <a:rPr lang="en-US" altLang="zh-CN" sz="1600" i="1">
                            <a:latin typeface="Cambria Math" panose="02040503050406030204" pitchFamily="18" charset="0"/>
                          </a:rPr>
                          <m:t>=</m:t>
                        </m:r>
                        <m:r>
                          <a:rPr lang="en-US" altLang="zh-CN" sz="1600" i="1">
                            <a:latin typeface="Cambria Math" panose="02040503050406030204" pitchFamily="18" charset="0"/>
                          </a:rPr>
                          <m:t>1</m:t>
                        </m:r>
                      </m:sub>
                      <m:sup>
                        <m:r>
                          <a:rPr lang="en-US" altLang="zh-CN" sz="1600" i="1">
                            <a:latin typeface="Cambria Math" panose="02040503050406030204" pitchFamily="18" charset="0"/>
                          </a:rPr>
                          <m:t>𝑇</m:t>
                        </m:r>
                      </m:sup>
                      <m:e>
                        <m:r>
                          <a:rPr lang="en-US" altLang="zh-CN" sz="1600" i="1">
                            <a:latin typeface="Cambria Math" panose="02040503050406030204" pitchFamily="18" charset="0"/>
                          </a:rPr>
                          <m:t>𝑃</m:t>
                        </m:r>
                        <m:r>
                          <a:rPr lang="en-US" altLang="zh-CN" sz="1600" i="1">
                            <a:latin typeface="Cambria Math" panose="02040503050406030204" pitchFamily="18" charset="0"/>
                          </a:rPr>
                          <m:t>(</m:t>
                        </m:r>
                        <m:sSup>
                          <m:sSupPr>
                            <m:ctrlPr>
                              <a:rPr lang="zh-CN" altLang="zh-CN" sz="1600" i="1">
                                <a:latin typeface="Cambria Math" panose="02040503050406030204" pitchFamily="18" charset="0"/>
                              </a:rPr>
                            </m:ctrlPr>
                          </m:sSupPr>
                          <m:e>
                            <m:r>
                              <a:rPr lang="en-US" altLang="zh-CN" sz="1600" b="1" i="1">
                                <a:latin typeface="Cambria Math" panose="02040503050406030204" pitchFamily="18" charset="0"/>
                              </a:rPr>
                              <m:t>𝒙</m:t>
                            </m:r>
                          </m:e>
                          <m:sup>
                            <m:r>
                              <a:rPr lang="en-US" altLang="zh-CN" sz="1600" i="1">
                                <a:latin typeface="Cambria Math" panose="02040503050406030204" pitchFamily="18" charset="0"/>
                              </a:rPr>
                              <m:t>(</m:t>
                            </m:r>
                            <m:r>
                              <a:rPr lang="en-US" altLang="zh-CN" sz="1600" i="1">
                                <a:latin typeface="Cambria Math" panose="02040503050406030204" pitchFamily="18" charset="0"/>
                              </a:rPr>
                              <m:t>𝑡</m:t>
                            </m:r>
                            <m:r>
                              <a:rPr lang="en-US" altLang="zh-CN" sz="1600" i="1">
                                <a:latin typeface="Cambria Math" panose="02040503050406030204" pitchFamily="18" charset="0"/>
                              </a:rPr>
                              <m:t>)</m:t>
                            </m:r>
                          </m:sup>
                        </m:sSup>
                        <m:r>
                          <a:rPr lang="en-US" altLang="zh-CN" sz="1600" i="1">
                            <a:latin typeface="Cambria Math" panose="02040503050406030204" pitchFamily="18" charset="0"/>
                          </a:rPr>
                          <m:t>∣</m:t>
                        </m:r>
                        <m:sSup>
                          <m:sSupPr>
                            <m:ctrlPr>
                              <a:rPr lang="zh-CN" altLang="zh-CN" sz="1600" i="1">
                                <a:latin typeface="Cambria Math" panose="02040503050406030204" pitchFamily="18" charset="0"/>
                              </a:rPr>
                            </m:ctrlPr>
                          </m:sSupPr>
                          <m:e>
                            <m:r>
                              <a:rPr lang="en-US" altLang="zh-CN" sz="1600" b="1" i="1">
                                <a:latin typeface="Cambria Math" panose="02040503050406030204" pitchFamily="18" charset="0"/>
                              </a:rPr>
                              <m:t>𝒙</m:t>
                            </m:r>
                          </m:e>
                          <m:sup>
                            <m:r>
                              <a:rPr lang="en-US" altLang="zh-CN" sz="1600" i="1">
                                <a:latin typeface="Cambria Math" panose="02040503050406030204" pitchFamily="18" charset="0"/>
                              </a:rPr>
                              <m:t>(</m:t>
                            </m:r>
                            <m:r>
                              <a:rPr lang="en-US" altLang="zh-CN" sz="1600" i="1">
                                <a:latin typeface="Cambria Math" panose="02040503050406030204" pitchFamily="18" charset="0"/>
                              </a:rPr>
                              <m:t>𝑡</m:t>
                            </m:r>
                            <m:r>
                              <a:rPr lang="en-US" altLang="zh-CN" sz="1600" i="1">
                                <a:latin typeface="Cambria Math" panose="02040503050406030204" pitchFamily="18" charset="0"/>
                              </a:rPr>
                              <m:t>−</m:t>
                            </m:r>
                            <m:r>
                              <a:rPr lang="en-US" altLang="zh-CN" sz="1600" i="1">
                                <a:latin typeface="Cambria Math" panose="02040503050406030204" pitchFamily="18" charset="0"/>
                              </a:rPr>
                              <m:t>1</m:t>
                            </m:r>
                            <m:r>
                              <a:rPr lang="en-US" altLang="zh-CN" sz="1600" i="1">
                                <a:latin typeface="Cambria Math" panose="02040503050406030204" pitchFamily="18" charset="0"/>
                              </a:rPr>
                              <m:t>)</m:t>
                            </m:r>
                          </m:sup>
                        </m:sSup>
                        <m:r>
                          <a:rPr lang="en-US" altLang="zh-CN" sz="1600" i="1">
                            <a:latin typeface="Cambria Math" panose="02040503050406030204" pitchFamily="18" charset="0"/>
                          </a:rPr>
                          <m:t>,…,</m:t>
                        </m:r>
                        <m:sSup>
                          <m:sSupPr>
                            <m:ctrlPr>
                              <a:rPr lang="zh-CN" altLang="zh-CN" sz="1600" i="1">
                                <a:latin typeface="Cambria Math" panose="02040503050406030204" pitchFamily="18" charset="0"/>
                              </a:rPr>
                            </m:ctrlPr>
                          </m:sSupPr>
                          <m:e>
                            <m:r>
                              <a:rPr lang="en-US" altLang="zh-CN" sz="1600" b="1" i="1">
                                <a:latin typeface="Cambria Math" panose="02040503050406030204" pitchFamily="18" charset="0"/>
                              </a:rPr>
                              <m:t>𝒙</m:t>
                            </m:r>
                          </m:e>
                          <m:sup>
                            <m:r>
                              <a:rPr lang="en-US" altLang="zh-CN" sz="1600" i="1">
                                <a:latin typeface="Cambria Math" panose="02040503050406030204" pitchFamily="18" charset="0"/>
                              </a:rPr>
                              <m:t>(</m:t>
                            </m:r>
                            <m:r>
                              <a:rPr lang="en-US" altLang="zh-CN" sz="1600" i="1">
                                <a:latin typeface="Cambria Math" panose="02040503050406030204" pitchFamily="18" charset="0"/>
                              </a:rPr>
                              <m:t>1</m:t>
                            </m:r>
                            <m:r>
                              <a:rPr lang="en-US" altLang="zh-CN" sz="1600" i="1">
                                <a:latin typeface="Cambria Math" panose="02040503050406030204" pitchFamily="18" charset="0"/>
                              </a:rPr>
                              <m:t>)</m:t>
                            </m:r>
                          </m:sup>
                        </m:sSup>
                        <m:r>
                          <a:rPr lang="en-US" altLang="zh-CN" sz="1600" i="1">
                            <a:latin typeface="Cambria Math" panose="02040503050406030204" pitchFamily="18" charset="0"/>
                          </a:rPr>
                          <m:t>)</m:t>
                        </m:r>
                      </m:e>
                    </m:nary>
                  </m:oMath>
                </a14:m>
                <a:endParaRPr lang="zh-CN" altLang="en-US" sz="1600">
                  <a:latin typeface="Times New Roman" panose="02020503050405090304" pitchFamily="18" charset="0"/>
                  <a:ea typeface="宋体" pitchFamily="2" charset="-122"/>
                </a:endParaRPr>
              </a:p>
            </p:txBody>
          </p:sp>
        </mc:Choice>
        <mc:Fallback>
          <p:sp>
            <p:nvSpPr>
              <p:cNvPr id="9" name="矩形 8"/>
              <p:cNvSpPr>
                <a:spLocks noRot="1" noChangeAspect="1" noMove="1" noResize="1" noEditPoints="1" noAdjustHandles="1" noChangeArrowheads="1" noChangeShapeType="1" noTextEdit="1"/>
              </p:cNvSpPr>
              <p:nvPr/>
            </p:nvSpPr>
            <p:spPr>
              <a:xfrm>
                <a:off x="709939" y="3187335"/>
                <a:ext cx="4327275" cy="435953"/>
              </a:xfrm>
              <a:prstGeom prst="rect">
                <a:avLst/>
              </a:prstGeom>
              <a:blipFill rotWithShape="1">
                <a:blip r:embed="rId2"/>
                <a:stretch>
                  <a:fillRect t="-62" r="9" b="-5394"/>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7042" y="906551"/>
            <a:ext cx="8338646" cy="1940916"/>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marL="285750" indent="-285750">
              <a:lnSpc>
                <a:spcPct val="150000"/>
              </a:lnSpc>
              <a:buClr>
                <a:srgbClr val="0070C0"/>
              </a:buClr>
              <a:buFont typeface="Wingdings" panose="05000000000000000000" pitchFamily="2" charset="2"/>
              <a:buChar char="n"/>
            </a:pPr>
            <a:r>
              <a:rPr lang="zh-CN" altLang="en-US" sz="1600" b="0">
                <a:latin typeface="Times New Roman" panose="02020503050405090304" pitchFamily="18" charset="0"/>
                <a:ea typeface="宋体" pitchFamily="2" charset="-122"/>
                <a:cs typeface="Times New Roman" panose="02020503050405090304" pitchFamily="18" charset="0"/>
              </a:rPr>
              <a:t>语言模型广泛</a:t>
            </a:r>
            <a:r>
              <a:rPr lang="zh-CN" altLang="en-US" sz="1600" b="0" dirty="0">
                <a:latin typeface="Times New Roman" panose="02020503050405090304" pitchFamily="18" charset="0"/>
                <a:ea typeface="宋体" pitchFamily="2" charset="-122"/>
                <a:cs typeface="Times New Roman" panose="02020503050405090304" pitchFamily="18" charset="0"/>
              </a:rPr>
              <a:t>应用于多种自然语言处理任务  </a:t>
            </a:r>
            <a:endParaRPr lang="en-US" altLang="zh-CN" sz="1600" b="0" dirty="0">
              <a:latin typeface="Times New Roman" panose="02020503050405090304" pitchFamily="18" charset="0"/>
              <a:ea typeface="宋体" pitchFamily="2" charset="-122"/>
              <a:cs typeface="Times New Roman" panose="02020503050405090304" pitchFamily="18" charset="0"/>
            </a:endParaRPr>
          </a:p>
          <a:p>
            <a:pPr marL="285750" indent="-285750">
              <a:lnSpc>
                <a:spcPct val="150000"/>
              </a:lnSpc>
              <a:buClr>
                <a:srgbClr val="0070C0"/>
              </a:buClr>
              <a:buFont typeface="Wingdings" panose="05000000000000000000" pitchFamily="2" charset="2"/>
              <a:buChar char="ü"/>
            </a:pPr>
            <a:r>
              <a:rPr lang="zh-CN" altLang="en-US" sz="1600" b="0" dirty="0">
                <a:latin typeface="Times New Roman" panose="02020503050405090304" pitchFamily="18" charset="0"/>
                <a:ea typeface="宋体" pitchFamily="2" charset="-122"/>
                <a:cs typeface="Times New Roman" panose="02020503050405090304" pitchFamily="18" charset="0"/>
              </a:rPr>
              <a:t>机器翻译（词排序） </a:t>
            </a:r>
            <a:endParaRPr lang="en-US" altLang="zh-CN" sz="1600" b="0" dirty="0">
              <a:latin typeface="Times New Roman" panose="02020503050405090304" pitchFamily="18" charset="0"/>
              <a:ea typeface="宋体" pitchFamily="2" charset="-122"/>
              <a:cs typeface="Times New Roman" panose="02020503050405090304" pitchFamily="18" charset="0"/>
            </a:endParaRPr>
          </a:p>
          <a:p>
            <a:pPr>
              <a:lnSpc>
                <a:spcPct val="150000"/>
              </a:lnSpc>
            </a:pPr>
            <a:r>
              <a:rPr lang="zh-CN" altLang="en-US" sz="1600" b="0" dirty="0">
                <a:solidFill>
                  <a:srgbClr val="6EAD45"/>
                </a:solidFill>
                <a:latin typeface="Times New Roman" panose="02020503050405090304" pitchFamily="18" charset="0"/>
                <a:ea typeface="宋体" pitchFamily="2" charset="-122"/>
                <a:cs typeface="Times New Roman" panose="02020503050405090304" pitchFamily="18" charset="0"/>
              </a:rPr>
              <a:t> </a:t>
            </a:r>
            <a:r>
              <a:rPr lang="en-GB" altLang="zh-CN" sz="1600" b="0" i="1" dirty="0">
                <a:latin typeface="Times New Roman" panose="02020503050405090304" pitchFamily="18" charset="0"/>
                <a:ea typeface="宋体" pitchFamily="2" charset="-122"/>
                <a:cs typeface="Times New Roman" panose="02020503050405090304" pitchFamily="18" charset="0"/>
              </a:rPr>
              <a:t>P</a:t>
            </a:r>
            <a:r>
              <a:rPr lang="en-GB" altLang="zh-CN" sz="1600" b="0" dirty="0">
                <a:latin typeface="Times New Roman" panose="02020503050405090304" pitchFamily="18" charset="0"/>
                <a:ea typeface="宋体" pitchFamily="2" charset="-122"/>
                <a:cs typeface="Times New Roman" panose="02020503050405090304" pitchFamily="18" charset="0"/>
              </a:rPr>
              <a:t>(the cat is small) &gt; </a:t>
            </a:r>
            <a:r>
              <a:rPr lang="en-GB" altLang="zh-CN" sz="1600" b="0" i="1" dirty="0">
                <a:latin typeface="Times New Roman" panose="02020503050405090304" pitchFamily="18" charset="0"/>
                <a:ea typeface="宋体" pitchFamily="2" charset="-122"/>
                <a:cs typeface="Times New Roman" panose="02020503050405090304" pitchFamily="18" charset="0"/>
              </a:rPr>
              <a:t>P</a:t>
            </a:r>
            <a:r>
              <a:rPr lang="en-GB" altLang="zh-CN" sz="1600" b="0" dirty="0">
                <a:latin typeface="Times New Roman" panose="02020503050405090304" pitchFamily="18" charset="0"/>
                <a:ea typeface="宋体" pitchFamily="2" charset="-122"/>
                <a:cs typeface="Times New Roman" panose="02020503050405090304" pitchFamily="18" charset="0"/>
              </a:rPr>
              <a:t>(small the is cat) </a:t>
            </a:r>
            <a:endParaRPr lang="en-GB" altLang="zh-CN" sz="1600" b="0" dirty="0">
              <a:latin typeface="Times New Roman" panose="02020503050405090304" pitchFamily="18" charset="0"/>
              <a:ea typeface="宋体" pitchFamily="2" charset="-122"/>
              <a:cs typeface="Times New Roman" panose="02020503050405090304" pitchFamily="18" charset="0"/>
            </a:endParaRPr>
          </a:p>
          <a:p>
            <a:pPr marL="285750" indent="-285750">
              <a:lnSpc>
                <a:spcPct val="150000"/>
              </a:lnSpc>
              <a:buClr>
                <a:srgbClr val="0070C0"/>
              </a:buClr>
              <a:buFont typeface="Wingdings" panose="05000000000000000000" pitchFamily="2" charset="2"/>
              <a:buChar char="ü"/>
            </a:pPr>
            <a:r>
              <a:rPr lang="zh-CN" altLang="en-US" sz="1600" b="0" dirty="0">
                <a:latin typeface="Times New Roman" panose="02020503050405090304" pitchFamily="18" charset="0"/>
                <a:ea typeface="宋体" pitchFamily="2" charset="-122"/>
                <a:cs typeface="Times New Roman" panose="02020503050405090304" pitchFamily="18" charset="0"/>
              </a:rPr>
              <a:t>语音识别（词选择） </a:t>
            </a:r>
            <a:endParaRPr lang="en-US" altLang="zh-CN" sz="1600" b="0" dirty="0">
              <a:latin typeface="Times New Roman" panose="02020503050405090304" pitchFamily="18" charset="0"/>
              <a:ea typeface="宋体" pitchFamily="2" charset="-122"/>
              <a:cs typeface="Times New Roman" panose="02020503050405090304" pitchFamily="18" charset="0"/>
            </a:endParaRPr>
          </a:p>
          <a:p>
            <a:pPr>
              <a:lnSpc>
                <a:spcPct val="150000"/>
              </a:lnSpc>
            </a:pPr>
            <a:r>
              <a:rPr lang="zh-CN" altLang="en-US" sz="1600" b="0" dirty="0">
                <a:solidFill>
                  <a:srgbClr val="6EAD45"/>
                </a:solidFill>
                <a:latin typeface="Times New Roman" panose="02020503050405090304" pitchFamily="18" charset="0"/>
                <a:ea typeface="宋体" pitchFamily="2" charset="-122"/>
                <a:cs typeface="Times New Roman" panose="02020503050405090304" pitchFamily="18" charset="0"/>
              </a:rPr>
              <a:t> </a:t>
            </a:r>
            <a:r>
              <a:rPr lang="en-GB" altLang="zh-CN" sz="1600" b="0" i="1" dirty="0">
                <a:latin typeface="Times New Roman" panose="02020503050405090304" pitchFamily="18" charset="0"/>
                <a:ea typeface="宋体" pitchFamily="2" charset="-122"/>
                <a:cs typeface="Times New Roman" panose="02020503050405090304" pitchFamily="18" charset="0"/>
              </a:rPr>
              <a:t>P</a:t>
            </a:r>
            <a:r>
              <a:rPr lang="en-GB" altLang="zh-CN" sz="1600" b="0" dirty="0">
                <a:latin typeface="Times New Roman" panose="02020503050405090304" pitchFamily="18" charset="0"/>
                <a:ea typeface="宋体" pitchFamily="2" charset="-122"/>
                <a:cs typeface="Times New Roman" panose="02020503050405090304" pitchFamily="18" charset="0"/>
              </a:rPr>
              <a:t>(there are </a:t>
            </a:r>
            <a:r>
              <a:rPr lang="en-GB" altLang="zh-CN" sz="1600" b="0" dirty="0">
                <a:solidFill>
                  <a:srgbClr val="C00000"/>
                </a:solidFill>
                <a:latin typeface="Times New Roman" panose="02020503050405090304" pitchFamily="18" charset="0"/>
                <a:ea typeface="宋体" pitchFamily="2" charset="-122"/>
                <a:cs typeface="Times New Roman" panose="02020503050405090304" pitchFamily="18" charset="0"/>
              </a:rPr>
              <a:t>four </a:t>
            </a:r>
            <a:r>
              <a:rPr lang="en-GB" altLang="zh-CN" sz="1600" b="0" dirty="0">
                <a:latin typeface="Times New Roman" panose="02020503050405090304" pitchFamily="18" charset="0"/>
                <a:ea typeface="宋体" pitchFamily="2" charset="-122"/>
                <a:cs typeface="Times New Roman" panose="02020503050405090304" pitchFamily="18" charset="0"/>
              </a:rPr>
              <a:t>cats) &gt; </a:t>
            </a:r>
            <a:r>
              <a:rPr lang="en-GB" altLang="zh-CN" sz="1600" b="0" i="1" dirty="0">
                <a:latin typeface="Times New Roman" panose="02020503050405090304" pitchFamily="18" charset="0"/>
                <a:ea typeface="宋体" pitchFamily="2" charset="-122"/>
                <a:cs typeface="Times New Roman" panose="02020503050405090304" pitchFamily="18" charset="0"/>
              </a:rPr>
              <a:t>P</a:t>
            </a:r>
            <a:r>
              <a:rPr lang="en-GB" altLang="zh-CN" sz="1600" b="0" dirty="0">
                <a:latin typeface="Times New Roman" panose="02020503050405090304" pitchFamily="18" charset="0"/>
                <a:ea typeface="宋体" pitchFamily="2" charset="-122"/>
                <a:cs typeface="Times New Roman" panose="02020503050405090304" pitchFamily="18" charset="0"/>
              </a:rPr>
              <a:t>(there are </a:t>
            </a:r>
            <a:r>
              <a:rPr lang="en-GB" altLang="zh-CN" sz="1600" b="0" dirty="0">
                <a:solidFill>
                  <a:srgbClr val="00B04E"/>
                </a:solidFill>
                <a:latin typeface="Times New Roman" panose="02020503050405090304" pitchFamily="18" charset="0"/>
                <a:ea typeface="宋体" pitchFamily="2" charset="-122"/>
                <a:cs typeface="Times New Roman" panose="02020503050405090304" pitchFamily="18" charset="0"/>
              </a:rPr>
              <a:t>for </a:t>
            </a:r>
            <a:r>
              <a:rPr lang="en-GB" altLang="zh-CN" sz="1600" b="0" dirty="0">
                <a:latin typeface="Times New Roman" panose="02020503050405090304" pitchFamily="18" charset="0"/>
                <a:ea typeface="宋体" pitchFamily="2" charset="-122"/>
                <a:cs typeface="Times New Roman" panose="02020503050405090304" pitchFamily="18" charset="0"/>
              </a:rPr>
              <a:t>cats) </a:t>
            </a:r>
            <a:endParaRPr lang="en-GB" altLang="zh-CN" sz="1600" b="0" dirty="0">
              <a:latin typeface="Times New Roman" panose="02020503050405090304" pitchFamily="18" charset="0"/>
              <a:ea typeface="宋体" pitchFamily="2" charset="-122"/>
              <a:cs typeface="Times New Roman" panose="02020503050405090304" pitchFamily="18" charset="0"/>
            </a:endParaRPr>
          </a:p>
        </p:txBody>
      </p:sp>
      <p:sp>
        <p:nvSpPr>
          <p:cNvPr id="3" name="标题 2"/>
          <p:cNvSpPr>
            <a:spLocks noGrp="1"/>
          </p:cNvSpPr>
          <p:nvPr>
            <p:ph type="title"/>
          </p:nvPr>
        </p:nvSpPr>
        <p:spPr>
          <a:xfrm>
            <a:off x="342901" y="29766"/>
            <a:ext cx="9340598" cy="702469"/>
          </a:xfrm>
        </p:spPr>
        <p:txBody>
          <a:bodyPr/>
          <a:lstStyle/>
          <a:p>
            <a:r>
              <a:rPr lang="zh-CN" altLang="en-US" sz="2400" b="1">
                <a:solidFill>
                  <a:srgbClr val="004C41"/>
                </a:solidFill>
                <a:ea typeface="宋体" pitchFamily="2" charset="-122"/>
                <a:cs typeface="+mn-ea"/>
                <a:sym typeface="+mn-lt"/>
              </a:rPr>
              <a:t>语言模型</a:t>
            </a:r>
            <a:endParaRPr lang="zh-CN" altLang="en-US">
              <a:ea typeface="宋体" pitchFamily="2" charset="-122"/>
            </a:endParaRPr>
          </a:p>
        </p:txBody>
      </p:sp>
      <p:sp>
        <p:nvSpPr>
          <p:cNvPr id="2" name="日期占位符 1"/>
          <p:cNvSpPr>
            <a:spLocks noGrp="1"/>
          </p:cNvSpPr>
          <p:nvPr>
            <p:ph type="dt" sz="half" idx="10"/>
          </p:nvPr>
        </p:nvSpPr>
        <p:spPr/>
        <p:txBody>
          <a:bodyPr/>
          <a:lstStyle/>
          <a:p>
            <a:fld id="{27322711-F305-4EA7-A3ED-099427BCC4FD}" type="datetime1">
              <a:rPr lang="zh-CN" altLang="en-US" smtClean="0"/>
            </a:fld>
            <a:endParaRPr lang="zh-CN" altLang="en-US"/>
          </a:p>
        </p:txBody>
      </p:sp>
      <p:sp>
        <p:nvSpPr>
          <p:cNvPr id="5" name="灯片编号占位符 4"/>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7" name="文本框 6"/>
          <p:cNvSpPr txBox="1"/>
          <p:nvPr/>
        </p:nvSpPr>
        <p:spPr>
          <a:xfrm>
            <a:off x="667042" y="3008865"/>
            <a:ext cx="7820465" cy="455253"/>
          </a:xfrm>
          <a:prstGeom prst="rect">
            <a:avLst/>
          </a:prstGeom>
          <a:noFill/>
        </p:spPr>
        <p:txBody>
          <a:bodyPr wrap="square">
            <a:spAutoFit/>
          </a:bodyPr>
          <a:lstStyle/>
          <a:p>
            <a:pPr marL="285750" indent="-285750">
              <a:lnSpc>
                <a:spcPct val="150000"/>
              </a:lnSpc>
              <a:buClr>
                <a:srgbClr val="0070C0"/>
              </a:buClr>
              <a:buFont typeface="Wingdings" panose="05000000000000000000" pitchFamily="2" charset="2"/>
              <a:buChar char="n"/>
            </a:pPr>
            <a:r>
              <a:rPr lang="zh-CN" altLang="en-US" b="0">
                <a:latin typeface="Times New Roman" panose="02020503050405090304" pitchFamily="18" charset="0"/>
                <a:cs typeface="Times New Roman" panose="02020503050405090304" pitchFamily="18" charset="0"/>
              </a:rPr>
              <a:t>即使目前强大的模型</a:t>
            </a:r>
            <a:r>
              <a:rPr lang="en-US" altLang="zh-CN" b="0">
                <a:latin typeface="Times New Roman" panose="02020503050405090304" pitchFamily="18" charset="0"/>
                <a:cs typeface="Times New Roman" panose="02020503050405090304" pitchFamily="18" charset="0"/>
              </a:rPr>
              <a:t>GPT</a:t>
            </a:r>
            <a:r>
              <a:rPr lang="zh-CN" altLang="en-US" b="0">
                <a:latin typeface="Times New Roman" panose="02020503050405090304" pitchFamily="18" charset="0"/>
                <a:cs typeface="Times New Roman" panose="02020503050405090304" pitchFamily="18" charset="0"/>
              </a:rPr>
              <a:t>也依然采用最朴素的</a:t>
            </a:r>
            <a:r>
              <a:rPr lang="zh-CN" altLang="en-US" sz="1800" b="0">
                <a:latin typeface="Times New Roman" panose="02020503050405090304" pitchFamily="18" charset="0"/>
                <a:ea typeface="宋体" pitchFamily="2" charset="-122"/>
                <a:cs typeface="Times New Roman" panose="02020503050405090304" pitchFamily="18" charset="0"/>
              </a:rPr>
              <a:t>语言模型思想来建模  </a:t>
            </a:r>
            <a:endParaRPr lang="en-US" altLang="zh-CN" sz="1800" b="0" dirty="0">
              <a:latin typeface="Times New Roman" panose="02020503050405090304" pitchFamily="18" charset="0"/>
              <a:ea typeface="宋体" pitchFamily="2" charset="-122"/>
              <a:cs typeface="Times New Roman" panose="0202050305040509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descr="7b0a202020202262756c6c6574223a20227b5c2263617465676f727949645c223a31303030362c5c2274656d706c61746549645c223a32303233313236327d220a7d0a"/>
          <p:cNvSpPr txBox="1"/>
          <p:nvPr/>
        </p:nvSpPr>
        <p:spPr>
          <a:xfrm>
            <a:off x="398149" y="1017395"/>
            <a:ext cx="8244167" cy="3000245"/>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defTabSz="685800">
              <a:lnSpc>
                <a:spcPct val="150000"/>
              </a:lnSpc>
              <a:tabLst>
                <a:tab pos="358140" algn="l"/>
              </a:tabLst>
            </a:pPr>
            <a:r>
              <a:rPr lang="en-US" altLang="zh-CN">
                <a:latin typeface="Times New Roman" panose="02020503050405090304" pitchFamily="18" charset="0"/>
                <a:ea typeface="宋体" pitchFamily="2" charset="-122"/>
              </a:rPr>
              <a:t>       </a:t>
            </a:r>
            <a:r>
              <a:rPr lang="zh-CN" altLang="en-US">
                <a:latin typeface="Times New Roman" panose="02020503050405090304" pitchFamily="18" charset="0"/>
                <a:ea typeface="宋体" pitchFamily="2" charset="-122"/>
              </a:rPr>
              <a:t>  </a:t>
            </a:r>
            <a:r>
              <a:rPr lang="en-US" altLang="zh-CN" sz="1600">
                <a:solidFill>
                  <a:srgbClr val="FF0000"/>
                </a:solidFill>
                <a:latin typeface="Times New Roman" panose="02020503050405090304" pitchFamily="18" charset="0"/>
                <a:ea typeface="宋体" pitchFamily="2" charset="-122"/>
              </a:rPr>
              <a:t>N-gram</a:t>
            </a:r>
            <a:r>
              <a:rPr lang="zh-CN" altLang="en-US" sz="1600">
                <a:solidFill>
                  <a:srgbClr val="FF0000"/>
                </a:solidFill>
                <a:latin typeface="Times New Roman" panose="02020503050405090304" pitchFamily="18" charset="0"/>
                <a:ea typeface="宋体" pitchFamily="2" charset="-122"/>
              </a:rPr>
              <a:t>模型</a:t>
            </a:r>
            <a:r>
              <a:rPr lang="zh-CN" altLang="en-US" sz="1600">
                <a:latin typeface="Times New Roman" panose="02020503050405090304" pitchFamily="18" charset="0"/>
                <a:ea typeface="宋体" pitchFamily="2" charset="-122"/>
              </a:rPr>
              <a:t>称为</a:t>
            </a:r>
            <a:r>
              <a:rPr lang="en-US" altLang="zh-CN" sz="1600">
                <a:solidFill>
                  <a:srgbClr val="FF0000"/>
                </a:solidFill>
                <a:latin typeface="Times New Roman" panose="02020503050405090304" pitchFamily="18" charset="0"/>
                <a:ea typeface="宋体" pitchFamily="2" charset="-122"/>
              </a:rPr>
              <a:t>N</a:t>
            </a:r>
            <a:r>
              <a:rPr lang="zh-CN" altLang="en-US" sz="1600">
                <a:solidFill>
                  <a:srgbClr val="FF0000"/>
                </a:solidFill>
                <a:latin typeface="Times New Roman" panose="02020503050405090304" pitchFamily="18" charset="0"/>
                <a:ea typeface="宋体" pitchFamily="2" charset="-122"/>
              </a:rPr>
              <a:t>元</a:t>
            </a:r>
            <a:r>
              <a:rPr lang="zh-CN" altLang="en-US" sz="1600" dirty="0">
                <a:solidFill>
                  <a:srgbClr val="FF0000"/>
                </a:solidFill>
                <a:latin typeface="Times New Roman" panose="02020503050405090304" pitchFamily="18" charset="0"/>
                <a:ea typeface="宋体" pitchFamily="2" charset="-122"/>
              </a:rPr>
              <a:t>模型</a:t>
            </a:r>
            <a:r>
              <a:rPr lang="zh-CN" altLang="en-US" sz="1600" dirty="0">
                <a:latin typeface="Times New Roman" panose="02020503050405090304" pitchFamily="18" charset="0"/>
                <a:ea typeface="宋体" pitchFamily="2" charset="-122"/>
              </a:rPr>
              <a:t>，它是一</a:t>
            </a:r>
            <a:r>
              <a:rPr lang="zh-CN" altLang="en-US" sz="1600">
                <a:latin typeface="Times New Roman" panose="02020503050405090304" pitchFamily="18" charset="0"/>
                <a:ea typeface="宋体" pitchFamily="2" charset="-122"/>
              </a:rPr>
              <a:t>种语言模型，该模型</a:t>
            </a:r>
            <a:r>
              <a:rPr lang="zh-CN" altLang="en-US" sz="1600" dirty="0">
                <a:latin typeface="Times New Roman" panose="02020503050405090304" pitchFamily="18" charset="0"/>
                <a:ea typeface="宋体" pitchFamily="2" charset="-122"/>
              </a:rPr>
              <a:t>是一个</a:t>
            </a:r>
            <a:r>
              <a:rPr lang="zh-CN" altLang="en-US" sz="1600" dirty="0">
                <a:solidFill>
                  <a:srgbClr val="FF0000"/>
                </a:solidFill>
                <a:latin typeface="Times New Roman" panose="02020503050405090304" pitchFamily="18" charset="0"/>
                <a:ea typeface="宋体" pitchFamily="2" charset="-122"/>
              </a:rPr>
              <a:t>基于概率的判别模型</a:t>
            </a:r>
            <a:r>
              <a:rPr lang="zh-CN" altLang="en-US" sz="1600" dirty="0">
                <a:latin typeface="Times New Roman" panose="02020503050405090304" pitchFamily="18" charset="0"/>
                <a:ea typeface="宋体" pitchFamily="2" charset="-122"/>
              </a:rPr>
              <a:t>，其输入是一句话（词的顺序序列），输出是这句话的概率， 即这句话里</a:t>
            </a:r>
            <a:r>
              <a:rPr lang="zh-CN" altLang="en-US" sz="1600" dirty="0">
                <a:solidFill>
                  <a:srgbClr val="FF0000"/>
                </a:solidFill>
                <a:latin typeface="Times New Roman" panose="02020503050405090304" pitchFamily="18" charset="0"/>
                <a:ea typeface="宋体" pitchFamily="2" charset="-122"/>
              </a:rPr>
              <a:t>所有词的联合概率</a:t>
            </a:r>
            <a:r>
              <a:rPr lang="zh-CN" altLang="en-US" sz="1600" dirty="0">
                <a:latin typeface="Times New Roman" panose="02020503050405090304" pitchFamily="18" charset="0"/>
                <a:ea typeface="宋体" pitchFamily="2" charset="-122"/>
              </a:rPr>
              <a:t>。</a:t>
            </a:r>
            <a:endParaRPr lang="en-US" altLang="zh-CN" sz="1600" dirty="0">
              <a:latin typeface="Times New Roman" panose="02020503050405090304" pitchFamily="18" charset="0"/>
              <a:ea typeface="宋体" pitchFamily="2" charset="-122"/>
            </a:endParaRPr>
          </a:p>
          <a:p>
            <a:pPr defTabSz="685800">
              <a:lnSpc>
                <a:spcPct val="150000"/>
              </a:lnSpc>
              <a:tabLst>
                <a:tab pos="358140" algn="l"/>
              </a:tabLst>
            </a:pPr>
            <a:r>
              <a:rPr lang="zh-CN" altLang="en-US" sz="1600" dirty="0">
                <a:latin typeface="Times New Roman" panose="02020503050405090304" pitchFamily="18" charset="0"/>
                <a:ea typeface="宋体" pitchFamily="2" charset="-122"/>
              </a:rPr>
              <a:t>       在分词中</a:t>
            </a:r>
            <a:r>
              <a:rPr lang="zh-CN" altLang="en-US" sz="1600">
                <a:latin typeface="Times New Roman" panose="02020503050405090304" pitchFamily="18" charset="0"/>
                <a:ea typeface="宋体" pitchFamily="2" charset="-122"/>
              </a:rPr>
              <a:t>应用 </a:t>
            </a:r>
            <a:r>
              <a:rPr lang="en-US" altLang="zh-CN" sz="1600">
                <a:latin typeface="Times New Roman" panose="02020503050405090304" pitchFamily="18" charset="0"/>
                <a:ea typeface="宋体" pitchFamily="2" charset="-122"/>
              </a:rPr>
              <a:t>N-gram</a:t>
            </a:r>
            <a:r>
              <a:rPr lang="zh-CN" altLang="en-US" sz="1600">
                <a:latin typeface="Times New Roman" panose="02020503050405090304" pitchFamily="18" charset="0"/>
                <a:ea typeface="宋体" pitchFamily="2" charset="-122"/>
              </a:rPr>
              <a:t>模型</a:t>
            </a:r>
            <a:r>
              <a:rPr lang="zh-CN" altLang="en-US" sz="1600" dirty="0">
                <a:latin typeface="Times New Roman" panose="02020503050405090304" pitchFamily="18" charset="0"/>
                <a:ea typeface="宋体" pitchFamily="2" charset="-122"/>
              </a:rPr>
              <a:t>是将文本里的内容按照字节进行</a:t>
            </a:r>
            <a:r>
              <a:rPr lang="zh-CN" altLang="en-US" sz="1600">
                <a:latin typeface="Times New Roman" panose="02020503050405090304" pitchFamily="18" charset="0"/>
                <a:ea typeface="宋体" pitchFamily="2" charset="-122"/>
              </a:rPr>
              <a:t>大小为</a:t>
            </a:r>
            <a:r>
              <a:rPr lang="en-US" altLang="zh-CN" sz="1600">
                <a:latin typeface="Times New Roman" panose="02020503050405090304" pitchFamily="18" charset="0"/>
                <a:ea typeface="宋体" pitchFamily="2" charset="-122"/>
              </a:rPr>
              <a:t>N</a:t>
            </a:r>
            <a:r>
              <a:rPr lang="zh-CN" altLang="en-US" sz="1600">
                <a:latin typeface="Times New Roman" panose="02020503050405090304" pitchFamily="18" charset="0"/>
                <a:ea typeface="宋体" pitchFamily="2" charset="-122"/>
              </a:rPr>
              <a:t>的</a:t>
            </a:r>
            <a:r>
              <a:rPr lang="zh-CN" altLang="en-US" sz="1600" dirty="0">
                <a:latin typeface="Times New Roman" panose="02020503050405090304" pitchFamily="18" charset="0"/>
                <a:ea typeface="宋体" pitchFamily="2" charset="-122"/>
              </a:rPr>
              <a:t>滑动窗口操作， 形成</a:t>
            </a:r>
            <a:r>
              <a:rPr lang="zh-CN" altLang="en-US" sz="1600">
                <a:latin typeface="Times New Roman" panose="02020503050405090304" pitchFamily="18" charset="0"/>
                <a:ea typeface="宋体" pitchFamily="2" charset="-122"/>
              </a:rPr>
              <a:t>长度为</a:t>
            </a:r>
            <a:r>
              <a:rPr lang="en-US" altLang="zh-CN" sz="1600">
                <a:latin typeface="Times New Roman" panose="02020503050405090304" pitchFamily="18" charset="0"/>
                <a:ea typeface="宋体" pitchFamily="2" charset="-122"/>
              </a:rPr>
              <a:t>N</a:t>
            </a:r>
            <a:r>
              <a:rPr lang="zh-CN" altLang="en-US" sz="1600">
                <a:latin typeface="Times New Roman" panose="02020503050405090304" pitchFamily="18" charset="0"/>
                <a:ea typeface="宋体" pitchFamily="2" charset="-122"/>
              </a:rPr>
              <a:t>的</a:t>
            </a:r>
            <a:r>
              <a:rPr lang="zh-CN" altLang="en-US" sz="1600" dirty="0">
                <a:latin typeface="Times New Roman" panose="02020503050405090304" pitchFamily="18" charset="0"/>
                <a:ea typeface="宋体" pitchFamily="2" charset="-122"/>
              </a:rPr>
              <a:t>字节片段序列。每一个字节</a:t>
            </a:r>
            <a:r>
              <a:rPr lang="zh-CN" altLang="en-US" sz="1600">
                <a:latin typeface="Times New Roman" panose="02020503050405090304" pitchFamily="18" charset="0"/>
                <a:ea typeface="宋体" pitchFamily="2" charset="-122"/>
              </a:rPr>
              <a:t>片段称为</a:t>
            </a:r>
            <a:r>
              <a:rPr lang="en-US" altLang="zh-CN" sz="1600">
                <a:latin typeface="Times New Roman" panose="02020503050405090304" pitchFamily="18" charset="0"/>
                <a:ea typeface="宋体" pitchFamily="2" charset="-122"/>
              </a:rPr>
              <a:t>gram</a:t>
            </a:r>
            <a:r>
              <a:rPr lang="zh-CN" altLang="en-US" sz="1600" dirty="0">
                <a:latin typeface="Times New Roman" panose="02020503050405090304" pitchFamily="18" charset="0"/>
                <a:ea typeface="宋体" pitchFamily="2" charset="-122"/>
              </a:rPr>
              <a:t>，</a:t>
            </a:r>
            <a:r>
              <a:rPr lang="zh-CN" altLang="en-US" sz="1600">
                <a:latin typeface="Times New Roman" panose="02020503050405090304" pitchFamily="18" charset="0"/>
                <a:ea typeface="宋体" pitchFamily="2" charset="-122"/>
              </a:rPr>
              <a:t>对所有</a:t>
            </a:r>
            <a:r>
              <a:rPr lang="en-US" altLang="zh-CN" sz="1600">
                <a:latin typeface="Times New Roman" panose="02020503050405090304" pitchFamily="18" charset="0"/>
                <a:ea typeface="宋体" pitchFamily="2" charset="-122"/>
              </a:rPr>
              <a:t>gram</a:t>
            </a:r>
            <a:r>
              <a:rPr lang="zh-CN" altLang="en-US" sz="1600">
                <a:latin typeface="Times New Roman" panose="02020503050405090304" pitchFamily="18" charset="0"/>
                <a:ea typeface="宋体" pitchFamily="2" charset="-122"/>
              </a:rPr>
              <a:t>的</a:t>
            </a:r>
            <a:r>
              <a:rPr lang="zh-CN" altLang="en-US" sz="1600" dirty="0">
                <a:latin typeface="Times New Roman" panose="02020503050405090304" pitchFamily="18" charset="0"/>
                <a:ea typeface="宋体" pitchFamily="2" charset="-122"/>
              </a:rPr>
              <a:t>出现频率进行统计，并且按照事先设定好的阈值进行过滤，</a:t>
            </a:r>
            <a:r>
              <a:rPr lang="zh-CN" altLang="en-US" sz="1600">
                <a:latin typeface="Times New Roman" panose="02020503050405090304" pitchFamily="18" charset="0"/>
                <a:ea typeface="宋体" pitchFamily="2" charset="-122"/>
              </a:rPr>
              <a:t>形成关键</a:t>
            </a:r>
            <a:r>
              <a:rPr lang="en-US" altLang="zh-CN" sz="1600">
                <a:latin typeface="Times New Roman" panose="02020503050405090304" pitchFamily="18" charset="0"/>
                <a:ea typeface="宋体" pitchFamily="2" charset="-122"/>
              </a:rPr>
              <a:t>gram</a:t>
            </a:r>
            <a:r>
              <a:rPr lang="zh-CN" altLang="en-US" sz="1600">
                <a:latin typeface="Times New Roman" panose="02020503050405090304" pitchFamily="18" charset="0"/>
                <a:ea typeface="宋体" pitchFamily="2" charset="-122"/>
              </a:rPr>
              <a:t>列表</a:t>
            </a:r>
            <a:r>
              <a:rPr lang="zh-CN" altLang="en-US" sz="1600" dirty="0">
                <a:latin typeface="Times New Roman" panose="02020503050405090304" pitchFamily="18" charset="0"/>
                <a:ea typeface="宋体" pitchFamily="2" charset="-122"/>
              </a:rPr>
              <a:t>，即该文本的向量特征空间，列表中的每</a:t>
            </a:r>
            <a:r>
              <a:rPr lang="zh-CN" altLang="en-US" sz="1600">
                <a:latin typeface="Times New Roman" panose="02020503050405090304" pitchFamily="18" charset="0"/>
                <a:ea typeface="宋体" pitchFamily="2" charset="-122"/>
              </a:rPr>
              <a:t>一种</a:t>
            </a:r>
            <a:r>
              <a:rPr lang="en-US" altLang="zh-CN" sz="1600">
                <a:latin typeface="Times New Roman" panose="02020503050405090304" pitchFamily="18" charset="0"/>
                <a:ea typeface="宋体" pitchFamily="2" charset="-122"/>
              </a:rPr>
              <a:t>gram</a:t>
            </a:r>
            <a:r>
              <a:rPr lang="zh-CN" altLang="en-US" sz="1600">
                <a:latin typeface="Times New Roman" panose="02020503050405090304" pitchFamily="18" charset="0"/>
                <a:ea typeface="宋体" pitchFamily="2" charset="-122"/>
              </a:rPr>
              <a:t>就是</a:t>
            </a:r>
            <a:r>
              <a:rPr lang="zh-CN" altLang="en-US" sz="1600" dirty="0">
                <a:latin typeface="Times New Roman" panose="02020503050405090304" pitchFamily="18" charset="0"/>
                <a:ea typeface="宋体" pitchFamily="2" charset="-122"/>
              </a:rPr>
              <a:t>一个特征向量维度。 </a:t>
            </a:r>
            <a:endParaRPr lang="en-US" altLang="zh-CN" sz="1600" dirty="0">
              <a:latin typeface="Times New Roman" panose="02020503050405090304" pitchFamily="18" charset="0"/>
              <a:ea typeface="宋体" pitchFamily="2" charset="-122"/>
            </a:endParaRPr>
          </a:p>
          <a:p>
            <a:pPr defTabSz="685800">
              <a:lnSpc>
                <a:spcPct val="150000"/>
              </a:lnSpc>
              <a:tabLst>
                <a:tab pos="358140" algn="l"/>
              </a:tabLst>
            </a:pPr>
            <a:r>
              <a:rPr lang="en-US" altLang="zh-CN" sz="1600">
                <a:latin typeface="Times New Roman" panose="02020503050405090304" pitchFamily="18" charset="0"/>
                <a:ea typeface="宋体" pitchFamily="2" charset="-122"/>
              </a:rPr>
              <a:t>       N-gram</a:t>
            </a:r>
            <a:r>
              <a:rPr lang="zh-CN" altLang="en-US" sz="1600">
                <a:latin typeface="Times New Roman" panose="02020503050405090304" pitchFamily="18" charset="0"/>
                <a:ea typeface="宋体" pitchFamily="2" charset="-122"/>
              </a:rPr>
              <a:t>模型</a:t>
            </a:r>
            <a:r>
              <a:rPr lang="zh-CN" altLang="en-US" sz="1600" dirty="0">
                <a:latin typeface="Times New Roman" panose="02020503050405090304" pitchFamily="18" charset="0"/>
                <a:ea typeface="宋体" pitchFamily="2" charset="-122"/>
              </a:rPr>
              <a:t>可应用在文化研究、分词应用、语音识别、输入法、词性标注、垃圾短信分类、机器翻译、语音识别、模糊匹配等领域。</a:t>
            </a:r>
            <a:endParaRPr lang="zh-CN" altLang="en-US" sz="1600" dirty="0">
              <a:latin typeface="Times New Roman" panose="02020503050405090304" pitchFamily="18" charset="0"/>
              <a:ea typeface="宋体" pitchFamily="2" charset="-122"/>
            </a:endParaRPr>
          </a:p>
        </p:txBody>
      </p:sp>
      <p:sp>
        <p:nvSpPr>
          <p:cNvPr id="6" name="标题 5"/>
          <p:cNvSpPr>
            <a:spLocks noGrp="1"/>
          </p:cNvSpPr>
          <p:nvPr>
            <p:ph type="title"/>
          </p:nvPr>
        </p:nvSpPr>
        <p:spPr/>
        <p:txBody>
          <a:bodyPr/>
          <a:lstStyle/>
          <a:p>
            <a:r>
              <a:rPr lang="en-US" altLang="zh-CN" sz="2400" b="1">
                <a:solidFill>
                  <a:srgbClr val="004C41"/>
                </a:solidFill>
                <a:ea typeface="宋体" pitchFamily="2" charset="-122"/>
                <a:cs typeface="+mn-ea"/>
                <a:sym typeface="+mn-lt"/>
              </a:rPr>
              <a:t>1.</a:t>
            </a:r>
            <a:r>
              <a:rPr lang="zh-CN" altLang="en-US" sz="2400" b="1">
                <a:solidFill>
                  <a:srgbClr val="004C41"/>
                </a:solidFill>
                <a:ea typeface="宋体" pitchFamily="2" charset="-122"/>
                <a:cs typeface="+mn-ea"/>
                <a:sym typeface="+mn-lt"/>
              </a:rPr>
              <a:t> </a:t>
            </a:r>
            <a:r>
              <a:rPr lang="en-US" altLang="zh-CN" sz="2400" b="1">
                <a:solidFill>
                  <a:srgbClr val="004C41"/>
                </a:solidFill>
                <a:ea typeface="宋体" pitchFamily="2" charset="-122"/>
                <a:cs typeface="+mn-ea"/>
                <a:sym typeface="+mn-lt"/>
              </a:rPr>
              <a:t>N-gram</a:t>
            </a:r>
            <a:r>
              <a:rPr lang="zh-CN" altLang="en-US" sz="2400" b="1">
                <a:solidFill>
                  <a:srgbClr val="004C41"/>
                </a:solidFill>
                <a:ea typeface="宋体" pitchFamily="2" charset="-122"/>
                <a:cs typeface="+mn-ea"/>
                <a:sym typeface="+mn-lt"/>
              </a:rPr>
              <a:t>模型</a:t>
            </a:r>
            <a:endParaRPr lang="zh-CN" altLang="en-US">
              <a:ea typeface="宋体" pitchFamily="2" charset="-122"/>
            </a:endParaRPr>
          </a:p>
        </p:txBody>
      </p:sp>
      <p:sp>
        <p:nvSpPr>
          <p:cNvPr id="3" name="日期占位符 2"/>
          <p:cNvSpPr>
            <a:spLocks noGrp="1"/>
          </p:cNvSpPr>
          <p:nvPr>
            <p:ph type="dt" sz="half" idx="10"/>
          </p:nvPr>
        </p:nvSpPr>
        <p:spPr/>
        <p:txBody>
          <a:bodyPr/>
          <a:lstStyle/>
          <a:p>
            <a:fld id="{315B0265-47C7-4828-B139-288F781BB445}"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5" name="灯片编号占位符 4"/>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2"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animBg="1"/>
      <p:bldP spid="4" grpId="2" bldLvl="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descr="7b0a202020202262756c6c6574223a20227b5c2263617465676f727949645c223a31303030362c5c2274656d706c61746549645c223a32303233313236327d220a7d0a"/>
          <p:cNvSpPr txBox="1"/>
          <p:nvPr/>
        </p:nvSpPr>
        <p:spPr>
          <a:xfrm>
            <a:off x="457200" y="943740"/>
            <a:ext cx="8489092" cy="3363741"/>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indent="457200">
              <a:lnSpc>
                <a:spcPct val="150000"/>
              </a:lnSpc>
            </a:pPr>
            <a:r>
              <a:rPr lang="en-US" altLang="zh-CN" sz="1800">
                <a:latin typeface="Times New Roman" panose="02020503050405090304" pitchFamily="18" charset="0"/>
                <a:ea typeface="宋体" pitchFamily="2" charset="-122"/>
              </a:rPr>
              <a:t> </a:t>
            </a:r>
            <a:r>
              <a:rPr lang="en-US" altLang="zh-CN" sz="1800">
                <a:solidFill>
                  <a:srgbClr val="FF0000"/>
                </a:solidFill>
                <a:latin typeface="Times New Roman" panose="02020503050405090304" pitchFamily="18" charset="0"/>
                <a:ea typeface="宋体" pitchFamily="2" charset="-122"/>
              </a:rPr>
              <a:t>N-gram</a:t>
            </a:r>
            <a:r>
              <a:rPr lang="zh-CN" altLang="en-US" sz="1800">
                <a:solidFill>
                  <a:srgbClr val="FF0000"/>
                </a:solidFill>
                <a:latin typeface="Times New Roman" panose="02020503050405090304" pitchFamily="18" charset="0"/>
                <a:ea typeface="宋体" pitchFamily="2" charset="-122"/>
              </a:rPr>
              <a:t>模型</a:t>
            </a:r>
            <a:r>
              <a:rPr lang="zh-CN" altLang="en-US" sz="1800">
                <a:solidFill>
                  <a:srgbClr val="0000FF"/>
                </a:solidFill>
                <a:latin typeface="Times New Roman" panose="02020503050405090304" pitchFamily="18" charset="0"/>
                <a:ea typeface="宋体" pitchFamily="2" charset="-122"/>
              </a:rPr>
              <a:t>假设</a:t>
            </a:r>
            <a:r>
              <a:rPr lang="zh-CN" altLang="en-US" sz="1800" dirty="0">
                <a:solidFill>
                  <a:srgbClr val="0000FF"/>
                </a:solidFill>
                <a:latin typeface="Times New Roman" panose="02020503050405090304" pitchFamily="18" charset="0"/>
                <a:ea typeface="宋体" pitchFamily="2" charset="-122"/>
              </a:rPr>
              <a:t>每个词的出现只与它</a:t>
            </a:r>
            <a:r>
              <a:rPr lang="zh-CN" altLang="en-US" sz="1800">
                <a:solidFill>
                  <a:srgbClr val="0000FF"/>
                </a:solidFill>
                <a:latin typeface="Times New Roman" panose="02020503050405090304" pitchFamily="18" charset="0"/>
                <a:ea typeface="宋体" pitchFamily="2" charset="-122"/>
              </a:rPr>
              <a:t>之前的</a:t>
            </a:r>
            <a:r>
              <a:rPr lang="en-US" altLang="zh-CN" sz="1800">
                <a:solidFill>
                  <a:srgbClr val="FF0000"/>
                </a:solidFill>
                <a:latin typeface="Times New Roman" panose="02020503050405090304" pitchFamily="18" charset="0"/>
                <a:ea typeface="宋体" pitchFamily="2" charset="-122"/>
              </a:rPr>
              <a:t>N-1</a:t>
            </a:r>
            <a:r>
              <a:rPr lang="zh-CN" altLang="en-US" sz="1800">
                <a:solidFill>
                  <a:srgbClr val="0000FF"/>
                </a:solidFill>
                <a:latin typeface="Times New Roman" panose="02020503050405090304" pitchFamily="18" charset="0"/>
                <a:ea typeface="宋体" pitchFamily="2" charset="-122"/>
              </a:rPr>
              <a:t>个</a:t>
            </a:r>
            <a:r>
              <a:rPr lang="zh-CN" altLang="en-US" sz="1800" dirty="0">
                <a:solidFill>
                  <a:srgbClr val="0000FF"/>
                </a:solidFill>
                <a:latin typeface="Times New Roman" panose="02020503050405090304" pitchFamily="18" charset="0"/>
                <a:ea typeface="宋体" pitchFamily="2" charset="-122"/>
              </a:rPr>
              <a:t>词相关</a:t>
            </a:r>
            <a:r>
              <a:rPr lang="zh-CN" altLang="en-US" sz="1800" dirty="0">
                <a:latin typeface="Times New Roman" panose="02020503050405090304" pitchFamily="18" charset="0"/>
                <a:ea typeface="宋体" pitchFamily="2" charset="-122"/>
              </a:rPr>
              <a:t>，通过大量的语料统计便可以得知句子中每个词的出现概率，继而计算出整个句子的出现概率。如果一个句子的出现概率越大，则越符合自然语言的规律。 </a:t>
            </a:r>
            <a:endParaRPr lang="zh-CN" altLang="en-US" sz="1800" dirty="0">
              <a:latin typeface="Times New Roman" panose="02020503050405090304" pitchFamily="18" charset="0"/>
              <a:ea typeface="宋体" pitchFamily="2" charset="-122"/>
            </a:endParaRPr>
          </a:p>
          <a:p>
            <a:pPr>
              <a:lnSpc>
                <a:spcPct val="150000"/>
              </a:lnSpc>
            </a:pPr>
            <a:r>
              <a:rPr lang="zh-CN" altLang="en-US" sz="1800">
                <a:latin typeface="Times New Roman" panose="02020503050405090304" pitchFamily="18" charset="0"/>
                <a:ea typeface="宋体" pitchFamily="2" charset="-122"/>
              </a:rPr>
              <a:t> </a:t>
            </a:r>
            <a:r>
              <a:rPr lang="en-US" altLang="zh-CN" sz="1800">
                <a:latin typeface="Times New Roman" panose="02020503050405090304" pitchFamily="18" charset="0"/>
                <a:ea typeface="宋体" pitchFamily="2" charset="-122"/>
              </a:rPr>
              <a:t>      </a:t>
            </a:r>
            <a:r>
              <a:rPr lang="zh-CN" altLang="en-US" sz="1800">
                <a:latin typeface="Times New Roman" panose="02020503050405090304" pitchFamily="18" charset="0"/>
                <a:ea typeface="宋体" pitchFamily="2" charset="-122"/>
              </a:rPr>
              <a:t>通常</a:t>
            </a:r>
            <a:r>
              <a:rPr lang="en-US" altLang="zh-CN" sz="1800">
                <a:latin typeface="Times New Roman" panose="02020503050405090304" pitchFamily="18" charset="0"/>
                <a:ea typeface="宋体" pitchFamily="2" charset="-122"/>
              </a:rPr>
              <a:t>N</a:t>
            </a:r>
            <a:r>
              <a:rPr lang="zh-CN" altLang="en-US" sz="1800">
                <a:latin typeface="Times New Roman" panose="02020503050405090304" pitchFamily="18" charset="0"/>
                <a:ea typeface="宋体" pitchFamily="2" charset="-122"/>
              </a:rPr>
              <a:t>可以取</a:t>
            </a:r>
            <a:r>
              <a:rPr lang="en-US" altLang="zh-CN" sz="1800">
                <a:latin typeface="Times New Roman" panose="02020503050405090304" pitchFamily="18" charset="0"/>
                <a:ea typeface="宋体" pitchFamily="2" charset="-122"/>
              </a:rPr>
              <a:t>1</a:t>
            </a:r>
            <a:r>
              <a:rPr lang="zh-CN" altLang="en-US" sz="1800" dirty="0">
                <a:latin typeface="Times New Roman" panose="02020503050405090304" pitchFamily="18" charset="0"/>
                <a:ea typeface="宋体" pitchFamily="2" charset="-122"/>
              </a:rPr>
              <a:t>、</a:t>
            </a:r>
            <a:r>
              <a:rPr lang="en-US" altLang="zh-CN" sz="1800" dirty="0">
                <a:latin typeface="Times New Roman" panose="02020503050405090304" pitchFamily="18" charset="0"/>
                <a:ea typeface="宋体" pitchFamily="2" charset="-122"/>
              </a:rPr>
              <a:t>2</a:t>
            </a:r>
            <a:r>
              <a:rPr lang="zh-CN" altLang="en-US" sz="1800" dirty="0">
                <a:latin typeface="Times New Roman" panose="02020503050405090304" pitchFamily="18" charset="0"/>
                <a:ea typeface="宋体" pitchFamily="2" charset="-122"/>
              </a:rPr>
              <a:t>、</a:t>
            </a:r>
            <a:r>
              <a:rPr lang="en-US" altLang="zh-CN" sz="1800" dirty="0">
                <a:latin typeface="Times New Roman" panose="02020503050405090304" pitchFamily="18" charset="0"/>
                <a:ea typeface="宋体" pitchFamily="2" charset="-122"/>
              </a:rPr>
              <a:t>3</a:t>
            </a:r>
            <a:r>
              <a:rPr lang="zh-CN" altLang="en-US" sz="1800" dirty="0">
                <a:latin typeface="Times New Roman" panose="02020503050405090304" pitchFamily="18" charset="0"/>
                <a:ea typeface="宋体" pitchFamily="2" charset="-122"/>
              </a:rPr>
              <a:t>、</a:t>
            </a:r>
            <a:r>
              <a:rPr lang="en-US" altLang="zh-CN" sz="1800" dirty="0">
                <a:latin typeface="Times New Roman" panose="02020503050405090304" pitchFamily="18" charset="0"/>
                <a:ea typeface="宋体" pitchFamily="2" charset="-122"/>
              </a:rPr>
              <a:t>4</a:t>
            </a:r>
            <a:r>
              <a:rPr lang="zh-CN" altLang="en-US" sz="1800">
                <a:latin typeface="Times New Roman" panose="02020503050405090304" pitchFamily="18" charset="0"/>
                <a:ea typeface="宋体" pitchFamily="2" charset="-122"/>
              </a:rPr>
              <a:t>， 其中</a:t>
            </a:r>
            <a:r>
              <a:rPr lang="en-US" altLang="zh-CN" sz="1800">
                <a:latin typeface="Times New Roman" panose="02020503050405090304" pitchFamily="18" charset="0"/>
                <a:ea typeface="宋体" pitchFamily="2" charset="-122"/>
              </a:rPr>
              <a:t>N</a:t>
            </a:r>
            <a:r>
              <a:rPr lang="zh-CN" altLang="en-US" sz="1800">
                <a:latin typeface="Times New Roman" panose="02020503050405090304" pitchFamily="18" charset="0"/>
                <a:ea typeface="宋体" pitchFamily="2" charset="-122"/>
              </a:rPr>
              <a:t>取</a:t>
            </a:r>
            <a:r>
              <a:rPr lang="en-US" altLang="zh-CN" sz="1800">
                <a:latin typeface="Times New Roman" panose="02020503050405090304" pitchFamily="18" charset="0"/>
                <a:ea typeface="宋体" pitchFamily="2" charset="-122"/>
              </a:rPr>
              <a:t>1</a:t>
            </a:r>
            <a:r>
              <a:rPr lang="zh-CN" altLang="en-US" sz="1800" dirty="0">
                <a:latin typeface="Times New Roman" panose="02020503050405090304" pitchFamily="18" charset="0"/>
                <a:ea typeface="宋体" pitchFamily="2" charset="-122"/>
              </a:rPr>
              <a:t>、</a:t>
            </a:r>
            <a:r>
              <a:rPr lang="en-US" altLang="zh-CN" sz="1800" dirty="0">
                <a:latin typeface="Times New Roman" panose="02020503050405090304" pitchFamily="18" charset="0"/>
                <a:ea typeface="宋体" pitchFamily="2" charset="-122"/>
              </a:rPr>
              <a:t>2</a:t>
            </a:r>
            <a:r>
              <a:rPr lang="zh-CN" altLang="en-US" sz="1800">
                <a:latin typeface="Times New Roman" panose="02020503050405090304" pitchFamily="18" charset="0"/>
                <a:ea typeface="宋体" pitchFamily="2" charset="-122"/>
              </a:rPr>
              <a:t>、</a:t>
            </a:r>
            <a:r>
              <a:rPr lang="en-US" altLang="zh-CN" sz="1800">
                <a:latin typeface="Times New Roman" panose="02020503050405090304" pitchFamily="18" charset="0"/>
                <a:ea typeface="宋体" pitchFamily="2" charset="-122"/>
              </a:rPr>
              <a:t>3</a:t>
            </a:r>
            <a:r>
              <a:rPr lang="zh-CN" altLang="en-US" sz="1800">
                <a:latin typeface="Times New Roman" panose="02020503050405090304" pitchFamily="18" charset="0"/>
                <a:ea typeface="宋体" pitchFamily="2" charset="-122"/>
              </a:rPr>
              <a:t>时分别称为</a:t>
            </a:r>
            <a:r>
              <a:rPr lang="en-US" altLang="zh-CN" sz="1800">
                <a:solidFill>
                  <a:srgbClr val="FF0000"/>
                </a:solidFill>
                <a:latin typeface="Times New Roman" panose="02020503050405090304" pitchFamily="18" charset="0"/>
                <a:ea typeface="宋体" pitchFamily="2" charset="-122"/>
              </a:rPr>
              <a:t>unigram</a:t>
            </a:r>
            <a:r>
              <a:rPr lang="zh-CN" altLang="en-US" sz="1800" dirty="0">
                <a:solidFill>
                  <a:srgbClr val="FF0000"/>
                </a:solidFill>
                <a:latin typeface="Times New Roman" panose="02020503050405090304" pitchFamily="18" charset="0"/>
                <a:ea typeface="宋体" pitchFamily="2" charset="-122"/>
              </a:rPr>
              <a:t>（一元分词）</a:t>
            </a:r>
            <a:r>
              <a:rPr lang="zh-CN" altLang="en-US" sz="1800" dirty="0">
                <a:latin typeface="Times New Roman" panose="02020503050405090304" pitchFamily="18" charset="0"/>
                <a:ea typeface="宋体" pitchFamily="2" charset="-122"/>
              </a:rPr>
              <a:t>、</a:t>
            </a:r>
            <a:r>
              <a:rPr lang="en-US" altLang="zh-CN" sz="1800" dirty="0">
                <a:solidFill>
                  <a:srgbClr val="FF0000"/>
                </a:solidFill>
                <a:latin typeface="Times New Roman" panose="02020503050405090304" pitchFamily="18" charset="0"/>
                <a:ea typeface="宋体" pitchFamily="2" charset="-122"/>
              </a:rPr>
              <a:t>bigram</a:t>
            </a:r>
            <a:r>
              <a:rPr lang="zh-CN" altLang="en-US" sz="1800" dirty="0">
                <a:solidFill>
                  <a:srgbClr val="FF0000"/>
                </a:solidFill>
                <a:latin typeface="Times New Roman" panose="02020503050405090304" pitchFamily="18" charset="0"/>
                <a:ea typeface="宋体" pitchFamily="2" charset="-122"/>
              </a:rPr>
              <a:t>（二元分词）</a:t>
            </a:r>
            <a:r>
              <a:rPr lang="zh-CN" altLang="en-US" sz="1800" dirty="0">
                <a:latin typeface="Times New Roman" panose="02020503050405090304" pitchFamily="18" charset="0"/>
                <a:ea typeface="宋体" pitchFamily="2" charset="-122"/>
              </a:rPr>
              <a:t>、</a:t>
            </a:r>
            <a:r>
              <a:rPr lang="en-US" altLang="zh-CN" sz="1800" dirty="0">
                <a:solidFill>
                  <a:srgbClr val="FF0000"/>
                </a:solidFill>
                <a:latin typeface="Times New Roman" panose="02020503050405090304" pitchFamily="18" charset="0"/>
                <a:ea typeface="宋体" pitchFamily="2" charset="-122"/>
              </a:rPr>
              <a:t>trigram</a:t>
            </a:r>
            <a:r>
              <a:rPr lang="zh-CN" altLang="en-US" sz="1800" dirty="0">
                <a:solidFill>
                  <a:srgbClr val="FF0000"/>
                </a:solidFill>
                <a:latin typeface="Times New Roman" panose="02020503050405090304" pitchFamily="18" charset="0"/>
                <a:ea typeface="宋体" pitchFamily="2" charset="-122"/>
              </a:rPr>
              <a:t>（三元分词）</a:t>
            </a:r>
            <a:r>
              <a:rPr lang="zh-CN" altLang="en-US" sz="1800" dirty="0">
                <a:latin typeface="Times New Roman" panose="02020503050405090304" pitchFamily="18" charset="0"/>
                <a:ea typeface="宋体" pitchFamily="2" charset="-122"/>
              </a:rPr>
              <a:t>， 最常用</a:t>
            </a:r>
            <a:r>
              <a:rPr lang="zh-CN" altLang="en-US" sz="1800">
                <a:latin typeface="Times New Roman" panose="02020503050405090304" pitchFamily="18" charset="0"/>
                <a:ea typeface="宋体" pitchFamily="2" charset="-122"/>
              </a:rPr>
              <a:t>的是</a:t>
            </a:r>
            <a:r>
              <a:rPr lang="en-US" altLang="zh-CN" sz="1800">
                <a:latin typeface="Times New Roman" panose="02020503050405090304" pitchFamily="18" charset="0"/>
                <a:ea typeface="宋体" pitchFamily="2" charset="-122"/>
              </a:rPr>
              <a:t>bigram</a:t>
            </a:r>
            <a:r>
              <a:rPr lang="zh-CN" altLang="en-US" sz="1800">
                <a:latin typeface="Times New Roman" panose="02020503050405090304" pitchFamily="18" charset="0"/>
                <a:ea typeface="宋体" pitchFamily="2" charset="-122"/>
              </a:rPr>
              <a:t>和</a:t>
            </a:r>
            <a:r>
              <a:rPr lang="en-US" altLang="zh-CN" sz="1800">
                <a:latin typeface="Times New Roman" panose="02020503050405090304" pitchFamily="18" charset="0"/>
                <a:ea typeface="宋体" pitchFamily="2" charset="-122"/>
              </a:rPr>
              <a:t>trigram</a:t>
            </a:r>
            <a:r>
              <a:rPr lang="zh-CN" altLang="en-US" sz="1800" dirty="0">
                <a:latin typeface="Times New Roman" panose="02020503050405090304" pitchFamily="18" charset="0"/>
                <a:ea typeface="宋体" pitchFamily="2" charset="-122"/>
              </a:rPr>
              <a:t>。</a:t>
            </a:r>
            <a:endParaRPr lang="zh-CN" altLang="en-US" sz="1800" dirty="0">
              <a:latin typeface="Times New Roman" panose="02020503050405090304" pitchFamily="18" charset="0"/>
              <a:ea typeface="宋体" pitchFamily="2" charset="-122"/>
            </a:endParaRPr>
          </a:p>
          <a:p>
            <a:pPr>
              <a:lnSpc>
                <a:spcPct val="150000"/>
              </a:lnSpc>
            </a:pPr>
            <a:r>
              <a:rPr lang="zh-CN" altLang="en-US" sz="1800">
                <a:latin typeface="Times New Roman" panose="02020503050405090304" pitchFamily="18" charset="0"/>
                <a:ea typeface="宋体" pitchFamily="2" charset="-122"/>
              </a:rPr>
              <a:t> </a:t>
            </a:r>
            <a:r>
              <a:rPr lang="en-US" altLang="zh-CN" sz="1800">
                <a:latin typeface="Times New Roman" panose="02020503050405090304" pitchFamily="18" charset="0"/>
                <a:ea typeface="宋体" pitchFamily="2" charset="-122"/>
              </a:rPr>
              <a:t>      </a:t>
            </a:r>
            <a:r>
              <a:rPr lang="zh-CN" altLang="en-US" sz="1800">
                <a:latin typeface="Times New Roman" panose="02020503050405090304" pitchFamily="18" charset="0"/>
                <a:ea typeface="宋体" pitchFamily="2" charset="-122"/>
              </a:rPr>
              <a:t>当</a:t>
            </a:r>
            <a:r>
              <a:rPr lang="en-US" altLang="zh-CN" sz="1800">
                <a:latin typeface="Times New Roman" panose="02020503050405090304" pitchFamily="18" charset="0"/>
                <a:ea typeface="宋体" pitchFamily="2" charset="-122"/>
              </a:rPr>
              <a:t>N</a:t>
            </a:r>
            <a:r>
              <a:rPr lang="zh-CN" altLang="en-US" sz="1800">
                <a:latin typeface="Times New Roman" panose="02020503050405090304" pitchFamily="18" charset="0"/>
                <a:ea typeface="宋体" pitchFamily="2" charset="-122"/>
              </a:rPr>
              <a:t>等于</a:t>
            </a:r>
            <a:r>
              <a:rPr lang="en-US" altLang="zh-CN" sz="1800">
                <a:latin typeface="Times New Roman" panose="02020503050405090304" pitchFamily="18" charset="0"/>
                <a:ea typeface="宋体" pitchFamily="2" charset="-122"/>
              </a:rPr>
              <a:t>1</a:t>
            </a:r>
            <a:r>
              <a:rPr lang="zh-CN" altLang="en-US" sz="1800">
                <a:latin typeface="Times New Roman" panose="02020503050405090304" pitchFamily="18" charset="0"/>
                <a:ea typeface="宋体" pitchFamily="2" charset="-122"/>
              </a:rPr>
              <a:t>时，每个词出现的概率</a:t>
            </a:r>
            <a:r>
              <a:rPr lang="zh-CN" altLang="en-US" sz="1800">
                <a:solidFill>
                  <a:srgbClr val="FF0000"/>
                </a:solidFill>
                <a:latin typeface="Times New Roman" panose="02020503050405090304" pitchFamily="18" charset="0"/>
                <a:ea typeface="宋体" pitchFamily="2" charset="-122"/>
              </a:rPr>
              <a:t>完全独立于</a:t>
            </a:r>
            <a:r>
              <a:rPr lang="zh-CN" altLang="en-US" sz="1800">
                <a:latin typeface="Times New Roman" panose="02020503050405090304" pitchFamily="18" charset="0"/>
                <a:ea typeface="宋体" pitchFamily="2" charset="-122"/>
              </a:rPr>
              <a:t>前面的词。</a:t>
            </a:r>
            <a:r>
              <a:rPr lang="zh-CN" altLang="en-US" sz="1800"/>
              <a:t>很显然当</a:t>
            </a:r>
            <a:r>
              <a:rPr lang="en-US" altLang="zh-CN" sz="1800"/>
              <a:t>N</a:t>
            </a:r>
            <a:r>
              <a:rPr lang="zh-CN" altLang="en-US" sz="1800"/>
              <a:t>≥</a:t>
            </a:r>
            <a:r>
              <a:rPr lang="en-US" altLang="zh-CN" sz="1800"/>
              <a:t>2</a:t>
            </a:r>
            <a:r>
              <a:rPr lang="zh-CN" altLang="en-US" sz="1800"/>
              <a:t>时，该模型时可以保留一定的次序信息的，而且</a:t>
            </a:r>
            <a:r>
              <a:rPr lang="en-US" altLang="zh-CN" sz="1800"/>
              <a:t>N</a:t>
            </a:r>
            <a:r>
              <a:rPr lang="zh-CN" altLang="en-US" sz="1800"/>
              <a:t>越大，保留词序信息就越丰富，</a:t>
            </a:r>
            <a:r>
              <a:rPr lang="en-US" altLang="zh-CN" sz="1800">
                <a:latin typeface="Times New Roman" panose="02020503050405090304" pitchFamily="18" charset="0"/>
                <a:ea typeface="宋体" pitchFamily="2" charset="-122"/>
              </a:rPr>
              <a:t>N-gram</a:t>
            </a:r>
            <a:r>
              <a:rPr lang="zh-CN" altLang="en-US" sz="1800">
                <a:latin typeface="Times New Roman" panose="02020503050405090304" pitchFamily="18" charset="0"/>
                <a:ea typeface="宋体" pitchFamily="2" charset="-122"/>
              </a:rPr>
              <a:t>模型越准确，也越复杂，</a:t>
            </a:r>
            <a:r>
              <a:rPr lang="zh-CN" altLang="en-US" sz="1800"/>
              <a:t>但计算成本也呈指数级增长。</a:t>
            </a:r>
            <a:endParaRPr lang="en-US" altLang="zh-CN" sz="1800"/>
          </a:p>
        </p:txBody>
      </p:sp>
      <p:sp>
        <p:nvSpPr>
          <p:cNvPr id="6" name="标题 5"/>
          <p:cNvSpPr>
            <a:spLocks noGrp="1"/>
          </p:cNvSpPr>
          <p:nvPr>
            <p:ph type="title"/>
          </p:nvPr>
        </p:nvSpPr>
        <p:spPr/>
        <p:txBody>
          <a:bodyPr/>
          <a:lstStyle/>
          <a:p>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 </a:t>
            </a:r>
            <a:r>
              <a:rPr lang="en-US" altLang="zh-CN" sz="2400" b="1">
                <a:solidFill>
                  <a:srgbClr val="004C41"/>
                </a:solidFill>
                <a:ea typeface="宋体" pitchFamily="2" charset="-122"/>
                <a:cs typeface="+mn-ea"/>
                <a:sym typeface="+mn-lt"/>
              </a:rPr>
              <a:t>N-gram</a:t>
            </a:r>
            <a:r>
              <a:rPr lang="zh-CN" altLang="en-US" sz="2400" b="1">
                <a:solidFill>
                  <a:srgbClr val="004C41"/>
                </a:solidFill>
                <a:ea typeface="宋体" pitchFamily="2" charset="-122"/>
                <a:cs typeface="+mn-ea"/>
                <a:sym typeface="+mn-lt"/>
              </a:rPr>
              <a:t>模型分词算法</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1</a:t>
            </a:r>
            <a:r>
              <a:rPr lang="zh-CN" altLang="en-US" sz="2400" b="1">
                <a:solidFill>
                  <a:srgbClr val="004C41"/>
                </a:solidFill>
                <a:ea typeface="宋体" pitchFamily="2" charset="-122"/>
                <a:cs typeface="+mn-ea"/>
                <a:sym typeface="+mn-lt"/>
              </a:rPr>
              <a:t>）基本思想</a:t>
            </a:r>
            <a:endParaRPr lang="zh-CN" altLang="en-US">
              <a:ea typeface="宋体" pitchFamily="2" charset="-122"/>
            </a:endParaRPr>
          </a:p>
        </p:txBody>
      </p:sp>
      <p:sp>
        <p:nvSpPr>
          <p:cNvPr id="3" name="日期占位符 2"/>
          <p:cNvSpPr>
            <a:spLocks noGrp="1"/>
          </p:cNvSpPr>
          <p:nvPr>
            <p:ph type="dt" sz="half" idx="10"/>
          </p:nvPr>
        </p:nvSpPr>
        <p:spPr/>
        <p:txBody>
          <a:bodyPr/>
          <a:lstStyle/>
          <a:p>
            <a:fld id="{455E4665-5F00-4965-8720-5A1EC5ED1E2C}"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5" name="灯片编号占位符 4"/>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2"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animBg="1"/>
      <p:bldP spid="4" grpId="2" bldLvl="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descr="7b0a202020202262756c6c6574223a20227b5c2263617465676f727949645c223a31303030362c5c2274656d706c61746549645c223a32303233313236327d220a7d0a"/>
          <p:cNvSpPr txBox="1"/>
          <p:nvPr/>
        </p:nvSpPr>
        <p:spPr>
          <a:xfrm>
            <a:off x="803275" y="2531670"/>
            <a:ext cx="7668895" cy="417743"/>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a:lnSpc>
                <a:spcPct val="150000"/>
              </a:lnSpc>
            </a:pPr>
            <a:r>
              <a:rPr lang="zh-CN" altLang="en-US" sz="1600" dirty="0">
                <a:solidFill>
                  <a:schemeClr val="tx1"/>
                </a:solidFill>
                <a:latin typeface="Times New Roman" panose="02020503050405090304" pitchFamily="18" charset="0"/>
                <a:ea typeface="宋体" pitchFamily="2" charset="-122"/>
              </a:rPr>
              <a:t>当</a:t>
            </a:r>
            <a:r>
              <a:rPr lang="en-US" altLang="zh-CN" sz="1600" dirty="0">
                <a:solidFill>
                  <a:schemeClr val="tx1"/>
                </a:solidFill>
                <a:latin typeface="Times New Roman" panose="02020503050405090304" pitchFamily="18" charset="0"/>
                <a:ea typeface="宋体" pitchFamily="2" charset="-122"/>
              </a:rPr>
              <a:t>N=2</a:t>
            </a:r>
            <a:r>
              <a:rPr lang="zh-CN" altLang="en-US" sz="1600" dirty="0">
                <a:solidFill>
                  <a:schemeClr val="tx1"/>
                </a:solidFill>
                <a:latin typeface="Times New Roman" panose="02020503050405090304" pitchFamily="18" charset="0"/>
                <a:ea typeface="宋体" pitchFamily="2" charset="-122"/>
              </a:rPr>
              <a:t>时，当前词只依赖它前面的词（</a:t>
            </a:r>
            <a:r>
              <a:rPr lang="en-US" altLang="zh-CN" sz="1600" dirty="0">
                <a:solidFill>
                  <a:schemeClr val="tx1"/>
                </a:solidFill>
                <a:latin typeface="Times New Roman" panose="02020503050405090304" pitchFamily="18" charset="0"/>
                <a:ea typeface="宋体" pitchFamily="2" charset="-122"/>
              </a:rPr>
              <a:t>bigram</a:t>
            </a:r>
            <a:r>
              <a:rPr lang="zh-CN" altLang="en-US" sz="1600" dirty="0">
                <a:solidFill>
                  <a:schemeClr val="tx1"/>
                </a:solidFill>
                <a:latin typeface="Times New Roman" panose="02020503050405090304" pitchFamily="18" charset="0"/>
                <a:ea typeface="宋体" pitchFamily="2" charset="-122"/>
              </a:rPr>
              <a:t>）：</a:t>
            </a:r>
            <a:endParaRPr lang="en-US" altLang="zh-CN" sz="1600" dirty="0">
              <a:solidFill>
                <a:srgbClr val="00B050"/>
              </a:solidFill>
              <a:latin typeface="Times New Roman" panose="02020503050405090304" pitchFamily="18" charset="0"/>
              <a:ea typeface="宋体" pitchFamily="2" charset="-122"/>
            </a:endParaRPr>
          </a:p>
        </p:txBody>
      </p:sp>
      <mc:AlternateContent xmlns:mc="http://schemas.openxmlformats.org/markup-compatibility/2006">
        <mc:Choice xmlns:a14="http://schemas.microsoft.com/office/drawing/2010/main" Requires="a14">
          <p:sp>
            <p:nvSpPr>
              <p:cNvPr id="4" name="文本框 3" descr="7b0a202020202262756c6c6574223a20227b5c2263617465676f727949645c223a31303030362c5c2274656d706c61746549645c223a32303233313236327d220a7d0a"/>
              <p:cNvSpPr txBox="1"/>
              <p:nvPr/>
            </p:nvSpPr>
            <p:spPr>
              <a:xfrm>
                <a:off x="803275" y="1040765"/>
                <a:ext cx="8150225" cy="3121752"/>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indent="457200">
                  <a:lnSpc>
                    <a:spcPct val="200000"/>
                  </a:lnSpc>
                </a:pPr>
                <a:r>
                  <a:rPr lang="zh-CN" altLang="en-US" sz="1600" dirty="0">
                    <a:latin typeface="Times New Roman" panose="02020503050405090304" pitchFamily="18" charset="0"/>
                    <a:ea typeface="宋体" pitchFamily="2" charset="-122"/>
                  </a:rPr>
                  <a:t>词出现的概率可以直接从语料</a:t>
                </a:r>
                <a:r>
                  <a:rPr lang="zh-CN" altLang="en-US" sz="1600">
                    <a:latin typeface="Times New Roman" panose="02020503050405090304" pitchFamily="18" charset="0"/>
                    <a:ea typeface="宋体" pitchFamily="2" charset="-122"/>
                  </a:rPr>
                  <a:t>中统计</a:t>
                </a:r>
                <a:r>
                  <a:rPr lang="en-US" altLang="zh-CN" sz="1600">
                    <a:latin typeface="Times New Roman" panose="02020503050405090304" pitchFamily="18" charset="0"/>
                    <a:ea typeface="宋体" pitchFamily="2" charset="-122"/>
                  </a:rPr>
                  <a:t>N</a:t>
                </a:r>
                <a:r>
                  <a:rPr lang="zh-CN" altLang="en-US" sz="1600">
                    <a:latin typeface="Times New Roman" panose="02020503050405090304" pitchFamily="18" charset="0"/>
                    <a:ea typeface="宋体" pitchFamily="2" charset="-122"/>
                  </a:rPr>
                  <a:t>个</a:t>
                </a:r>
                <a:r>
                  <a:rPr lang="zh-CN" altLang="en-US" sz="1600" dirty="0">
                    <a:latin typeface="Times New Roman" panose="02020503050405090304" pitchFamily="18" charset="0"/>
                    <a:ea typeface="宋体" pitchFamily="2" charset="-122"/>
                  </a:rPr>
                  <a:t>词同时出现的次数得到。对于一个句子</a:t>
                </a:r>
                <a:r>
                  <a:rPr lang="en-US" altLang="zh-CN" sz="1600" dirty="0">
                    <a:latin typeface="Times New Roman" panose="02020503050405090304" pitchFamily="18" charset="0"/>
                    <a:ea typeface="宋体" pitchFamily="2" charset="-122"/>
                  </a:rPr>
                  <a:t>W</a:t>
                </a:r>
                <a:r>
                  <a:rPr lang="zh-CN" altLang="en-US" sz="1600">
                    <a:latin typeface="Times New Roman" panose="02020503050405090304" pitchFamily="18" charset="0"/>
                    <a:ea typeface="宋体" pitchFamily="2" charset="-122"/>
                  </a:rPr>
                  <a:t>， 假设</a:t>
                </a:r>
                <a:r>
                  <a:rPr lang="en-US" altLang="zh-CN" sz="1600">
                    <a:latin typeface="Times New Roman" panose="02020503050405090304" pitchFamily="18" charset="0"/>
                    <a:ea typeface="宋体" pitchFamily="2" charset="-122"/>
                  </a:rPr>
                  <a:t>W</a:t>
                </a:r>
                <a:r>
                  <a:rPr lang="zh-CN" altLang="en-US" sz="1600">
                    <a:latin typeface="Times New Roman" panose="02020503050405090304" pitchFamily="18" charset="0"/>
                    <a:ea typeface="宋体" pitchFamily="2" charset="-122"/>
                  </a:rPr>
                  <a:t>是</a:t>
                </a:r>
                <a:r>
                  <a:rPr lang="zh-CN" altLang="en-US" sz="1600" dirty="0">
                    <a:latin typeface="Times New Roman" panose="02020503050405090304" pitchFamily="18" charset="0"/>
                    <a:ea typeface="宋体" pitchFamily="2" charset="-122"/>
                  </a:rPr>
                  <a:t>由词序列 </a:t>
                </a:r>
                <a:r>
                  <a:rPr lang="en-US" altLang="zh-CN" sz="1600" dirty="0">
                    <a:latin typeface="Times New Roman" panose="02020503050405090304" pitchFamily="18" charset="0"/>
                    <a:ea typeface="宋体" pitchFamily="2" charset="-122"/>
                  </a:rPr>
                  <a:t>W</a:t>
                </a:r>
                <a:r>
                  <a:rPr lang="en-US" altLang="zh-CN" sz="1600" baseline="-25000" dirty="0">
                    <a:latin typeface="Times New Roman" panose="02020503050405090304" pitchFamily="18" charset="0"/>
                    <a:ea typeface="宋体" pitchFamily="2" charset="-122"/>
                  </a:rPr>
                  <a:t>1</a:t>
                </a:r>
                <a:r>
                  <a:rPr lang="zh-CN" altLang="en-US" sz="1600" dirty="0">
                    <a:latin typeface="Times New Roman" panose="02020503050405090304" pitchFamily="18" charset="0"/>
                    <a:ea typeface="宋体" pitchFamily="2" charset="-122"/>
                  </a:rPr>
                  <a:t>，</a:t>
                </a:r>
                <a:r>
                  <a:rPr lang="en-US" altLang="zh-CN" sz="1600" dirty="0">
                    <a:latin typeface="Times New Roman" panose="02020503050405090304" pitchFamily="18" charset="0"/>
                    <a:ea typeface="宋体" pitchFamily="2" charset="-122"/>
                  </a:rPr>
                  <a:t>W</a:t>
                </a:r>
                <a:r>
                  <a:rPr lang="en-US" altLang="zh-CN" sz="1600" baseline="-25000" dirty="0">
                    <a:latin typeface="Times New Roman" panose="02020503050405090304" pitchFamily="18" charset="0"/>
                    <a:ea typeface="宋体" pitchFamily="2" charset="-122"/>
                  </a:rPr>
                  <a:t>2</a:t>
                </a:r>
                <a:r>
                  <a:rPr lang="zh-CN" altLang="en-US" sz="1600" dirty="0">
                    <a:latin typeface="Times New Roman" panose="02020503050405090304" pitchFamily="18" charset="0"/>
                    <a:ea typeface="宋体" pitchFamily="2" charset="-122"/>
                  </a:rPr>
                  <a:t>，</a:t>
                </a:r>
                <a:r>
                  <a:rPr lang="en-US" altLang="zh-CN" sz="1600" dirty="0">
                    <a:latin typeface="Times New Roman" panose="02020503050405090304" pitchFamily="18" charset="0"/>
                    <a:ea typeface="宋体" pitchFamily="2" charset="-122"/>
                  </a:rPr>
                  <a:t>W</a:t>
                </a:r>
                <a:r>
                  <a:rPr lang="en-US" altLang="zh-CN" sz="1600" baseline="-25000" dirty="0">
                    <a:latin typeface="Times New Roman" panose="02020503050405090304" pitchFamily="18" charset="0"/>
                    <a:ea typeface="宋体" pitchFamily="2" charset="-122"/>
                  </a:rPr>
                  <a:t>3</a:t>
                </a:r>
                <a:r>
                  <a:rPr lang="zh-CN" altLang="en-US" sz="1600" dirty="0">
                    <a:latin typeface="Times New Roman" panose="02020503050405090304" pitchFamily="18" charset="0"/>
                    <a:ea typeface="宋体" pitchFamily="2" charset="-122"/>
                  </a:rPr>
                  <a:t>，</a:t>
                </a:r>
                <a:r>
                  <a:rPr lang="en-US" altLang="zh-CN" sz="1600" dirty="0">
                    <a:latin typeface="Times New Roman" panose="02020503050405090304" pitchFamily="18" charset="0"/>
                    <a:ea typeface="宋体" pitchFamily="2" charset="-122"/>
                  </a:rPr>
                  <a:t>…… ,</a:t>
                </a:r>
                <a:r>
                  <a:rPr lang="en-US" altLang="zh-CN" sz="1600" dirty="0" err="1">
                    <a:latin typeface="Times New Roman" panose="02020503050405090304" pitchFamily="18" charset="0"/>
                    <a:ea typeface="宋体" pitchFamily="2" charset="-122"/>
                  </a:rPr>
                  <a:t>W</a:t>
                </a:r>
                <a:r>
                  <a:rPr lang="en-US" altLang="zh-CN" sz="1600" baseline="-25000" dirty="0" err="1">
                    <a:latin typeface="Times New Roman" panose="02020503050405090304" pitchFamily="18" charset="0"/>
                    <a:ea typeface="宋体" pitchFamily="2" charset="-122"/>
                  </a:rPr>
                  <a:t>n</a:t>
                </a:r>
                <a:r>
                  <a:rPr lang="en-US" altLang="zh-CN" sz="1600" dirty="0">
                    <a:latin typeface="Times New Roman" panose="02020503050405090304" pitchFamily="18" charset="0"/>
                    <a:ea typeface="宋体" pitchFamily="2" charset="-122"/>
                  </a:rPr>
                  <a:t> </a:t>
                </a:r>
                <a:r>
                  <a:rPr lang="zh-CN" altLang="en-US" sz="1600" dirty="0">
                    <a:latin typeface="Times New Roman" panose="02020503050405090304" pitchFamily="18" charset="0"/>
                    <a:ea typeface="宋体" pitchFamily="2" charset="-122"/>
                  </a:rPr>
                  <a:t>组成的，那么概率可按如下公式计算。</a:t>
                </a:r>
                <a:endParaRPr lang="en-US" altLang="zh-CN" sz="1600" dirty="0">
                  <a:latin typeface="Times New Roman" panose="02020503050405090304" pitchFamily="18" charset="0"/>
                  <a:ea typeface="宋体" pitchFamily="2" charset="-122"/>
                </a:endParaRPr>
              </a:p>
              <a:p>
                <a:pPr>
                  <a:lnSpc>
                    <a:spcPct val="150000"/>
                  </a:lnSpc>
                </a:pPr>
                <a14:m>
                  <m:oMathPara xmlns:m="http://schemas.openxmlformats.org/officeDocument/2006/math">
                    <m:oMathParaPr>
                      <m:jc m:val="centerGroup"/>
                    </m:oMathParaPr>
                    <m:oMath xmlns:m="http://schemas.openxmlformats.org/officeDocument/2006/math">
                      <m:r>
                        <m:rPr>
                          <m:sty m:val="p"/>
                        </m:rPr>
                        <a:rPr lang="en-US" altLang="zh-CN" sz="1800" smtClean="0">
                          <a:solidFill>
                            <a:srgbClr val="0000FF"/>
                          </a:solidFill>
                          <a:effectLst/>
                          <a:latin typeface="Cambria Math" panose="02040503050406030204" pitchFamily="18" charset="0"/>
                          <a:ea typeface="宋体" pitchFamily="2" charset="-122"/>
                          <a:cs typeface="Times New Roman" panose="02020503050405090304" pitchFamily="18" charset="0"/>
                        </a:rPr>
                        <m:t>P</m:t>
                      </m:r>
                      <m:d>
                        <m:dPr>
                          <m:ctrlPr>
                            <a:rPr lang="zh-CN" altLang="zh-CN" sz="1800" i="1">
                              <a:solidFill>
                                <a:srgbClr val="0000FF"/>
                              </a:solidFill>
                              <a:effectLst/>
                              <a:latin typeface="Cambria Math" panose="02040503050406030204" pitchFamily="18" charset="0"/>
                              <a:ea typeface="Cambria Math" panose="02040503050406030204" pitchFamily="18" charset="0"/>
                              <a:cs typeface="Times New Roman" panose="02020503050405090304" pitchFamily="18" charset="0"/>
                            </a:rPr>
                          </m:ctrlPr>
                        </m:dPr>
                        <m:e>
                          <m:r>
                            <m:rPr>
                              <m:sty m:val="p"/>
                            </m:rPr>
                            <a:rPr lang="en-US" altLang="zh-CN" sz="1800">
                              <a:solidFill>
                                <a:srgbClr val="0000FF"/>
                              </a:solidFill>
                              <a:effectLst/>
                              <a:latin typeface="Cambria Math" panose="02040503050406030204" pitchFamily="18" charset="0"/>
                              <a:ea typeface="宋体" pitchFamily="2" charset="-122"/>
                              <a:cs typeface="Times New Roman" panose="02020503050405090304" pitchFamily="18" charset="0"/>
                            </a:rPr>
                            <m:t>W</m:t>
                          </m:r>
                        </m:e>
                      </m:d>
                      <m:r>
                        <a:rPr lang="en-US" altLang="zh-CN" sz="1800">
                          <a:solidFill>
                            <a:srgbClr val="0000FF"/>
                          </a:solidFill>
                          <a:effectLst/>
                          <a:latin typeface="Cambria Math" panose="02040503050406030204" pitchFamily="18" charset="0"/>
                          <a:ea typeface="宋体" pitchFamily="2" charset="-122"/>
                          <a:cs typeface="Times New Roman" panose="02020503050405090304" pitchFamily="18" charset="0"/>
                        </a:rPr>
                        <m:t>=</m:t>
                      </m:r>
                      <m:r>
                        <m:rPr>
                          <m:sty m:val="p"/>
                        </m:rPr>
                        <a:rPr lang="en-US" altLang="zh-CN" sz="1800">
                          <a:solidFill>
                            <a:srgbClr val="0000FF"/>
                          </a:solidFill>
                          <a:effectLst/>
                          <a:latin typeface="Cambria Math" panose="02040503050406030204" pitchFamily="18" charset="0"/>
                          <a:ea typeface="宋体" pitchFamily="2" charset="-122"/>
                          <a:cs typeface="Times New Roman" panose="02020503050405090304" pitchFamily="18" charset="0"/>
                        </a:rPr>
                        <m:t>P</m:t>
                      </m:r>
                      <m:d>
                        <m:dPr>
                          <m:ctrlPr>
                            <a:rPr lang="zh-CN" altLang="zh-CN" sz="1800" i="1">
                              <a:solidFill>
                                <a:srgbClr val="0000FF"/>
                              </a:solidFill>
                              <a:effectLst/>
                              <a:latin typeface="Cambria Math" panose="02040503050406030204" pitchFamily="18" charset="0"/>
                              <a:ea typeface="Cambria Math" panose="02040503050406030204" pitchFamily="18" charset="0"/>
                              <a:cs typeface="Times New Roman" panose="02020503050405090304" pitchFamily="18" charset="0"/>
                            </a:rPr>
                          </m:ctrlPr>
                        </m:dPr>
                        <m:e>
                          <m:sSub>
                            <m:sSubPr>
                              <m:ctrlPr>
                                <a:rPr lang="zh-CN" altLang="zh-CN" sz="1800" i="1">
                                  <a:solidFill>
                                    <a:srgbClr val="0000FF"/>
                                  </a:solidFill>
                                  <a:effectLst/>
                                  <a:latin typeface="Cambria Math" panose="02040503050406030204" pitchFamily="18" charset="0"/>
                                  <a:ea typeface="Cambria Math" panose="02040503050406030204" pitchFamily="18" charset="0"/>
                                  <a:cs typeface="Times New Roman" panose="02020503050405090304" pitchFamily="18" charset="0"/>
                                </a:rPr>
                              </m:ctrlPr>
                            </m:sSubPr>
                            <m:e>
                              <m:r>
                                <m:rPr>
                                  <m:sty m:val="p"/>
                                </m:rPr>
                                <a:rPr lang="en-US" altLang="zh-CN" sz="1800">
                                  <a:solidFill>
                                    <a:srgbClr val="0000FF"/>
                                  </a:solidFill>
                                  <a:effectLst/>
                                  <a:latin typeface="Cambria Math" panose="02040503050406030204" pitchFamily="18" charset="0"/>
                                  <a:ea typeface="宋体" pitchFamily="2" charset="-122"/>
                                  <a:cs typeface="Times New Roman" panose="02020503050405090304" pitchFamily="18" charset="0"/>
                                </a:rPr>
                                <m:t>W</m:t>
                              </m:r>
                            </m:e>
                            <m:sub>
                              <m:r>
                                <a:rPr lang="en-US" altLang="zh-CN" sz="1800">
                                  <a:solidFill>
                                    <a:srgbClr val="0000FF"/>
                                  </a:solidFill>
                                  <a:effectLst/>
                                  <a:latin typeface="Cambria Math" panose="02040503050406030204" pitchFamily="18" charset="0"/>
                                  <a:ea typeface="宋体" pitchFamily="2" charset="-122"/>
                                  <a:cs typeface="Times New Roman" panose="02020503050405090304" pitchFamily="18" charset="0"/>
                                </a:rPr>
                                <m:t>1</m:t>
                              </m:r>
                            </m:sub>
                          </m:sSub>
                          <m:sSub>
                            <m:sSubPr>
                              <m:ctrlPr>
                                <a:rPr lang="zh-CN" altLang="zh-CN" sz="1800" i="1">
                                  <a:solidFill>
                                    <a:srgbClr val="0000FF"/>
                                  </a:solidFill>
                                  <a:effectLst/>
                                  <a:latin typeface="Cambria Math" panose="02040503050406030204" pitchFamily="18" charset="0"/>
                                  <a:ea typeface="Cambria Math" panose="02040503050406030204" pitchFamily="18" charset="0"/>
                                  <a:cs typeface="Times New Roman" panose="02020503050405090304" pitchFamily="18" charset="0"/>
                                </a:rPr>
                              </m:ctrlPr>
                            </m:sSubPr>
                            <m:e>
                              <m:r>
                                <m:rPr>
                                  <m:sty m:val="p"/>
                                </m:rPr>
                                <a:rPr lang="en-US" altLang="zh-CN" sz="1800">
                                  <a:solidFill>
                                    <a:srgbClr val="0000FF"/>
                                  </a:solidFill>
                                  <a:effectLst/>
                                  <a:latin typeface="Cambria Math" panose="02040503050406030204" pitchFamily="18" charset="0"/>
                                  <a:ea typeface="宋体" pitchFamily="2" charset="-122"/>
                                  <a:cs typeface="Times New Roman" panose="02020503050405090304" pitchFamily="18" charset="0"/>
                                </a:rPr>
                                <m:t>W</m:t>
                              </m:r>
                            </m:e>
                            <m:sub>
                              <m:r>
                                <a:rPr lang="en-US" altLang="zh-CN" sz="1800">
                                  <a:solidFill>
                                    <a:srgbClr val="0000FF"/>
                                  </a:solidFill>
                                  <a:effectLst/>
                                  <a:latin typeface="Cambria Math" panose="02040503050406030204" pitchFamily="18" charset="0"/>
                                  <a:ea typeface="宋体" pitchFamily="2" charset="-122"/>
                                  <a:cs typeface="Times New Roman" panose="02020503050405090304" pitchFamily="18" charset="0"/>
                                </a:rPr>
                                <m:t>2</m:t>
                              </m:r>
                            </m:sub>
                          </m:sSub>
                          <m:sSub>
                            <m:sSubPr>
                              <m:ctrlPr>
                                <a:rPr lang="zh-CN" altLang="zh-CN" sz="1800" i="1">
                                  <a:solidFill>
                                    <a:srgbClr val="0000FF"/>
                                  </a:solidFill>
                                  <a:effectLst/>
                                  <a:latin typeface="Cambria Math" panose="02040503050406030204" pitchFamily="18" charset="0"/>
                                  <a:ea typeface="Cambria Math" panose="02040503050406030204" pitchFamily="18" charset="0"/>
                                  <a:cs typeface="Times New Roman" panose="02020503050405090304" pitchFamily="18" charset="0"/>
                                </a:rPr>
                              </m:ctrlPr>
                            </m:sSubPr>
                            <m:e>
                              <m:r>
                                <m:rPr>
                                  <m:sty m:val="p"/>
                                </m:rPr>
                                <a:rPr lang="en-US" altLang="zh-CN" sz="1800">
                                  <a:solidFill>
                                    <a:srgbClr val="0000FF"/>
                                  </a:solidFill>
                                  <a:effectLst/>
                                  <a:latin typeface="Cambria Math" panose="02040503050406030204" pitchFamily="18" charset="0"/>
                                  <a:ea typeface="宋体" pitchFamily="2" charset="-122"/>
                                  <a:cs typeface="Times New Roman" panose="02020503050405090304" pitchFamily="18" charset="0"/>
                                </a:rPr>
                                <m:t>W</m:t>
                              </m:r>
                            </m:e>
                            <m:sub>
                              <m:r>
                                <a:rPr lang="en-US" altLang="zh-CN" sz="1800">
                                  <a:solidFill>
                                    <a:srgbClr val="0000FF"/>
                                  </a:solidFill>
                                  <a:effectLst/>
                                  <a:latin typeface="Cambria Math" panose="02040503050406030204" pitchFamily="18" charset="0"/>
                                  <a:ea typeface="宋体" pitchFamily="2" charset="-122"/>
                                  <a:cs typeface="Times New Roman" panose="02020503050405090304" pitchFamily="18" charset="0"/>
                                </a:rPr>
                                <m:t>3</m:t>
                              </m:r>
                            </m:sub>
                          </m:sSub>
                          <m:r>
                            <a:rPr lang="en-US" altLang="zh-CN" sz="1800">
                              <a:solidFill>
                                <a:srgbClr val="0000FF"/>
                              </a:solidFill>
                              <a:effectLst/>
                              <a:latin typeface="Cambria Math" panose="02040503050406030204" pitchFamily="18" charset="0"/>
                              <a:ea typeface="宋体" pitchFamily="2" charset="-122"/>
                              <a:cs typeface="Times New Roman" panose="02020503050405090304" pitchFamily="18" charset="0"/>
                            </a:rPr>
                            <m:t>...</m:t>
                          </m:r>
                          <m:sSub>
                            <m:sSubPr>
                              <m:ctrlPr>
                                <a:rPr lang="zh-CN" altLang="zh-CN" sz="1800" i="1">
                                  <a:solidFill>
                                    <a:srgbClr val="0000FF"/>
                                  </a:solidFill>
                                  <a:effectLst/>
                                  <a:latin typeface="Cambria Math" panose="02040503050406030204" pitchFamily="18" charset="0"/>
                                  <a:ea typeface="Cambria Math" panose="02040503050406030204" pitchFamily="18" charset="0"/>
                                  <a:cs typeface="Times New Roman" panose="02020503050405090304" pitchFamily="18" charset="0"/>
                                </a:rPr>
                              </m:ctrlPr>
                            </m:sSubPr>
                            <m:e>
                              <m:r>
                                <m:rPr>
                                  <m:sty m:val="p"/>
                                </m:rPr>
                                <a:rPr lang="en-US" altLang="zh-CN" sz="1800">
                                  <a:solidFill>
                                    <a:srgbClr val="0000FF"/>
                                  </a:solidFill>
                                  <a:effectLst/>
                                  <a:latin typeface="Cambria Math" panose="02040503050406030204" pitchFamily="18" charset="0"/>
                                  <a:ea typeface="宋体" pitchFamily="2" charset="-122"/>
                                  <a:cs typeface="Times New Roman" panose="02020503050405090304" pitchFamily="18" charset="0"/>
                                </a:rPr>
                                <m:t>W</m:t>
                              </m:r>
                            </m:e>
                            <m:sub>
                              <m:r>
                                <m:rPr>
                                  <m:sty m:val="p"/>
                                </m:rPr>
                                <a:rPr lang="en-US" altLang="zh-CN" sz="1800">
                                  <a:solidFill>
                                    <a:srgbClr val="0000FF"/>
                                  </a:solidFill>
                                  <a:effectLst/>
                                  <a:latin typeface="Cambria Math" panose="02040503050406030204" pitchFamily="18" charset="0"/>
                                  <a:ea typeface="宋体" pitchFamily="2" charset="-122"/>
                                  <a:cs typeface="Times New Roman" panose="02020503050405090304" pitchFamily="18" charset="0"/>
                                </a:rPr>
                                <m:t>n</m:t>
                              </m:r>
                            </m:sub>
                          </m:sSub>
                        </m:e>
                      </m:d>
                      <m:r>
                        <a:rPr lang="en-US" altLang="zh-CN" sz="1800">
                          <a:solidFill>
                            <a:srgbClr val="0000FF"/>
                          </a:solidFill>
                          <a:effectLst/>
                          <a:latin typeface="Cambria Math" panose="02040503050406030204" pitchFamily="18" charset="0"/>
                          <a:ea typeface="宋体" pitchFamily="2" charset="-122"/>
                          <a:cs typeface="Times New Roman" panose="02020503050405090304" pitchFamily="18" charset="0"/>
                        </a:rPr>
                        <m:t>=</m:t>
                      </m:r>
                      <m:r>
                        <m:rPr>
                          <m:sty m:val="p"/>
                        </m:rPr>
                        <a:rPr lang="en-US" altLang="zh-CN" sz="1800">
                          <a:solidFill>
                            <a:srgbClr val="0000FF"/>
                          </a:solidFill>
                          <a:effectLst/>
                          <a:latin typeface="Cambria Math" panose="02040503050406030204" pitchFamily="18" charset="0"/>
                          <a:ea typeface="宋体" pitchFamily="2" charset="-122"/>
                          <a:cs typeface="Times New Roman" panose="02020503050405090304" pitchFamily="18" charset="0"/>
                        </a:rPr>
                        <m:t>P</m:t>
                      </m:r>
                      <m:d>
                        <m:dPr>
                          <m:ctrlPr>
                            <a:rPr lang="zh-CN" altLang="zh-CN" sz="1800" i="1">
                              <a:solidFill>
                                <a:srgbClr val="0000FF"/>
                              </a:solidFill>
                              <a:effectLst/>
                              <a:latin typeface="Cambria Math" panose="02040503050406030204" pitchFamily="18" charset="0"/>
                              <a:ea typeface="Cambria Math" panose="02040503050406030204" pitchFamily="18" charset="0"/>
                              <a:cs typeface="Times New Roman" panose="02020503050405090304" pitchFamily="18" charset="0"/>
                            </a:rPr>
                          </m:ctrlPr>
                        </m:dPr>
                        <m:e>
                          <m:sSub>
                            <m:sSubPr>
                              <m:ctrlPr>
                                <a:rPr lang="zh-CN" altLang="zh-CN" sz="1800" i="1">
                                  <a:solidFill>
                                    <a:srgbClr val="0000FF"/>
                                  </a:solidFill>
                                  <a:effectLst/>
                                  <a:latin typeface="Cambria Math" panose="02040503050406030204" pitchFamily="18" charset="0"/>
                                  <a:ea typeface="Cambria Math" panose="02040503050406030204" pitchFamily="18" charset="0"/>
                                  <a:cs typeface="Times New Roman" panose="02020503050405090304" pitchFamily="18" charset="0"/>
                                </a:rPr>
                              </m:ctrlPr>
                            </m:sSubPr>
                            <m:e>
                              <m:r>
                                <m:rPr>
                                  <m:sty m:val="p"/>
                                </m:rPr>
                                <a:rPr lang="en-US" altLang="zh-CN" sz="1800">
                                  <a:solidFill>
                                    <a:srgbClr val="0000FF"/>
                                  </a:solidFill>
                                  <a:effectLst/>
                                  <a:latin typeface="Cambria Math" panose="02040503050406030204" pitchFamily="18" charset="0"/>
                                  <a:ea typeface="宋体" pitchFamily="2" charset="-122"/>
                                  <a:cs typeface="Times New Roman" panose="02020503050405090304" pitchFamily="18" charset="0"/>
                                </a:rPr>
                                <m:t>W</m:t>
                              </m:r>
                            </m:e>
                            <m:sub>
                              <m:r>
                                <a:rPr lang="en-US" altLang="zh-CN" sz="1800">
                                  <a:solidFill>
                                    <a:srgbClr val="0000FF"/>
                                  </a:solidFill>
                                  <a:effectLst/>
                                  <a:latin typeface="Cambria Math" panose="02040503050406030204" pitchFamily="18" charset="0"/>
                                  <a:ea typeface="宋体" pitchFamily="2" charset="-122"/>
                                  <a:cs typeface="Times New Roman" panose="02020503050405090304" pitchFamily="18" charset="0"/>
                                </a:rPr>
                                <m:t>1</m:t>
                              </m:r>
                            </m:sub>
                          </m:sSub>
                        </m:e>
                      </m:d>
                      <m:r>
                        <m:rPr>
                          <m:sty m:val="p"/>
                        </m:rPr>
                        <a:rPr lang="en-US" altLang="zh-CN" sz="1800">
                          <a:solidFill>
                            <a:srgbClr val="0000FF"/>
                          </a:solidFill>
                          <a:latin typeface="Cambria Math" panose="02040503050406030204" pitchFamily="18" charset="0"/>
                          <a:ea typeface="宋体" pitchFamily="2" charset="-122"/>
                          <a:cs typeface="Times New Roman" panose="02020503050405090304" pitchFamily="18" charset="0"/>
                        </a:rPr>
                        <m:t>P</m:t>
                      </m:r>
                      <m:d>
                        <m:dPr>
                          <m:ctrlPr>
                            <a:rPr lang="zh-CN" altLang="zh-CN" sz="1800" i="1">
                              <a:solidFill>
                                <a:srgbClr val="0000FF"/>
                              </a:solidFill>
                              <a:latin typeface="Cambria Math" panose="02040503050406030204" pitchFamily="18" charset="0"/>
                              <a:ea typeface="Cambria Math" panose="02040503050406030204" pitchFamily="18" charset="0"/>
                              <a:cs typeface="Times New Roman" panose="02020503050405090304" pitchFamily="18" charset="0"/>
                            </a:rPr>
                          </m:ctrlPr>
                        </m:dPr>
                        <m:e>
                          <m:sSub>
                            <m:sSubPr>
                              <m:ctrlPr>
                                <a:rPr lang="zh-CN" altLang="zh-CN" sz="1800" i="1">
                                  <a:solidFill>
                                    <a:srgbClr val="0000FF"/>
                                  </a:solidFill>
                                  <a:latin typeface="Cambria Math" panose="02040503050406030204" pitchFamily="18" charset="0"/>
                                  <a:ea typeface="Cambria Math" panose="02040503050406030204" pitchFamily="18" charset="0"/>
                                  <a:cs typeface="Times New Roman" panose="02020503050405090304" pitchFamily="18" charset="0"/>
                                </a:rPr>
                              </m:ctrlPr>
                            </m:sSubPr>
                            <m:e>
                              <m:r>
                                <m:rPr>
                                  <m:sty m:val="p"/>
                                </m:rPr>
                                <a:rPr lang="en-US" altLang="zh-CN" sz="1800">
                                  <a:solidFill>
                                    <a:srgbClr val="0000FF"/>
                                  </a:solidFill>
                                  <a:latin typeface="Cambria Math" panose="02040503050406030204" pitchFamily="18" charset="0"/>
                                  <a:ea typeface="宋体" pitchFamily="2" charset="-122"/>
                                  <a:cs typeface="Times New Roman" panose="02020503050405090304" pitchFamily="18" charset="0"/>
                                </a:rPr>
                                <m:t>W</m:t>
                              </m:r>
                            </m:e>
                            <m:sub>
                              <m:r>
                                <a:rPr lang="en-US" altLang="zh-CN" sz="1800" b="0" i="0" smtClean="0">
                                  <a:solidFill>
                                    <a:srgbClr val="0000FF"/>
                                  </a:solidFill>
                                  <a:latin typeface="Cambria Math" panose="02040503050406030204" pitchFamily="18" charset="0"/>
                                  <a:ea typeface="宋体" pitchFamily="2" charset="-122"/>
                                  <a:cs typeface="Times New Roman" panose="02020503050405090304" pitchFamily="18" charset="0"/>
                                </a:rPr>
                                <m:t>2</m:t>
                              </m:r>
                            </m:sub>
                          </m:sSub>
                          <m:r>
                            <a:rPr lang="en-US" altLang="zh-CN" sz="1800">
                              <a:solidFill>
                                <a:srgbClr val="0000FF"/>
                              </a:solidFill>
                              <a:latin typeface="Cambria Math" panose="02040503050406030204" pitchFamily="18" charset="0"/>
                              <a:ea typeface="宋体" pitchFamily="2" charset="-122"/>
                              <a:cs typeface="Times New Roman" panose="02020503050405090304" pitchFamily="18" charset="0"/>
                            </a:rPr>
                            <m:t>|</m:t>
                          </m:r>
                          <m:sSub>
                            <m:sSubPr>
                              <m:ctrlPr>
                                <a:rPr lang="zh-CN" altLang="zh-CN" sz="1800" i="1">
                                  <a:solidFill>
                                    <a:srgbClr val="0000FF"/>
                                  </a:solidFill>
                                  <a:latin typeface="Cambria Math" panose="02040503050406030204" pitchFamily="18" charset="0"/>
                                  <a:ea typeface="Cambria Math" panose="02040503050406030204" pitchFamily="18" charset="0"/>
                                  <a:cs typeface="Times New Roman" panose="02020503050405090304" pitchFamily="18" charset="0"/>
                                </a:rPr>
                              </m:ctrlPr>
                            </m:sSubPr>
                            <m:e>
                              <m:r>
                                <m:rPr>
                                  <m:sty m:val="p"/>
                                </m:rPr>
                                <a:rPr lang="en-US" altLang="zh-CN" sz="1800">
                                  <a:solidFill>
                                    <a:srgbClr val="0000FF"/>
                                  </a:solidFill>
                                  <a:latin typeface="Cambria Math" panose="02040503050406030204" pitchFamily="18" charset="0"/>
                                  <a:ea typeface="宋体" pitchFamily="2" charset="-122"/>
                                  <a:cs typeface="Times New Roman" panose="02020503050405090304" pitchFamily="18" charset="0"/>
                                </a:rPr>
                                <m:t>W</m:t>
                              </m:r>
                            </m:e>
                            <m:sub>
                              <m:r>
                                <a:rPr lang="en-US" altLang="zh-CN" sz="1800">
                                  <a:solidFill>
                                    <a:srgbClr val="0000FF"/>
                                  </a:solidFill>
                                  <a:latin typeface="Cambria Math" panose="02040503050406030204" pitchFamily="18" charset="0"/>
                                  <a:ea typeface="宋体" pitchFamily="2" charset="-122"/>
                                  <a:cs typeface="Times New Roman" panose="02020503050405090304" pitchFamily="18" charset="0"/>
                                </a:rPr>
                                <m:t>1</m:t>
                              </m:r>
                            </m:sub>
                          </m:sSub>
                        </m:e>
                      </m:d>
                      <m:r>
                        <m:rPr>
                          <m:sty m:val="p"/>
                        </m:rPr>
                        <a:rPr lang="en-US" altLang="zh-CN" sz="1800">
                          <a:solidFill>
                            <a:srgbClr val="0000FF"/>
                          </a:solidFill>
                          <a:effectLst/>
                          <a:latin typeface="Cambria Math" panose="02040503050406030204" pitchFamily="18" charset="0"/>
                          <a:ea typeface="宋体" pitchFamily="2" charset="-122"/>
                          <a:cs typeface="Times New Roman" panose="02020503050405090304" pitchFamily="18" charset="0"/>
                        </a:rPr>
                        <m:t>P</m:t>
                      </m:r>
                      <m:d>
                        <m:dPr>
                          <m:ctrlPr>
                            <a:rPr lang="zh-CN" altLang="zh-CN" sz="1800" i="1">
                              <a:solidFill>
                                <a:srgbClr val="0000FF"/>
                              </a:solidFill>
                              <a:effectLst/>
                              <a:latin typeface="Cambria Math" panose="02040503050406030204" pitchFamily="18" charset="0"/>
                              <a:ea typeface="Cambria Math" panose="02040503050406030204" pitchFamily="18" charset="0"/>
                              <a:cs typeface="Times New Roman" panose="02020503050405090304" pitchFamily="18" charset="0"/>
                            </a:rPr>
                          </m:ctrlPr>
                        </m:dPr>
                        <m:e>
                          <m:sSub>
                            <m:sSubPr>
                              <m:ctrlPr>
                                <a:rPr lang="zh-CN" altLang="zh-CN" sz="1800" i="1">
                                  <a:solidFill>
                                    <a:srgbClr val="0000FF"/>
                                  </a:solidFill>
                                  <a:effectLst/>
                                  <a:latin typeface="Cambria Math" panose="02040503050406030204" pitchFamily="18" charset="0"/>
                                  <a:ea typeface="Cambria Math" panose="02040503050406030204" pitchFamily="18" charset="0"/>
                                  <a:cs typeface="Times New Roman" panose="02020503050405090304" pitchFamily="18" charset="0"/>
                                </a:rPr>
                              </m:ctrlPr>
                            </m:sSubPr>
                            <m:e>
                              <m:r>
                                <m:rPr>
                                  <m:sty m:val="p"/>
                                </m:rPr>
                                <a:rPr lang="en-US" altLang="zh-CN" sz="1800">
                                  <a:solidFill>
                                    <a:srgbClr val="0000FF"/>
                                  </a:solidFill>
                                  <a:effectLst/>
                                  <a:latin typeface="Cambria Math" panose="02040503050406030204" pitchFamily="18" charset="0"/>
                                  <a:ea typeface="宋体" pitchFamily="2" charset="-122"/>
                                  <a:cs typeface="Times New Roman" panose="02020503050405090304" pitchFamily="18" charset="0"/>
                                </a:rPr>
                                <m:t>W</m:t>
                              </m:r>
                            </m:e>
                            <m:sub>
                              <m:r>
                                <a:rPr lang="en-US" altLang="zh-CN" sz="1800">
                                  <a:solidFill>
                                    <a:srgbClr val="0000FF"/>
                                  </a:solidFill>
                                  <a:effectLst/>
                                  <a:latin typeface="Cambria Math" panose="02040503050406030204" pitchFamily="18" charset="0"/>
                                  <a:ea typeface="宋体" pitchFamily="2" charset="-122"/>
                                  <a:cs typeface="Times New Roman" panose="02020503050405090304" pitchFamily="18" charset="0"/>
                                </a:rPr>
                                <m:t>3</m:t>
                              </m:r>
                            </m:sub>
                          </m:sSub>
                          <m:r>
                            <a:rPr lang="en-US" altLang="zh-CN" sz="1800">
                              <a:solidFill>
                                <a:srgbClr val="0000FF"/>
                              </a:solidFill>
                              <a:effectLst/>
                              <a:latin typeface="Cambria Math" panose="02040503050406030204" pitchFamily="18" charset="0"/>
                              <a:ea typeface="宋体" pitchFamily="2" charset="-122"/>
                              <a:cs typeface="Times New Roman" panose="02020503050405090304" pitchFamily="18" charset="0"/>
                            </a:rPr>
                            <m:t>|</m:t>
                          </m:r>
                          <m:sSub>
                            <m:sSubPr>
                              <m:ctrlPr>
                                <a:rPr lang="zh-CN" altLang="zh-CN" sz="1800" i="1">
                                  <a:solidFill>
                                    <a:srgbClr val="0000FF"/>
                                  </a:solidFill>
                                  <a:effectLst/>
                                  <a:latin typeface="Cambria Math" panose="02040503050406030204" pitchFamily="18" charset="0"/>
                                  <a:ea typeface="Cambria Math" panose="02040503050406030204" pitchFamily="18" charset="0"/>
                                  <a:cs typeface="Times New Roman" panose="02020503050405090304" pitchFamily="18" charset="0"/>
                                </a:rPr>
                              </m:ctrlPr>
                            </m:sSubPr>
                            <m:e>
                              <m:r>
                                <m:rPr>
                                  <m:sty m:val="p"/>
                                </m:rPr>
                                <a:rPr lang="en-US" altLang="zh-CN" sz="1800">
                                  <a:solidFill>
                                    <a:srgbClr val="0000FF"/>
                                  </a:solidFill>
                                  <a:effectLst/>
                                  <a:latin typeface="Cambria Math" panose="02040503050406030204" pitchFamily="18" charset="0"/>
                                  <a:ea typeface="宋体" pitchFamily="2" charset="-122"/>
                                  <a:cs typeface="Times New Roman" panose="02020503050405090304" pitchFamily="18" charset="0"/>
                                </a:rPr>
                                <m:t>W</m:t>
                              </m:r>
                            </m:e>
                            <m:sub>
                              <m:r>
                                <a:rPr lang="en-US" altLang="zh-CN" sz="1800">
                                  <a:solidFill>
                                    <a:srgbClr val="0000FF"/>
                                  </a:solidFill>
                                  <a:effectLst/>
                                  <a:latin typeface="Cambria Math" panose="02040503050406030204" pitchFamily="18" charset="0"/>
                                  <a:ea typeface="宋体" pitchFamily="2" charset="-122"/>
                                  <a:cs typeface="Times New Roman" panose="02020503050405090304" pitchFamily="18" charset="0"/>
                                </a:rPr>
                                <m:t>1</m:t>
                              </m:r>
                            </m:sub>
                          </m:sSub>
                          <m:sSub>
                            <m:sSubPr>
                              <m:ctrlPr>
                                <a:rPr lang="zh-CN" altLang="zh-CN" sz="1800" i="1">
                                  <a:solidFill>
                                    <a:srgbClr val="0000FF"/>
                                  </a:solidFill>
                                  <a:effectLst/>
                                  <a:latin typeface="Cambria Math" panose="02040503050406030204" pitchFamily="18" charset="0"/>
                                  <a:ea typeface="Cambria Math" panose="02040503050406030204" pitchFamily="18" charset="0"/>
                                  <a:cs typeface="Times New Roman" panose="02020503050405090304" pitchFamily="18" charset="0"/>
                                </a:rPr>
                              </m:ctrlPr>
                            </m:sSubPr>
                            <m:e>
                              <m:r>
                                <m:rPr>
                                  <m:sty m:val="p"/>
                                </m:rPr>
                                <a:rPr lang="en-US" altLang="zh-CN" sz="1800">
                                  <a:solidFill>
                                    <a:srgbClr val="0000FF"/>
                                  </a:solidFill>
                                  <a:effectLst/>
                                  <a:latin typeface="Cambria Math" panose="02040503050406030204" pitchFamily="18" charset="0"/>
                                  <a:ea typeface="宋体" pitchFamily="2" charset="-122"/>
                                  <a:cs typeface="Times New Roman" panose="02020503050405090304" pitchFamily="18" charset="0"/>
                                </a:rPr>
                                <m:t>W</m:t>
                              </m:r>
                            </m:e>
                            <m:sub>
                              <m:r>
                                <a:rPr lang="en-US" altLang="zh-CN" sz="1800">
                                  <a:solidFill>
                                    <a:srgbClr val="0000FF"/>
                                  </a:solidFill>
                                  <a:effectLst/>
                                  <a:latin typeface="Cambria Math" panose="02040503050406030204" pitchFamily="18" charset="0"/>
                                  <a:ea typeface="宋体" pitchFamily="2" charset="-122"/>
                                  <a:cs typeface="Times New Roman" panose="02020503050405090304" pitchFamily="18" charset="0"/>
                                </a:rPr>
                                <m:t>2</m:t>
                              </m:r>
                            </m:sub>
                          </m:sSub>
                        </m:e>
                      </m:d>
                      <m:r>
                        <a:rPr lang="en-US" altLang="zh-CN" sz="1800">
                          <a:solidFill>
                            <a:srgbClr val="0000FF"/>
                          </a:solidFill>
                          <a:effectLst/>
                          <a:latin typeface="Cambria Math" panose="02040503050406030204" pitchFamily="18" charset="0"/>
                          <a:ea typeface="宋体" pitchFamily="2" charset="-122"/>
                          <a:cs typeface="Times New Roman" panose="02020503050405090304" pitchFamily="18" charset="0"/>
                        </a:rPr>
                        <m:t>...</m:t>
                      </m:r>
                      <m:r>
                        <m:rPr>
                          <m:sty m:val="p"/>
                        </m:rPr>
                        <a:rPr lang="en-US" altLang="zh-CN" sz="1800">
                          <a:solidFill>
                            <a:srgbClr val="0000FF"/>
                          </a:solidFill>
                          <a:effectLst/>
                          <a:latin typeface="Cambria Math" panose="02040503050406030204" pitchFamily="18" charset="0"/>
                          <a:ea typeface="宋体" pitchFamily="2" charset="-122"/>
                          <a:cs typeface="Times New Roman" panose="02020503050405090304" pitchFamily="18" charset="0"/>
                        </a:rPr>
                        <m:t>P</m:t>
                      </m:r>
                      <m:d>
                        <m:dPr>
                          <m:ctrlPr>
                            <a:rPr lang="zh-CN" altLang="zh-CN" sz="1800" i="1">
                              <a:solidFill>
                                <a:srgbClr val="0000FF"/>
                              </a:solidFill>
                              <a:effectLst/>
                              <a:latin typeface="Cambria Math" panose="02040503050406030204" pitchFamily="18" charset="0"/>
                              <a:ea typeface="Cambria Math" panose="02040503050406030204" pitchFamily="18" charset="0"/>
                              <a:cs typeface="Times New Roman" panose="02020503050405090304" pitchFamily="18" charset="0"/>
                            </a:rPr>
                          </m:ctrlPr>
                        </m:dPr>
                        <m:e>
                          <m:sSub>
                            <m:sSubPr>
                              <m:ctrlPr>
                                <a:rPr lang="zh-CN" altLang="zh-CN" sz="1800" i="1">
                                  <a:solidFill>
                                    <a:srgbClr val="0000FF"/>
                                  </a:solidFill>
                                  <a:effectLst/>
                                  <a:latin typeface="Cambria Math" panose="02040503050406030204" pitchFamily="18" charset="0"/>
                                  <a:ea typeface="Cambria Math" panose="02040503050406030204" pitchFamily="18" charset="0"/>
                                  <a:cs typeface="Times New Roman" panose="02020503050405090304" pitchFamily="18" charset="0"/>
                                </a:rPr>
                              </m:ctrlPr>
                            </m:sSubPr>
                            <m:e>
                              <m:r>
                                <m:rPr>
                                  <m:sty m:val="p"/>
                                </m:rPr>
                                <a:rPr lang="en-US" altLang="zh-CN" sz="1800">
                                  <a:solidFill>
                                    <a:srgbClr val="0000FF"/>
                                  </a:solidFill>
                                  <a:effectLst/>
                                  <a:latin typeface="Cambria Math" panose="02040503050406030204" pitchFamily="18" charset="0"/>
                                  <a:ea typeface="宋体" pitchFamily="2" charset="-122"/>
                                  <a:cs typeface="Times New Roman" panose="02020503050405090304" pitchFamily="18" charset="0"/>
                                </a:rPr>
                                <m:t>W</m:t>
                              </m:r>
                            </m:e>
                            <m:sub>
                              <m:r>
                                <m:rPr>
                                  <m:sty m:val="p"/>
                                </m:rPr>
                                <a:rPr lang="en-US" altLang="zh-CN" sz="1800">
                                  <a:solidFill>
                                    <a:srgbClr val="0000FF"/>
                                  </a:solidFill>
                                  <a:effectLst/>
                                  <a:latin typeface="Cambria Math" panose="02040503050406030204" pitchFamily="18" charset="0"/>
                                  <a:ea typeface="宋体" pitchFamily="2" charset="-122"/>
                                  <a:cs typeface="Times New Roman" panose="02020503050405090304" pitchFamily="18" charset="0"/>
                                </a:rPr>
                                <m:t>n</m:t>
                              </m:r>
                            </m:sub>
                          </m:sSub>
                          <m:r>
                            <a:rPr lang="en-US" altLang="zh-CN" sz="1800">
                              <a:solidFill>
                                <a:srgbClr val="0000FF"/>
                              </a:solidFill>
                              <a:effectLst/>
                              <a:latin typeface="Cambria Math" panose="02040503050406030204" pitchFamily="18" charset="0"/>
                              <a:ea typeface="宋体" pitchFamily="2" charset="-122"/>
                              <a:cs typeface="Times New Roman" panose="02020503050405090304" pitchFamily="18" charset="0"/>
                            </a:rPr>
                            <m:t>|</m:t>
                          </m:r>
                          <m:sSub>
                            <m:sSubPr>
                              <m:ctrlPr>
                                <a:rPr lang="zh-CN" altLang="zh-CN" sz="1800" i="1">
                                  <a:solidFill>
                                    <a:srgbClr val="0000FF"/>
                                  </a:solidFill>
                                  <a:effectLst/>
                                  <a:latin typeface="Cambria Math" panose="02040503050406030204" pitchFamily="18" charset="0"/>
                                  <a:ea typeface="Cambria Math" panose="02040503050406030204" pitchFamily="18" charset="0"/>
                                  <a:cs typeface="Times New Roman" panose="02020503050405090304" pitchFamily="18" charset="0"/>
                                </a:rPr>
                              </m:ctrlPr>
                            </m:sSubPr>
                            <m:e>
                              <m:r>
                                <m:rPr>
                                  <m:sty m:val="p"/>
                                </m:rPr>
                                <a:rPr lang="en-US" altLang="zh-CN" sz="1800">
                                  <a:solidFill>
                                    <a:srgbClr val="0000FF"/>
                                  </a:solidFill>
                                  <a:effectLst/>
                                  <a:latin typeface="Cambria Math" panose="02040503050406030204" pitchFamily="18" charset="0"/>
                                  <a:ea typeface="宋体" pitchFamily="2" charset="-122"/>
                                  <a:cs typeface="Times New Roman" panose="02020503050405090304" pitchFamily="18" charset="0"/>
                                </a:rPr>
                                <m:t>W</m:t>
                              </m:r>
                            </m:e>
                            <m:sub>
                              <m:r>
                                <a:rPr lang="en-US" altLang="zh-CN" sz="1800">
                                  <a:solidFill>
                                    <a:srgbClr val="0000FF"/>
                                  </a:solidFill>
                                  <a:effectLst/>
                                  <a:latin typeface="Cambria Math" panose="02040503050406030204" pitchFamily="18" charset="0"/>
                                  <a:ea typeface="宋体" pitchFamily="2" charset="-122"/>
                                  <a:cs typeface="Times New Roman" panose="02020503050405090304" pitchFamily="18" charset="0"/>
                                </a:rPr>
                                <m:t>1</m:t>
                              </m:r>
                            </m:sub>
                          </m:sSub>
                          <m:sSub>
                            <m:sSubPr>
                              <m:ctrlPr>
                                <a:rPr lang="zh-CN" altLang="zh-CN" sz="1800" i="1">
                                  <a:solidFill>
                                    <a:srgbClr val="0000FF"/>
                                  </a:solidFill>
                                  <a:effectLst/>
                                  <a:latin typeface="Cambria Math" panose="02040503050406030204" pitchFamily="18" charset="0"/>
                                  <a:ea typeface="Cambria Math" panose="02040503050406030204" pitchFamily="18" charset="0"/>
                                  <a:cs typeface="Times New Roman" panose="02020503050405090304" pitchFamily="18" charset="0"/>
                                </a:rPr>
                              </m:ctrlPr>
                            </m:sSubPr>
                            <m:e>
                              <m:r>
                                <m:rPr>
                                  <m:sty m:val="p"/>
                                </m:rPr>
                                <a:rPr lang="en-US" altLang="zh-CN" sz="1800">
                                  <a:solidFill>
                                    <a:srgbClr val="0000FF"/>
                                  </a:solidFill>
                                  <a:effectLst/>
                                  <a:latin typeface="Cambria Math" panose="02040503050406030204" pitchFamily="18" charset="0"/>
                                  <a:ea typeface="宋体" pitchFamily="2" charset="-122"/>
                                  <a:cs typeface="Times New Roman" panose="02020503050405090304" pitchFamily="18" charset="0"/>
                                </a:rPr>
                                <m:t>W</m:t>
                              </m:r>
                            </m:e>
                            <m:sub>
                              <m:r>
                                <a:rPr lang="en-US" altLang="zh-CN" sz="1800">
                                  <a:solidFill>
                                    <a:srgbClr val="0000FF"/>
                                  </a:solidFill>
                                  <a:effectLst/>
                                  <a:latin typeface="Cambria Math" panose="02040503050406030204" pitchFamily="18" charset="0"/>
                                  <a:ea typeface="宋体" pitchFamily="2" charset="-122"/>
                                  <a:cs typeface="Times New Roman" panose="02020503050405090304" pitchFamily="18" charset="0"/>
                                </a:rPr>
                                <m:t>2</m:t>
                              </m:r>
                            </m:sub>
                          </m:sSub>
                          <m:r>
                            <a:rPr lang="en-US" altLang="zh-CN" sz="1800">
                              <a:solidFill>
                                <a:srgbClr val="0000FF"/>
                              </a:solidFill>
                              <a:effectLst/>
                              <a:latin typeface="Cambria Math" panose="02040503050406030204" pitchFamily="18" charset="0"/>
                              <a:ea typeface="宋体" pitchFamily="2" charset="-122"/>
                              <a:cs typeface="Times New Roman" panose="02020503050405090304" pitchFamily="18" charset="0"/>
                            </a:rPr>
                            <m:t>...</m:t>
                          </m:r>
                          <m:sSub>
                            <m:sSubPr>
                              <m:ctrlPr>
                                <a:rPr lang="zh-CN" altLang="zh-CN" sz="1800" i="1">
                                  <a:solidFill>
                                    <a:srgbClr val="0000FF"/>
                                  </a:solidFill>
                                  <a:effectLst/>
                                  <a:latin typeface="Cambria Math" panose="02040503050406030204" pitchFamily="18" charset="0"/>
                                  <a:ea typeface="Cambria Math" panose="02040503050406030204" pitchFamily="18" charset="0"/>
                                  <a:cs typeface="Times New Roman" panose="02020503050405090304" pitchFamily="18" charset="0"/>
                                </a:rPr>
                              </m:ctrlPr>
                            </m:sSubPr>
                            <m:e>
                              <m:r>
                                <m:rPr>
                                  <m:sty m:val="p"/>
                                </m:rPr>
                                <a:rPr lang="en-US" altLang="zh-CN" sz="1800">
                                  <a:solidFill>
                                    <a:srgbClr val="0000FF"/>
                                  </a:solidFill>
                                  <a:effectLst/>
                                  <a:latin typeface="Cambria Math" panose="02040503050406030204" pitchFamily="18" charset="0"/>
                                  <a:ea typeface="宋体" pitchFamily="2" charset="-122"/>
                                  <a:cs typeface="Times New Roman" panose="02020503050405090304" pitchFamily="18" charset="0"/>
                                </a:rPr>
                                <m:t>W</m:t>
                              </m:r>
                            </m:e>
                            <m:sub>
                              <m:r>
                                <m:rPr>
                                  <m:sty m:val="p"/>
                                </m:rPr>
                                <a:rPr lang="en-US" altLang="zh-CN" sz="1800">
                                  <a:solidFill>
                                    <a:srgbClr val="0000FF"/>
                                  </a:solidFill>
                                  <a:effectLst/>
                                  <a:latin typeface="Cambria Math" panose="02040503050406030204" pitchFamily="18" charset="0"/>
                                  <a:ea typeface="宋体" pitchFamily="2" charset="-122"/>
                                  <a:cs typeface="Times New Roman" panose="02020503050405090304" pitchFamily="18" charset="0"/>
                                </a:rPr>
                                <m:t>n</m:t>
                              </m:r>
                              <m:r>
                                <a:rPr lang="en-US" altLang="zh-CN" sz="1800" i="1">
                                  <a:solidFill>
                                    <a:srgbClr val="0000FF"/>
                                  </a:solidFill>
                                  <a:effectLst/>
                                  <a:latin typeface="Cambria Math" panose="02040503050406030204" pitchFamily="18" charset="0"/>
                                  <a:ea typeface="宋体" pitchFamily="2" charset="-122"/>
                                  <a:cs typeface="Times New Roman" panose="02020503050405090304" pitchFamily="18" charset="0"/>
                                </a:rPr>
                                <m:t>−</m:t>
                              </m:r>
                              <m:r>
                                <a:rPr lang="en-US" altLang="zh-CN" sz="1800">
                                  <a:solidFill>
                                    <a:srgbClr val="0000FF"/>
                                  </a:solidFill>
                                  <a:effectLst/>
                                  <a:latin typeface="Cambria Math" panose="02040503050406030204" pitchFamily="18" charset="0"/>
                                  <a:ea typeface="宋体" pitchFamily="2" charset="-122"/>
                                  <a:cs typeface="Times New Roman" panose="02020503050405090304" pitchFamily="18" charset="0"/>
                                </a:rPr>
                                <m:t>1</m:t>
                              </m:r>
                            </m:sub>
                          </m:sSub>
                        </m:e>
                      </m:d>
                    </m:oMath>
                  </m:oMathPara>
                </a14:m>
                <a:endParaRPr lang="en-US" altLang="zh-CN" sz="1800">
                  <a:effectLst/>
                  <a:ea typeface="宋体" pitchFamily="2" charset="-122"/>
                  <a:cs typeface="Times New Roman" panose="02020503050405090304" pitchFamily="18" charset="0"/>
                </a:endParaRPr>
              </a:p>
              <a:p>
                <a:pPr>
                  <a:lnSpc>
                    <a:spcPct val="150000"/>
                  </a:lnSpc>
                </a:pPr>
                <a:r>
                  <a:rPr lang="zh-CN" altLang="en-US" sz="1800">
                    <a:effectLst/>
                    <a:latin typeface="Cambria" panose="02040503050406030204" pitchFamily="18" charset="0"/>
                    <a:ea typeface="宋体" pitchFamily="2" charset="-122"/>
                    <a:cs typeface="Times New Roman" panose="02020503050405090304" pitchFamily="18" charset="0"/>
                  </a:rPr>
                  <a:t>或者</a:t>
                </a:r>
                <a:endParaRPr lang="zh-CN" altLang="zh-CN" sz="1800">
                  <a:effectLst/>
                  <a:latin typeface="Cambria" panose="02040503050406030204" pitchFamily="18" charset="0"/>
                  <a:ea typeface="宋体" pitchFamily="2" charset="-122"/>
                  <a:cs typeface="Times New Roman" panose="02020503050405090304" pitchFamily="18" charset="0"/>
                </a:endParaRPr>
              </a:p>
              <a:p>
                <a:pPr>
                  <a:lnSpc>
                    <a:spcPct val="150000"/>
                  </a:lnSpc>
                </a:pPr>
                <a14:m>
                  <m:oMathPara xmlns:m="http://schemas.openxmlformats.org/officeDocument/2006/math">
                    <m:oMathParaPr>
                      <m:jc m:val="centerGroup"/>
                    </m:oMathParaPr>
                    <m:oMath xmlns:m="http://schemas.openxmlformats.org/officeDocument/2006/math">
                      <m:r>
                        <m:rPr>
                          <m:sty m:val="p"/>
                        </m:rPr>
                        <a:rPr lang="en-US" altLang="zh-CN" sz="1800" smtClean="0">
                          <a:solidFill>
                            <a:srgbClr val="FF0000"/>
                          </a:solidFill>
                          <a:effectLst/>
                          <a:latin typeface="Cambria Math" panose="02040503050406030204" pitchFamily="18" charset="0"/>
                          <a:ea typeface="宋体" pitchFamily="2" charset="-122"/>
                          <a:cs typeface="Times New Roman" panose="02020503050405090304" pitchFamily="18" charset="0"/>
                        </a:rPr>
                        <m:t>P</m:t>
                      </m:r>
                      <m:d>
                        <m:dPr>
                          <m:ctrlPr>
                            <a:rPr lang="zh-CN" altLang="zh-CN" sz="1800" i="1">
                              <a:solidFill>
                                <a:srgbClr val="FF0000"/>
                              </a:solidFill>
                              <a:effectLst/>
                              <a:latin typeface="Cambria Math" panose="02040503050406030204" pitchFamily="18" charset="0"/>
                              <a:ea typeface="Cambria Math" panose="02040503050406030204" pitchFamily="18" charset="0"/>
                              <a:cs typeface="Times New Roman" panose="02020503050405090304" pitchFamily="18" charset="0"/>
                            </a:rPr>
                          </m:ctrlPr>
                        </m:dPr>
                        <m:e>
                          <m:r>
                            <m:rPr>
                              <m:sty m:val="p"/>
                            </m:rPr>
                            <a:rPr lang="en-US" altLang="zh-CN" sz="1800">
                              <a:solidFill>
                                <a:srgbClr val="FF0000"/>
                              </a:solidFill>
                              <a:effectLst/>
                              <a:latin typeface="Cambria Math" panose="02040503050406030204" pitchFamily="18" charset="0"/>
                              <a:ea typeface="宋体" pitchFamily="2" charset="-122"/>
                              <a:cs typeface="Times New Roman" panose="02020503050405090304" pitchFamily="18" charset="0"/>
                            </a:rPr>
                            <m:t>W</m:t>
                          </m:r>
                        </m:e>
                      </m:d>
                      <m:r>
                        <a:rPr lang="en-US" altLang="zh-CN" sz="1800">
                          <a:solidFill>
                            <a:srgbClr val="FF0000"/>
                          </a:solidFill>
                          <a:effectLst/>
                          <a:latin typeface="Cambria Math" panose="02040503050406030204" pitchFamily="18" charset="0"/>
                          <a:ea typeface="宋体" pitchFamily="2" charset="-122"/>
                          <a:cs typeface="Times New Roman" panose="02020503050405090304" pitchFamily="18" charset="0"/>
                        </a:rPr>
                        <m:t>=</m:t>
                      </m:r>
                      <m:r>
                        <m:rPr>
                          <m:sty m:val="p"/>
                        </m:rPr>
                        <a:rPr lang="en-US" altLang="zh-CN" sz="1800">
                          <a:solidFill>
                            <a:srgbClr val="FF0000"/>
                          </a:solidFill>
                          <a:effectLst/>
                          <a:latin typeface="Cambria Math" panose="02040503050406030204" pitchFamily="18" charset="0"/>
                          <a:ea typeface="宋体" pitchFamily="2" charset="-122"/>
                          <a:cs typeface="Times New Roman" panose="02020503050405090304" pitchFamily="18" charset="0"/>
                        </a:rPr>
                        <m:t>P</m:t>
                      </m:r>
                      <m:d>
                        <m:dPr>
                          <m:ctrlPr>
                            <a:rPr lang="zh-CN" altLang="zh-CN" sz="1800" i="1">
                              <a:solidFill>
                                <a:srgbClr val="FF0000"/>
                              </a:solidFill>
                              <a:effectLst/>
                              <a:latin typeface="Cambria Math" panose="02040503050406030204" pitchFamily="18" charset="0"/>
                              <a:ea typeface="Cambria Math" panose="02040503050406030204" pitchFamily="18" charset="0"/>
                              <a:cs typeface="Times New Roman" panose="02020503050405090304" pitchFamily="18" charset="0"/>
                            </a:rPr>
                          </m:ctrlPr>
                        </m:dPr>
                        <m:e>
                          <m:sSub>
                            <m:sSubPr>
                              <m:ctrlPr>
                                <a:rPr lang="zh-CN" altLang="zh-CN" sz="1800" i="1">
                                  <a:solidFill>
                                    <a:srgbClr val="FF0000"/>
                                  </a:solidFill>
                                  <a:effectLst/>
                                  <a:latin typeface="Cambria Math" panose="02040503050406030204" pitchFamily="18" charset="0"/>
                                  <a:ea typeface="Cambria Math" panose="02040503050406030204" pitchFamily="18" charset="0"/>
                                  <a:cs typeface="Times New Roman" panose="02020503050405090304" pitchFamily="18" charset="0"/>
                                </a:rPr>
                              </m:ctrlPr>
                            </m:sSubPr>
                            <m:e>
                              <m:r>
                                <m:rPr>
                                  <m:sty m:val="p"/>
                                </m:rPr>
                                <a:rPr lang="en-US" altLang="zh-CN" sz="1800">
                                  <a:solidFill>
                                    <a:srgbClr val="FF0000"/>
                                  </a:solidFill>
                                  <a:effectLst/>
                                  <a:latin typeface="Cambria Math" panose="02040503050406030204" pitchFamily="18" charset="0"/>
                                  <a:ea typeface="宋体" pitchFamily="2" charset="-122"/>
                                  <a:cs typeface="Times New Roman" panose="02020503050405090304" pitchFamily="18" charset="0"/>
                                </a:rPr>
                                <m:t>W</m:t>
                              </m:r>
                            </m:e>
                            <m:sub>
                              <m:r>
                                <a:rPr lang="en-US" altLang="zh-CN" sz="1800">
                                  <a:solidFill>
                                    <a:srgbClr val="FF0000"/>
                                  </a:solidFill>
                                  <a:effectLst/>
                                  <a:latin typeface="Cambria Math" panose="02040503050406030204" pitchFamily="18" charset="0"/>
                                  <a:ea typeface="宋体" pitchFamily="2" charset="-122"/>
                                  <a:cs typeface="Times New Roman" panose="02020503050405090304" pitchFamily="18" charset="0"/>
                                </a:rPr>
                                <m:t>1</m:t>
                              </m:r>
                            </m:sub>
                          </m:sSub>
                          <m:sSub>
                            <m:sSubPr>
                              <m:ctrlPr>
                                <a:rPr lang="zh-CN" altLang="zh-CN" sz="1800" i="1">
                                  <a:solidFill>
                                    <a:srgbClr val="FF0000"/>
                                  </a:solidFill>
                                  <a:effectLst/>
                                  <a:latin typeface="Cambria Math" panose="02040503050406030204" pitchFamily="18" charset="0"/>
                                  <a:ea typeface="Cambria Math" panose="02040503050406030204" pitchFamily="18" charset="0"/>
                                  <a:cs typeface="Times New Roman" panose="02020503050405090304" pitchFamily="18" charset="0"/>
                                </a:rPr>
                              </m:ctrlPr>
                            </m:sSubPr>
                            <m:e>
                              <m:r>
                                <m:rPr>
                                  <m:sty m:val="p"/>
                                </m:rPr>
                                <a:rPr lang="en-US" altLang="zh-CN" sz="1800">
                                  <a:solidFill>
                                    <a:srgbClr val="FF0000"/>
                                  </a:solidFill>
                                  <a:effectLst/>
                                  <a:latin typeface="Cambria Math" panose="02040503050406030204" pitchFamily="18" charset="0"/>
                                  <a:ea typeface="宋体" pitchFamily="2" charset="-122"/>
                                  <a:cs typeface="Times New Roman" panose="02020503050405090304" pitchFamily="18" charset="0"/>
                                </a:rPr>
                                <m:t>W</m:t>
                              </m:r>
                            </m:e>
                            <m:sub>
                              <m:r>
                                <a:rPr lang="en-US" altLang="zh-CN" sz="1800">
                                  <a:solidFill>
                                    <a:srgbClr val="FF0000"/>
                                  </a:solidFill>
                                  <a:effectLst/>
                                  <a:latin typeface="Cambria Math" panose="02040503050406030204" pitchFamily="18" charset="0"/>
                                  <a:ea typeface="宋体" pitchFamily="2" charset="-122"/>
                                  <a:cs typeface="Times New Roman" panose="02020503050405090304" pitchFamily="18" charset="0"/>
                                </a:rPr>
                                <m:t>2</m:t>
                              </m:r>
                            </m:sub>
                          </m:sSub>
                          <m:sSub>
                            <m:sSubPr>
                              <m:ctrlPr>
                                <a:rPr lang="zh-CN" altLang="zh-CN" sz="1800" i="1">
                                  <a:solidFill>
                                    <a:srgbClr val="FF0000"/>
                                  </a:solidFill>
                                  <a:effectLst/>
                                  <a:latin typeface="Cambria Math" panose="02040503050406030204" pitchFamily="18" charset="0"/>
                                  <a:ea typeface="Cambria Math" panose="02040503050406030204" pitchFamily="18" charset="0"/>
                                  <a:cs typeface="Times New Roman" panose="02020503050405090304" pitchFamily="18" charset="0"/>
                                </a:rPr>
                              </m:ctrlPr>
                            </m:sSubPr>
                            <m:e>
                              <m:r>
                                <m:rPr>
                                  <m:sty m:val="p"/>
                                </m:rPr>
                                <a:rPr lang="en-US" altLang="zh-CN" sz="1800">
                                  <a:solidFill>
                                    <a:srgbClr val="FF0000"/>
                                  </a:solidFill>
                                  <a:effectLst/>
                                  <a:latin typeface="Cambria Math" panose="02040503050406030204" pitchFamily="18" charset="0"/>
                                  <a:ea typeface="宋体" pitchFamily="2" charset="-122"/>
                                  <a:cs typeface="Times New Roman" panose="02020503050405090304" pitchFamily="18" charset="0"/>
                                </a:rPr>
                                <m:t>W</m:t>
                              </m:r>
                            </m:e>
                            <m:sub>
                              <m:r>
                                <a:rPr lang="en-US" altLang="zh-CN" sz="1800">
                                  <a:solidFill>
                                    <a:srgbClr val="FF0000"/>
                                  </a:solidFill>
                                  <a:effectLst/>
                                  <a:latin typeface="Cambria Math" panose="02040503050406030204" pitchFamily="18" charset="0"/>
                                  <a:ea typeface="宋体" pitchFamily="2" charset="-122"/>
                                  <a:cs typeface="Times New Roman" panose="02020503050405090304" pitchFamily="18" charset="0"/>
                                </a:rPr>
                                <m:t>3</m:t>
                              </m:r>
                            </m:sub>
                          </m:sSub>
                          <m:r>
                            <a:rPr lang="en-US" altLang="zh-CN" sz="1800">
                              <a:solidFill>
                                <a:srgbClr val="FF0000"/>
                              </a:solidFill>
                              <a:effectLst/>
                              <a:latin typeface="Cambria Math" panose="02040503050406030204" pitchFamily="18" charset="0"/>
                              <a:ea typeface="宋体" pitchFamily="2" charset="-122"/>
                              <a:cs typeface="Times New Roman" panose="02020503050405090304" pitchFamily="18" charset="0"/>
                            </a:rPr>
                            <m:t>...</m:t>
                          </m:r>
                          <m:sSub>
                            <m:sSubPr>
                              <m:ctrlPr>
                                <a:rPr lang="zh-CN" altLang="zh-CN" sz="1800" i="1">
                                  <a:solidFill>
                                    <a:srgbClr val="FF0000"/>
                                  </a:solidFill>
                                  <a:effectLst/>
                                  <a:latin typeface="Cambria Math" panose="02040503050406030204" pitchFamily="18" charset="0"/>
                                  <a:ea typeface="Cambria Math" panose="02040503050406030204" pitchFamily="18" charset="0"/>
                                  <a:cs typeface="Times New Roman" panose="02020503050405090304" pitchFamily="18" charset="0"/>
                                </a:rPr>
                              </m:ctrlPr>
                            </m:sSubPr>
                            <m:e>
                              <m:r>
                                <m:rPr>
                                  <m:sty m:val="p"/>
                                </m:rPr>
                                <a:rPr lang="en-US" altLang="zh-CN" sz="1800">
                                  <a:solidFill>
                                    <a:srgbClr val="FF0000"/>
                                  </a:solidFill>
                                  <a:effectLst/>
                                  <a:latin typeface="Cambria Math" panose="02040503050406030204" pitchFamily="18" charset="0"/>
                                  <a:ea typeface="宋体" pitchFamily="2" charset="-122"/>
                                  <a:cs typeface="Times New Roman" panose="02020503050405090304" pitchFamily="18" charset="0"/>
                                </a:rPr>
                                <m:t>W</m:t>
                              </m:r>
                            </m:e>
                            <m:sub>
                              <m:r>
                                <m:rPr>
                                  <m:sty m:val="p"/>
                                </m:rPr>
                                <a:rPr lang="en-US" altLang="zh-CN" sz="1800">
                                  <a:solidFill>
                                    <a:srgbClr val="FF0000"/>
                                  </a:solidFill>
                                  <a:effectLst/>
                                  <a:latin typeface="Cambria Math" panose="02040503050406030204" pitchFamily="18" charset="0"/>
                                  <a:ea typeface="宋体" pitchFamily="2" charset="-122"/>
                                  <a:cs typeface="Times New Roman" panose="02020503050405090304" pitchFamily="18" charset="0"/>
                                </a:rPr>
                                <m:t>n</m:t>
                              </m:r>
                            </m:sub>
                          </m:sSub>
                        </m:e>
                      </m:d>
                      <m:r>
                        <a:rPr lang="en-US" altLang="zh-CN" sz="1800">
                          <a:solidFill>
                            <a:srgbClr val="FF0000"/>
                          </a:solidFill>
                          <a:effectLst/>
                          <a:latin typeface="Cambria Math" panose="02040503050406030204" pitchFamily="18" charset="0"/>
                          <a:ea typeface="宋体" pitchFamily="2" charset="-122"/>
                          <a:cs typeface="Times New Roman" panose="02020503050405090304" pitchFamily="18" charset="0"/>
                        </a:rPr>
                        <m:t>=</m:t>
                      </m:r>
                      <m:r>
                        <m:rPr>
                          <m:sty m:val="p"/>
                        </m:rPr>
                        <a:rPr lang="en-US" altLang="zh-CN" sz="1800">
                          <a:solidFill>
                            <a:srgbClr val="FF0000"/>
                          </a:solidFill>
                          <a:effectLst/>
                          <a:latin typeface="Cambria Math" panose="02040503050406030204" pitchFamily="18" charset="0"/>
                          <a:ea typeface="宋体" pitchFamily="2" charset="-122"/>
                          <a:cs typeface="Times New Roman" panose="02020503050405090304" pitchFamily="18" charset="0"/>
                        </a:rPr>
                        <m:t>P</m:t>
                      </m:r>
                      <m:d>
                        <m:dPr>
                          <m:ctrlPr>
                            <a:rPr lang="zh-CN" altLang="zh-CN" sz="1800" i="1">
                              <a:solidFill>
                                <a:srgbClr val="FF0000"/>
                              </a:solidFill>
                              <a:effectLst/>
                              <a:latin typeface="Cambria Math" panose="02040503050406030204" pitchFamily="18" charset="0"/>
                              <a:ea typeface="Cambria Math" panose="02040503050406030204" pitchFamily="18" charset="0"/>
                              <a:cs typeface="Times New Roman" panose="02020503050405090304" pitchFamily="18" charset="0"/>
                            </a:rPr>
                          </m:ctrlPr>
                        </m:dPr>
                        <m:e>
                          <m:sSub>
                            <m:sSubPr>
                              <m:ctrlPr>
                                <a:rPr lang="zh-CN" altLang="zh-CN" sz="1800" i="1">
                                  <a:solidFill>
                                    <a:srgbClr val="FF0000"/>
                                  </a:solidFill>
                                  <a:effectLst/>
                                  <a:latin typeface="Cambria Math" panose="02040503050406030204" pitchFamily="18" charset="0"/>
                                  <a:ea typeface="Cambria Math" panose="02040503050406030204" pitchFamily="18" charset="0"/>
                                  <a:cs typeface="Times New Roman" panose="02020503050405090304" pitchFamily="18" charset="0"/>
                                </a:rPr>
                              </m:ctrlPr>
                            </m:sSubPr>
                            <m:e>
                              <m:r>
                                <m:rPr>
                                  <m:sty m:val="p"/>
                                </m:rPr>
                                <a:rPr lang="en-US" altLang="zh-CN" sz="1800">
                                  <a:solidFill>
                                    <a:srgbClr val="FF0000"/>
                                  </a:solidFill>
                                  <a:effectLst/>
                                  <a:latin typeface="Cambria Math" panose="02040503050406030204" pitchFamily="18" charset="0"/>
                                  <a:ea typeface="宋体" pitchFamily="2" charset="-122"/>
                                  <a:cs typeface="Times New Roman" panose="02020503050405090304" pitchFamily="18" charset="0"/>
                                </a:rPr>
                                <m:t>W</m:t>
                              </m:r>
                            </m:e>
                            <m:sub>
                              <m:r>
                                <a:rPr lang="en-US" altLang="zh-CN" sz="1800">
                                  <a:solidFill>
                                    <a:srgbClr val="FF0000"/>
                                  </a:solidFill>
                                  <a:effectLst/>
                                  <a:latin typeface="Cambria Math" panose="02040503050406030204" pitchFamily="18" charset="0"/>
                                  <a:ea typeface="宋体" pitchFamily="2" charset="-122"/>
                                  <a:cs typeface="Times New Roman" panose="02020503050405090304" pitchFamily="18" charset="0"/>
                                </a:rPr>
                                <m:t>1</m:t>
                              </m:r>
                            </m:sub>
                          </m:sSub>
                        </m:e>
                      </m:d>
                      <m:r>
                        <m:rPr>
                          <m:sty m:val="p"/>
                        </m:rPr>
                        <a:rPr lang="en-US" altLang="zh-CN" sz="1800">
                          <a:solidFill>
                            <a:srgbClr val="FF0000"/>
                          </a:solidFill>
                          <a:effectLst/>
                          <a:latin typeface="Cambria Math" panose="02040503050406030204" pitchFamily="18" charset="0"/>
                          <a:ea typeface="宋体" pitchFamily="2" charset="-122"/>
                          <a:cs typeface="Times New Roman" panose="02020503050405090304" pitchFamily="18" charset="0"/>
                        </a:rPr>
                        <m:t>P</m:t>
                      </m:r>
                      <m:d>
                        <m:dPr>
                          <m:ctrlPr>
                            <a:rPr lang="zh-CN" altLang="zh-CN" sz="1800" i="1">
                              <a:solidFill>
                                <a:srgbClr val="FF0000"/>
                              </a:solidFill>
                              <a:effectLst/>
                              <a:latin typeface="Cambria Math" panose="02040503050406030204" pitchFamily="18" charset="0"/>
                              <a:ea typeface="Cambria Math" panose="02040503050406030204" pitchFamily="18" charset="0"/>
                              <a:cs typeface="Times New Roman" panose="02020503050405090304" pitchFamily="18" charset="0"/>
                            </a:rPr>
                          </m:ctrlPr>
                        </m:dPr>
                        <m:e>
                          <m:sSub>
                            <m:sSubPr>
                              <m:ctrlPr>
                                <a:rPr lang="zh-CN" altLang="zh-CN" sz="1800" i="1">
                                  <a:solidFill>
                                    <a:srgbClr val="FF0000"/>
                                  </a:solidFill>
                                  <a:effectLst/>
                                  <a:latin typeface="Cambria Math" panose="02040503050406030204" pitchFamily="18" charset="0"/>
                                  <a:ea typeface="Cambria Math" panose="02040503050406030204" pitchFamily="18" charset="0"/>
                                  <a:cs typeface="Times New Roman" panose="02020503050405090304" pitchFamily="18" charset="0"/>
                                </a:rPr>
                              </m:ctrlPr>
                            </m:sSubPr>
                            <m:e>
                              <m:r>
                                <m:rPr>
                                  <m:sty m:val="p"/>
                                </m:rPr>
                                <a:rPr lang="en-US" altLang="zh-CN" sz="1800">
                                  <a:solidFill>
                                    <a:srgbClr val="FF0000"/>
                                  </a:solidFill>
                                  <a:effectLst/>
                                  <a:latin typeface="Cambria Math" panose="02040503050406030204" pitchFamily="18" charset="0"/>
                                  <a:ea typeface="宋体" pitchFamily="2" charset="-122"/>
                                  <a:cs typeface="Times New Roman" panose="02020503050405090304" pitchFamily="18" charset="0"/>
                                </a:rPr>
                                <m:t>W</m:t>
                              </m:r>
                            </m:e>
                            <m:sub>
                              <m:r>
                                <a:rPr lang="en-US" altLang="zh-CN" sz="1800">
                                  <a:solidFill>
                                    <a:srgbClr val="FF0000"/>
                                  </a:solidFill>
                                  <a:effectLst/>
                                  <a:latin typeface="Cambria Math" panose="02040503050406030204" pitchFamily="18" charset="0"/>
                                  <a:ea typeface="宋体" pitchFamily="2" charset="-122"/>
                                  <a:cs typeface="Times New Roman" panose="02020503050405090304" pitchFamily="18" charset="0"/>
                                </a:rPr>
                                <m:t>2</m:t>
                              </m:r>
                            </m:sub>
                          </m:sSub>
                          <m:r>
                            <a:rPr lang="en-US" altLang="zh-CN" sz="1800">
                              <a:solidFill>
                                <a:srgbClr val="FF0000"/>
                              </a:solidFill>
                              <a:effectLst/>
                              <a:latin typeface="Cambria Math" panose="02040503050406030204" pitchFamily="18" charset="0"/>
                              <a:ea typeface="宋体" pitchFamily="2" charset="-122"/>
                              <a:cs typeface="Times New Roman" panose="02020503050405090304" pitchFamily="18" charset="0"/>
                            </a:rPr>
                            <m:t>|</m:t>
                          </m:r>
                          <m:sSub>
                            <m:sSubPr>
                              <m:ctrlPr>
                                <a:rPr lang="zh-CN" altLang="zh-CN" sz="1800" i="1">
                                  <a:solidFill>
                                    <a:srgbClr val="FF0000"/>
                                  </a:solidFill>
                                  <a:effectLst/>
                                  <a:latin typeface="Cambria Math" panose="02040503050406030204" pitchFamily="18" charset="0"/>
                                  <a:ea typeface="Cambria Math" panose="02040503050406030204" pitchFamily="18" charset="0"/>
                                  <a:cs typeface="Times New Roman" panose="02020503050405090304" pitchFamily="18" charset="0"/>
                                </a:rPr>
                              </m:ctrlPr>
                            </m:sSubPr>
                            <m:e>
                              <m:r>
                                <m:rPr>
                                  <m:sty m:val="p"/>
                                </m:rPr>
                                <a:rPr lang="en-US" altLang="zh-CN" sz="1800">
                                  <a:solidFill>
                                    <a:srgbClr val="FF0000"/>
                                  </a:solidFill>
                                  <a:effectLst/>
                                  <a:latin typeface="Cambria Math" panose="02040503050406030204" pitchFamily="18" charset="0"/>
                                  <a:ea typeface="宋体" pitchFamily="2" charset="-122"/>
                                  <a:cs typeface="Times New Roman" panose="02020503050405090304" pitchFamily="18" charset="0"/>
                                </a:rPr>
                                <m:t>W</m:t>
                              </m:r>
                            </m:e>
                            <m:sub>
                              <m:r>
                                <a:rPr lang="en-US" altLang="zh-CN" sz="1800">
                                  <a:solidFill>
                                    <a:srgbClr val="FF0000"/>
                                  </a:solidFill>
                                  <a:effectLst/>
                                  <a:latin typeface="Cambria Math" panose="02040503050406030204" pitchFamily="18" charset="0"/>
                                  <a:ea typeface="宋体" pitchFamily="2" charset="-122"/>
                                  <a:cs typeface="Times New Roman" panose="02020503050405090304" pitchFamily="18" charset="0"/>
                                </a:rPr>
                                <m:t>1</m:t>
                              </m:r>
                            </m:sub>
                          </m:sSub>
                        </m:e>
                      </m:d>
                      <m:r>
                        <m:rPr>
                          <m:sty m:val="p"/>
                        </m:rPr>
                        <a:rPr lang="en-US" altLang="zh-CN" sz="1800">
                          <a:solidFill>
                            <a:srgbClr val="FF0000"/>
                          </a:solidFill>
                          <a:effectLst/>
                          <a:latin typeface="Cambria Math" panose="02040503050406030204" pitchFamily="18" charset="0"/>
                          <a:ea typeface="宋体" pitchFamily="2" charset="-122"/>
                          <a:cs typeface="Times New Roman" panose="02020503050405090304" pitchFamily="18" charset="0"/>
                        </a:rPr>
                        <m:t>P</m:t>
                      </m:r>
                      <m:d>
                        <m:dPr>
                          <m:ctrlPr>
                            <a:rPr lang="zh-CN" altLang="zh-CN" sz="1800" i="1">
                              <a:solidFill>
                                <a:srgbClr val="FF0000"/>
                              </a:solidFill>
                              <a:effectLst/>
                              <a:latin typeface="Cambria Math" panose="02040503050406030204" pitchFamily="18" charset="0"/>
                              <a:ea typeface="Cambria Math" panose="02040503050406030204" pitchFamily="18" charset="0"/>
                              <a:cs typeface="Times New Roman" panose="02020503050405090304" pitchFamily="18" charset="0"/>
                            </a:rPr>
                          </m:ctrlPr>
                        </m:dPr>
                        <m:e>
                          <m:sSub>
                            <m:sSubPr>
                              <m:ctrlPr>
                                <a:rPr lang="zh-CN" altLang="zh-CN" sz="1800" i="1">
                                  <a:solidFill>
                                    <a:srgbClr val="FF0000"/>
                                  </a:solidFill>
                                  <a:effectLst/>
                                  <a:latin typeface="Cambria Math" panose="02040503050406030204" pitchFamily="18" charset="0"/>
                                  <a:ea typeface="Cambria Math" panose="02040503050406030204" pitchFamily="18" charset="0"/>
                                  <a:cs typeface="Times New Roman" panose="02020503050405090304" pitchFamily="18" charset="0"/>
                                </a:rPr>
                              </m:ctrlPr>
                            </m:sSubPr>
                            <m:e>
                              <m:r>
                                <m:rPr>
                                  <m:sty m:val="p"/>
                                </m:rPr>
                                <a:rPr lang="en-US" altLang="zh-CN" sz="1800">
                                  <a:solidFill>
                                    <a:srgbClr val="FF0000"/>
                                  </a:solidFill>
                                  <a:effectLst/>
                                  <a:latin typeface="Cambria Math" panose="02040503050406030204" pitchFamily="18" charset="0"/>
                                  <a:ea typeface="宋体" pitchFamily="2" charset="-122"/>
                                  <a:cs typeface="Times New Roman" panose="02020503050405090304" pitchFamily="18" charset="0"/>
                                </a:rPr>
                                <m:t>W</m:t>
                              </m:r>
                            </m:e>
                            <m:sub>
                              <m:r>
                                <a:rPr lang="en-US" altLang="zh-CN" sz="1800">
                                  <a:solidFill>
                                    <a:srgbClr val="FF0000"/>
                                  </a:solidFill>
                                  <a:effectLst/>
                                  <a:latin typeface="Cambria Math" panose="02040503050406030204" pitchFamily="18" charset="0"/>
                                  <a:ea typeface="宋体" pitchFamily="2" charset="-122"/>
                                  <a:cs typeface="Times New Roman" panose="02020503050405090304" pitchFamily="18" charset="0"/>
                                </a:rPr>
                                <m:t>3</m:t>
                              </m:r>
                            </m:sub>
                          </m:sSub>
                          <m:r>
                            <a:rPr lang="en-US" altLang="zh-CN" sz="1800">
                              <a:solidFill>
                                <a:srgbClr val="FF0000"/>
                              </a:solidFill>
                              <a:effectLst/>
                              <a:latin typeface="Cambria Math" panose="02040503050406030204" pitchFamily="18" charset="0"/>
                              <a:ea typeface="宋体" pitchFamily="2" charset="-122"/>
                              <a:cs typeface="Times New Roman" panose="02020503050405090304" pitchFamily="18" charset="0"/>
                            </a:rPr>
                            <m:t>|</m:t>
                          </m:r>
                          <m:sSub>
                            <m:sSubPr>
                              <m:ctrlPr>
                                <a:rPr lang="zh-CN" altLang="zh-CN" sz="1800" i="1">
                                  <a:solidFill>
                                    <a:srgbClr val="FF0000"/>
                                  </a:solidFill>
                                  <a:effectLst/>
                                  <a:latin typeface="Cambria Math" panose="02040503050406030204" pitchFamily="18" charset="0"/>
                                  <a:ea typeface="Cambria Math" panose="02040503050406030204" pitchFamily="18" charset="0"/>
                                  <a:cs typeface="Times New Roman" panose="02020503050405090304" pitchFamily="18" charset="0"/>
                                </a:rPr>
                              </m:ctrlPr>
                            </m:sSubPr>
                            <m:e>
                              <m:r>
                                <m:rPr>
                                  <m:sty m:val="p"/>
                                </m:rPr>
                                <a:rPr lang="en-US" altLang="zh-CN" sz="1800">
                                  <a:solidFill>
                                    <a:srgbClr val="FF0000"/>
                                  </a:solidFill>
                                  <a:effectLst/>
                                  <a:latin typeface="Cambria Math" panose="02040503050406030204" pitchFamily="18" charset="0"/>
                                  <a:ea typeface="宋体" pitchFamily="2" charset="-122"/>
                                  <a:cs typeface="Times New Roman" panose="02020503050405090304" pitchFamily="18" charset="0"/>
                                </a:rPr>
                                <m:t>W</m:t>
                              </m:r>
                            </m:e>
                            <m:sub>
                              <m:r>
                                <a:rPr lang="en-US" altLang="zh-CN" sz="1800">
                                  <a:solidFill>
                                    <a:srgbClr val="FF0000"/>
                                  </a:solidFill>
                                  <a:effectLst/>
                                  <a:latin typeface="Cambria Math" panose="02040503050406030204" pitchFamily="18" charset="0"/>
                                  <a:ea typeface="宋体" pitchFamily="2" charset="-122"/>
                                  <a:cs typeface="Times New Roman" panose="02020503050405090304" pitchFamily="18" charset="0"/>
                                </a:rPr>
                                <m:t>2</m:t>
                              </m:r>
                            </m:sub>
                          </m:sSub>
                        </m:e>
                      </m:d>
                      <m:r>
                        <a:rPr lang="en-US" altLang="zh-CN" sz="1800">
                          <a:solidFill>
                            <a:srgbClr val="FF0000"/>
                          </a:solidFill>
                          <a:effectLst/>
                          <a:latin typeface="Cambria Math" panose="02040503050406030204" pitchFamily="18" charset="0"/>
                          <a:ea typeface="宋体" pitchFamily="2" charset="-122"/>
                          <a:cs typeface="Times New Roman" panose="02020503050405090304" pitchFamily="18" charset="0"/>
                        </a:rPr>
                        <m:t>...</m:t>
                      </m:r>
                      <m:r>
                        <m:rPr>
                          <m:sty m:val="p"/>
                        </m:rPr>
                        <a:rPr lang="en-US" altLang="zh-CN" sz="1800">
                          <a:solidFill>
                            <a:srgbClr val="FF0000"/>
                          </a:solidFill>
                          <a:effectLst/>
                          <a:latin typeface="Cambria Math" panose="02040503050406030204" pitchFamily="18" charset="0"/>
                          <a:ea typeface="宋体" pitchFamily="2" charset="-122"/>
                          <a:cs typeface="Times New Roman" panose="02020503050405090304" pitchFamily="18" charset="0"/>
                        </a:rPr>
                        <m:t>P</m:t>
                      </m:r>
                      <m:d>
                        <m:dPr>
                          <m:ctrlPr>
                            <a:rPr lang="zh-CN" altLang="zh-CN" sz="1800" i="1">
                              <a:solidFill>
                                <a:srgbClr val="FF0000"/>
                              </a:solidFill>
                              <a:effectLst/>
                              <a:latin typeface="Cambria Math" panose="02040503050406030204" pitchFamily="18" charset="0"/>
                              <a:ea typeface="Cambria Math" panose="02040503050406030204" pitchFamily="18" charset="0"/>
                              <a:cs typeface="Times New Roman" panose="02020503050405090304" pitchFamily="18" charset="0"/>
                            </a:rPr>
                          </m:ctrlPr>
                        </m:dPr>
                        <m:e>
                          <m:sSub>
                            <m:sSubPr>
                              <m:ctrlPr>
                                <a:rPr lang="zh-CN" altLang="zh-CN" sz="1800" i="1">
                                  <a:solidFill>
                                    <a:srgbClr val="FF0000"/>
                                  </a:solidFill>
                                  <a:effectLst/>
                                  <a:latin typeface="Cambria Math" panose="02040503050406030204" pitchFamily="18" charset="0"/>
                                  <a:ea typeface="Cambria Math" panose="02040503050406030204" pitchFamily="18" charset="0"/>
                                  <a:cs typeface="Times New Roman" panose="02020503050405090304" pitchFamily="18" charset="0"/>
                                </a:rPr>
                              </m:ctrlPr>
                            </m:sSubPr>
                            <m:e>
                              <m:r>
                                <m:rPr>
                                  <m:sty m:val="p"/>
                                </m:rPr>
                                <a:rPr lang="en-US" altLang="zh-CN" sz="1800">
                                  <a:solidFill>
                                    <a:srgbClr val="FF0000"/>
                                  </a:solidFill>
                                  <a:effectLst/>
                                  <a:latin typeface="Cambria Math" panose="02040503050406030204" pitchFamily="18" charset="0"/>
                                  <a:ea typeface="宋体" pitchFamily="2" charset="-122"/>
                                  <a:cs typeface="Times New Roman" panose="02020503050405090304" pitchFamily="18" charset="0"/>
                                </a:rPr>
                                <m:t>W</m:t>
                              </m:r>
                            </m:e>
                            <m:sub>
                              <m:r>
                                <m:rPr>
                                  <m:sty m:val="p"/>
                                </m:rPr>
                                <a:rPr lang="en-US" altLang="zh-CN" sz="1800">
                                  <a:solidFill>
                                    <a:srgbClr val="FF0000"/>
                                  </a:solidFill>
                                  <a:effectLst/>
                                  <a:latin typeface="Cambria Math" panose="02040503050406030204" pitchFamily="18" charset="0"/>
                                  <a:ea typeface="宋体" pitchFamily="2" charset="-122"/>
                                  <a:cs typeface="Times New Roman" panose="02020503050405090304" pitchFamily="18" charset="0"/>
                                </a:rPr>
                                <m:t>n</m:t>
                              </m:r>
                            </m:sub>
                          </m:sSub>
                          <m:r>
                            <a:rPr lang="en-US" altLang="zh-CN" sz="1800">
                              <a:solidFill>
                                <a:srgbClr val="FF0000"/>
                              </a:solidFill>
                              <a:effectLst/>
                              <a:latin typeface="Cambria Math" panose="02040503050406030204" pitchFamily="18" charset="0"/>
                              <a:ea typeface="宋体" pitchFamily="2" charset="-122"/>
                              <a:cs typeface="Times New Roman" panose="02020503050405090304" pitchFamily="18" charset="0"/>
                            </a:rPr>
                            <m:t>|</m:t>
                          </m:r>
                          <m:sSub>
                            <m:sSubPr>
                              <m:ctrlPr>
                                <a:rPr lang="zh-CN" altLang="zh-CN" sz="1800" i="1">
                                  <a:solidFill>
                                    <a:srgbClr val="FF0000"/>
                                  </a:solidFill>
                                  <a:effectLst/>
                                  <a:latin typeface="Cambria Math" panose="02040503050406030204" pitchFamily="18" charset="0"/>
                                  <a:ea typeface="Cambria Math" panose="02040503050406030204" pitchFamily="18" charset="0"/>
                                  <a:cs typeface="Times New Roman" panose="02020503050405090304" pitchFamily="18" charset="0"/>
                                </a:rPr>
                              </m:ctrlPr>
                            </m:sSubPr>
                            <m:e>
                              <m:r>
                                <m:rPr>
                                  <m:sty m:val="p"/>
                                </m:rPr>
                                <a:rPr lang="en-US" altLang="zh-CN" sz="1800">
                                  <a:solidFill>
                                    <a:srgbClr val="FF0000"/>
                                  </a:solidFill>
                                  <a:effectLst/>
                                  <a:latin typeface="Cambria Math" panose="02040503050406030204" pitchFamily="18" charset="0"/>
                                  <a:ea typeface="宋体" pitchFamily="2" charset="-122"/>
                                  <a:cs typeface="Times New Roman" panose="02020503050405090304" pitchFamily="18" charset="0"/>
                                </a:rPr>
                                <m:t>W</m:t>
                              </m:r>
                            </m:e>
                            <m:sub>
                              <m:r>
                                <m:rPr>
                                  <m:sty m:val="p"/>
                                </m:rPr>
                                <a:rPr lang="en-US" altLang="zh-CN" sz="1800">
                                  <a:solidFill>
                                    <a:srgbClr val="FF0000"/>
                                  </a:solidFill>
                                  <a:effectLst/>
                                  <a:latin typeface="Cambria Math" panose="02040503050406030204" pitchFamily="18" charset="0"/>
                                  <a:ea typeface="宋体" pitchFamily="2" charset="-122"/>
                                  <a:cs typeface="Times New Roman" panose="02020503050405090304" pitchFamily="18" charset="0"/>
                                </a:rPr>
                                <m:t>n</m:t>
                              </m:r>
                              <m:r>
                                <a:rPr lang="en-US" altLang="zh-CN" sz="1800" i="1">
                                  <a:solidFill>
                                    <a:srgbClr val="FF0000"/>
                                  </a:solidFill>
                                  <a:effectLst/>
                                  <a:latin typeface="Cambria Math" panose="02040503050406030204" pitchFamily="18" charset="0"/>
                                  <a:ea typeface="宋体" pitchFamily="2" charset="-122"/>
                                  <a:cs typeface="Times New Roman" panose="02020503050405090304" pitchFamily="18" charset="0"/>
                                </a:rPr>
                                <m:t>−</m:t>
                              </m:r>
                              <m:r>
                                <a:rPr lang="en-US" altLang="zh-CN" sz="1800">
                                  <a:solidFill>
                                    <a:srgbClr val="FF0000"/>
                                  </a:solidFill>
                                  <a:effectLst/>
                                  <a:latin typeface="Cambria Math" panose="02040503050406030204" pitchFamily="18" charset="0"/>
                                  <a:ea typeface="宋体" pitchFamily="2" charset="-122"/>
                                  <a:cs typeface="Times New Roman" panose="02020503050405090304" pitchFamily="18" charset="0"/>
                                </a:rPr>
                                <m:t>1</m:t>
                              </m:r>
                            </m:sub>
                          </m:sSub>
                        </m:e>
                      </m:d>
                    </m:oMath>
                  </m:oMathPara>
                </a14:m>
                <a:endParaRPr lang="zh-CN" altLang="zh-CN" sz="1800">
                  <a:effectLst/>
                  <a:latin typeface="Cambria" panose="02040503050406030204" pitchFamily="18" charset="0"/>
                  <a:ea typeface="宋体" pitchFamily="2" charset="-122"/>
                  <a:cs typeface="Times New Roman" panose="02020503050405090304" pitchFamily="18" charset="0"/>
                </a:endParaRPr>
              </a:p>
              <a:p>
                <a:pPr>
                  <a:lnSpc>
                    <a:spcPct val="150000"/>
                  </a:lnSpc>
                </a:pPr>
                <a:endParaRPr lang="en-US" altLang="zh-CN" sz="1600" dirty="0">
                  <a:solidFill>
                    <a:srgbClr val="00B050"/>
                  </a:solidFill>
                  <a:latin typeface="Times New Roman" panose="02020503050405090304" pitchFamily="18" charset="0"/>
                  <a:ea typeface="宋体" pitchFamily="2" charset="-122"/>
                </a:endParaRPr>
              </a:p>
            </p:txBody>
          </p:sp>
        </mc:Choice>
        <mc:Fallback>
          <p:sp>
            <p:nvSpPr>
              <p:cNvPr id="4" name="文本框 3" descr="7b0a202020202262756c6c6574223a20227b5c2263617465676f727949645c223a31303030362c5c2274656d706c61746549645c223a32303233313236327d220a7d0a"/>
              <p:cNvSpPr txBox="1">
                <a:spLocks noRot="1" noChangeAspect="1" noMove="1" noResize="1" noEditPoints="1" noAdjustHandles="1" noChangeArrowheads="1" noChangeShapeType="1" noTextEdit="1"/>
              </p:cNvSpPr>
              <p:nvPr/>
            </p:nvSpPr>
            <p:spPr>
              <a:xfrm>
                <a:off x="803275" y="1040765"/>
                <a:ext cx="8150225" cy="3121752"/>
              </a:xfrm>
              <a:prstGeom prst="rect">
                <a:avLst/>
              </a:prstGeom>
              <a:blipFill rotWithShape="1">
                <a:blip r:embed="rId1"/>
                <a:stretch>
                  <a:fillRect b="-3923"/>
                </a:stretch>
              </a:blipFill>
              <a:ln>
                <a:noFill/>
              </a:ln>
            </p:spPr>
            <p:style>
              <a:lnRef idx="2">
                <a:schemeClr val="dk1"/>
              </a:lnRef>
              <a:fillRef idx="1">
                <a:schemeClr val="lt1"/>
              </a:fillRef>
              <a:effectRef idx="0">
                <a:schemeClr val="dk1"/>
              </a:effectRef>
              <a:fontRef idx="minor">
                <a:schemeClr val="dk1"/>
              </a:fontRef>
            </p:style>
            <p:txBody>
              <a:bodyPr/>
              <a:lstStyle/>
              <a:p>
                <a:r>
                  <a:rPr lang="zh-CN" altLang="en-US">
                    <a:noFill/>
                  </a:rPr>
                  <a:t> </a:t>
                </a:r>
              </a:p>
            </p:txBody>
          </p:sp>
        </mc:Fallback>
      </mc:AlternateContent>
      <p:sp>
        <p:nvSpPr>
          <p:cNvPr id="8" name="标题 7"/>
          <p:cNvSpPr>
            <a:spLocks noGrp="1"/>
          </p:cNvSpPr>
          <p:nvPr>
            <p:ph type="title"/>
          </p:nvPr>
        </p:nvSpPr>
        <p:spPr/>
        <p:txBody>
          <a:bodyPr/>
          <a:lstStyle/>
          <a:p>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 </a:t>
            </a:r>
            <a:r>
              <a:rPr lang="en-US" altLang="zh-CN" sz="2400" b="1">
                <a:solidFill>
                  <a:srgbClr val="004C41"/>
                </a:solidFill>
                <a:ea typeface="宋体" pitchFamily="2" charset="-122"/>
                <a:cs typeface="+mn-ea"/>
                <a:sym typeface="+mn-lt"/>
              </a:rPr>
              <a:t>N-gram</a:t>
            </a:r>
            <a:r>
              <a:rPr lang="zh-CN" altLang="en-US" sz="2400" b="1">
                <a:solidFill>
                  <a:srgbClr val="004C41"/>
                </a:solidFill>
                <a:ea typeface="宋体" pitchFamily="2" charset="-122"/>
                <a:cs typeface="+mn-ea"/>
                <a:sym typeface="+mn-lt"/>
              </a:rPr>
              <a:t>模型分词算法</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）概率计算</a:t>
            </a:r>
            <a:endParaRPr lang="zh-CN" altLang="en-US">
              <a:ea typeface="宋体" pitchFamily="2" charset="-122"/>
            </a:endParaRPr>
          </a:p>
        </p:txBody>
      </p:sp>
      <p:sp>
        <p:nvSpPr>
          <p:cNvPr id="6" name="日期占位符 5"/>
          <p:cNvSpPr>
            <a:spLocks noGrp="1"/>
          </p:cNvSpPr>
          <p:nvPr>
            <p:ph type="dt" sz="half" idx="10"/>
          </p:nvPr>
        </p:nvSpPr>
        <p:spPr/>
        <p:txBody>
          <a:bodyPr/>
          <a:lstStyle/>
          <a:p>
            <a:fld id="{81EDFE47-A3EA-427B-BDB0-B192A8A57D08}"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7" name="灯片编号占位符 6"/>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 </a:t>
            </a:r>
            <a:r>
              <a:rPr lang="en-US" altLang="zh-CN" sz="2400" b="1">
                <a:solidFill>
                  <a:srgbClr val="004C41"/>
                </a:solidFill>
                <a:ea typeface="宋体" pitchFamily="2" charset="-122"/>
                <a:cs typeface="+mn-ea"/>
                <a:sym typeface="+mn-lt"/>
              </a:rPr>
              <a:t>N-gram</a:t>
            </a:r>
            <a:r>
              <a:rPr lang="zh-CN" altLang="en-US" sz="2400" b="1">
                <a:solidFill>
                  <a:srgbClr val="004C41"/>
                </a:solidFill>
                <a:ea typeface="宋体" pitchFamily="2" charset="-122"/>
                <a:cs typeface="+mn-ea"/>
                <a:sym typeface="+mn-lt"/>
              </a:rPr>
              <a:t>模型分词算法</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）概率计算</a:t>
            </a:r>
            <a:endParaRPr lang="zh-CN" altLang="en-US"/>
          </a:p>
        </p:txBody>
      </p:sp>
      <p:sp>
        <p:nvSpPr>
          <p:cNvPr id="3" name="日期占位符 2"/>
          <p:cNvSpPr>
            <a:spLocks noGrp="1"/>
          </p:cNvSpPr>
          <p:nvPr>
            <p:ph type="dt" sz="half" idx="10"/>
          </p:nvPr>
        </p:nvSpPr>
        <p:spPr/>
        <p:txBody>
          <a:bodyPr/>
          <a:lstStyle/>
          <a:p>
            <a:fld id="{B5EB4023-B692-41B2-93C3-32315200AA94}"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mc:AlternateContent xmlns:mc="http://schemas.openxmlformats.org/markup-compatibility/2006">
        <mc:Choice xmlns:a14="http://schemas.microsoft.com/office/drawing/2010/main" Requires="a14">
          <p:sp>
            <p:nvSpPr>
              <p:cNvPr id="5" name="内容占位符 2"/>
              <p:cNvSpPr txBox="1"/>
              <p:nvPr/>
            </p:nvSpPr>
            <p:spPr bwMode="auto">
              <a:xfrm>
                <a:off x="556641" y="1192387"/>
                <a:ext cx="8280075" cy="2008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Autofit/>
              </a:bodyPr>
              <a:lstStyle>
                <a:lvl1pPr marL="250825" indent="-250825" algn="l" rtl="0" eaLnBrk="1" fontAlgn="base" hangingPunct="1">
                  <a:lnSpc>
                    <a:spcPct val="130000"/>
                  </a:lnSpc>
                  <a:spcBef>
                    <a:spcPts val="0"/>
                  </a:spcBef>
                  <a:spcAft>
                    <a:spcPct val="0"/>
                  </a:spcAft>
                  <a:buClr>
                    <a:srgbClr val="0070C0"/>
                  </a:buClr>
                  <a:buFont typeface="Wingdings" panose="05000000000000000000" pitchFamily="2" charset="2"/>
                  <a:buChar char="n"/>
                  <a:defRPr sz="1800" kern="1200">
                    <a:solidFill>
                      <a:schemeClr val="tx1"/>
                    </a:solidFill>
                    <a:latin typeface="黑体" panose="02010609060101010101" pitchFamily="49" charset="-122"/>
                    <a:ea typeface="黑体" panose="02010609060101010101" pitchFamily="49" charset="-122"/>
                    <a:cs typeface="Times New Roman" panose="02020503050405090304" pitchFamily="18" charset="0"/>
                  </a:defRPr>
                </a:lvl1pPr>
                <a:lvl2pPr marL="403860" indent="-200660" algn="l" rtl="0" eaLnBrk="1" fontAlgn="base" hangingPunct="1">
                  <a:lnSpc>
                    <a:spcPct val="130000"/>
                  </a:lnSpc>
                  <a:spcBef>
                    <a:spcPts val="0"/>
                  </a:spcBef>
                  <a:spcAft>
                    <a:spcPct val="0"/>
                  </a:spcAft>
                  <a:buFont typeface="Wingdings" panose="05000000000000000000" pitchFamily="2" charset="2"/>
                  <a:buChar char="ü"/>
                  <a:defRPr sz="1500" kern="1200">
                    <a:solidFill>
                      <a:schemeClr val="tx1"/>
                    </a:solidFill>
                    <a:latin typeface="Times New Roman" panose="02020503050405090304" pitchFamily="18" charset="0"/>
                    <a:ea typeface="楷体" panose="02010609060101010101" pitchFamily="49" charset="-122"/>
                    <a:cs typeface="Times New Roman" panose="02020503050405090304" pitchFamily="18" charset="0"/>
                  </a:defRPr>
                </a:lvl2pPr>
                <a:lvl3pPr marL="504825" indent="-201930" algn="l" rtl="0" eaLnBrk="1" fontAlgn="base" hangingPunct="1">
                  <a:lnSpc>
                    <a:spcPct val="130000"/>
                  </a:lnSpc>
                  <a:spcBef>
                    <a:spcPts val="0"/>
                  </a:spcBef>
                  <a:spcAft>
                    <a:spcPct val="0"/>
                  </a:spcAft>
                  <a:buFont typeface="Wingdings" panose="05000000000000000000" pitchFamily="2" charset="2"/>
                  <a:buChar char=""/>
                  <a:defRPr sz="1350" kern="1200">
                    <a:solidFill>
                      <a:schemeClr val="tx1"/>
                    </a:solidFill>
                    <a:latin typeface="Times New Roman" panose="02020503050405090304" pitchFamily="18" charset="0"/>
                    <a:ea typeface="楷体" panose="02010609060101010101" pitchFamily="49" charset="-122"/>
                    <a:cs typeface="Times New Roman" panose="02020503050405090304" pitchFamily="18" charset="0"/>
                  </a:defRPr>
                </a:lvl3pPr>
                <a:lvl4pPr marL="900430" indent="-128905" algn="l" rtl="0" eaLnBrk="1" fontAlgn="base" hangingPunct="1">
                  <a:spcBef>
                    <a:spcPct val="20000"/>
                  </a:spcBef>
                  <a:spcAft>
                    <a:spcPct val="0"/>
                  </a:spcAft>
                  <a:buFont typeface="Arial" panose="020B0604020202090204" pitchFamily="34" charset="0"/>
                  <a:buChar char="–"/>
                  <a:defRPr sz="1125" kern="1200">
                    <a:solidFill>
                      <a:schemeClr val="tx1"/>
                    </a:solidFill>
                    <a:latin typeface="Times New Roman" panose="02020503050405090304" pitchFamily="18" charset="0"/>
                    <a:ea typeface="+mn-ea"/>
                    <a:cs typeface="Times New Roman" panose="02020503050405090304" pitchFamily="18" charset="0"/>
                  </a:defRPr>
                </a:lvl4pPr>
                <a:lvl5pPr marL="1157605" indent="-128905" algn="l" rtl="0" eaLnBrk="1" fontAlgn="base" hangingPunct="1">
                  <a:spcBef>
                    <a:spcPct val="20000"/>
                  </a:spcBef>
                  <a:spcAft>
                    <a:spcPct val="0"/>
                  </a:spcAft>
                  <a:buFont typeface="Arial" panose="020B0604020202090204" pitchFamily="34" charset="0"/>
                  <a:buChar char="»"/>
                  <a:defRPr sz="1125" kern="1200">
                    <a:solidFill>
                      <a:schemeClr val="tx1"/>
                    </a:solidFill>
                    <a:latin typeface="Times New Roman" panose="02020503050405090304" pitchFamily="18" charset="0"/>
                    <a:ea typeface="+mn-ea"/>
                    <a:cs typeface="Times New Roman" panose="02020503050405090304" pitchFamily="18" charset="0"/>
                  </a:defRPr>
                </a:lvl5pPr>
                <a:lvl6pPr marL="1414780" indent="-128905" algn="l" defTabSz="514350" rtl="0" eaLnBrk="1" latinLnBrk="0" hangingPunct="1">
                  <a:spcBef>
                    <a:spcPct val="20000"/>
                  </a:spcBef>
                  <a:buFont typeface="Arial" panose="020B0604020202090204" pitchFamily="34" charset="0"/>
                  <a:buChar char="•"/>
                  <a:defRPr sz="1125" kern="1200">
                    <a:solidFill>
                      <a:schemeClr val="tx1"/>
                    </a:solidFill>
                    <a:latin typeface="+mn-lt"/>
                    <a:ea typeface="+mn-ea"/>
                    <a:cs typeface="+mn-cs"/>
                  </a:defRPr>
                </a:lvl6pPr>
                <a:lvl7pPr marL="1671955" indent="-128905" algn="l" defTabSz="514350" rtl="0" eaLnBrk="1" latinLnBrk="0" hangingPunct="1">
                  <a:spcBef>
                    <a:spcPct val="20000"/>
                  </a:spcBef>
                  <a:buFont typeface="Arial" panose="020B0604020202090204" pitchFamily="34" charset="0"/>
                  <a:buChar char="•"/>
                  <a:defRPr sz="1125" kern="1200">
                    <a:solidFill>
                      <a:schemeClr val="tx1"/>
                    </a:solidFill>
                    <a:latin typeface="+mn-lt"/>
                    <a:ea typeface="+mn-ea"/>
                    <a:cs typeface="+mn-cs"/>
                  </a:defRPr>
                </a:lvl7pPr>
                <a:lvl8pPr marL="1929130" indent="-128905" algn="l" defTabSz="514350" rtl="0" eaLnBrk="1" latinLnBrk="0" hangingPunct="1">
                  <a:spcBef>
                    <a:spcPct val="20000"/>
                  </a:spcBef>
                  <a:buFont typeface="Arial" panose="020B0604020202090204" pitchFamily="34" charset="0"/>
                  <a:buChar char="•"/>
                  <a:defRPr sz="1125" kern="1200">
                    <a:solidFill>
                      <a:schemeClr val="tx1"/>
                    </a:solidFill>
                    <a:latin typeface="+mn-lt"/>
                    <a:ea typeface="+mn-ea"/>
                    <a:cs typeface="+mn-cs"/>
                  </a:defRPr>
                </a:lvl8pPr>
                <a:lvl9pPr marL="2186305" indent="-128905" algn="l" defTabSz="514350" rtl="0" eaLnBrk="1" latinLnBrk="0" hangingPunct="1">
                  <a:spcBef>
                    <a:spcPct val="20000"/>
                  </a:spcBef>
                  <a:buFont typeface="Arial" panose="020B0604020202090204" pitchFamily="34" charset="0"/>
                  <a:buChar char="•"/>
                  <a:defRPr sz="1125" kern="1200">
                    <a:solidFill>
                      <a:schemeClr val="tx1"/>
                    </a:solidFill>
                    <a:latin typeface="+mn-lt"/>
                    <a:ea typeface="+mn-ea"/>
                    <a:cs typeface="+mn-cs"/>
                  </a:defRPr>
                </a:lvl9pPr>
              </a:lstStyle>
              <a:p>
                <a:pPr defTabSz="914400">
                  <a:lnSpc>
                    <a:spcPct val="150000"/>
                  </a:lnSpc>
                </a:pPr>
                <a:r>
                  <a:rPr lang="zh-CN" altLang="en-US">
                    <a:latin typeface="+mn-lt"/>
                    <a:ea typeface="+mn-ea"/>
                  </a:rPr>
                  <a:t>对于</a:t>
                </a:r>
                <a:r>
                  <a:rPr lang="en-US" altLang="zh-CN">
                    <a:latin typeface="+mn-lt"/>
                    <a:ea typeface="+mn-ea"/>
                  </a:rPr>
                  <a:t>N-gram</a:t>
                </a:r>
                <a:r>
                  <a:rPr lang="zh-CN" altLang="en-US" dirty="0">
                    <a:latin typeface="+mn-lt"/>
                    <a:ea typeface="+mn-ea"/>
                  </a:rPr>
                  <a:t>模型中条件概率的估计可以使用</a:t>
                </a:r>
                <a:r>
                  <a:rPr lang="zh-CN" altLang="en-US" dirty="0">
                    <a:solidFill>
                      <a:srgbClr val="FF0000"/>
                    </a:solidFill>
                    <a:latin typeface="+mn-lt"/>
                    <a:ea typeface="+mn-ea"/>
                  </a:rPr>
                  <a:t>基于频次</a:t>
                </a:r>
                <a:r>
                  <a:rPr lang="zh-CN" altLang="en-US">
                    <a:latin typeface="+mn-lt"/>
                    <a:ea typeface="+mn-ea"/>
                  </a:rPr>
                  <a:t>的方法：</a:t>
                </a:r>
                <a:endParaRPr lang="en-US" altLang="zh-CN">
                  <a:latin typeface="+mn-lt"/>
                  <a:ea typeface="+mn-ea"/>
                </a:endParaRPr>
              </a:p>
              <a:p>
                <a:pPr marL="0" indent="0" defTabSz="914400">
                  <a:lnSpc>
                    <a:spcPct val="100000"/>
                  </a:lnSpc>
                  <a:buNone/>
                </a:pPr>
                <a14:m>
                  <m:oMathPara xmlns:m="http://schemas.openxmlformats.org/officeDocument/2006/math">
                    <m:oMathParaPr>
                      <m:jc m:val="centerGroup"/>
                    </m:oMathParaPr>
                    <m:oMath xmlns:m="http://schemas.openxmlformats.org/officeDocument/2006/math">
                      <m:r>
                        <a:rPr lang="en-US" altLang="zh-CN" b="0" i="1">
                          <a:latin typeface="Cambria Math" panose="02040503050406030204" pitchFamily="18" charset="0"/>
                          <a:ea typeface="+mn-ea"/>
                        </a:rPr>
                        <m:t>𝑃</m:t>
                      </m:r>
                      <m:r>
                        <a:rPr lang="en-US" altLang="zh-CN" b="0" i="1">
                          <a:latin typeface="Cambria Math" panose="02040503050406030204" pitchFamily="18" charset="0"/>
                          <a:ea typeface="+mn-ea"/>
                        </a:rPr>
                        <m:t>(</m:t>
                      </m:r>
                      <m:sSub>
                        <m:sSubPr>
                          <m:ctrlPr>
                            <a:rPr lang="zh-CN" altLang="zh-CN" i="1">
                              <a:latin typeface="Cambria Math" panose="02040503050406030204" pitchFamily="18" charset="0"/>
                              <a:ea typeface="+mn-ea"/>
                            </a:rPr>
                          </m:ctrlPr>
                        </m:sSubPr>
                        <m:e>
                          <m:r>
                            <a:rPr lang="en-US" altLang="zh-CN" b="0" i="1">
                              <a:latin typeface="Cambria Math" panose="02040503050406030204" pitchFamily="18" charset="0"/>
                              <a:ea typeface="+mn-ea"/>
                            </a:rPr>
                            <m:t>𝑤</m:t>
                          </m:r>
                        </m:e>
                        <m:sub>
                          <m:r>
                            <a:rPr lang="en-US" altLang="zh-CN" b="0" i="1">
                              <a:latin typeface="Cambria Math" panose="02040503050406030204" pitchFamily="18" charset="0"/>
                              <a:ea typeface="+mn-ea"/>
                            </a:rPr>
                            <m:t>𝑖</m:t>
                          </m:r>
                        </m:sub>
                      </m:sSub>
                      <m:r>
                        <a:rPr lang="en-US" altLang="zh-CN" b="0">
                          <a:latin typeface="Cambria Math" panose="02040503050406030204" pitchFamily="18" charset="0"/>
                          <a:ea typeface="+mn-ea"/>
                        </a:rPr>
                        <m:t>∣</m:t>
                      </m:r>
                      <m:sSub>
                        <m:sSubPr>
                          <m:ctrlPr>
                            <a:rPr lang="zh-CN" altLang="zh-CN" i="1">
                              <a:latin typeface="Cambria Math" panose="02040503050406030204" pitchFamily="18" charset="0"/>
                              <a:ea typeface="+mn-ea"/>
                            </a:rPr>
                          </m:ctrlPr>
                        </m:sSubPr>
                        <m:e>
                          <m:r>
                            <a:rPr lang="en-US" altLang="zh-CN" b="0" i="1">
                              <a:latin typeface="Cambria Math" panose="02040503050406030204" pitchFamily="18" charset="0"/>
                              <a:ea typeface="+mn-ea"/>
                            </a:rPr>
                            <m:t>𝑤</m:t>
                          </m:r>
                        </m:e>
                        <m:sub>
                          <m:r>
                            <a:rPr lang="en-US" altLang="zh-CN" b="0" i="1">
                              <a:latin typeface="Cambria Math" panose="02040503050406030204" pitchFamily="18" charset="0"/>
                              <a:ea typeface="+mn-ea"/>
                            </a:rPr>
                            <m:t>𝑖</m:t>
                          </m:r>
                          <m:r>
                            <a:rPr lang="en-US" altLang="zh-CN" b="0" i="1">
                              <a:latin typeface="Cambria Math" panose="02040503050406030204" pitchFamily="18" charset="0"/>
                              <a:ea typeface="+mn-ea"/>
                            </a:rPr>
                            <m:t>−(</m:t>
                          </m:r>
                          <m:r>
                            <a:rPr lang="en-US" altLang="zh-CN" b="0" i="1">
                              <a:latin typeface="Cambria Math" panose="02040503050406030204" pitchFamily="18" charset="0"/>
                              <a:ea typeface="+mn-ea"/>
                            </a:rPr>
                            <m:t>𝑛</m:t>
                          </m:r>
                          <m:r>
                            <a:rPr lang="en-US" altLang="zh-CN" b="0" i="1">
                              <a:latin typeface="Cambria Math" panose="02040503050406030204" pitchFamily="18" charset="0"/>
                              <a:ea typeface="+mn-ea"/>
                            </a:rPr>
                            <m:t>−</m:t>
                          </m:r>
                          <m:r>
                            <a:rPr lang="en-US" altLang="zh-CN" b="0" i="1">
                              <a:latin typeface="Cambria Math" panose="02040503050406030204" pitchFamily="18" charset="0"/>
                              <a:ea typeface="+mn-ea"/>
                            </a:rPr>
                            <m:t>1</m:t>
                          </m:r>
                          <m:r>
                            <a:rPr lang="en-US" altLang="zh-CN" b="0" i="1">
                              <a:latin typeface="Cambria Math" panose="02040503050406030204" pitchFamily="18" charset="0"/>
                              <a:ea typeface="+mn-ea"/>
                            </a:rPr>
                            <m:t>)</m:t>
                          </m:r>
                        </m:sub>
                      </m:sSub>
                      <m:r>
                        <a:rPr lang="en-US" altLang="zh-CN" b="0" i="1">
                          <a:latin typeface="Cambria Math" panose="02040503050406030204" pitchFamily="18" charset="0"/>
                          <a:ea typeface="+mn-ea"/>
                        </a:rPr>
                        <m:t>,…,</m:t>
                      </m:r>
                      <m:sSub>
                        <m:sSubPr>
                          <m:ctrlPr>
                            <a:rPr lang="zh-CN" altLang="zh-CN" i="1">
                              <a:latin typeface="Cambria Math" panose="02040503050406030204" pitchFamily="18" charset="0"/>
                              <a:ea typeface="+mn-ea"/>
                            </a:rPr>
                          </m:ctrlPr>
                        </m:sSubPr>
                        <m:e>
                          <m:r>
                            <a:rPr lang="en-US" altLang="zh-CN" b="0" i="1">
                              <a:latin typeface="Cambria Math" panose="02040503050406030204" pitchFamily="18" charset="0"/>
                              <a:ea typeface="+mn-ea"/>
                            </a:rPr>
                            <m:t>𝑤</m:t>
                          </m:r>
                        </m:e>
                        <m:sub>
                          <m:r>
                            <a:rPr lang="en-US" altLang="zh-CN" b="0" i="1">
                              <a:latin typeface="Cambria Math" panose="02040503050406030204" pitchFamily="18" charset="0"/>
                              <a:ea typeface="+mn-ea"/>
                            </a:rPr>
                            <m:t>𝑖</m:t>
                          </m:r>
                          <m:r>
                            <a:rPr lang="en-US" altLang="zh-CN" b="0" i="1">
                              <a:latin typeface="Cambria Math" panose="02040503050406030204" pitchFamily="18" charset="0"/>
                              <a:ea typeface="+mn-ea"/>
                            </a:rPr>
                            <m:t>−</m:t>
                          </m:r>
                          <m:r>
                            <a:rPr lang="en-US" altLang="zh-CN" b="0" i="1">
                              <a:latin typeface="Cambria Math" panose="02040503050406030204" pitchFamily="18" charset="0"/>
                              <a:ea typeface="+mn-ea"/>
                            </a:rPr>
                            <m:t>1</m:t>
                          </m:r>
                        </m:sub>
                      </m:sSub>
                      <m:r>
                        <a:rPr lang="en-US" altLang="zh-CN" b="0" i="1">
                          <a:latin typeface="Cambria Math" panose="02040503050406030204" pitchFamily="18" charset="0"/>
                          <a:ea typeface="+mn-ea"/>
                        </a:rPr>
                        <m:t>)=</m:t>
                      </m:r>
                      <m:f>
                        <m:fPr>
                          <m:ctrlPr>
                            <a:rPr lang="zh-CN" altLang="zh-CN" i="1">
                              <a:latin typeface="Cambria Math" panose="02040503050406030204" pitchFamily="18" charset="0"/>
                              <a:ea typeface="+mn-ea"/>
                            </a:rPr>
                          </m:ctrlPr>
                        </m:fPr>
                        <m:num>
                          <m:r>
                            <a:rPr lang="en-US" altLang="zh-CN" b="0" i="1">
                              <a:latin typeface="Cambria Math" panose="02040503050406030204" pitchFamily="18" charset="0"/>
                              <a:ea typeface="+mn-ea"/>
                            </a:rPr>
                            <m:t>𝑐𝑜𝑢𝑛𝑡</m:t>
                          </m:r>
                          <m:r>
                            <a:rPr lang="en-US" altLang="zh-CN" b="0" i="1">
                              <a:latin typeface="Cambria Math" panose="02040503050406030204" pitchFamily="18" charset="0"/>
                              <a:ea typeface="+mn-ea"/>
                            </a:rPr>
                            <m:t>(</m:t>
                          </m:r>
                          <m:sSub>
                            <m:sSubPr>
                              <m:ctrlPr>
                                <a:rPr lang="zh-CN" altLang="zh-CN" i="1">
                                  <a:latin typeface="Cambria Math" panose="02040503050406030204" pitchFamily="18" charset="0"/>
                                  <a:ea typeface="+mn-ea"/>
                                </a:rPr>
                              </m:ctrlPr>
                            </m:sSubPr>
                            <m:e>
                              <m:r>
                                <a:rPr lang="en-US" altLang="zh-CN" b="0" i="1">
                                  <a:latin typeface="Cambria Math" panose="02040503050406030204" pitchFamily="18" charset="0"/>
                                  <a:ea typeface="+mn-ea"/>
                                </a:rPr>
                                <m:t>𝑤</m:t>
                              </m:r>
                            </m:e>
                            <m:sub>
                              <m:r>
                                <a:rPr lang="en-US" altLang="zh-CN" b="0" i="1">
                                  <a:latin typeface="Cambria Math" panose="02040503050406030204" pitchFamily="18" charset="0"/>
                                  <a:ea typeface="+mn-ea"/>
                                </a:rPr>
                                <m:t>𝑖</m:t>
                              </m:r>
                              <m:r>
                                <a:rPr lang="en-US" altLang="zh-CN" b="0" i="1">
                                  <a:latin typeface="Cambria Math" panose="02040503050406030204" pitchFamily="18" charset="0"/>
                                  <a:ea typeface="+mn-ea"/>
                                </a:rPr>
                                <m:t>−(</m:t>
                              </m:r>
                              <m:r>
                                <a:rPr lang="en-US" altLang="zh-CN" b="0" i="1">
                                  <a:latin typeface="Cambria Math" panose="02040503050406030204" pitchFamily="18" charset="0"/>
                                  <a:ea typeface="+mn-ea"/>
                                </a:rPr>
                                <m:t>𝑛</m:t>
                              </m:r>
                              <m:r>
                                <a:rPr lang="en-US" altLang="zh-CN" b="0" i="1">
                                  <a:latin typeface="Cambria Math" panose="02040503050406030204" pitchFamily="18" charset="0"/>
                                  <a:ea typeface="+mn-ea"/>
                                </a:rPr>
                                <m:t>−</m:t>
                              </m:r>
                              <m:r>
                                <a:rPr lang="en-US" altLang="zh-CN" b="0" i="1">
                                  <a:latin typeface="Cambria Math" panose="02040503050406030204" pitchFamily="18" charset="0"/>
                                  <a:ea typeface="+mn-ea"/>
                                </a:rPr>
                                <m:t>1</m:t>
                              </m:r>
                              <m:r>
                                <a:rPr lang="en-US" altLang="zh-CN" b="0" i="1">
                                  <a:latin typeface="Cambria Math" panose="02040503050406030204" pitchFamily="18" charset="0"/>
                                  <a:ea typeface="+mn-ea"/>
                                </a:rPr>
                                <m:t>)</m:t>
                              </m:r>
                            </m:sub>
                          </m:sSub>
                          <m:r>
                            <a:rPr lang="en-US" altLang="zh-CN" b="0" i="1">
                              <a:latin typeface="Cambria Math" panose="02040503050406030204" pitchFamily="18" charset="0"/>
                              <a:ea typeface="+mn-ea"/>
                            </a:rPr>
                            <m:t>,…,</m:t>
                          </m:r>
                          <m:sSub>
                            <m:sSubPr>
                              <m:ctrlPr>
                                <a:rPr lang="zh-CN" altLang="zh-CN" i="1">
                                  <a:latin typeface="Cambria Math" panose="02040503050406030204" pitchFamily="18" charset="0"/>
                                  <a:ea typeface="+mn-ea"/>
                                </a:rPr>
                              </m:ctrlPr>
                            </m:sSubPr>
                            <m:e>
                              <m:r>
                                <a:rPr lang="en-US" altLang="zh-CN" b="0" i="1">
                                  <a:latin typeface="Cambria Math" panose="02040503050406030204" pitchFamily="18" charset="0"/>
                                  <a:ea typeface="+mn-ea"/>
                                </a:rPr>
                                <m:t>𝑤</m:t>
                              </m:r>
                            </m:e>
                            <m:sub>
                              <m:r>
                                <a:rPr lang="en-US" altLang="zh-CN" b="0" i="1">
                                  <a:latin typeface="Cambria Math" panose="02040503050406030204" pitchFamily="18" charset="0"/>
                                  <a:ea typeface="+mn-ea"/>
                                </a:rPr>
                                <m:t>𝑖</m:t>
                              </m:r>
                              <m:r>
                                <a:rPr lang="en-US" altLang="zh-CN" b="0" i="1">
                                  <a:latin typeface="Cambria Math" panose="02040503050406030204" pitchFamily="18" charset="0"/>
                                  <a:ea typeface="+mn-ea"/>
                                </a:rPr>
                                <m:t>−</m:t>
                              </m:r>
                              <m:r>
                                <a:rPr lang="en-US" altLang="zh-CN" b="0" i="1">
                                  <a:latin typeface="Cambria Math" panose="02040503050406030204" pitchFamily="18" charset="0"/>
                                  <a:ea typeface="+mn-ea"/>
                                </a:rPr>
                                <m:t>1</m:t>
                              </m:r>
                            </m:sub>
                          </m:sSub>
                          <m:r>
                            <a:rPr lang="en-US" altLang="zh-CN" b="0" i="1">
                              <a:latin typeface="Cambria Math" panose="02040503050406030204" pitchFamily="18" charset="0"/>
                              <a:ea typeface="+mn-ea"/>
                            </a:rPr>
                            <m:t>,</m:t>
                          </m:r>
                          <m:sSub>
                            <m:sSubPr>
                              <m:ctrlPr>
                                <a:rPr lang="zh-CN" altLang="zh-CN" i="1">
                                  <a:latin typeface="Cambria Math" panose="02040503050406030204" pitchFamily="18" charset="0"/>
                                  <a:ea typeface="+mn-ea"/>
                                </a:rPr>
                              </m:ctrlPr>
                            </m:sSubPr>
                            <m:e>
                              <m:r>
                                <a:rPr lang="en-US" altLang="zh-CN" b="0" i="1">
                                  <a:latin typeface="Cambria Math" panose="02040503050406030204" pitchFamily="18" charset="0"/>
                                  <a:ea typeface="+mn-ea"/>
                                </a:rPr>
                                <m:t>𝑤</m:t>
                              </m:r>
                            </m:e>
                            <m:sub>
                              <m:r>
                                <a:rPr lang="en-US" altLang="zh-CN" b="0" i="1">
                                  <a:latin typeface="Cambria Math" panose="02040503050406030204" pitchFamily="18" charset="0"/>
                                  <a:ea typeface="+mn-ea"/>
                                </a:rPr>
                                <m:t>𝑖</m:t>
                              </m:r>
                            </m:sub>
                          </m:sSub>
                          <m:r>
                            <a:rPr lang="en-US" altLang="zh-CN" b="0" i="1">
                              <a:latin typeface="Cambria Math" panose="02040503050406030204" pitchFamily="18" charset="0"/>
                              <a:ea typeface="+mn-ea"/>
                            </a:rPr>
                            <m:t>)</m:t>
                          </m:r>
                        </m:num>
                        <m:den>
                          <m:r>
                            <a:rPr lang="en-US" altLang="zh-CN" b="0" i="1">
                              <a:latin typeface="Cambria Math" panose="02040503050406030204" pitchFamily="18" charset="0"/>
                              <a:ea typeface="+mn-ea"/>
                            </a:rPr>
                            <m:t>𝑐𝑜𝑢𝑛𝑡</m:t>
                          </m:r>
                          <m:r>
                            <a:rPr lang="en-US" altLang="zh-CN" b="0" i="1">
                              <a:latin typeface="Cambria Math" panose="02040503050406030204" pitchFamily="18" charset="0"/>
                              <a:ea typeface="+mn-ea"/>
                            </a:rPr>
                            <m:t>(</m:t>
                          </m:r>
                          <m:sSub>
                            <m:sSubPr>
                              <m:ctrlPr>
                                <a:rPr lang="zh-CN" altLang="zh-CN" i="1">
                                  <a:latin typeface="Cambria Math" panose="02040503050406030204" pitchFamily="18" charset="0"/>
                                  <a:ea typeface="+mn-ea"/>
                                </a:rPr>
                              </m:ctrlPr>
                            </m:sSubPr>
                            <m:e>
                              <m:r>
                                <a:rPr lang="en-US" altLang="zh-CN" b="0" i="1">
                                  <a:latin typeface="Cambria Math" panose="02040503050406030204" pitchFamily="18" charset="0"/>
                                  <a:ea typeface="+mn-ea"/>
                                </a:rPr>
                                <m:t>𝑤</m:t>
                              </m:r>
                            </m:e>
                            <m:sub>
                              <m:r>
                                <a:rPr lang="en-US" altLang="zh-CN" b="0" i="1">
                                  <a:latin typeface="Cambria Math" panose="02040503050406030204" pitchFamily="18" charset="0"/>
                                  <a:ea typeface="+mn-ea"/>
                                </a:rPr>
                                <m:t>𝑖</m:t>
                              </m:r>
                              <m:r>
                                <a:rPr lang="en-US" altLang="zh-CN" b="0" i="1">
                                  <a:latin typeface="Cambria Math" panose="02040503050406030204" pitchFamily="18" charset="0"/>
                                  <a:ea typeface="+mn-ea"/>
                                </a:rPr>
                                <m:t>−(</m:t>
                              </m:r>
                              <m:r>
                                <a:rPr lang="en-US" altLang="zh-CN" b="0" i="1">
                                  <a:latin typeface="Cambria Math" panose="02040503050406030204" pitchFamily="18" charset="0"/>
                                  <a:ea typeface="+mn-ea"/>
                                </a:rPr>
                                <m:t>𝑛</m:t>
                              </m:r>
                              <m:r>
                                <a:rPr lang="en-US" altLang="zh-CN" b="0" i="1">
                                  <a:latin typeface="Cambria Math" panose="02040503050406030204" pitchFamily="18" charset="0"/>
                                  <a:ea typeface="+mn-ea"/>
                                </a:rPr>
                                <m:t>−</m:t>
                              </m:r>
                              <m:r>
                                <a:rPr lang="en-US" altLang="zh-CN" b="0" i="1">
                                  <a:latin typeface="Cambria Math" panose="02040503050406030204" pitchFamily="18" charset="0"/>
                                  <a:ea typeface="+mn-ea"/>
                                </a:rPr>
                                <m:t>1</m:t>
                              </m:r>
                              <m:r>
                                <a:rPr lang="en-US" altLang="zh-CN" b="0" i="1">
                                  <a:latin typeface="Cambria Math" panose="02040503050406030204" pitchFamily="18" charset="0"/>
                                  <a:ea typeface="+mn-ea"/>
                                </a:rPr>
                                <m:t>)</m:t>
                              </m:r>
                            </m:sub>
                          </m:sSub>
                          <m:r>
                            <a:rPr lang="en-US" altLang="zh-CN" b="0" i="1">
                              <a:latin typeface="Cambria Math" panose="02040503050406030204" pitchFamily="18" charset="0"/>
                              <a:ea typeface="+mn-ea"/>
                            </a:rPr>
                            <m:t>,…,</m:t>
                          </m:r>
                          <m:sSub>
                            <m:sSubPr>
                              <m:ctrlPr>
                                <a:rPr lang="zh-CN" altLang="zh-CN" i="1">
                                  <a:latin typeface="Cambria Math" panose="02040503050406030204" pitchFamily="18" charset="0"/>
                                  <a:ea typeface="+mn-ea"/>
                                </a:rPr>
                              </m:ctrlPr>
                            </m:sSubPr>
                            <m:e>
                              <m:r>
                                <a:rPr lang="en-US" altLang="zh-CN" b="0" i="1">
                                  <a:latin typeface="Cambria Math" panose="02040503050406030204" pitchFamily="18" charset="0"/>
                                  <a:ea typeface="+mn-ea"/>
                                </a:rPr>
                                <m:t>𝑤</m:t>
                              </m:r>
                            </m:e>
                            <m:sub>
                              <m:r>
                                <a:rPr lang="en-US" altLang="zh-CN" b="0" i="1">
                                  <a:latin typeface="Cambria Math" panose="02040503050406030204" pitchFamily="18" charset="0"/>
                                  <a:ea typeface="+mn-ea"/>
                                </a:rPr>
                                <m:t>𝑖</m:t>
                              </m:r>
                              <m:r>
                                <a:rPr lang="en-US" altLang="zh-CN" b="0" i="1">
                                  <a:latin typeface="Cambria Math" panose="02040503050406030204" pitchFamily="18" charset="0"/>
                                  <a:ea typeface="+mn-ea"/>
                                </a:rPr>
                                <m:t>−</m:t>
                              </m:r>
                              <m:r>
                                <a:rPr lang="en-US" altLang="zh-CN" b="0" i="1">
                                  <a:latin typeface="Cambria Math" panose="02040503050406030204" pitchFamily="18" charset="0"/>
                                  <a:ea typeface="+mn-ea"/>
                                </a:rPr>
                                <m:t>1</m:t>
                              </m:r>
                            </m:sub>
                          </m:sSub>
                          <m:r>
                            <a:rPr lang="en-US" altLang="zh-CN" b="0" i="1">
                              <a:latin typeface="Cambria Math" panose="02040503050406030204" pitchFamily="18" charset="0"/>
                              <a:ea typeface="+mn-ea"/>
                            </a:rPr>
                            <m:t>)</m:t>
                          </m:r>
                        </m:den>
                      </m:f>
                    </m:oMath>
                  </m:oMathPara>
                </a14:m>
                <a:endParaRPr lang="en-US" altLang="zh-CN" dirty="0">
                  <a:latin typeface="+mn-lt"/>
                  <a:ea typeface="+mn-ea"/>
                </a:endParaRPr>
              </a:p>
              <a:p>
                <a:pPr marL="0" indent="0" defTabSz="914400">
                  <a:lnSpc>
                    <a:spcPct val="150000"/>
                  </a:lnSpc>
                  <a:buNone/>
                </a:pPr>
                <a:r>
                  <a:rPr lang="zh-CN" altLang="en-US">
                    <a:latin typeface="+mn-lt"/>
                    <a:ea typeface="+mn-ea"/>
                  </a:rPr>
                  <a:t>式中</a:t>
                </a:r>
                <a14:m>
                  <m:oMath xmlns:m="http://schemas.openxmlformats.org/officeDocument/2006/math">
                    <m:r>
                      <a:rPr lang="en-US" altLang="zh-CN" b="0" i="1">
                        <a:latin typeface="Cambria Math" panose="02040503050406030204" pitchFamily="18" charset="0"/>
                        <a:ea typeface="+mn-ea"/>
                      </a:rPr>
                      <m:t>𝑐𝑜𝑢𝑛𝑡</m:t>
                    </m:r>
                    <m:r>
                      <a:rPr lang="en-US" altLang="zh-CN" b="0" i="1">
                        <a:latin typeface="Cambria Math" panose="02040503050406030204" pitchFamily="18" charset="0"/>
                        <a:ea typeface="+mn-ea"/>
                      </a:rPr>
                      <m:t>(</m:t>
                    </m:r>
                    <m:sSub>
                      <m:sSubPr>
                        <m:ctrlPr>
                          <a:rPr lang="zh-CN" altLang="zh-CN" i="1">
                            <a:latin typeface="Cambria Math" panose="02040503050406030204" pitchFamily="18" charset="0"/>
                            <a:ea typeface="+mn-ea"/>
                          </a:rPr>
                        </m:ctrlPr>
                      </m:sSubPr>
                      <m:e>
                        <m:r>
                          <a:rPr lang="en-US" altLang="zh-CN" b="0" i="1">
                            <a:latin typeface="Cambria Math" panose="02040503050406030204" pitchFamily="18" charset="0"/>
                            <a:ea typeface="+mn-ea"/>
                          </a:rPr>
                          <m:t>𝑤</m:t>
                        </m:r>
                      </m:e>
                      <m:sub>
                        <m:r>
                          <a:rPr lang="en-US" altLang="zh-CN" b="0" i="1">
                            <a:latin typeface="Cambria Math" panose="02040503050406030204" pitchFamily="18" charset="0"/>
                            <a:ea typeface="+mn-ea"/>
                          </a:rPr>
                          <m:t>𝑖</m:t>
                        </m:r>
                        <m:r>
                          <a:rPr lang="en-US" altLang="zh-CN" b="0" i="1">
                            <a:latin typeface="Cambria Math" panose="02040503050406030204" pitchFamily="18" charset="0"/>
                            <a:ea typeface="+mn-ea"/>
                          </a:rPr>
                          <m:t>−(</m:t>
                        </m:r>
                        <m:r>
                          <a:rPr lang="en-US" altLang="zh-CN" b="0" i="1">
                            <a:latin typeface="Cambria Math" panose="02040503050406030204" pitchFamily="18" charset="0"/>
                            <a:ea typeface="+mn-ea"/>
                          </a:rPr>
                          <m:t>𝑛</m:t>
                        </m:r>
                        <m:r>
                          <a:rPr lang="en-US" altLang="zh-CN" b="0" i="1">
                            <a:latin typeface="Cambria Math" panose="02040503050406030204" pitchFamily="18" charset="0"/>
                            <a:ea typeface="+mn-ea"/>
                          </a:rPr>
                          <m:t>−</m:t>
                        </m:r>
                        <m:r>
                          <a:rPr lang="en-US" altLang="zh-CN" b="0" i="1">
                            <a:latin typeface="Cambria Math" panose="02040503050406030204" pitchFamily="18" charset="0"/>
                            <a:ea typeface="+mn-ea"/>
                          </a:rPr>
                          <m:t>1</m:t>
                        </m:r>
                        <m:r>
                          <a:rPr lang="en-US" altLang="zh-CN" b="0" i="1">
                            <a:latin typeface="Cambria Math" panose="02040503050406030204" pitchFamily="18" charset="0"/>
                            <a:ea typeface="+mn-ea"/>
                          </a:rPr>
                          <m:t>)</m:t>
                        </m:r>
                      </m:sub>
                    </m:sSub>
                    <m:r>
                      <a:rPr lang="en-US" altLang="zh-CN" b="0" i="1">
                        <a:latin typeface="Cambria Math" panose="02040503050406030204" pitchFamily="18" charset="0"/>
                        <a:ea typeface="+mn-ea"/>
                      </a:rPr>
                      <m:t>,…,</m:t>
                    </m:r>
                    <m:sSub>
                      <m:sSubPr>
                        <m:ctrlPr>
                          <a:rPr lang="zh-CN" altLang="zh-CN" i="1">
                            <a:latin typeface="Cambria Math" panose="02040503050406030204" pitchFamily="18" charset="0"/>
                            <a:ea typeface="+mn-ea"/>
                          </a:rPr>
                        </m:ctrlPr>
                      </m:sSubPr>
                      <m:e>
                        <m:r>
                          <a:rPr lang="en-US" altLang="zh-CN" b="0" i="1">
                            <a:latin typeface="Cambria Math" panose="02040503050406030204" pitchFamily="18" charset="0"/>
                            <a:ea typeface="+mn-ea"/>
                          </a:rPr>
                          <m:t>𝑤</m:t>
                        </m:r>
                      </m:e>
                      <m:sub>
                        <m:r>
                          <a:rPr lang="en-US" altLang="zh-CN" b="0" i="1">
                            <a:latin typeface="Cambria Math" panose="02040503050406030204" pitchFamily="18" charset="0"/>
                            <a:ea typeface="+mn-ea"/>
                          </a:rPr>
                          <m:t>𝑖</m:t>
                        </m:r>
                        <m:r>
                          <a:rPr lang="en-US" altLang="zh-CN" b="0" i="1">
                            <a:latin typeface="Cambria Math" panose="02040503050406030204" pitchFamily="18" charset="0"/>
                            <a:ea typeface="+mn-ea"/>
                          </a:rPr>
                          <m:t>−</m:t>
                        </m:r>
                        <m:r>
                          <a:rPr lang="en-US" altLang="zh-CN" b="0" i="1">
                            <a:latin typeface="Cambria Math" panose="02040503050406030204" pitchFamily="18" charset="0"/>
                            <a:ea typeface="+mn-ea"/>
                          </a:rPr>
                          <m:t>1</m:t>
                        </m:r>
                      </m:sub>
                    </m:sSub>
                  </m:oMath>
                </a14:m>
                <a:r>
                  <a:rPr lang="en-US" altLang="zh-CN">
                    <a:latin typeface="+mn-lt"/>
                    <a:ea typeface="+mn-ea"/>
                  </a:rPr>
                  <a:t>)</a:t>
                </a:r>
                <a:r>
                  <a:rPr lang="zh-CN" altLang="en-US">
                    <a:latin typeface="+mn-lt"/>
                    <a:ea typeface="+mn-ea"/>
                  </a:rPr>
                  <a:t>表示词语</a:t>
                </a:r>
                <a14:m>
                  <m:oMath xmlns:m="http://schemas.openxmlformats.org/officeDocument/2006/math">
                    <m:sSub>
                      <m:sSubPr>
                        <m:ctrlPr>
                          <a:rPr lang="zh-CN" altLang="zh-CN" i="1">
                            <a:latin typeface="Cambria Math" panose="02040503050406030204" pitchFamily="18" charset="0"/>
                            <a:ea typeface="+mn-ea"/>
                          </a:rPr>
                        </m:ctrlPr>
                      </m:sSubPr>
                      <m:e>
                        <m:r>
                          <a:rPr lang="en-US" altLang="zh-CN" b="0" i="1">
                            <a:latin typeface="Cambria Math" panose="02040503050406030204" pitchFamily="18" charset="0"/>
                            <a:ea typeface="+mn-ea"/>
                          </a:rPr>
                          <m:t>𝑤</m:t>
                        </m:r>
                      </m:e>
                      <m:sub>
                        <m:r>
                          <a:rPr lang="en-US" altLang="zh-CN" b="0" i="1">
                            <a:latin typeface="Cambria Math" panose="02040503050406030204" pitchFamily="18" charset="0"/>
                            <a:ea typeface="+mn-ea"/>
                          </a:rPr>
                          <m:t>𝑖</m:t>
                        </m:r>
                        <m:r>
                          <a:rPr lang="en-US" altLang="zh-CN" b="0" i="1">
                            <a:latin typeface="Cambria Math" panose="02040503050406030204" pitchFamily="18" charset="0"/>
                            <a:ea typeface="+mn-ea"/>
                          </a:rPr>
                          <m:t>−(</m:t>
                        </m:r>
                        <m:r>
                          <a:rPr lang="en-US" altLang="zh-CN" b="0" i="1">
                            <a:latin typeface="Cambria Math" panose="02040503050406030204" pitchFamily="18" charset="0"/>
                            <a:ea typeface="+mn-ea"/>
                          </a:rPr>
                          <m:t>𝑛</m:t>
                        </m:r>
                        <m:r>
                          <a:rPr lang="en-US" altLang="zh-CN" b="0" i="1">
                            <a:latin typeface="Cambria Math" panose="02040503050406030204" pitchFamily="18" charset="0"/>
                            <a:ea typeface="+mn-ea"/>
                          </a:rPr>
                          <m:t>−</m:t>
                        </m:r>
                        <m:r>
                          <a:rPr lang="en-US" altLang="zh-CN" b="0" i="1">
                            <a:latin typeface="Cambria Math" panose="02040503050406030204" pitchFamily="18" charset="0"/>
                            <a:ea typeface="+mn-ea"/>
                          </a:rPr>
                          <m:t>1</m:t>
                        </m:r>
                        <m:r>
                          <a:rPr lang="en-US" altLang="zh-CN" b="0" i="1">
                            <a:latin typeface="Cambria Math" panose="02040503050406030204" pitchFamily="18" charset="0"/>
                            <a:ea typeface="+mn-ea"/>
                          </a:rPr>
                          <m:t>)</m:t>
                        </m:r>
                      </m:sub>
                    </m:sSub>
                    <m:r>
                      <a:rPr lang="en-US" altLang="zh-CN" b="0" i="1">
                        <a:latin typeface="Cambria Math" panose="02040503050406030204" pitchFamily="18" charset="0"/>
                        <a:ea typeface="+mn-ea"/>
                      </a:rPr>
                      <m:t>,…,</m:t>
                    </m:r>
                    <m:sSub>
                      <m:sSubPr>
                        <m:ctrlPr>
                          <a:rPr lang="zh-CN" altLang="zh-CN" i="1">
                            <a:latin typeface="Cambria Math" panose="02040503050406030204" pitchFamily="18" charset="0"/>
                            <a:ea typeface="+mn-ea"/>
                          </a:rPr>
                        </m:ctrlPr>
                      </m:sSubPr>
                      <m:e>
                        <m:r>
                          <a:rPr lang="en-US" altLang="zh-CN" b="0" i="1">
                            <a:latin typeface="Cambria Math" panose="02040503050406030204" pitchFamily="18" charset="0"/>
                            <a:ea typeface="+mn-ea"/>
                          </a:rPr>
                          <m:t>𝑤</m:t>
                        </m:r>
                      </m:e>
                      <m:sub>
                        <m:r>
                          <a:rPr lang="en-US" altLang="zh-CN" b="0" i="1">
                            <a:latin typeface="Cambria Math" panose="02040503050406030204" pitchFamily="18" charset="0"/>
                            <a:ea typeface="+mn-ea"/>
                          </a:rPr>
                          <m:t>𝑖</m:t>
                        </m:r>
                        <m:r>
                          <a:rPr lang="en-US" altLang="zh-CN" b="0" i="1">
                            <a:latin typeface="Cambria Math" panose="02040503050406030204" pitchFamily="18" charset="0"/>
                            <a:ea typeface="+mn-ea"/>
                          </a:rPr>
                          <m:t>−</m:t>
                        </m:r>
                        <m:r>
                          <a:rPr lang="en-US" altLang="zh-CN" b="0" i="1">
                            <a:latin typeface="Cambria Math" panose="02040503050406030204" pitchFamily="18" charset="0"/>
                            <a:ea typeface="+mn-ea"/>
                          </a:rPr>
                          <m:t>1</m:t>
                        </m:r>
                      </m:sub>
                    </m:sSub>
                  </m:oMath>
                </a14:m>
                <a:r>
                  <a:rPr lang="zh-CN" altLang="en-US">
                    <a:latin typeface="+mn-lt"/>
                    <a:ea typeface="+mn-ea"/>
                  </a:rPr>
                  <a:t>在语料库中出现的总次数。</a:t>
                </a:r>
                <a:endParaRPr lang="en-US" altLang="zh-CN">
                  <a:latin typeface="+mn-lt"/>
                  <a:ea typeface="+mn-ea"/>
                </a:endParaRPr>
              </a:p>
              <a:p>
                <a:pPr marL="0" indent="0" defTabSz="914400">
                  <a:lnSpc>
                    <a:spcPct val="150000"/>
                  </a:lnSpc>
                  <a:buNone/>
                </a:pPr>
                <a:r>
                  <a:rPr lang="zh-CN" altLang="en-US">
                    <a:latin typeface="+mn-lt"/>
                    <a:ea typeface="+mn-ea"/>
                  </a:rPr>
                  <a:t>这种</a:t>
                </a:r>
                <a:r>
                  <a:rPr lang="zh-CN" altLang="en-US" dirty="0">
                    <a:latin typeface="+mn-lt"/>
                    <a:ea typeface="+mn-ea"/>
                  </a:rPr>
                  <a:t>估计方法称为最大似然估计（</a:t>
                </a:r>
                <a:r>
                  <a:rPr lang="en-US" altLang="zh-CN" dirty="0">
                    <a:latin typeface="+mn-lt"/>
                    <a:ea typeface="+mn-ea"/>
                  </a:rPr>
                  <a:t>Maximum Likelihood Estimation, </a:t>
                </a:r>
                <a:r>
                  <a:rPr lang="en-US" altLang="zh-CN">
                    <a:latin typeface="+mn-lt"/>
                    <a:ea typeface="+mn-ea"/>
                  </a:rPr>
                  <a:t>MLE</a:t>
                </a:r>
                <a:r>
                  <a:rPr lang="zh-CN" altLang="en-US">
                    <a:latin typeface="+mn-lt"/>
                    <a:ea typeface="+mn-ea"/>
                  </a:rPr>
                  <a:t>）</a:t>
                </a:r>
                <a:endParaRPr lang="en-US" altLang="zh-CN" dirty="0">
                  <a:latin typeface="+mn-lt"/>
                  <a:ea typeface="+mn-ea"/>
                </a:endParaRPr>
              </a:p>
            </p:txBody>
          </p:sp>
        </mc:Choice>
        <mc:Fallback>
          <p:sp>
            <p:nvSpPr>
              <p:cNvPr id="5" name="内容占位符 2"/>
              <p:cNvSpPr txBox="1">
                <a:spLocks noRot="1" noChangeAspect="1" noMove="1" noResize="1" noEditPoints="1" noAdjustHandles="1" noChangeArrowheads="1" noChangeShapeType="1" noTextEdit="1"/>
              </p:cNvSpPr>
              <p:nvPr/>
            </p:nvSpPr>
            <p:spPr bwMode="auto">
              <a:xfrm>
                <a:off x="556641" y="1192387"/>
                <a:ext cx="8280075" cy="2008966"/>
              </a:xfrm>
              <a:prstGeom prst="rect">
                <a:avLst/>
              </a:prstGeom>
              <a:blipFill rotWithShape="1">
                <a:blip r:embed="rId1"/>
                <a:stretch>
                  <a:fillRect l="-5" t="-24" r="1" b="1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 </a:t>
            </a:r>
            <a:r>
              <a:rPr lang="en-US" altLang="zh-CN" sz="2400" b="1">
                <a:solidFill>
                  <a:srgbClr val="004C41"/>
                </a:solidFill>
                <a:ea typeface="宋体" pitchFamily="2" charset="-122"/>
                <a:cs typeface="+mn-ea"/>
                <a:sym typeface="+mn-lt"/>
              </a:rPr>
              <a:t>N-gram</a:t>
            </a:r>
            <a:r>
              <a:rPr lang="zh-CN" altLang="en-US" sz="2400" b="1">
                <a:solidFill>
                  <a:srgbClr val="004C41"/>
                </a:solidFill>
                <a:ea typeface="宋体" pitchFamily="2" charset="-122"/>
                <a:cs typeface="+mn-ea"/>
                <a:sym typeface="+mn-lt"/>
              </a:rPr>
              <a:t>模型分词算法</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）概率计算</a:t>
            </a:r>
            <a:endParaRPr lang="zh-CN" altLang="en-US"/>
          </a:p>
        </p:txBody>
      </p:sp>
      <p:sp>
        <p:nvSpPr>
          <p:cNvPr id="3" name="日期占位符 2"/>
          <p:cNvSpPr>
            <a:spLocks noGrp="1"/>
          </p:cNvSpPr>
          <p:nvPr>
            <p:ph type="dt" sz="half" idx="10"/>
          </p:nvPr>
        </p:nvSpPr>
        <p:spPr/>
        <p:txBody>
          <a:bodyPr/>
          <a:lstStyle/>
          <a:p>
            <a:fld id="{B5EB4023-B692-41B2-93C3-32315200AA94}"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mc:AlternateContent xmlns:mc="http://schemas.openxmlformats.org/markup-compatibility/2006">
        <mc:Choice xmlns:a14="http://schemas.microsoft.com/office/drawing/2010/main" Requires="a14">
          <p:sp>
            <p:nvSpPr>
              <p:cNvPr id="6" name="文本框 5"/>
              <p:cNvSpPr txBox="1"/>
              <p:nvPr/>
            </p:nvSpPr>
            <p:spPr>
              <a:xfrm>
                <a:off x="665749" y="1113898"/>
                <a:ext cx="7902179" cy="2532745"/>
              </a:xfrm>
              <a:prstGeom prst="rect">
                <a:avLst/>
              </a:prstGeom>
              <a:noFill/>
            </p:spPr>
            <p:txBody>
              <a:bodyPr wrap="square">
                <a:spAutoFit/>
              </a:bodyPr>
              <a:lstStyle/>
              <a:p>
                <a:pPr marL="0" indent="457200">
                  <a:lnSpc>
                    <a:spcPct val="150000"/>
                  </a:lnSpc>
                  <a:buNone/>
                </a:pPr>
                <a:r>
                  <a:rPr lang="zh-CN" altLang="en-US" sz="1800" dirty="0">
                    <a:latin typeface="Times New Roman" panose="02020503050405090304" pitchFamily="18" charset="0"/>
                    <a:cs typeface="Times New Roman" panose="02020503050405090304" pitchFamily="18" charset="0"/>
                  </a:rPr>
                  <a:t>为了使得</a:t>
                </a:r>
                <a14:m>
                  <m:oMath xmlns:m="http://schemas.openxmlformats.org/officeDocument/2006/math">
                    <m:r>
                      <a:rPr lang="en-US" altLang="zh-CN" sz="1800" i="1">
                        <a:latin typeface="Cambria Math" panose="02040503050406030204" pitchFamily="18" charset="0"/>
                      </a:rPr>
                      <m:t>𝑝</m:t>
                    </m:r>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𝑤</m:t>
                        </m:r>
                      </m:e>
                      <m:sub>
                        <m:r>
                          <a:rPr lang="en-US" altLang="zh-CN" sz="1800" i="1">
                            <a:latin typeface="Cambria Math" panose="02040503050406030204" pitchFamily="18" charset="0"/>
                          </a:rPr>
                          <m:t>𝑖</m:t>
                        </m:r>
                      </m:sub>
                    </m:sSub>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𝑤</m:t>
                        </m:r>
                      </m:e>
                      <m:sub>
                        <m:r>
                          <a:rPr lang="en-US" altLang="zh-CN" sz="1800" i="1">
                            <a:latin typeface="Cambria Math" panose="02040503050406030204" pitchFamily="18" charset="0"/>
                          </a:rPr>
                          <m:t>𝑖</m:t>
                        </m:r>
                        <m:r>
                          <a:rPr lang="en-US" altLang="zh-CN" sz="1800" i="1">
                            <a:latin typeface="Cambria Math" panose="02040503050406030204" pitchFamily="18" charset="0"/>
                          </a:rPr>
                          <m:t>−</m:t>
                        </m:r>
                        <m:r>
                          <a:rPr lang="en-US" altLang="zh-CN" sz="1800" i="1">
                            <a:latin typeface="Cambria Math" panose="02040503050406030204" pitchFamily="18" charset="0"/>
                          </a:rPr>
                          <m:t>1</m:t>
                        </m:r>
                      </m:sub>
                    </m:sSub>
                    <m:r>
                      <a:rPr lang="en-US" altLang="zh-CN" sz="1800" i="1">
                        <a:latin typeface="Cambria Math" panose="02040503050406030204" pitchFamily="18" charset="0"/>
                      </a:rPr>
                      <m:t>)</m:t>
                    </m:r>
                  </m:oMath>
                </a14:m>
                <a:r>
                  <a:rPr lang="zh-CN" altLang="en-US" sz="1800" dirty="0">
                    <a:latin typeface="Times New Roman" panose="02020503050405090304" pitchFamily="18" charset="0"/>
                    <a:cs typeface="Times New Roman" panose="02020503050405090304" pitchFamily="18" charset="0"/>
                  </a:rPr>
                  <a:t>在</a:t>
                </a:r>
                <a:r>
                  <a:rPr lang="en-US" altLang="zh-CN" sz="1800" i="1" dirty="0" err="1">
                    <a:latin typeface="Times New Roman" panose="02020503050405090304" pitchFamily="18" charset="0"/>
                    <a:cs typeface="Times New Roman" panose="02020503050405090304" pitchFamily="18" charset="0"/>
                  </a:rPr>
                  <a:t>i</a:t>
                </a:r>
                <a:r>
                  <a:rPr lang="zh-CN" altLang="en-US" sz="1800" dirty="0">
                    <a:latin typeface="Times New Roman" panose="02020503050405090304" pitchFamily="18" charset="0"/>
                    <a:cs typeface="Times New Roman" panose="02020503050405090304" pitchFamily="18" charset="0"/>
                  </a:rPr>
                  <a:t>为</a:t>
                </a:r>
                <a:r>
                  <a:rPr lang="en-US" altLang="zh-CN" sz="1800" dirty="0">
                    <a:latin typeface="Times New Roman" panose="02020503050405090304" pitchFamily="18" charset="0"/>
                    <a:cs typeface="Times New Roman" panose="02020503050405090304" pitchFamily="18" charset="0"/>
                  </a:rPr>
                  <a:t>1</a:t>
                </a:r>
                <a:r>
                  <a:rPr lang="zh-CN" altLang="en-US" sz="1800" dirty="0">
                    <a:latin typeface="Times New Roman" panose="02020503050405090304" pitchFamily="18" charset="0"/>
                    <a:cs typeface="Times New Roman" panose="02020503050405090304" pitchFamily="18" charset="0"/>
                  </a:rPr>
                  <a:t>时有意义。通常在句子的开头加一个句首标记使得</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𝑤</m:t>
                        </m:r>
                      </m:e>
                      <m:sub>
                        <m:r>
                          <a:rPr lang="en-US" altLang="zh-CN" sz="1800" i="1">
                            <a:latin typeface="Cambria Math" panose="02040503050406030204" pitchFamily="18" charset="0"/>
                          </a:rPr>
                          <m:t>0</m:t>
                        </m:r>
                      </m:sub>
                    </m:sSub>
                    <m:r>
                      <a:rPr lang="en-US" altLang="zh-CN" sz="1800" i="1">
                        <a:latin typeface="Cambria Math" panose="02040503050406030204" pitchFamily="18" charset="0"/>
                      </a:rPr>
                      <m:t>=&lt;</m:t>
                    </m:r>
                    <m:r>
                      <a:rPr lang="en-US" altLang="zh-CN" sz="1800" i="1">
                        <a:latin typeface="Cambria Math" panose="02040503050406030204" pitchFamily="18" charset="0"/>
                      </a:rPr>
                      <m:t>𝑆</m:t>
                    </m:r>
                    <m:r>
                      <a:rPr lang="en-US" altLang="zh-CN" sz="1800" i="1">
                        <a:latin typeface="Cambria Math" panose="02040503050406030204" pitchFamily="18" charset="0"/>
                      </a:rPr>
                      <m:t>&gt;</m:t>
                    </m:r>
                  </m:oMath>
                </a14:m>
                <a:r>
                  <a:rPr lang="zh-CN" altLang="en-US" sz="1800" dirty="0">
                    <a:latin typeface="Times New Roman" panose="02020503050405090304" pitchFamily="18" charset="0"/>
                    <a:cs typeface="Times New Roman" panose="02020503050405090304" pitchFamily="18" charset="0"/>
                  </a:rPr>
                  <a:t>。同时在句子的结尾增加一个句尾标记，使得</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𝑤</m:t>
                        </m:r>
                      </m:e>
                      <m:sub>
                        <m:r>
                          <a:rPr lang="en-US" altLang="zh-CN" sz="1800" i="1">
                            <a:latin typeface="Cambria Math" panose="02040503050406030204" pitchFamily="18" charset="0"/>
                          </a:rPr>
                          <m:t>𝑙</m:t>
                        </m:r>
                        <m:r>
                          <a:rPr lang="en-US" altLang="zh-CN" sz="1800" i="1">
                            <a:latin typeface="Cambria Math" panose="02040503050406030204" pitchFamily="18" charset="0"/>
                          </a:rPr>
                          <m:t>+</m:t>
                        </m:r>
                        <m:r>
                          <a:rPr lang="en-US" altLang="zh-CN" sz="1800" i="1">
                            <a:latin typeface="Cambria Math" panose="02040503050406030204" pitchFamily="18" charset="0"/>
                          </a:rPr>
                          <m:t>1</m:t>
                        </m:r>
                      </m:sub>
                    </m:sSub>
                    <m:r>
                      <a:rPr lang="en-US" altLang="zh-CN" sz="1800" i="1">
                        <a:latin typeface="Cambria Math" panose="02040503050406030204" pitchFamily="18" charset="0"/>
                      </a:rPr>
                      <m:t>=&lt;/</m:t>
                    </m:r>
                    <m:r>
                      <a:rPr lang="en-US" altLang="zh-CN" sz="1800" i="1">
                        <a:latin typeface="Cambria Math" panose="02040503050406030204" pitchFamily="18" charset="0"/>
                      </a:rPr>
                      <m:t>𝑆</m:t>
                    </m:r>
                    <m:r>
                      <a:rPr lang="en-US" altLang="zh-CN" sz="1800" i="1">
                        <a:latin typeface="Cambria Math" panose="02040503050406030204" pitchFamily="18" charset="0"/>
                      </a:rPr>
                      <m:t>&gt;</m:t>
                    </m:r>
                  </m:oMath>
                </a14:m>
                <a:r>
                  <a:rPr lang="zh-CN" altLang="en-US" sz="1800" dirty="0">
                    <a:latin typeface="Times New Roman" panose="02020503050405090304" pitchFamily="18" charset="0"/>
                    <a:cs typeface="Times New Roman" panose="02020503050405090304" pitchFamily="18" charset="0"/>
                  </a:rPr>
                  <a:t>                   </a:t>
                </a:r>
                <a:endParaRPr lang="en-US" altLang="zh-CN" sz="1800" dirty="0">
                  <a:latin typeface="Times New Roman" panose="02020503050405090304" pitchFamily="18" charset="0"/>
                  <a:cs typeface="Times New Roman" panose="02020503050405090304" pitchFamily="18" charset="0"/>
                </a:endParaRPr>
              </a:p>
              <a:p>
                <a:pPr marL="0" indent="457200" algn="l">
                  <a:lnSpc>
                    <a:spcPct val="150000"/>
                  </a:lnSpc>
                  <a:buNone/>
                </a:pPr>
                <a:r>
                  <a:rPr lang="zh-CN" altLang="en-US" sz="1800" dirty="0">
                    <a:latin typeface="Times New Roman" panose="02020503050405090304" pitchFamily="18" charset="0"/>
                    <a:cs typeface="Times New Roman" panose="02020503050405090304" pitchFamily="18" charset="0"/>
                  </a:rPr>
                  <a:t>值得注意的是，</a:t>
                </a:r>
                <a:r>
                  <a:rPr lang="zh-CN" altLang="en-US" sz="1800" b="1" dirty="0">
                    <a:solidFill>
                      <a:srgbClr val="3333FF"/>
                    </a:solidFill>
                    <a:latin typeface="Times New Roman" panose="02020503050405090304" pitchFamily="18" charset="0"/>
                    <a:cs typeface="Times New Roman" panose="02020503050405090304" pitchFamily="18" charset="0"/>
                  </a:rPr>
                  <a:t>在没有句尾标记的情况</a:t>
                </a:r>
                <a:r>
                  <a:rPr lang="zh-CN" altLang="en-US" sz="1800" dirty="0">
                    <a:latin typeface="Times New Roman" panose="02020503050405090304" pitchFamily="18" charset="0"/>
                    <a:cs typeface="Times New Roman" panose="02020503050405090304" pitchFamily="18" charset="0"/>
                  </a:rPr>
                  <a:t>下所训练得到的语言模型中，任一给定长度下的所有可能句子的概率和</a:t>
                </a:r>
                <a:r>
                  <a:rPr lang="zh-CN" altLang="en-US" sz="1800">
                    <a:latin typeface="Times New Roman" panose="02020503050405090304" pitchFamily="18" charset="0"/>
                    <a:cs typeface="Times New Roman" panose="02020503050405090304" pitchFamily="18" charset="0"/>
                  </a:rPr>
                  <a:t>为</a:t>
                </a:r>
                <a:r>
                  <a:rPr lang="en-US" altLang="zh-CN" sz="1800">
                    <a:latin typeface="Times New Roman" panose="02020503050405090304" pitchFamily="18" charset="0"/>
                    <a:cs typeface="Times New Roman" panose="02020503050405090304" pitchFamily="18" charset="0"/>
                  </a:rPr>
                  <a:t>1</a:t>
                </a:r>
                <a:r>
                  <a:rPr lang="zh-CN" altLang="en-US" sz="1800">
                    <a:latin typeface="Times New Roman" panose="02020503050405090304" pitchFamily="18" charset="0"/>
                    <a:cs typeface="Times New Roman" panose="02020503050405090304" pitchFamily="18" charset="0"/>
                  </a:rPr>
                  <a:t>；即</a:t>
                </a:r>
                <a:r>
                  <a:rPr lang="zh-CN" altLang="en-US" sz="1800" dirty="0">
                    <a:latin typeface="Times New Roman" panose="02020503050405090304" pitchFamily="18" charset="0"/>
                    <a:cs typeface="Times New Roman" panose="02020503050405090304" pitchFamily="18" charset="0"/>
                  </a:rPr>
                  <a:t>其概率分布是作用在一个给定长度的句子空间内，而不是所有可能的句子空间。而</a:t>
                </a:r>
                <a:r>
                  <a:rPr lang="zh-CN" altLang="en-US" sz="1800" b="1" dirty="0">
                    <a:solidFill>
                      <a:srgbClr val="3333FF"/>
                    </a:solidFill>
                    <a:latin typeface="Times New Roman" panose="02020503050405090304" pitchFamily="18" charset="0"/>
                    <a:cs typeface="Times New Roman" panose="02020503050405090304" pitchFamily="18" charset="0"/>
                  </a:rPr>
                  <a:t>在有句尾标记的情况下</a:t>
                </a:r>
                <a:r>
                  <a:rPr lang="zh-CN" altLang="en-US" sz="1800" dirty="0">
                    <a:latin typeface="Times New Roman" panose="02020503050405090304" pitchFamily="18" charset="0"/>
                    <a:cs typeface="Times New Roman" panose="02020503050405090304" pitchFamily="18" charset="0"/>
                  </a:rPr>
                  <a:t>得到的是所有可能句子的概率和为</a:t>
                </a:r>
                <a:r>
                  <a:rPr lang="en-US" altLang="zh-CN" sz="1800" dirty="0">
                    <a:latin typeface="Times New Roman" panose="02020503050405090304" pitchFamily="18" charset="0"/>
                    <a:cs typeface="Times New Roman" panose="02020503050405090304" pitchFamily="18" charset="0"/>
                  </a:rPr>
                  <a:t>1</a:t>
                </a:r>
                <a:r>
                  <a:rPr lang="zh-CN" altLang="en-US" sz="1800" dirty="0">
                    <a:latin typeface="Times New Roman" panose="02020503050405090304" pitchFamily="18" charset="0"/>
                    <a:cs typeface="Times New Roman" panose="02020503050405090304" pitchFamily="18" charset="0"/>
                  </a:rPr>
                  <a:t>。</a:t>
                </a:r>
                <a:endParaRPr lang="en-US" altLang="zh-CN" sz="1800" dirty="0">
                  <a:latin typeface="Times New Roman" panose="02020503050405090304" pitchFamily="18" charset="0"/>
                  <a:cs typeface="Times New Roman" panose="02020503050405090304" pitchFamily="18"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665749" y="1113898"/>
                <a:ext cx="7902179" cy="2532745"/>
              </a:xfrm>
              <a:prstGeom prst="rect">
                <a:avLst/>
              </a:prstGeom>
              <a:blipFill rotWithShape="1">
                <a:blip r:embed="rId1"/>
                <a:stretch>
                  <a:fillRect l="-3" t="-4" r="6" b="-4845"/>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 </a:t>
            </a:r>
            <a:r>
              <a:rPr lang="en-US" altLang="zh-CN" sz="2400" b="1">
                <a:solidFill>
                  <a:srgbClr val="004C41"/>
                </a:solidFill>
                <a:ea typeface="宋体" pitchFamily="2" charset="-122"/>
                <a:cs typeface="+mn-ea"/>
                <a:sym typeface="+mn-lt"/>
              </a:rPr>
              <a:t>N-gram</a:t>
            </a:r>
            <a:r>
              <a:rPr lang="zh-CN" altLang="en-US" sz="2400" b="1">
                <a:solidFill>
                  <a:srgbClr val="004C41"/>
                </a:solidFill>
                <a:ea typeface="宋体" pitchFamily="2" charset="-122"/>
                <a:cs typeface="+mn-ea"/>
                <a:sym typeface="+mn-lt"/>
              </a:rPr>
              <a:t>模型分词算法</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）概率计算</a:t>
            </a:r>
            <a:endParaRPr lang="zh-CN" altLang="en-US"/>
          </a:p>
        </p:txBody>
      </p:sp>
      <p:sp>
        <p:nvSpPr>
          <p:cNvPr id="3" name="日期占位符 2"/>
          <p:cNvSpPr>
            <a:spLocks noGrp="1"/>
          </p:cNvSpPr>
          <p:nvPr>
            <p:ph type="dt" sz="half" idx="10"/>
          </p:nvPr>
        </p:nvSpPr>
        <p:spPr/>
        <p:txBody>
          <a:bodyPr/>
          <a:lstStyle/>
          <a:p>
            <a:fld id="{B5EB4023-B692-41B2-93C3-32315200AA94}"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5" name="内容占位符 2"/>
          <p:cNvSpPr txBox="1"/>
          <p:nvPr/>
        </p:nvSpPr>
        <p:spPr bwMode="auto">
          <a:xfrm>
            <a:off x="843777" y="892488"/>
            <a:ext cx="7843024" cy="3985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a:bodyPr>
          <a:lstStyle>
            <a:lvl1pPr marL="250825" indent="-250825" algn="l" rtl="0" eaLnBrk="1" fontAlgn="base" hangingPunct="1">
              <a:lnSpc>
                <a:spcPct val="130000"/>
              </a:lnSpc>
              <a:spcBef>
                <a:spcPts val="0"/>
              </a:spcBef>
              <a:spcAft>
                <a:spcPct val="0"/>
              </a:spcAft>
              <a:buClr>
                <a:srgbClr val="0070C0"/>
              </a:buClr>
              <a:buFont typeface="Wingdings" panose="05000000000000000000" pitchFamily="2" charset="2"/>
              <a:buChar char="n"/>
              <a:defRPr sz="1800" kern="1200">
                <a:solidFill>
                  <a:schemeClr val="tx1"/>
                </a:solidFill>
                <a:latin typeface="黑体" panose="02010609060101010101" pitchFamily="49" charset="-122"/>
                <a:ea typeface="黑体" panose="02010609060101010101" pitchFamily="49" charset="-122"/>
                <a:cs typeface="Times New Roman" panose="02020503050405090304" pitchFamily="18" charset="0"/>
              </a:defRPr>
            </a:lvl1pPr>
            <a:lvl2pPr marL="403860" indent="-200660" algn="l" rtl="0" eaLnBrk="1" fontAlgn="base" hangingPunct="1">
              <a:lnSpc>
                <a:spcPct val="130000"/>
              </a:lnSpc>
              <a:spcBef>
                <a:spcPts val="0"/>
              </a:spcBef>
              <a:spcAft>
                <a:spcPct val="0"/>
              </a:spcAft>
              <a:buFont typeface="Wingdings" panose="05000000000000000000" pitchFamily="2" charset="2"/>
              <a:buChar char="ü"/>
              <a:defRPr sz="1500" kern="1200">
                <a:solidFill>
                  <a:schemeClr val="tx1"/>
                </a:solidFill>
                <a:latin typeface="Times New Roman" panose="02020503050405090304" pitchFamily="18" charset="0"/>
                <a:ea typeface="楷体" panose="02010609060101010101" pitchFamily="49" charset="-122"/>
                <a:cs typeface="Times New Roman" panose="02020503050405090304" pitchFamily="18" charset="0"/>
              </a:defRPr>
            </a:lvl2pPr>
            <a:lvl3pPr marL="504825" indent="-201930" algn="l" rtl="0" eaLnBrk="1" fontAlgn="base" hangingPunct="1">
              <a:lnSpc>
                <a:spcPct val="130000"/>
              </a:lnSpc>
              <a:spcBef>
                <a:spcPts val="0"/>
              </a:spcBef>
              <a:spcAft>
                <a:spcPct val="0"/>
              </a:spcAft>
              <a:buFont typeface="Wingdings" panose="05000000000000000000" pitchFamily="2" charset="2"/>
              <a:buChar char=""/>
              <a:defRPr sz="1350" kern="1200">
                <a:solidFill>
                  <a:schemeClr val="tx1"/>
                </a:solidFill>
                <a:latin typeface="Times New Roman" panose="02020503050405090304" pitchFamily="18" charset="0"/>
                <a:ea typeface="楷体" panose="02010609060101010101" pitchFamily="49" charset="-122"/>
                <a:cs typeface="Times New Roman" panose="02020503050405090304" pitchFamily="18" charset="0"/>
              </a:defRPr>
            </a:lvl3pPr>
            <a:lvl4pPr marL="900430" indent="-128905" algn="l" rtl="0" eaLnBrk="1" fontAlgn="base" hangingPunct="1">
              <a:spcBef>
                <a:spcPct val="20000"/>
              </a:spcBef>
              <a:spcAft>
                <a:spcPct val="0"/>
              </a:spcAft>
              <a:buFont typeface="Arial" panose="020B0604020202090204" pitchFamily="34" charset="0"/>
              <a:buChar char="–"/>
              <a:defRPr sz="1125" kern="1200">
                <a:solidFill>
                  <a:schemeClr val="tx1"/>
                </a:solidFill>
                <a:latin typeface="Times New Roman" panose="02020503050405090304" pitchFamily="18" charset="0"/>
                <a:ea typeface="+mn-ea"/>
                <a:cs typeface="Times New Roman" panose="02020503050405090304" pitchFamily="18" charset="0"/>
              </a:defRPr>
            </a:lvl4pPr>
            <a:lvl5pPr marL="1157605" indent="-128905" algn="l" rtl="0" eaLnBrk="1" fontAlgn="base" hangingPunct="1">
              <a:spcBef>
                <a:spcPct val="20000"/>
              </a:spcBef>
              <a:spcAft>
                <a:spcPct val="0"/>
              </a:spcAft>
              <a:buFont typeface="Arial" panose="020B0604020202090204" pitchFamily="34" charset="0"/>
              <a:buChar char="»"/>
              <a:defRPr sz="1125" kern="1200">
                <a:solidFill>
                  <a:schemeClr val="tx1"/>
                </a:solidFill>
                <a:latin typeface="Times New Roman" panose="02020503050405090304" pitchFamily="18" charset="0"/>
                <a:ea typeface="+mn-ea"/>
                <a:cs typeface="Times New Roman" panose="02020503050405090304" pitchFamily="18" charset="0"/>
              </a:defRPr>
            </a:lvl5pPr>
            <a:lvl6pPr marL="1414780" indent="-128905" algn="l" defTabSz="514350" rtl="0" eaLnBrk="1" latinLnBrk="0" hangingPunct="1">
              <a:spcBef>
                <a:spcPct val="20000"/>
              </a:spcBef>
              <a:buFont typeface="Arial" panose="020B0604020202090204" pitchFamily="34" charset="0"/>
              <a:buChar char="•"/>
              <a:defRPr sz="1125" kern="1200">
                <a:solidFill>
                  <a:schemeClr val="tx1"/>
                </a:solidFill>
                <a:latin typeface="+mn-lt"/>
                <a:ea typeface="+mn-ea"/>
                <a:cs typeface="+mn-cs"/>
              </a:defRPr>
            </a:lvl6pPr>
            <a:lvl7pPr marL="1671955" indent="-128905" algn="l" defTabSz="514350" rtl="0" eaLnBrk="1" latinLnBrk="0" hangingPunct="1">
              <a:spcBef>
                <a:spcPct val="20000"/>
              </a:spcBef>
              <a:buFont typeface="Arial" panose="020B0604020202090204" pitchFamily="34" charset="0"/>
              <a:buChar char="•"/>
              <a:defRPr sz="1125" kern="1200">
                <a:solidFill>
                  <a:schemeClr val="tx1"/>
                </a:solidFill>
                <a:latin typeface="+mn-lt"/>
                <a:ea typeface="+mn-ea"/>
                <a:cs typeface="+mn-cs"/>
              </a:defRPr>
            </a:lvl7pPr>
            <a:lvl8pPr marL="1929130" indent="-128905" algn="l" defTabSz="514350" rtl="0" eaLnBrk="1" latinLnBrk="0" hangingPunct="1">
              <a:spcBef>
                <a:spcPct val="20000"/>
              </a:spcBef>
              <a:buFont typeface="Arial" panose="020B0604020202090204" pitchFamily="34" charset="0"/>
              <a:buChar char="•"/>
              <a:defRPr sz="1125" kern="1200">
                <a:solidFill>
                  <a:schemeClr val="tx1"/>
                </a:solidFill>
                <a:latin typeface="+mn-lt"/>
                <a:ea typeface="+mn-ea"/>
                <a:cs typeface="+mn-cs"/>
              </a:defRPr>
            </a:lvl8pPr>
            <a:lvl9pPr marL="2186305" indent="-128905" algn="l" defTabSz="514350" rtl="0" eaLnBrk="1" latinLnBrk="0" hangingPunct="1">
              <a:spcBef>
                <a:spcPct val="20000"/>
              </a:spcBef>
              <a:buFont typeface="Arial" panose="020B0604020202090204" pitchFamily="34" charset="0"/>
              <a:buChar char="•"/>
              <a:defRPr sz="1125" kern="1200">
                <a:solidFill>
                  <a:schemeClr val="tx1"/>
                </a:solidFill>
                <a:latin typeface="+mn-lt"/>
                <a:ea typeface="+mn-ea"/>
                <a:cs typeface="+mn-cs"/>
              </a:defRPr>
            </a:lvl9pPr>
          </a:lstStyle>
          <a:p>
            <a:pPr marL="0" indent="0" defTabSz="914400">
              <a:buFont typeface="Wingdings" panose="05000000000000000000" pitchFamily="2" charset="2"/>
              <a:buNone/>
            </a:pPr>
            <a:r>
              <a:rPr lang="zh-CN" altLang="en-US" sz="1500">
                <a:latin typeface="Times New Roman" panose="02020503050405090304" pitchFamily="18" charset="0"/>
              </a:rPr>
              <a:t>例：假设训练语料由以下三个句子构成：</a:t>
            </a:r>
            <a:endParaRPr lang="en-US" altLang="zh-CN" sz="1500">
              <a:latin typeface="Times New Roman" panose="02020503050405090304" pitchFamily="18" charset="0"/>
            </a:endParaRPr>
          </a:p>
          <a:p>
            <a:pPr defTabSz="914400"/>
            <a:endParaRPr lang="en-US" altLang="zh-CN" sz="1500">
              <a:latin typeface="Times New Roman" panose="02020503050405090304" pitchFamily="18" charset="0"/>
            </a:endParaRPr>
          </a:p>
          <a:p>
            <a:pPr defTabSz="914400"/>
            <a:endParaRPr lang="en-US" altLang="zh-CN" sz="1500">
              <a:latin typeface="Times New Roman" panose="02020503050405090304" pitchFamily="18" charset="0"/>
            </a:endParaRPr>
          </a:p>
          <a:p>
            <a:pPr defTabSz="914400"/>
            <a:endParaRPr lang="en-US" altLang="zh-CN" sz="1500">
              <a:latin typeface="Times New Roman" panose="02020503050405090304" pitchFamily="18" charset="0"/>
            </a:endParaRPr>
          </a:p>
          <a:p>
            <a:pPr defTabSz="914400"/>
            <a:endParaRPr lang="en-US" altLang="zh-CN" sz="1500">
              <a:latin typeface="Times New Roman" panose="02020503050405090304" pitchFamily="18" charset="0"/>
            </a:endParaRPr>
          </a:p>
          <a:p>
            <a:pPr marL="0" indent="0" defTabSz="914400">
              <a:buFont typeface="Wingdings" panose="05000000000000000000" pitchFamily="2" charset="2"/>
              <a:buNone/>
            </a:pPr>
            <a:endParaRPr lang="en-US" altLang="zh-CN" sz="1500">
              <a:latin typeface="Times New Roman" panose="02020503050405090304" pitchFamily="18" charset="0"/>
            </a:endParaRPr>
          </a:p>
          <a:p>
            <a:pPr marL="0" indent="0" defTabSz="914400">
              <a:buFont typeface="Wingdings" panose="05000000000000000000" pitchFamily="2" charset="2"/>
              <a:buNone/>
            </a:pPr>
            <a:r>
              <a:rPr lang="zh-CN" altLang="en-US" sz="1500">
                <a:latin typeface="Times New Roman" panose="02020503050405090304" pitchFamily="18" charset="0"/>
              </a:rPr>
              <a:t>假设根据最大似然估计得到的部分</a:t>
            </a:r>
            <a:r>
              <a:rPr lang="en-US" altLang="zh-CN" sz="1500">
                <a:latin typeface="Times New Roman" panose="02020503050405090304" pitchFamily="18" charset="0"/>
              </a:rPr>
              <a:t>bigram</a:t>
            </a:r>
            <a:r>
              <a:rPr lang="zh-CN" altLang="en-US" sz="1500">
                <a:latin typeface="Times New Roman" panose="02020503050405090304" pitchFamily="18" charset="0"/>
              </a:rPr>
              <a:t>条件概率如下：</a:t>
            </a:r>
            <a:endParaRPr lang="en-US" altLang="zh-CN" sz="1500">
              <a:latin typeface="Times New Roman" panose="02020503050405090304" pitchFamily="18" charset="0"/>
            </a:endParaRPr>
          </a:p>
          <a:p>
            <a:pPr marL="0" indent="0" defTabSz="914400">
              <a:buFont typeface="Wingdings" panose="05000000000000000000" pitchFamily="2" charset="2"/>
              <a:buNone/>
            </a:pPr>
            <a:endParaRPr lang="en-US" altLang="zh-CN" sz="1500">
              <a:latin typeface="Times New Roman" panose="02020503050405090304" pitchFamily="18" charset="0"/>
            </a:endParaRPr>
          </a:p>
          <a:p>
            <a:pPr defTabSz="914400"/>
            <a:endParaRPr lang="zh-CN" altLang="en-US" sz="1500" dirty="0">
              <a:latin typeface="Times New Roman" panose="02020503050405090304" pitchFamily="18" charset="0"/>
            </a:endParaRPr>
          </a:p>
        </p:txBody>
      </p:sp>
      <p:pic>
        <p:nvPicPr>
          <p:cNvPr id="6" name="图片 5"/>
          <p:cNvPicPr>
            <a:picLocks noChangeAspect="1"/>
          </p:cNvPicPr>
          <p:nvPr/>
        </p:nvPicPr>
        <p:blipFill>
          <a:blip r:embed="rId1"/>
          <a:stretch>
            <a:fillRect/>
          </a:stretch>
        </p:blipFill>
        <p:spPr>
          <a:xfrm>
            <a:off x="2828500" y="1462551"/>
            <a:ext cx="2669393" cy="1109199"/>
          </a:xfrm>
          <a:prstGeom prst="rect">
            <a:avLst/>
          </a:prstGeom>
        </p:spPr>
      </p:pic>
      <mc:AlternateContent xmlns:mc="http://schemas.openxmlformats.org/markup-compatibility/2006">
        <mc:Choice xmlns:a14="http://schemas.microsoft.com/office/drawing/2010/main" Requires="a14">
          <p:sp>
            <p:nvSpPr>
              <p:cNvPr id="7" name="对象 6"/>
              <p:cNvSpPr txBox="1"/>
              <p:nvPr/>
            </p:nvSpPr>
            <p:spPr>
              <a:xfrm>
                <a:off x="1794566" y="3190916"/>
                <a:ext cx="1463040" cy="872304"/>
              </a:xfrm>
              <a:prstGeom prst="rect">
                <a:avLst/>
              </a:prstGeom>
            </p:spPr>
            <p:txBody>
              <a:bodyPr>
                <a:normAutofit/>
              </a:bodyPr>
              <a:lstStyle/>
              <a:p>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𝑝</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我</m:t>
                      </m:r>
                      <m:r>
                        <a:rPr lang="zh-CN" altLang="en-US" i="1">
                          <a:solidFill>
                            <a:srgbClr val="000000"/>
                          </a:solidFill>
                          <a:latin typeface="Cambria Math" panose="02040503050406030204" pitchFamily="18" charset="0"/>
                        </a:rPr>
                        <m:t>|&lt;</m:t>
                      </m:r>
                      <m:r>
                        <a:rPr lang="zh-CN" altLang="en-US" i="1">
                          <a:solidFill>
                            <a:srgbClr val="000000"/>
                          </a:solidFill>
                          <a:latin typeface="Cambria Math" panose="02040503050406030204" pitchFamily="18" charset="0"/>
                        </a:rPr>
                        <m:t>𝑆</m:t>
                      </m:r>
                      <m:r>
                        <a:rPr lang="zh-CN" altLang="en-US" i="1">
                          <a:solidFill>
                            <a:srgbClr val="000000"/>
                          </a:solidFill>
                          <a:latin typeface="Cambria Math" panose="02040503050406030204" pitchFamily="18" charset="0"/>
                        </a:rPr>
                        <m:t>&gt;)=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2</m:t>
                          </m:r>
                        </m:num>
                        <m:den>
                          <m:r>
                            <a:rPr lang="zh-CN" altLang="en-US" i="1">
                              <a:solidFill>
                                <a:srgbClr val="000000"/>
                              </a:solidFill>
                              <a:latin typeface="Cambria Math" panose="02040503050406030204" pitchFamily="18" charset="0"/>
                            </a:rPr>
                            <m:t>3</m:t>
                          </m:r>
                        </m:den>
                      </m:f>
                    </m:oMath>
                    <m:oMath xmlns:m="http://schemas.openxmlformats.org/officeDocument/2006/math">
                      <m:r>
                        <a:rPr lang="zh-CN" altLang="en-US" i="1">
                          <a:solidFill>
                            <a:srgbClr val="000000"/>
                          </a:solidFill>
                          <a:latin typeface="Cambria Math" panose="02040503050406030204" pitchFamily="18" charset="0"/>
                        </a:rPr>
                        <m:t>𝑝</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她</m:t>
                      </m:r>
                      <m:r>
                        <a:rPr lang="zh-CN" altLang="en-US" i="1">
                          <a:solidFill>
                            <a:srgbClr val="000000"/>
                          </a:solidFill>
                          <a:latin typeface="Cambria Math" panose="02040503050406030204" pitchFamily="18" charset="0"/>
                        </a:rPr>
                        <m:t>|&lt;</m:t>
                      </m:r>
                      <m:r>
                        <a:rPr lang="zh-CN" altLang="en-US" i="1">
                          <a:solidFill>
                            <a:srgbClr val="000000"/>
                          </a:solidFill>
                          <a:latin typeface="Cambria Math" panose="02040503050406030204" pitchFamily="18" charset="0"/>
                        </a:rPr>
                        <m:t>𝑆</m:t>
                      </m:r>
                      <m:r>
                        <a:rPr lang="zh-CN" altLang="en-US" i="1">
                          <a:solidFill>
                            <a:srgbClr val="000000"/>
                          </a:solidFill>
                          <a:latin typeface="Cambria Math" panose="02040503050406030204" pitchFamily="18" charset="0"/>
                        </a:rPr>
                        <m:t>&gt;)=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3</m:t>
                          </m:r>
                        </m:den>
                      </m:f>
                    </m:oMath>
                  </m:oMathPara>
                </a14:m>
                <a:br>
                  <a:rPr lang="zh-CN" altLang="en-US">
                    <a:solidFill>
                      <a:srgbClr val="000000"/>
                    </a:solidFill>
                  </a:rPr>
                </a:br>
                <a:endParaRPr lang="zh-CN" altLang="en-US"/>
              </a:p>
            </p:txBody>
          </p:sp>
        </mc:Choice>
        <mc:Fallback>
          <p:sp>
            <p:nvSpPr>
              <p:cNvPr id="7" name="对象 6"/>
              <p:cNvSpPr txBox="1">
                <a:spLocks noRot="1" noChangeAspect="1" noMove="1" noResize="1" noEditPoints="1" noAdjustHandles="1" noChangeArrowheads="1" noChangeShapeType="1" noTextEdit="1"/>
              </p:cNvSpPr>
              <p:nvPr/>
            </p:nvSpPr>
            <p:spPr>
              <a:xfrm>
                <a:off x="1794566" y="3190916"/>
                <a:ext cx="1463040" cy="872304"/>
              </a:xfrm>
              <a:prstGeom prst="rect">
                <a:avLst/>
              </a:prstGeom>
              <a:blipFill rotWithShape="1">
                <a:blip r:embed="rId2"/>
                <a:stretch>
                  <a:fillRect l="-4" t="-5" r="4" b="-1676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对象 7"/>
              <p:cNvSpPr txBox="1"/>
              <p:nvPr/>
            </p:nvSpPr>
            <p:spPr>
              <a:xfrm>
                <a:off x="3545205" y="3214370"/>
                <a:ext cx="2372995" cy="1283970"/>
              </a:xfrm>
              <a:prstGeom prst="rect">
                <a:avLst/>
              </a:prstGeom>
            </p:spPr>
            <p:txBody>
              <a:bodyPr>
                <a:normAutofit/>
              </a:bodyPr>
              <a:lstStyle/>
              <a:p>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𝑝</m:t>
                      </m:r>
                      <m:r>
                        <a:rPr lang="zh-CN" altLang="en-US" i="1">
                          <a:solidFill>
                            <a:srgbClr val="000000"/>
                          </a:solidFill>
                          <a:latin typeface="Cambria Math" panose="02040503050406030204" pitchFamily="18" charset="0"/>
                        </a:rPr>
                        <m:t>(喜欢|不)</m:t>
                      </m:r>
                      <m:r>
                        <a:rPr lang="zh-CN" altLang="en-US" i="0">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0">
                              <a:solidFill>
                                <a:srgbClr val="000000"/>
                              </a:solidFill>
                              <a:latin typeface="Cambria Math" panose="02040503050406030204" pitchFamily="18" charset="0"/>
                            </a:rPr>
                            <m:t>2</m:t>
                          </m:r>
                        </m:num>
                        <m:den>
                          <m:r>
                            <a:rPr lang="zh-CN" altLang="en-US" i="0">
                              <a:solidFill>
                                <a:srgbClr val="000000"/>
                              </a:solidFill>
                              <a:latin typeface="Cambria Math" panose="02040503050406030204" pitchFamily="18" charset="0"/>
                            </a:rPr>
                            <m:t>2</m:t>
                          </m:r>
                        </m:den>
                      </m:f>
                      <m:r>
                        <m:rPr>
                          <m:nor/>
                        </m:rPr>
                        <a:rPr lang="zh-CN" altLang="en-US" i="0">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1</m:t>
                      </m:r>
                    </m:oMath>
                  </m:oMathPara>
                </a14:m>
                <a:br>
                  <a:rPr lang="zh-CN" altLang="en-US" i="0">
                    <a:solidFill>
                      <a:srgbClr val="000000"/>
                    </a:solidFill>
                    <a:latin typeface="Cambria Math" panose="02040503050406030204" pitchFamily="18" charset="0"/>
                  </a:rPr>
                </a:br>
                <a14:m>
                  <m:oMath xmlns:m="http://schemas.openxmlformats.org/officeDocument/2006/math">
                    <m:r>
                      <a:rPr lang="zh-CN" altLang="en-US" i="1">
                        <a:solidFill>
                          <a:srgbClr val="000000"/>
                        </a:solidFill>
                        <a:latin typeface="Cambria Math" panose="02040503050406030204" pitchFamily="18" charset="0"/>
                      </a:rPr>
                      <m:t>𝑝</m:t>
                    </m:r>
                    <m:r>
                      <a:rPr lang="zh-CN" altLang="en-US" i="1">
                        <a:solidFill>
                          <a:srgbClr val="000000"/>
                        </a:solidFill>
                        <a:latin typeface="Cambria Math" panose="02040503050406030204" pitchFamily="18" charset="0"/>
                      </a:rPr>
                      <m:t>(&lt;/</m:t>
                    </m:r>
                    <m:r>
                      <a:rPr lang="zh-CN" altLang="en-US" i="1">
                        <a:solidFill>
                          <a:srgbClr val="000000"/>
                        </a:solidFill>
                        <a:latin typeface="Cambria Math" panose="02040503050406030204" pitchFamily="18" charset="0"/>
                      </a:rPr>
                      <m:t>𝑆</m:t>
                    </m:r>
                    <m:r>
                      <a:rPr lang="zh-CN" altLang="en-US" i="1">
                        <a:solidFill>
                          <a:srgbClr val="000000"/>
                        </a:solidFill>
                        <a:latin typeface="Cambria Math" panose="02040503050406030204" pitchFamily="18" charset="0"/>
                      </a:rPr>
                      <m:t>&gt;|读书)</m:t>
                    </m:r>
                    <m:r>
                      <a:rPr lang="zh-CN" altLang="en-US" i="0">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1</m:t>
                        </m:r>
                      </m:den>
                    </m:f>
                  </m:oMath>
                </a14:m>
                <a:r>
                  <a:rPr lang="en-US" altLang="zh-CN">
                    <a:solidFill>
                      <a:srgbClr val="000000"/>
                    </a:solidFill>
                    <a:latin typeface="Cambria Math" panose="02040503050406030204" pitchFamily="18" charset="0"/>
                  </a:rPr>
                  <a:t>=1</a:t>
                </a:r>
                <a:br>
                  <a:rPr lang="zh-CN" altLang="en-US">
                    <a:solidFill>
                      <a:srgbClr val="000000"/>
                    </a:solidFill>
                  </a:rPr>
                </a:br>
                <a:endParaRPr lang="zh-CN" altLang="en-US"/>
              </a:p>
            </p:txBody>
          </p:sp>
        </mc:Choice>
        <mc:Fallback>
          <p:sp>
            <p:nvSpPr>
              <p:cNvPr id="8" name="对象 7"/>
              <p:cNvSpPr txBox="1">
                <a:spLocks noRot="1" noChangeAspect="1" noMove="1" noResize="1" noEditPoints="1" noAdjustHandles="1" noChangeArrowheads="1" noChangeShapeType="1" noTextEdit="1"/>
              </p:cNvSpPr>
              <p:nvPr/>
            </p:nvSpPr>
            <p:spPr>
              <a:xfrm>
                <a:off x="3545205" y="3214370"/>
                <a:ext cx="2372995" cy="1283970"/>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对象 8"/>
              <p:cNvSpPr txBox="1"/>
              <p:nvPr/>
            </p:nvSpPr>
            <p:spPr>
              <a:xfrm>
                <a:off x="5618292" y="3191864"/>
                <a:ext cx="1595914" cy="1147623"/>
              </a:xfrm>
              <a:prstGeom prst="rect">
                <a:avLst/>
              </a:prstGeom>
            </p:spPr>
            <p:txBody>
              <a:bodyPr>
                <a:normAutofit/>
              </a:bodyPr>
              <a:lstStyle/>
              <a:p>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𝑝</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读书</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喜欢</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0">
                              <a:solidFill>
                                <a:srgbClr val="000000"/>
                              </a:solidFill>
                              <a:latin typeface="Cambria Math" panose="02040503050406030204" pitchFamily="18" charset="0"/>
                            </a:rPr>
                            <m:t>1</m:t>
                          </m:r>
                        </m:num>
                        <m:den>
                          <m:r>
                            <a:rPr lang="zh-CN" altLang="en-US" i="0">
                              <a:solidFill>
                                <a:srgbClr val="000000"/>
                              </a:solidFill>
                              <a:latin typeface="Cambria Math" panose="02040503050406030204" pitchFamily="18" charset="0"/>
                            </a:rPr>
                            <m:t>3</m:t>
                          </m:r>
                        </m:den>
                      </m:f>
                    </m:oMath>
                    <m:oMath xmlns:m="http://schemas.openxmlformats.org/officeDocument/2006/math">
                      <m:r>
                        <a:rPr lang="zh-CN" altLang="en-US" i="1">
                          <a:solidFill>
                            <a:srgbClr val="000000"/>
                          </a:solidFill>
                          <a:latin typeface="Cambria Math" panose="02040503050406030204" pitchFamily="18" charset="0"/>
                        </a:rPr>
                        <m:t>𝑝</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吃</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喜欢</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0">
                              <a:solidFill>
                                <a:srgbClr val="000000"/>
                              </a:solidFill>
                              <a:latin typeface="Cambria Math" panose="02040503050406030204" pitchFamily="18" charset="0"/>
                            </a:rPr>
                            <m:t>1</m:t>
                          </m:r>
                        </m:num>
                        <m:den>
                          <m:r>
                            <a:rPr lang="zh-CN" altLang="en-US" i="0">
                              <a:solidFill>
                                <a:srgbClr val="000000"/>
                              </a:solidFill>
                              <a:latin typeface="Cambria Math" panose="02040503050406030204" pitchFamily="18" charset="0"/>
                            </a:rPr>
                            <m:t>3</m:t>
                          </m:r>
                        </m:den>
                      </m:f>
                    </m:oMath>
                  </m:oMathPara>
                </a14:m>
                <a:endParaRPr lang="zh-CN" altLang="en-US"/>
              </a:p>
            </p:txBody>
          </p:sp>
        </mc:Choice>
        <mc:Fallback>
          <p:sp>
            <p:nvSpPr>
              <p:cNvPr id="9" name="对象 8"/>
              <p:cNvSpPr txBox="1">
                <a:spLocks noRot="1" noChangeAspect="1" noMove="1" noResize="1" noEditPoints="1" noAdjustHandles="1" noChangeArrowheads="1" noChangeShapeType="1" noTextEdit="1"/>
              </p:cNvSpPr>
              <p:nvPr/>
            </p:nvSpPr>
            <p:spPr>
              <a:xfrm>
                <a:off x="5618292" y="3191864"/>
                <a:ext cx="1595914" cy="1147623"/>
              </a:xfrm>
              <a:prstGeom prst="rect">
                <a:avLst/>
              </a:prstGeom>
              <a:blipFill rotWithShape="1">
                <a:blip r:embed="rId4"/>
                <a:stretch>
                  <a:fillRect l="-28" t="-31" r="38" b="46"/>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 </a:t>
            </a:r>
            <a:r>
              <a:rPr lang="en-US" altLang="zh-CN" sz="2400" b="1">
                <a:solidFill>
                  <a:srgbClr val="004C41"/>
                </a:solidFill>
                <a:ea typeface="宋体" pitchFamily="2" charset="-122"/>
                <a:cs typeface="+mn-ea"/>
                <a:sym typeface="+mn-lt"/>
              </a:rPr>
              <a:t>N-gram</a:t>
            </a:r>
            <a:r>
              <a:rPr lang="zh-CN" altLang="en-US" sz="2400" b="1">
                <a:solidFill>
                  <a:srgbClr val="004C41"/>
                </a:solidFill>
                <a:ea typeface="宋体" pitchFamily="2" charset="-122"/>
                <a:cs typeface="+mn-ea"/>
                <a:sym typeface="+mn-lt"/>
              </a:rPr>
              <a:t>模型分词算法</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）概率计算</a:t>
            </a:r>
            <a:endParaRPr lang="zh-CN" altLang="en-US"/>
          </a:p>
        </p:txBody>
      </p:sp>
      <p:sp>
        <p:nvSpPr>
          <p:cNvPr id="5" name="灯片编号占位符 4"/>
          <p:cNvSpPr>
            <a:spLocks noGrp="1"/>
          </p:cNvSpPr>
          <p:nvPr>
            <p:ph type="sldNum" sz="quarter" idx="12"/>
          </p:nvPr>
        </p:nvSpPr>
        <p:spPr/>
        <p:txBody>
          <a:bodyPr/>
          <a:lstStyle/>
          <a:p>
            <a:fld id="{7E898AFA-29F9-4519-81E0-607CFD73BC8C}" type="slidenum">
              <a:rPr lang="zh-CN" altLang="en-US" smtClean="0"/>
            </a:fld>
            <a:endParaRPr lang="zh-CN" altLang="en-US"/>
          </a:p>
        </p:txBody>
      </p:sp>
      <p:sp>
        <p:nvSpPr>
          <p:cNvPr id="3" name="内容占位符 2"/>
          <p:cNvSpPr>
            <a:spLocks noGrp="1"/>
          </p:cNvSpPr>
          <p:nvPr>
            <p:ph idx="4294967295"/>
          </p:nvPr>
        </p:nvSpPr>
        <p:spPr>
          <a:xfrm>
            <a:off x="455342" y="978283"/>
            <a:ext cx="7848600" cy="3530600"/>
          </a:xfrm>
        </p:spPr>
        <p:txBody>
          <a:bodyPr>
            <a:normAutofit/>
          </a:bodyPr>
          <a:lstStyle/>
          <a:p>
            <a:pPr marL="0" indent="0">
              <a:buNone/>
            </a:pPr>
            <a:r>
              <a:rPr lang="zh-CN" altLang="en-US">
                <a:latin typeface="Times New Roman" panose="02020503050405090304" pitchFamily="18" charset="0"/>
              </a:rPr>
              <a:t>我们</a:t>
            </a:r>
            <a:r>
              <a:rPr lang="zh-CN" altLang="en-US" dirty="0">
                <a:latin typeface="Times New Roman" panose="02020503050405090304" pitchFamily="18" charset="0"/>
              </a:rPr>
              <a:t>可以进一步计算句子的概率，例如：</a:t>
            </a:r>
            <a:endParaRPr lang="en-US" altLang="zh-CN" dirty="0">
              <a:latin typeface="Times New Roman" panose="02020503050405090304" pitchFamily="18" charset="0"/>
            </a:endParaRPr>
          </a:p>
          <a:p>
            <a:endParaRPr lang="en-US" altLang="zh-CN" dirty="0">
              <a:latin typeface="Times New Roman" panose="02020503050405090304" pitchFamily="18" charset="0"/>
            </a:endParaRPr>
          </a:p>
        </p:txBody>
      </p:sp>
      <mc:AlternateContent xmlns:mc="http://schemas.openxmlformats.org/markup-compatibility/2006">
        <mc:Choice xmlns:a14="http://schemas.microsoft.com/office/drawing/2010/main" Requires="a14">
          <p:sp>
            <p:nvSpPr>
              <p:cNvPr id="4" name="对象 3"/>
              <p:cNvSpPr txBox="1"/>
              <p:nvPr/>
            </p:nvSpPr>
            <p:spPr>
              <a:xfrm>
                <a:off x="1640120" y="1864329"/>
                <a:ext cx="6040839" cy="2058447"/>
              </a:xfrm>
              <a:prstGeom prst="rect">
                <a:avLst/>
              </a:prstGeom>
            </p:spPr>
            <p:txBody>
              <a:bodyPr>
                <a:noAutofit/>
              </a:bodyPr>
              <a:lstStyle/>
              <a:p>
                <a14:m>
                  <m:oMathPara xmlns:m="http://schemas.openxmlformats.org/officeDocument/2006/math">
                    <m:oMathParaPr>
                      <m:jc m:val="left"/>
                    </m:oMathParaPr>
                    <m:oMath xmlns:m="http://schemas.openxmlformats.org/officeDocument/2006/math">
                      <m:r>
                        <a:rPr lang="zh-CN" altLang="en-US" sz="1800" i="1">
                          <a:solidFill>
                            <a:srgbClr val="000000"/>
                          </a:solidFill>
                          <a:latin typeface="Cambria Math" panose="02040503050406030204" pitchFamily="18" charset="0"/>
                        </a:rPr>
                        <m:t>𝑝</m:t>
                      </m:r>
                      <m:r>
                        <a:rPr lang="zh-CN" altLang="en-US" sz="1800" i="1">
                          <a:solidFill>
                            <a:srgbClr val="000000"/>
                          </a:solidFill>
                          <a:latin typeface="Cambria Math" panose="02040503050406030204" pitchFamily="18" charset="0"/>
                        </a:rPr>
                        <m:t>(&lt;</m:t>
                      </m:r>
                      <m:r>
                        <a:rPr lang="zh-CN" altLang="en-US" sz="1800" i="1">
                          <a:solidFill>
                            <a:srgbClr val="000000"/>
                          </a:solidFill>
                          <a:latin typeface="Cambria Math" panose="02040503050406030204" pitchFamily="18" charset="0"/>
                        </a:rPr>
                        <m:t>𝑆</m:t>
                      </m:r>
                      <m:r>
                        <a:rPr lang="zh-CN" altLang="en-US" sz="1800" i="1">
                          <a:solidFill>
                            <a:srgbClr val="000000"/>
                          </a:solidFill>
                          <a:latin typeface="Cambria Math" panose="02040503050406030204" pitchFamily="18" charset="0"/>
                        </a:rPr>
                        <m:t>&gt;</m:t>
                      </m:r>
                      <m:r>
                        <a:rPr lang="zh-CN" altLang="en-US" sz="1800" i="1">
                          <a:solidFill>
                            <a:srgbClr val="000000"/>
                          </a:solidFill>
                          <a:latin typeface="Cambria Math" panose="02040503050406030204" pitchFamily="18" charset="0"/>
                        </a:rPr>
                        <m:t>我</m:t>
                      </m:r>
                      <m:r>
                        <a:rPr lang="zh-CN" altLang="en-US" sz="1800" i="1">
                          <a:solidFill>
                            <a:srgbClr val="000000"/>
                          </a:solidFill>
                          <a:latin typeface="Cambria Math" panose="02040503050406030204" pitchFamily="18" charset="0"/>
                        </a:rPr>
                        <m:t> </m:t>
                      </m:r>
                      <m:r>
                        <a:rPr lang="zh-CN" altLang="en-US" sz="1800" i="1">
                          <a:solidFill>
                            <a:srgbClr val="000000"/>
                          </a:solidFill>
                          <a:latin typeface="Cambria Math" panose="02040503050406030204" pitchFamily="18" charset="0"/>
                        </a:rPr>
                        <m:t>喜欢</m:t>
                      </m:r>
                      <m:r>
                        <a:rPr lang="zh-CN" altLang="en-US" sz="1800" i="1">
                          <a:solidFill>
                            <a:srgbClr val="000000"/>
                          </a:solidFill>
                          <a:latin typeface="Cambria Math" panose="02040503050406030204" pitchFamily="18" charset="0"/>
                        </a:rPr>
                        <m:t> </m:t>
                      </m:r>
                      <m:r>
                        <a:rPr lang="zh-CN" altLang="en-US" sz="1800" i="1">
                          <a:solidFill>
                            <a:srgbClr val="000000"/>
                          </a:solidFill>
                          <a:latin typeface="Cambria Math" panose="02040503050406030204" pitchFamily="18" charset="0"/>
                        </a:rPr>
                        <m:t>读书</m:t>
                      </m:r>
                      <m:r>
                        <a:rPr lang="zh-CN" altLang="en-US" sz="1800" i="1">
                          <a:solidFill>
                            <a:srgbClr val="000000"/>
                          </a:solidFill>
                          <a:latin typeface="Cambria Math" panose="02040503050406030204" pitchFamily="18" charset="0"/>
                        </a:rPr>
                        <m:t>&lt;/</m:t>
                      </m:r>
                      <m:r>
                        <a:rPr lang="zh-CN" altLang="en-US" sz="1800" i="1">
                          <a:solidFill>
                            <a:srgbClr val="000000"/>
                          </a:solidFill>
                          <a:latin typeface="Cambria Math" panose="02040503050406030204" pitchFamily="18" charset="0"/>
                        </a:rPr>
                        <m:t>𝑆</m:t>
                      </m:r>
                      <m:r>
                        <a:rPr lang="zh-CN" altLang="en-US" sz="1800" i="1">
                          <a:solidFill>
                            <a:srgbClr val="000000"/>
                          </a:solidFill>
                          <a:latin typeface="Cambria Math" panose="02040503050406030204" pitchFamily="18" charset="0"/>
                        </a:rPr>
                        <m:t>&gt;)</m:t>
                      </m:r>
                    </m:oMath>
                    <m:oMath xmlns:m="http://schemas.openxmlformats.org/officeDocument/2006/math">
                      <m:r>
                        <a:rPr lang="zh-CN" altLang="en-US" sz="1800" i="0">
                          <a:solidFill>
                            <a:srgbClr val="000000"/>
                          </a:solidFill>
                          <a:latin typeface="Cambria Math" panose="02040503050406030204" pitchFamily="18" charset="0"/>
                        </a:rPr>
                        <m:t>=</m:t>
                      </m:r>
                      <m:r>
                        <a:rPr lang="zh-CN" altLang="en-US" sz="1800" i="1">
                          <a:solidFill>
                            <a:srgbClr val="000000"/>
                          </a:solidFill>
                          <a:latin typeface="Cambria Math" panose="02040503050406030204" pitchFamily="18" charset="0"/>
                        </a:rPr>
                        <m:t>𝑝</m:t>
                      </m:r>
                      <m:r>
                        <a:rPr lang="zh-CN" altLang="en-US" sz="1800" i="1">
                          <a:solidFill>
                            <a:srgbClr val="000000"/>
                          </a:solidFill>
                          <a:latin typeface="Cambria Math" panose="02040503050406030204" pitchFamily="18" charset="0"/>
                        </a:rPr>
                        <m:t>(</m:t>
                      </m:r>
                      <m:r>
                        <a:rPr lang="zh-CN" altLang="en-US" sz="1800" i="1">
                          <a:solidFill>
                            <a:srgbClr val="000000"/>
                          </a:solidFill>
                          <a:latin typeface="Cambria Math" panose="02040503050406030204" pitchFamily="18" charset="0"/>
                        </a:rPr>
                        <m:t>我</m:t>
                      </m:r>
                      <m:r>
                        <a:rPr lang="zh-CN" altLang="en-US" sz="1800" i="1">
                          <a:solidFill>
                            <a:srgbClr val="000000"/>
                          </a:solidFill>
                          <a:latin typeface="Cambria Math" panose="02040503050406030204" pitchFamily="18" charset="0"/>
                        </a:rPr>
                        <m:t>|&lt;</m:t>
                      </m:r>
                      <m:r>
                        <a:rPr lang="zh-CN" altLang="en-US" sz="1800" i="1">
                          <a:solidFill>
                            <a:srgbClr val="000000"/>
                          </a:solidFill>
                          <a:latin typeface="Cambria Math" panose="02040503050406030204" pitchFamily="18" charset="0"/>
                        </a:rPr>
                        <m:t>𝑆</m:t>
                      </m:r>
                      <m:r>
                        <a:rPr lang="zh-CN" altLang="en-US" sz="1800" i="1">
                          <a:solidFill>
                            <a:srgbClr val="000000"/>
                          </a:solidFill>
                          <a:latin typeface="Cambria Math" panose="02040503050406030204" pitchFamily="18" charset="0"/>
                        </a:rPr>
                        <m:t>&gt;)</m:t>
                      </m:r>
                      <m:r>
                        <a:rPr lang="zh-CN" altLang="en-US" sz="1800" i="1">
                          <a:solidFill>
                            <a:srgbClr val="000000"/>
                          </a:solidFill>
                          <a:latin typeface="Cambria Math" panose="02040503050406030204" pitchFamily="18" charset="0"/>
                        </a:rPr>
                        <m:t>𝑝</m:t>
                      </m:r>
                      <m:r>
                        <a:rPr lang="zh-CN" altLang="en-US" sz="1800" i="1">
                          <a:solidFill>
                            <a:srgbClr val="000000"/>
                          </a:solidFill>
                          <a:latin typeface="Cambria Math" panose="02040503050406030204" pitchFamily="18" charset="0"/>
                        </a:rPr>
                        <m:t>(</m:t>
                      </m:r>
                      <m:r>
                        <a:rPr lang="zh-CN" altLang="en-US" sz="1800" i="1">
                          <a:solidFill>
                            <a:srgbClr val="000000"/>
                          </a:solidFill>
                          <a:latin typeface="Cambria Math" panose="02040503050406030204" pitchFamily="18" charset="0"/>
                        </a:rPr>
                        <m:t>喜欢</m:t>
                      </m:r>
                      <m:r>
                        <a:rPr lang="zh-CN" altLang="en-US" sz="1800" i="1">
                          <a:solidFill>
                            <a:srgbClr val="000000"/>
                          </a:solidFill>
                          <a:latin typeface="Cambria Math" panose="02040503050406030204" pitchFamily="18" charset="0"/>
                        </a:rPr>
                        <m:t>|</m:t>
                      </m:r>
                      <m:r>
                        <a:rPr lang="zh-CN" altLang="en-US" sz="1800" i="1">
                          <a:solidFill>
                            <a:srgbClr val="000000"/>
                          </a:solidFill>
                          <a:latin typeface="Cambria Math" panose="02040503050406030204" pitchFamily="18" charset="0"/>
                        </a:rPr>
                        <m:t>我</m:t>
                      </m:r>
                      <m:r>
                        <a:rPr lang="zh-CN" altLang="en-US" sz="1800" i="1">
                          <a:solidFill>
                            <a:srgbClr val="000000"/>
                          </a:solidFill>
                          <a:latin typeface="Cambria Math" panose="02040503050406030204" pitchFamily="18" charset="0"/>
                        </a:rPr>
                        <m:t>)</m:t>
                      </m:r>
                      <m:r>
                        <a:rPr lang="zh-CN" altLang="en-US" sz="1800" i="1">
                          <a:solidFill>
                            <a:srgbClr val="000000"/>
                          </a:solidFill>
                          <a:latin typeface="Cambria Math" panose="02040503050406030204" pitchFamily="18" charset="0"/>
                        </a:rPr>
                        <m:t>𝑝</m:t>
                      </m:r>
                      <m:r>
                        <a:rPr lang="zh-CN" altLang="en-US" sz="1800" i="1">
                          <a:solidFill>
                            <a:srgbClr val="000000"/>
                          </a:solidFill>
                          <a:latin typeface="Cambria Math" panose="02040503050406030204" pitchFamily="18" charset="0"/>
                        </a:rPr>
                        <m:t>(</m:t>
                      </m:r>
                      <m:r>
                        <a:rPr lang="zh-CN" altLang="en-US" sz="1800" i="1">
                          <a:solidFill>
                            <a:srgbClr val="000000"/>
                          </a:solidFill>
                          <a:latin typeface="Cambria Math" panose="02040503050406030204" pitchFamily="18" charset="0"/>
                        </a:rPr>
                        <m:t>读书</m:t>
                      </m:r>
                      <m:r>
                        <a:rPr lang="zh-CN" altLang="en-US" sz="1800" i="1">
                          <a:solidFill>
                            <a:srgbClr val="000000"/>
                          </a:solidFill>
                          <a:latin typeface="Cambria Math" panose="02040503050406030204" pitchFamily="18" charset="0"/>
                        </a:rPr>
                        <m:t>|</m:t>
                      </m:r>
                      <m:r>
                        <a:rPr lang="zh-CN" altLang="en-US" sz="1800" i="1">
                          <a:solidFill>
                            <a:srgbClr val="000000"/>
                          </a:solidFill>
                          <a:latin typeface="Cambria Math" panose="02040503050406030204" pitchFamily="18" charset="0"/>
                        </a:rPr>
                        <m:t>喜欢</m:t>
                      </m:r>
                      <m:r>
                        <a:rPr lang="zh-CN" altLang="en-US" sz="1800" i="1">
                          <a:solidFill>
                            <a:srgbClr val="000000"/>
                          </a:solidFill>
                          <a:latin typeface="Cambria Math" panose="02040503050406030204" pitchFamily="18" charset="0"/>
                        </a:rPr>
                        <m:t>)</m:t>
                      </m:r>
                      <m:r>
                        <a:rPr lang="zh-CN" altLang="en-US" sz="1800" i="1">
                          <a:solidFill>
                            <a:srgbClr val="000000"/>
                          </a:solidFill>
                          <a:latin typeface="Cambria Math" panose="02040503050406030204" pitchFamily="18" charset="0"/>
                        </a:rPr>
                        <m:t>𝑝</m:t>
                      </m:r>
                      <m:r>
                        <a:rPr lang="zh-CN" altLang="en-US" sz="1800" i="1">
                          <a:solidFill>
                            <a:srgbClr val="000000"/>
                          </a:solidFill>
                          <a:latin typeface="Cambria Math" panose="02040503050406030204" pitchFamily="18" charset="0"/>
                        </a:rPr>
                        <m:t>(&lt;/</m:t>
                      </m:r>
                      <m:r>
                        <a:rPr lang="zh-CN" altLang="en-US" sz="1800" i="1">
                          <a:solidFill>
                            <a:srgbClr val="000000"/>
                          </a:solidFill>
                          <a:latin typeface="Cambria Math" panose="02040503050406030204" pitchFamily="18" charset="0"/>
                        </a:rPr>
                        <m:t>𝑆</m:t>
                      </m:r>
                      <m:r>
                        <a:rPr lang="zh-CN" altLang="en-US" sz="1800" i="1">
                          <a:solidFill>
                            <a:srgbClr val="000000"/>
                          </a:solidFill>
                          <a:latin typeface="Cambria Math" panose="02040503050406030204" pitchFamily="18" charset="0"/>
                        </a:rPr>
                        <m:t>&gt;|</m:t>
                      </m:r>
                      <m:r>
                        <a:rPr lang="zh-CN" altLang="en-US" sz="1800" i="1">
                          <a:solidFill>
                            <a:srgbClr val="000000"/>
                          </a:solidFill>
                          <a:latin typeface="Cambria Math" panose="02040503050406030204" pitchFamily="18" charset="0"/>
                        </a:rPr>
                        <m:t>读书</m:t>
                      </m:r>
                      <m:r>
                        <a:rPr lang="zh-CN" altLang="en-US" sz="1800" i="1">
                          <a:solidFill>
                            <a:srgbClr val="000000"/>
                          </a:solidFill>
                          <a:latin typeface="Cambria Math" panose="02040503050406030204" pitchFamily="18" charset="0"/>
                        </a:rPr>
                        <m:t>)</m:t>
                      </m:r>
                    </m:oMath>
                    <m:oMath xmlns:m="http://schemas.openxmlformats.org/officeDocument/2006/math">
                      <m:r>
                        <a:rPr lang="zh-CN" altLang="en-US" sz="1800" i="0">
                          <a:solidFill>
                            <a:srgbClr val="000000"/>
                          </a:solidFill>
                          <a:latin typeface="Cambria Math" panose="02040503050406030204" pitchFamily="18" charset="0"/>
                        </a:rPr>
                        <m:t>=</m:t>
                      </m:r>
                      <m:f>
                        <m:fPr>
                          <m:ctrlPr>
                            <a:rPr lang="zh-CN" altLang="en-US" sz="1800" i="1">
                              <a:solidFill>
                                <a:srgbClr val="000000"/>
                              </a:solidFill>
                              <a:latin typeface="Cambria Math" panose="02040503050406030204" pitchFamily="18" charset="0"/>
                            </a:rPr>
                          </m:ctrlPr>
                        </m:fPr>
                        <m:num>
                          <m:r>
                            <a:rPr lang="zh-CN" altLang="en-US" sz="1800" i="0">
                              <a:solidFill>
                                <a:srgbClr val="000000"/>
                              </a:solidFill>
                              <a:latin typeface="Cambria Math" panose="02040503050406030204" pitchFamily="18" charset="0"/>
                            </a:rPr>
                            <m:t>2</m:t>
                          </m:r>
                        </m:num>
                        <m:den>
                          <m:r>
                            <a:rPr lang="zh-CN" altLang="en-US" sz="1800" i="0">
                              <a:solidFill>
                                <a:srgbClr val="000000"/>
                              </a:solidFill>
                              <a:latin typeface="Cambria Math" panose="02040503050406030204" pitchFamily="18" charset="0"/>
                            </a:rPr>
                            <m:t>3</m:t>
                          </m:r>
                        </m:den>
                      </m:f>
                      <m:r>
                        <a:rPr lang="zh-CN" altLang="en-US" sz="1800" i="1">
                          <a:solidFill>
                            <a:srgbClr val="000000"/>
                          </a:solidFill>
                          <a:latin typeface="Cambria Math" panose="02040503050406030204" pitchFamily="18" charset="0"/>
                        </a:rPr>
                        <m:t>×</m:t>
                      </m:r>
                      <m:f>
                        <m:fPr>
                          <m:ctrlPr>
                            <a:rPr lang="zh-CN" altLang="en-US" sz="1800" i="1">
                              <a:solidFill>
                                <a:srgbClr val="000000"/>
                              </a:solidFill>
                              <a:latin typeface="Cambria Math" panose="02040503050406030204" pitchFamily="18" charset="0"/>
                            </a:rPr>
                          </m:ctrlPr>
                        </m:fPr>
                        <m:num>
                          <m:r>
                            <a:rPr lang="zh-CN" altLang="en-US" sz="1800" i="0">
                              <a:solidFill>
                                <a:srgbClr val="000000"/>
                              </a:solidFill>
                              <a:latin typeface="Cambria Math" panose="02040503050406030204" pitchFamily="18" charset="0"/>
                            </a:rPr>
                            <m:t>1</m:t>
                          </m:r>
                        </m:num>
                        <m:den>
                          <m:r>
                            <a:rPr lang="en-US" altLang="zh-CN" sz="1800" i="0">
                              <a:solidFill>
                                <a:srgbClr val="000000"/>
                              </a:solidFill>
                              <a:latin typeface="Cambria Math" panose="02040503050406030204" pitchFamily="18" charset="0"/>
                            </a:rPr>
                            <m:t>2</m:t>
                          </m:r>
                        </m:den>
                      </m:f>
                      <m:r>
                        <a:rPr lang="zh-CN" altLang="en-US" sz="1800" i="1">
                          <a:solidFill>
                            <a:srgbClr val="000000"/>
                          </a:solidFill>
                          <a:latin typeface="Cambria Math" panose="02040503050406030204" pitchFamily="18" charset="0"/>
                        </a:rPr>
                        <m:t>×</m:t>
                      </m:r>
                      <m:f>
                        <m:fPr>
                          <m:ctrlPr>
                            <a:rPr lang="zh-CN" altLang="en-US" sz="1800" i="1">
                              <a:solidFill>
                                <a:srgbClr val="000000"/>
                              </a:solidFill>
                              <a:latin typeface="Cambria Math" panose="02040503050406030204" pitchFamily="18" charset="0"/>
                            </a:rPr>
                          </m:ctrlPr>
                        </m:fPr>
                        <m:num>
                          <m:r>
                            <a:rPr lang="zh-CN" altLang="en-US" sz="1800" i="0">
                              <a:solidFill>
                                <a:srgbClr val="000000"/>
                              </a:solidFill>
                              <a:latin typeface="Cambria Math" panose="02040503050406030204" pitchFamily="18" charset="0"/>
                            </a:rPr>
                            <m:t>1</m:t>
                          </m:r>
                        </m:num>
                        <m:den>
                          <m:r>
                            <a:rPr lang="zh-CN" altLang="en-US" sz="1800" i="0">
                              <a:solidFill>
                                <a:srgbClr val="000000"/>
                              </a:solidFill>
                              <a:latin typeface="Cambria Math" panose="02040503050406030204" pitchFamily="18" charset="0"/>
                            </a:rPr>
                            <m:t>3</m:t>
                          </m:r>
                        </m:den>
                      </m:f>
                      <m:r>
                        <a:rPr lang="zh-CN" altLang="en-US" sz="1800" i="1">
                          <a:solidFill>
                            <a:srgbClr val="000000"/>
                          </a:solidFill>
                          <a:latin typeface="Cambria Math" panose="02040503050406030204" pitchFamily="18" charset="0"/>
                        </a:rPr>
                        <m:t>×</m:t>
                      </m:r>
                      <m:r>
                        <a:rPr lang="zh-CN" altLang="en-US" sz="1800" i="0">
                          <a:solidFill>
                            <a:srgbClr val="000000"/>
                          </a:solidFill>
                          <a:latin typeface="Cambria Math" panose="02040503050406030204" pitchFamily="18" charset="0"/>
                        </a:rPr>
                        <m:t>1</m:t>
                      </m:r>
                    </m:oMath>
                    <m:oMath xmlns:m="http://schemas.openxmlformats.org/officeDocument/2006/math">
                      <m:r>
                        <a:rPr lang="zh-CN" altLang="en-US" sz="1800" i="0">
                          <a:solidFill>
                            <a:srgbClr val="000000"/>
                          </a:solidFill>
                          <a:latin typeface="Cambria Math" panose="02040503050406030204" pitchFamily="18" charset="0"/>
                        </a:rPr>
                        <m:t>=</m:t>
                      </m:r>
                      <m:f>
                        <m:fPr>
                          <m:ctrlPr>
                            <a:rPr lang="zh-CN" altLang="en-US" sz="1800" i="1">
                              <a:solidFill>
                                <a:srgbClr val="000000"/>
                              </a:solidFill>
                              <a:latin typeface="Cambria Math" panose="02040503050406030204" pitchFamily="18" charset="0"/>
                            </a:rPr>
                          </m:ctrlPr>
                        </m:fPr>
                        <m:num>
                          <m:r>
                            <a:rPr lang="en-US" altLang="zh-CN" sz="1800" i="1">
                              <a:solidFill>
                                <a:srgbClr val="000000"/>
                              </a:solidFill>
                              <a:latin typeface="Cambria Math" panose="02040503050406030204" pitchFamily="18" charset="0"/>
                            </a:rPr>
                            <m:t>1</m:t>
                          </m:r>
                        </m:num>
                        <m:den>
                          <m:r>
                            <a:rPr lang="en-US" altLang="zh-CN" sz="1800" i="0">
                              <a:solidFill>
                                <a:srgbClr val="000000"/>
                              </a:solidFill>
                              <a:latin typeface="Cambria Math" panose="02040503050406030204" pitchFamily="18" charset="0"/>
                            </a:rPr>
                            <m:t>9</m:t>
                          </m:r>
                        </m:den>
                      </m:f>
                    </m:oMath>
                  </m:oMathPara>
                </a14:m>
                <a:endParaRPr lang="zh-CN" altLang="en-US" sz="1800"/>
              </a:p>
            </p:txBody>
          </p:sp>
        </mc:Choice>
        <mc:Fallback>
          <p:sp>
            <p:nvSpPr>
              <p:cNvPr id="4" name="对象 3"/>
              <p:cNvSpPr txBox="1">
                <a:spLocks noRot="1" noChangeAspect="1" noMove="1" noResize="1" noEditPoints="1" noAdjustHandles="1" noChangeArrowheads="1" noChangeShapeType="1" noTextEdit="1"/>
              </p:cNvSpPr>
              <p:nvPr/>
            </p:nvSpPr>
            <p:spPr>
              <a:xfrm>
                <a:off x="1640120" y="1864329"/>
                <a:ext cx="6040839" cy="2058447"/>
              </a:xfrm>
              <a:prstGeom prst="rect">
                <a:avLst/>
              </a:prstGeom>
              <a:blipFill rotWithShape="1">
                <a:blip r:embed="rId1"/>
                <a:stretch>
                  <a:fillRect l="-9" t="-29" r="10" b="19"/>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descr="7b0a202020202262756c6c6574223a20227b5c2263617465676f727949645c223a31303030362c5c2274656d706c61746549645c223a32303233313236327d220a7d0a"/>
          <p:cNvSpPr txBox="1"/>
          <p:nvPr/>
        </p:nvSpPr>
        <p:spPr>
          <a:xfrm>
            <a:off x="803593" y="963469"/>
            <a:ext cx="7978458" cy="1701748"/>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a:lnSpc>
                <a:spcPct val="150000"/>
              </a:lnSpc>
            </a:pPr>
            <a:r>
              <a:rPr lang="zh-CN" altLang="en-US" sz="1800">
                <a:latin typeface="Times New Roman" panose="02020503050405090304" pitchFamily="18" charset="0"/>
                <a:ea typeface="宋体" pitchFamily="2" charset="-122"/>
              </a:rPr>
              <a:t>基于N-gram模型</a:t>
            </a:r>
            <a:r>
              <a:rPr lang="zh-CN" altLang="en-US" sz="1800" dirty="0">
                <a:latin typeface="Times New Roman" panose="02020503050405090304" pitchFamily="18" charset="0"/>
                <a:ea typeface="宋体" pitchFamily="2" charset="-122"/>
              </a:rPr>
              <a:t>的分词算法的操作一般有如下步骤 ：            </a:t>
            </a:r>
            <a:endParaRPr lang="zh-CN" altLang="en-US" sz="1800" dirty="0">
              <a:latin typeface="Times New Roman" panose="02020503050405090304" pitchFamily="18" charset="0"/>
              <a:ea typeface="宋体" pitchFamily="2" charset="-122"/>
            </a:endParaRPr>
          </a:p>
          <a:p>
            <a:pPr>
              <a:lnSpc>
                <a:spcPct val="150000"/>
              </a:lnSpc>
            </a:pPr>
            <a:r>
              <a:rPr lang="en-US" altLang="zh-CN" sz="1800" dirty="0">
                <a:latin typeface="Times New Roman" panose="02020503050405090304" pitchFamily="18" charset="0"/>
                <a:ea typeface="宋体" pitchFamily="2" charset="-122"/>
              </a:rPr>
              <a:t>        </a:t>
            </a:r>
            <a:r>
              <a:rPr lang="en-US" altLang="zh-CN" sz="1800">
                <a:latin typeface="Times New Roman" panose="02020503050405090304" pitchFamily="18" charset="0"/>
                <a:ea typeface="宋体" pitchFamily="2" charset="-122"/>
              </a:rPr>
              <a:t>①建立N-gram统计语言模型</a:t>
            </a:r>
            <a:r>
              <a:rPr lang="en-US" altLang="zh-CN" sz="1800" dirty="0">
                <a:latin typeface="Times New Roman" panose="02020503050405090304" pitchFamily="18" charset="0"/>
                <a:ea typeface="宋体" pitchFamily="2" charset="-122"/>
              </a:rPr>
              <a:t>。 </a:t>
            </a:r>
            <a:endParaRPr lang="en-US" altLang="zh-CN" sz="1800" dirty="0">
              <a:latin typeface="Times New Roman" panose="02020503050405090304" pitchFamily="18" charset="0"/>
              <a:ea typeface="宋体" pitchFamily="2" charset="-122"/>
            </a:endParaRPr>
          </a:p>
          <a:p>
            <a:pPr>
              <a:lnSpc>
                <a:spcPct val="150000"/>
              </a:lnSpc>
            </a:pPr>
            <a:r>
              <a:rPr lang="en-US" altLang="zh-CN" sz="1800" dirty="0">
                <a:latin typeface="Times New Roman" panose="02020503050405090304" pitchFamily="18" charset="0"/>
                <a:ea typeface="宋体" pitchFamily="2" charset="-122"/>
              </a:rPr>
              <a:t>        ②对句子进行单词划分，找出所有可能的分词情况。 </a:t>
            </a:r>
            <a:endParaRPr lang="en-US" altLang="zh-CN" sz="1800" dirty="0">
              <a:latin typeface="Times New Roman" panose="02020503050405090304" pitchFamily="18" charset="0"/>
              <a:ea typeface="宋体" pitchFamily="2" charset="-122"/>
            </a:endParaRPr>
          </a:p>
          <a:p>
            <a:pPr>
              <a:lnSpc>
                <a:spcPct val="150000"/>
              </a:lnSpc>
            </a:pPr>
            <a:r>
              <a:rPr lang="en-US" altLang="zh-CN" sz="1800" dirty="0">
                <a:latin typeface="Times New Roman" panose="02020503050405090304" pitchFamily="18" charset="0"/>
                <a:ea typeface="宋体" pitchFamily="2" charset="-122"/>
              </a:rPr>
              <a:t>        ③对</a:t>
            </a:r>
            <a:r>
              <a:rPr lang="zh-CN" altLang="en-US" sz="1800" dirty="0">
                <a:latin typeface="Times New Roman" panose="02020503050405090304" pitchFamily="18" charset="0"/>
                <a:ea typeface="宋体" pitchFamily="2" charset="-122"/>
              </a:rPr>
              <a:t>分词的划分结果进行概率计算，找出出现可能性最大的分词序列。</a:t>
            </a:r>
            <a:endParaRPr lang="zh-CN" altLang="en-US" sz="1800" dirty="0">
              <a:latin typeface="Times New Roman" panose="02020503050405090304" pitchFamily="18" charset="0"/>
              <a:ea typeface="宋体" pitchFamily="2" charset="-122"/>
            </a:endParaRPr>
          </a:p>
        </p:txBody>
      </p:sp>
      <p:sp>
        <p:nvSpPr>
          <p:cNvPr id="6" name="标题 5"/>
          <p:cNvSpPr>
            <a:spLocks noGrp="1"/>
          </p:cNvSpPr>
          <p:nvPr>
            <p:ph type="title"/>
          </p:nvPr>
        </p:nvSpPr>
        <p:spPr/>
        <p:txBody>
          <a:bodyPr/>
          <a:lstStyle/>
          <a:p>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 </a:t>
            </a:r>
            <a:r>
              <a:rPr lang="en-US" altLang="zh-CN" sz="2400" b="1">
                <a:solidFill>
                  <a:srgbClr val="004C41"/>
                </a:solidFill>
                <a:ea typeface="宋体" pitchFamily="2" charset="-122"/>
                <a:cs typeface="+mn-ea"/>
                <a:sym typeface="+mn-lt"/>
              </a:rPr>
              <a:t>N-gram</a:t>
            </a:r>
            <a:r>
              <a:rPr lang="zh-CN" altLang="en-US" sz="2400" b="1">
                <a:solidFill>
                  <a:srgbClr val="004C41"/>
                </a:solidFill>
                <a:ea typeface="宋体" pitchFamily="2" charset="-122"/>
                <a:cs typeface="+mn-ea"/>
                <a:sym typeface="+mn-lt"/>
              </a:rPr>
              <a:t>模型分词算法</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3</a:t>
            </a:r>
            <a:r>
              <a:rPr lang="zh-CN" altLang="en-US" sz="2400" b="1">
                <a:solidFill>
                  <a:srgbClr val="004C41"/>
                </a:solidFill>
                <a:ea typeface="宋体" pitchFamily="2" charset="-122"/>
                <a:cs typeface="+mn-ea"/>
                <a:sym typeface="+mn-lt"/>
              </a:rPr>
              <a:t>）操作步骤</a:t>
            </a:r>
            <a:endParaRPr lang="zh-CN" altLang="en-US">
              <a:ea typeface="宋体" pitchFamily="2" charset="-122"/>
            </a:endParaRPr>
          </a:p>
        </p:txBody>
      </p:sp>
      <p:sp>
        <p:nvSpPr>
          <p:cNvPr id="3" name="日期占位符 2"/>
          <p:cNvSpPr>
            <a:spLocks noGrp="1"/>
          </p:cNvSpPr>
          <p:nvPr>
            <p:ph type="dt" sz="half" idx="10"/>
          </p:nvPr>
        </p:nvSpPr>
        <p:spPr/>
        <p:txBody>
          <a:bodyPr/>
          <a:lstStyle/>
          <a:p>
            <a:fld id="{8B33B17B-20AE-490C-9F99-47A860EB36ED}"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5" name="灯片编号占位符 4"/>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descr="7b0a202020202262756c6c6574223a20227b5c2263617465676f727949645c223a31303030362c5c2274656d706c61746549645c223a32303233313236327d220a7d0a"/>
          <p:cNvSpPr txBox="1"/>
          <p:nvPr/>
        </p:nvSpPr>
        <p:spPr>
          <a:xfrm>
            <a:off x="1106084" y="1237747"/>
            <a:ext cx="7294259" cy="3296608"/>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a:lnSpc>
                <a:spcPts val="2080"/>
              </a:lnSpc>
            </a:pPr>
            <a:r>
              <a:rPr lang="zh-CN" altLang="en-US" sz="1400">
                <a:solidFill>
                  <a:srgbClr val="00B050"/>
                </a:solidFill>
                <a:latin typeface="Times New Roman" panose="02020503050405090304" pitchFamily="18" charset="0"/>
                <a:ea typeface="宋体" pitchFamily="2" charset="-122"/>
              </a:rPr>
              <a:t>①</a:t>
            </a:r>
            <a:r>
              <a:rPr lang="en-US" altLang="zh-CN" sz="1400">
                <a:solidFill>
                  <a:srgbClr val="00B050"/>
                </a:solidFill>
                <a:latin typeface="Times New Roman" panose="02020503050405090304" pitchFamily="18" charset="0"/>
                <a:ea typeface="宋体" pitchFamily="2" charset="-122"/>
              </a:rPr>
              <a:t> </a:t>
            </a:r>
            <a:r>
              <a:rPr lang="zh-CN" altLang="en-US" sz="1400" dirty="0">
                <a:solidFill>
                  <a:srgbClr val="00B050"/>
                </a:solidFill>
                <a:latin typeface="Times New Roman" panose="02020503050405090304" pitchFamily="18" charset="0"/>
                <a:ea typeface="宋体" pitchFamily="2" charset="-122"/>
              </a:rPr>
              <a:t>待分词文本。</a:t>
            </a:r>
            <a:endParaRPr lang="en-US" altLang="zh-CN" sz="1400" dirty="0">
              <a:solidFill>
                <a:srgbClr val="00B050"/>
              </a:solidFill>
              <a:latin typeface="Times New Roman" panose="02020503050405090304" pitchFamily="18" charset="0"/>
              <a:ea typeface="宋体" pitchFamily="2" charset="-122"/>
            </a:endParaRPr>
          </a:p>
          <a:p>
            <a:pPr>
              <a:lnSpc>
                <a:spcPts val="2080"/>
              </a:lnSpc>
            </a:pPr>
            <a:r>
              <a:rPr lang="en-US" altLang="zh-CN" sz="1400" dirty="0">
                <a:solidFill>
                  <a:schemeClr val="tx1">
                    <a:lumMod val="95000"/>
                    <a:lumOff val="5000"/>
                  </a:schemeClr>
                </a:solidFill>
                <a:latin typeface="Times New Roman" panose="02020503050405090304" pitchFamily="18" charset="0"/>
                <a:ea typeface="宋体" pitchFamily="2" charset="-122"/>
              </a:rPr>
              <a:t>      </a:t>
            </a:r>
            <a:r>
              <a:rPr lang="zh-CN" altLang="en-US" sz="1400" dirty="0">
                <a:solidFill>
                  <a:schemeClr val="tx1">
                    <a:lumMod val="95000"/>
                    <a:lumOff val="5000"/>
                  </a:schemeClr>
                </a:solidFill>
                <a:latin typeface="Times New Roman" panose="02020503050405090304" pitchFamily="18" charset="0"/>
                <a:ea typeface="宋体" pitchFamily="2" charset="-122"/>
              </a:rPr>
              <a:t> </a:t>
            </a:r>
            <a:r>
              <a:rPr lang="en-US" altLang="zh-CN" sz="1400" dirty="0">
                <a:solidFill>
                  <a:schemeClr val="tx1">
                    <a:lumMod val="95000"/>
                    <a:lumOff val="5000"/>
                  </a:schemeClr>
                </a:solidFill>
                <a:latin typeface="Times New Roman" panose="02020503050405090304" pitchFamily="18" charset="0"/>
                <a:ea typeface="宋体" pitchFamily="2" charset="-122"/>
              </a:rPr>
              <a:t>X = " </a:t>
            </a:r>
            <a:r>
              <a:rPr lang="zh-CN" altLang="en-US" sz="1400" dirty="0">
                <a:solidFill>
                  <a:schemeClr val="tx1">
                    <a:lumMod val="95000"/>
                    <a:lumOff val="5000"/>
                  </a:schemeClr>
                </a:solidFill>
                <a:latin typeface="Times New Roman" panose="02020503050405090304" pitchFamily="18" charset="0"/>
                <a:ea typeface="宋体" pitchFamily="2" charset="-122"/>
              </a:rPr>
              <a:t>我喜欢观赏日出 </a:t>
            </a:r>
            <a:r>
              <a:rPr lang="en-US" altLang="zh-CN" sz="1400" dirty="0">
                <a:solidFill>
                  <a:schemeClr val="tx1">
                    <a:lumMod val="95000"/>
                    <a:lumOff val="5000"/>
                  </a:schemeClr>
                </a:solidFill>
                <a:latin typeface="Times New Roman" panose="02020503050405090304" pitchFamily="18" charset="0"/>
                <a:ea typeface="宋体" pitchFamily="2" charset="-122"/>
              </a:rPr>
              <a:t>" </a:t>
            </a:r>
            <a:endParaRPr lang="en-US" altLang="zh-CN" sz="1400" dirty="0">
              <a:solidFill>
                <a:schemeClr val="tx1">
                  <a:lumMod val="95000"/>
                  <a:lumOff val="5000"/>
                </a:schemeClr>
              </a:solidFill>
              <a:latin typeface="Times New Roman" panose="02020503050405090304" pitchFamily="18" charset="0"/>
              <a:ea typeface="宋体" pitchFamily="2" charset="-122"/>
            </a:endParaRPr>
          </a:p>
          <a:p>
            <a:pPr>
              <a:lnSpc>
                <a:spcPts val="2080"/>
              </a:lnSpc>
            </a:pPr>
            <a:r>
              <a:rPr lang="zh-CN" altLang="en-US" sz="1400" dirty="0">
                <a:solidFill>
                  <a:srgbClr val="00B050"/>
                </a:solidFill>
                <a:latin typeface="Times New Roman" panose="02020503050405090304" pitchFamily="18" charset="0"/>
                <a:ea typeface="宋体" pitchFamily="2" charset="-122"/>
              </a:rPr>
              <a:t>②</a:t>
            </a:r>
            <a:r>
              <a:rPr lang="en-US" altLang="zh-CN" sz="1400" dirty="0">
                <a:solidFill>
                  <a:srgbClr val="00B050"/>
                </a:solidFill>
                <a:latin typeface="Times New Roman" panose="02020503050405090304" pitchFamily="18" charset="0"/>
                <a:ea typeface="宋体" pitchFamily="2" charset="-122"/>
              </a:rPr>
              <a:t> </a:t>
            </a:r>
            <a:r>
              <a:rPr lang="zh-CN" altLang="en-US" sz="1400" dirty="0">
                <a:solidFill>
                  <a:srgbClr val="00B050"/>
                </a:solidFill>
                <a:latin typeface="Times New Roman" panose="02020503050405090304" pitchFamily="18" charset="0"/>
                <a:ea typeface="宋体" pitchFamily="2" charset="-122"/>
              </a:rPr>
              <a:t>对于待分词文本提出分词方案。</a:t>
            </a:r>
            <a:endParaRPr lang="en-US" altLang="zh-CN" sz="1400" dirty="0">
              <a:solidFill>
                <a:srgbClr val="00B050"/>
              </a:solidFill>
              <a:latin typeface="Times New Roman" panose="02020503050405090304" pitchFamily="18" charset="0"/>
              <a:ea typeface="宋体" pitchFamily="2" charset="-122"/>
            </a:endParaRPr>
          </a:p>
          <a:p>
            <a:pPr>
              <a:lnSpc>
                <a:spcPts val="2080"/>
              </a:lnSpc>
            </a:pPr>
            <a:r>
              <a:rPr lang="en-US" altLang="zh-CN" sz="1400" dirty="0">
                <a:solidFill>
                  <a:srgbClr val="00B050"/>
                </a:solidFill>
                <a:latin typeface="Times New Roman" panose="02020503050405090304" pitchFamily="18" charset="0"/>
                <a:ea typeface="宋体" pitchFamily="2" charset="-122"/>
              </a:rPr>
              <a:t>      </a:t>
            </a:r>
            <a:r>
              <a:rPr lang="zh-CN" altLang="en-US" sz="1400" dirty="0">
                <a:solidFill>
                  <a:srgbClr val="00B050"/>
                </a:solidFill>
                <a:latin typeface="Times New Roman" panose="02020503050405090304" pitchFamily="18" charset="0"/>
                <a:ea typeface="宋体" pitchFamily="2" charset="-122"/>
              </a:rPr>
              <a:t> </a:t>
            </a:r>
            <a:r>
              <a:rPr lang="en-US" altLang="zh-CN" sz="1400" dirty="0">
                <a:solidFill>
                  <a:schemeClr val="tx1">
                    <a:lumMod val="95000"/>
                    <a:lumOff val="5000"/>
                  </a:schemeClr>
                </a:solidFill>
                <a:latin typeface="Times New Roman" panose="02020503050405090304" pitchFamily="18" charset="0"/>
                <a:ea typeface="宋体" pitchFamily="2" charset="-122"/>
              </a:rPr>
              <a:t>Y1 </a:t>
            </a:r>
            <a:r>
              <a:rPr lang="en-US" altLang="zh-CN" sz="1400">
                <a:solidFill>
                  <a:schemeClr val="tx1">
                    <a:lumMod val="95000"/>
                    <a:lumOff val="5000"/>
                  </a:schemeClr>
                </a:solidFill>
                <a:latin typeface="Times New Roman" panose="02020503050405090304" pitchFamily="18" charset="0"/>
                <a:ea typeface="宋体" pitchFamily="2" charset="-122"/>
              </a:rPr>
              <a:t>= {&lt;s&gt; , "</a:t>
            </a:r>
            <a:r>
              <a:rPr lang="zh-CN" altLang="en-US" sz="1400">
                <a:solidFill>
                  <a:schemeClr val="tx1">
                    <a:lumMod val="95000"/>
                    <a:lumOff val="5000"/>
                  </a:schemeClr>
                </a:solidFill>
                <a:latin typeface="Times New Roman" panose="02020503050405090304" pitchFamily="18" charset="0"/>
                <a:ea typeface="宋体" pitchFamily="2" charset="-122"/>
              </a:rPr>
              <a:t>我喜</a:t>
            </a:r>
            <a:r>
              <a:rPr lang="en-US" altLang="zh-CN" sz="1400">
                <a:solidFill>
                  <a:schemeClr val="tx1">
                    <a:lumMod val="95000"/>
                    <a:lumOff val="5000"/>
                  </a:schemeClr>
                </a:solidFill>
                <a:latin typeface="Times New Roman" panose="02020503050405090304" pitchFamily="18" charset="0"/>
                <a:ea typeface="宋体" pitchFamily="2" charset="-122"/>
              </a:rPr>
              <a:t>"</a:t>
            </a:r>
            <a:r>
              <a:rPr lang="zh-CN" altLang="en-US" sz="1400">
                <a:solidFill>
                  <a:schemeClr val="tx1">
                    <a:lumMod val="95000"/>
                    <a:lumOff val="5000"/>
                  </a:schemeClr>
                </a:solidFill>
                <a:latin typeface="Times New Roman" panose="02020503050405090304" pitchFamily="18" charset="0"/>
                <a:ea typeface="宋体" pitchFamily="2" charset="-122"/>
              </a:rPr>
              <a:t>，</a:t>
            </a:r>
            <a:r>
              <a:rPr lang="en-US" altLang="zh-CN" sz="1400">
                <a:solidFill>
                  <a:schemeClr val="tx1">
                    <a:lumMod val="95000"/>
                    <a:lumOff val="5000"/>
                  </a:schemeClr>
                </a:solidFill>
                <a:latin typeface="Times New Roman" panose="02020503050405090304" pitchFamily="18" charset="0"/>
                <a:ea typeface="宋体" pitchFamily="2" charset="-122"/>
              </a:rPr>
              <a:t>"</a:t>
            </a:r>
            <a:r>
              <a:rPr lang="zh-CN" altLang="en-US" sz="1400">
                <a:solidFill>
                  <a:schemeClr val="tx1">
                    <a:lumMod val="95000"/>
                    <a:lumOff val="5000"/>
                  </a:schemeClr>
                </a:solidFill>
                <a:latin typeface="Times New Roman" panose="02020503050405090304" pitchFamily="18" charset="0"/>
                <a:ea typeface="宋体" pitchFamily="2" charset="-122"/>
              </a:rPr>
              <a:t>欢</a:t>
            </a:r>
            <a:r>
              <a:rPr lang="zh-CN" altLang="en-US" sz="1400" dirty="0">
                <a:solidFill>
                  <a:schemeClr val="tx1">
                    <a:lumMod val="95000"/>
                    <a:lumOff val="5000"/>
                  </a:schemeClr>
                </a:solidFill>
                <a:latin typeface="Times New Roman" panose="02020503050405090304" pitchFamily="18" charset="0"/>
                <a:ea typeface="宋体" pitchFamily="2" charset="-122"/>
              </a:rPr>
              <a:t>观 </a:t>
            </a:r>
            <a:r>
              <a:rPr lang="en-US" altLang="zh-CN" sz="1400" dirty="0">
                <a:solidFill>
                  <a:schemeClr val="tx1">
                    <a:lumMod val="95000"/>
                    <a:lumOff val="5000"/>
                  </a:schemeClr>
                </a:solidFill>
                <a:latin typeface="Times New Roman" panose="02020503050405090304" pitchFamily="18" charset="0"/>
                <a:ea typeface="宋体" pitchFamily="2" charset="-122"/>
              </a:rPr>
              <a:t>"</a:t>
            </a:r>
            <a:r>
              <a:rPr lang="zh-CN" altLang="en-US" sz="1400">
                <a:solidFill>
                  <a:schemeClr val="tx1">
                    <a:lumMod val="95000"/>
                    <a:lumOff val="5000"/>
                  </a:schemeClr>
                </a:solidFill>
                <a:latin typeface="Times New Roman" panose="02020503050405090304" pitchFamily="18" charset="0"/>
                <a:ea typeface="宋体" pitchFamily="2" charset="-122"/>
              </a:rPr>
              <a:t>，</a:t>
            </a:r>
            <a:r>
              <a:rPr lang="en-US" altLang="zh-CN" sz="1400">
                <a:solidFill>
                  <a:schemeClr val="tx1">
                    <a:lumMod val="95000"/>
                    <a:lumOff val="5000"/>
                  </a:schemeClr>
                </a:solidFill>
                <a:latin typeface="Times New Roman" panose="02020503050405090304" pitchFamily="18" charset="0"/>
                <a:ea typeface="宋体" pitchFamily="2" charset="-122"/>
              </a:rPr>
              <a:t>"</a:t>
            </a:r>
            <a:r>
              <a:rPr lang="zh-CN" altLang="en-US" sz="1400">
                <a:solidFill>
                  <a:schemeClr val="tx1">
                    <a:lumMod val="95000"/>
                    <a:lumOff val="5000"/>
                  </a:schemeClr>
                </a:solidFill>
                <a:latin typeface="Times New Roman" panose="02020503050405090304" pitchFamily="18" charset="0"/>
                <a:ea typeface="宋体" pitchFamily="2" charset="-122"/>
              </a:rPr>
              <a:t>赏</a:t>
            </a:r>
            <a:r>
              <a:rPr lang="en-US" altLang="zh-CN" sz="1400">
                <a:solidFill>
                  <a:schemeClr val="tx1">
                    <a:lumMod val="95000"/>
                    <a:lumOff val="5000"/>
                  </a:schemeClr>
                </a:solidFill>
                <a:latin typeface="Times New Roman" panose="02020503050405090304" pitchFamily="18" charset="0"/>
                <a:ea typeface="宋体" pitchFamily="2" charset="-122"/>
              </a:rPr>
              <a:t>"</a:t>
            </a:r>
            <a:r>
              <a:rPr lang="zh-CN" altLang="en-US" sz="1400">
                <a:solidFill>
                  <a:schemeClr val="tx1">
                    <a:lumMod val="95000"/>
                    <a:lumOff val="5000"/>
                  </a:schemeClr>
                </a:solidFill>
                <a:latin typeface="Times New Roman" panose="02020503050405090304" pitchFamily="18" charset="0"/>
                <a:ea typeface="宋体" pitchFamily="2" charset="-122"/>
              </a:rPr>
              <a:t>，</a:t>
            </a:r>
            <a:r>
              <a:rPr lang="en-US" altLang="zh-CN" sz="1400">
                <a:solidFill>
                  <a:schemeClr val="tx1">
                    <a:lumMod val="95000"/>
                    <a:lumOff val="5000"/>
                  </a:schemeClr>
                </a:solidFill>
                <a:latin typeface="Times New Roman" panose="02020503050405090304" pitchFamily="18" charset="0"/>
                <a:ea typeface="宋体" pitchFamily="2" charset="-122"/>
              </a:rPr>
              <a:t>"</a:t>
            </a:r>
            <a:r>
              <a:rPr lang="zh-CN" altLang="en-US" sz="1400">
                <a:solidFill>
                  <a:schemeClr val="tx1">
                    <a:lumMod val="95000"/>
                    <a:lumOff val="5000"/>
                  </a:schemeClr>
                </a:solidFill>
                <a:latin typeface="Times New Roman" panose="02020503050405090304" pitchFamily="18" charset="0"/>
                <a:ea typeface="宋体" pitchFamily="2" charset="-122"/>
              </a:rPr>
              <a:t>日出</a:t>
            </a:r>
            <a:r>
              <a:rPr lang="en-US" altLang="zh-CN" sz="1400">
                <a:solidFill>
                  <a:schemeClr val="tx1">
                    <a:lumMod val="95000"/>
                    <a:lumOff val="5000"/>
                  </a:schemeClr>
                </a:solidFill>
                <a:latin typeface="Times New Roman" panose="02020503050405090304" pitchFamily="18" charset="0"/>
                <a:ea typeface="宋体" pitchFamily="2" charset="-122"/>
              </a:rPr>
              <a:t>", &lt;/s&gt;} </a:t>
            </a:r>
            <a:endParaRPr lang="en-US" altLang="zh-CN" sz="1400">
              <a:solidFill>
                <a:schemeClr val="tx1">
                  <a:lumMod val="95000"/>
                  <a:lumOff val="5000"/>
                </a:schemeClr>
              </a:solidFill>
              <a:latin typeface="Times New Roman" panose="02020503050405090304" pitchFamily="18" charset="0"/>
              <a:ea typeface="宋体" pitchFamily="2" charset="-122"/>
            </a:endParaRPr>
          </a:p>
          <a:p>
            <a:pPr>
              <a:lnSpc>
                <a:spcPts val="2080"/>
              </a:lnSpc>
            </a:pPr>
            <a:r>
              <a:rPr lang="en-US" altLang="zh-CN" sz="1400">
                <a:solidFill>
                  <a:schemeClr val="tx1">
                    <a:lumMod val="95000"/>
                    <a:lumOff val="5000"/>
                  </a:schemeClr>
                </a:solidFill>
                <a:latin typeface="Times New Roman" panose="02020503050405090304" pitchFamily="18" charset="0"/>
                <a:ea typeface="宋体" pitchFamily="2" charset="-122"/>
              </a:rPr>
              <a:t>       Y2 = {&lt;s&gt;, "</a:t>
            </a:r>
            <a:r>
              <a:rPr lang="zh-CN" altLang="en-US" sz="1400">
                <a:solidFill>
                  <a:schemeClr val="tx1">
                    <a:lumMod val="95000"/>
                    <a:lumOff val="5000"/>
                  </a:schemeClr>
                </a:solidFill>
                <a:latin typeface="Times New Roman" panose="02020503050405090304" pitchFamily="18" charset="0"/>
                <a:ea typeface="宋体" pitchFamily="2" charset="-122"/>
              </a:rPr>
              <a:t>我喜</a:t>
            </a:r>
            <a:r>
              <a:rPr lang="en-US" altLang="zh-CN" sz="1400">
                <a:solidFill>
                  <a:schemeClr val="tx1">
                    <a:lumMod val="95000"/>
                    <a:lumOff val="5000"/>
                  </a:schemeClr>
                </a:solidFill>
                <a:latin typeface="Times New Roman" panose="02020503050405090304" pitchFamily="18" charset="0"/>
                <a:ea typeface="宋体" pitchFamily="2" charset="-122"/>
              </a:rPr>
              <a:t>"</a:t>
            </a:r>
            <a:r>
              <a:rPr lang="zh-CN" altLang="en-US" sz="1400">
                <a:solidFill>
                  <a:schemeClr val="tx1">
                    <a:lumMod val="95000"/>
                    <a:lumOff val="5000"/>
                  </a:schemeClr>
                </a:solidFill>
                <a:latin typeface="Times New Roman" panose="02020503050405090304" pitchFamily="18" charset="0"/>
                <a:ea typeface="宋体" pitchFamily="2" charset="-122"/>
              </a:rPr>
              <a:t>，</a:t>
            </a:r>
            <a:r>
              <a:rPr lang="en-US" altLang="zh-CN" sz="1400">
                <a:solidFill>
                  <a:schemeClr val="tx1">
                    <a:lumMod val="95000"/>
                    <a:lumOff val="5000"/>
                  </a:schemeClr>
                </a:solidFill>
                <a:latin typeface="Times New Roman" panose="02020503050405090304" pitchFamily="18" charset="0"/>
                <a:ea typeface="宋体" pitchFamily="2" charset="-122"/>
              </a:rPr>
              <a:t>"</a:t>
            </a:r>
            <a:r>
              <a:rPr lang="zh-CN" altLang="en-US" sz="1400">
                <a:solidFill>
                  <a:schemeClr val="tx1">
                    <a:lumMod val="95000"/>
                    <a:lumOff val="5000"/>
                  </a:schemeClr>
                </a:solidFill>
                <a:latin typeface="Times New Roman" panose="02020503050405090304" pitchFamily="18" charset="0"/>
                <a:ea typeface="宋体" pitchFamily="2" charset="-122"/>
              </a:rPr>
              <a:t>欢</a:t>
            </a:r>
            <a:r>
              <a:rPr lang="en-US" altLang="zh-CN" sz="1400">
                <a:solidFill>
                  <a:schemeClr val="tx1">
                    <a:lumMod val="95000"/>
                    <a:lumOff val="5000"/>
                  </a:schemeClr>
                </a:solidFill>
                <a:latin typeface="Times New Roman" panose="02020503050405090304" pitchFamily="18" charset="0"/>
                <a:ea typeface="宋体" pitchFamily="2" charset="-122"/>
              </a:rPr>
              <a:t>"</a:t>
            </a:r>
            <a:r>
              <a:rPr lang="zh-CN" altLang="en-US" sz="1400">
                <a:solidFill>
                  <a:schemeClr val="tx1">
                    <a:lumMod val="95000"/>
                    <a:lumOff val="5000"/>
                  </a:schemeClr>
                </a:solidFill>
                <a:latin typeface="Times New Roman" panose="02020503050405090304" pitchFamily="18" charset="0"/>
                <a:ea typeface="宋体" pitchFamily="2" charset="-122"/>
              </a:rPr>
              <a:t>，</a:t>
            </a:r>
            <a:r>
              <a:rPr lang="en-US" altLang="zh-CN" sz="1400">
                <a:solidFill>
                  <a:schemeClr val="tx1">
                    <a:lumMod val="95000"/>
                    <a:lumOff val="5000"/>
                  </a:schemeClr>
                </a:solidFill>
                <a:latin typeface="Times New Roman" panose="02020503050405090304" pitchFamily="18" charset="0"/>
                <a:ea typeface="宋体" pitchFamily="2" charset="-122"/>
              </a:rPr>
              <a:t>"</a:t>
            </a:r>
            <a:r>
              <a:rPr lang="zh-CN" altLang="en-US" sz="1400">
                <a:solidFill>
                  <a:schemeClr val="tx1">
                    <a:lumMod val="95000"/>
                    <a:lumOff val="5000"/>
                  </a:schemeClr>
                </a:solidFill>
                <a:latin typeface="Times New Roman" panose="02020503050405090304" pitchFamily="18" charset="0"/>
                <a:ea typeface="宋体" pitchFamily="2" charset="-122"/>
              </a:rPr>
              <a:t>观赏</a:t>
            </a:r>
            <a:r>
              <a:rPr lang="en-US" altLang="zh-CN" sz="1400">
                <a:solidFill>
                  <a:schemeClr val="tx1">
                    <a:lumMod val="95000"/>
                    <a:lumOff val="5000"/>
                  </a:schemeClr>
                </a:solidFill>
                <a:latin typeface="Times New Roman" panose="02020503050405090304" pitchFamily="18" charset="0"/>
                <a:ea typeface="宋体" pitchFamily="2" charset="-122"/>
              </a:rPr>
              <a:t>"</a:t>
            </a:r>
            <a:r>
              <a:rPr lang="zh-CN" altLang="en-US" sz="1400">
                <a:solidFill>
                  <a:schemeClr val="tx1">
                    <a:lumMod val="95000"/>
                    <a:lumOff val="5000"/>
                  </a:schemeClr>
                </a:solidFill>
                <a:latin typeface="Times New Roman" panose="02020503050405090304" pitchFamily="18" charset="0"/>
                <a:ea typeface="宋体" pitchFamily="2" charset="-122"/>
              </a:rPr>
              <a:t>，</a:t>
            </a:r>
            <a:r>
              <a:rPr lang="en-US" altLang="zh-CN" sz="1400">
                <a:solidFill>
                  <a:schemeClr val="tx1">
                    <a:lumMod val="95000"/>
                    <a:lumOff val="5000"/>
                  </a:schemeClr>
                </a:solidFill>
                <a:latin typeface="Times New Roman" panose="02020503050405090304" pitchFamily="18" charset="0"/>
                <a:ea typeface="宋体" pitchFamily="2" charset="-122"/>
              </a:rPr>
              <a:t>"</a:t>
            </a:r>
            <a:r>
              <a:rPr lang="zh-CN" altLang="en-US" sz="1400">
                <a:solidFill>
                  <a:schemeClr val="tx1">
                    <a:lumMod val="95000"/>
                    <a:lumOff val="5000"/>
                  </a:schemeClr>
                </a:solidFill>
                <a:latin typeface="Times New Roman" panose="02020503050405090304" pitchFamily="18" charset="0"/>
                <a:ea typeface="宋体" pitchFamily="2" charset="-122"/>
              </a:rPr>
              <a:t>日出</a:t>
            </a:r>
            <a:r>
              <a:rPr lang="en-US" altLang="zh-CN" sz="1400">
                <a:solidFill>
                  <a:schemeClr val="tx1">
                    <a:lumMod val="95000"/>
                    <a:lumOff val="5000"/>
                  </a:schemeClr>
                </a:solidFill>
                <a:latin typeface="Times New Roman" panose="02020503050405090304" pitchFamily="18" charset="0"/>
                <a:ea typeface="宋体" pitchFamily="2" charset="-122"/>
              </a:rPr>
              <a:t>" , &lt;/s&gt;} </a:t>
            </a:r>
            <a:endParaRPr lang="en-US" altLang="zh-CN" sz="1400">
              <a:solidFill>
                <a:schemeClr val="tx1">
                  <a:lumMod val="95000"/>
                  <a:lumOff val="5000"/>
                </a:schemeClr>
              </a:solidFill>
              <a:latin typeface="Times New Roman" panose="02020503050405090304" pitchFamily="18" charset="0"/>
              <a:ea typeface="宋体" pitchFamily="2" charset="-122"/>
            </a:endParaRPr>
          </a:p>
          <a:p>
            <a:pPr>
              <a:lnSpc>
                <a:spcPts val="2080"/>
              </a:lnSpc>
            </a:pPr>
            <a:r>
              <a:rPr lang="en-US" altLang="zh-CN" sz="1400">
                <a:solidFill>
                  <a:schemeClr val="tx1">
                    <a:lumMod val="95000"/>
                    <a:lumOff val="5000"/>
                  </a:schemeClr>
                </a:solidFill>
                <a:latin typeface="Times New Roman" panose="02020503050405090304" pitchFamily="18" charset="0"/>
                <a:ea typeface="宋体" pitchFamily="2" charset="-122"/>
              </a:rPr>
              <a:t>       </a:t>
            </a:r>
            <a:r>
              <a:rPr lang="en-US" altLang="zh-CN" sz="1400" dirty="0">
                <a:solidFill>
                  <a:schemeClr val="tx1">
                    <a:lumMod val="95000"/>
                    <a:lumOff val="5000"/>
                  </a:schemeClr>
                </a:solidFill>
                <a:latin typeface="Times New Roman" panose="02020503050405090304" pitchFamily="18" charset="0"/>
                <a:ea typeface="宋体" pitchFamily="2" charset="-122"/>
              </a:rPr>
              <a:t>Y3 </a:t>
            </a:r>
            <a:r>
              <a:rPr lang="en-US" altLang="zh-CN" sz="1400">
                <a:solidFill>
                  <a:schemeClr val="tx1">
                    <a:lumMod val="95000"/>
                    <a:lumOff val="5000"/>
                  </a:schemeClr>
                </a:solidFill>
                <a:latin typeface="Times New Roman" panose="02020503050405090304" pitchFamily="18" charset="0"/>
                <a:ea typeface="宋体" pitchFamily="2" charset="-122"/>
              </a:rPr>
              <a:t>= {&lt;s&gt;,"</a:t>
            </a:r>
            <a:r>
              <a:rPr lang="zh-CN" altLang="en-US" sz="1400">
                <a:solidFill>
                  <a:schemeClr val="tx1">
                    <a:lumMod val="95000"/>
                    <a:lumOff val="5000"/>
                  </a:schemeClr>
                </a:solidFill>
                <a:latin typeface="Times New Roman" panose="02020503050405090304" pitchFamily="18" charset="0"/>
                <a:ea typeface="宋体" pitchFamily="2" charset="-122"/>
              </a:rPr>
              <a:t>我</a:t>
            </a:r>
            <a:r>
              <a:rPr lang="en-US" altLang="zh-CN" sz="1400">
                <a:solidFill>
                  <a:schemeClr val="tx1">
                    <a:lumMod val="95000"/>
                    <a:lumOff val="5000"/>
                  </a:schemeClr>
                </a:solidFill>
                <a:latin typeface="Times New Roman" panose="02020503050405090304" pitchFamily="18" charset="0"/>
                <a:ea typeface="宋体" pitchFamily="2" charset="-122"/>
              </a:rPr>
              <a:t>"</a:t>
            </a:r>
            <a:r>
              <a:rPr lang="zh-CN" altLang="en-US" sz="1400">
                <a:solidFill>
                  <a:schemeClr val="tx1">
                    <a:lumMod val="95000"/>
                    <a:lumOff val="5000"/>
                  </a:schemeClr>
                </a:solidFill>
                <a:latin typeface="Times New Roman" panose="02020503050405090304" pitchFamily="18" charset="0"/>
                <a:ea typeface="宋体" pitchFamily="2" charset="-122"/>
              </a:rPr>
              <a:t>，</a:t>
            </a:r>
            <a:r>
              <a:rPr lang="en-US" altLang="zh-CN" sz="1400">
                <a:solidFill>
                  <a:schemeClr val="tx1">
                    <a:lumMod val="95000"/>
                    <a:lumOff val="5000"/>
                  </a:schemeClr>
                </a:solidFill>
                <a:latin typeface="Times New Roman" panose="02020503050405090304" pitchFamily="18" charset="0"/>
                <a:ea typeface="宋体" pitchFamily="2" charset="-122"/>
              </a:rPr>
              <a:t>"</a:t>
            </a:r>
            <a:r>
              <a:rPr lang="zh-CN" altLang="en-US" sz="1400">
                <a:solidFill>
                  <a:schemeClr val="tx1">
                    <a:lumMod val="95000"/>
                    <a:lumOff val="5000"/>
                  </a:schemeClr>
                </a:solidFill>
                <a:latin typeface="Times New Roman" panose="02020503050405090304" pitchFamily="18" charset="0"/>
                <a:ea typeface="宋体" pitchFamily="2" charset="-122"/>
              </a:rPr>
              <a:t>喜</a:t>
            </a:r>
            <a:r>
              <a:rPr lang="en-US" altLang="zh-CN" sz="1400">
                <a:solidFill>
                  <a:schemeClr val="tx1">
                    <a:lumMod val="95000"/>
                    <a:lumOff val="5000"/>
                  </a:schemeClr>
                </a:solidFill>
                <a:latin typeface="Times New Roman" panose="02020503050405090304" pitchFamily="18" charset="0"/>
                <a:ea typeface="宋体" pitchFamily="2" charset="-122"/>
              </a:rPr>
              <a:t>"</a:t>
            </a:r>
            <a:r>
              <a:rPr lang="zh-CN" altLang="en-US" sz="1400">
                <a:solidFill>
                  <a:schemeClr val="tx1">
                    <a:lumMod val="95000"/>
                    <a:lumOff val="5000"/>
                  </a:schemeClr>
                </a:solidFill>
                <a:latin typeface="Times New Roman" panose="02020503050405090304" pitchFamily="18" charset="0"/>
                <a:ea typeface="宋体" pitchFamily="2" charset="-122"/>
              </a:rPr>
              <a:t>，</a:t>
            </a:r>
            <a:r>
              <a:rPr lang="en-US" altLang="zh-CN" sz="1400">
                <a:solidFill>
                  <a:schemeClr val="tx1">
                    <a:lumMod val="95000"/>
                    <a:lumOff val="5000"/>
                  </a:schemeClr>
                </a:solidFill>
                <a:latin typeface="Times New Roman" panose="02020503050405090304" pitchFamily="18" charset="0"/>
                <a:ea typeface="宋体" pitchFamily="2" charset="-122"/>
              </a:rPr>
              <a:t>"</a:t>
            </a:r>
            <a:r>
              <a:rPr lang="zh-CN" altLang="en-US" sz="1400">
                <a:solidFill>
                  <a:schemeClr val="tx1">
                    <a:lumMod val="95000"/>
                    <a:lumOff val="5000"/>
                  </a:schemeClr>
                </a:solidFill>
                <a:latin typeface="Times New Roman" panose="02020503050405090304" pitchFamily="18" charset="0"/>
                <a:ea typeface="宋体" pitchFamily="2" charset="-122"/>
              </a:rPr>
              <a:t>欢观</a:t>
            </a:r>
            <a:r>
              <a:rPr lang="en-US" altLang="zh-CN" sz="1400">
                <a:solidFill>
                  <a:schemeClr val="tx1">
                    <a:lumMod val="95000"/>
                    <a:lumOff val="5000"/>
                  </a:schemeClr>
                </a:solidFill>
                <a:latin typeface="Times New Roman" panose="02020503050405090304" pitchFamily="18" charset="0"/>
                <a:ea typeface="宋体" pitchFamily="2" charset="-122"/>
              </a:rPr>
              <a:t>"</a:t>
            </a:r>
            <a:r>
              <a:rPr lang="zh-CN" altLang="en-US" sz="1400">
                <a:solidFill>
                  <a:schemeClr val="tx1">
                    <a:lumMod val="95000"/>
                    <a:lumOff val="5000"/>
                  </a:schemeClr>
                </a:solidFill>
                <a:latin typeface="Times New Roman" panose="02020503050405090304" pitchFamily="18" charset="0"/>
                <a:ea typeface="宋体" pitchFamily="2" charset="-122"/>
              </a:rPr>
              <a:t>，</a:t>
            </a:r>
            <a:r>
              <a:rPr lang="en-US" altLang="zh-CN" sz="1400">
                <a:solidFill>
                  <a:schemeClr val="tx1">
                    <a:lumMod val="95000"/>
                    <a:lumOff val="5000"/>
                  </a:schemeClr>
                </a:solidFill>
                <a:latin typeface="Times New Roman" panose="02020503050405090304" pitchFamily="18" charset="0"/>
                <a:ea typeface="宋体" pitchFamily="2" charset="-122"/>
              </a:rPr>
              <a:t>"</a:t>
            </a:r>
            <a:r>
              <a:rPr lang="zh-CN" altLang="en-US" sz="1400">
                <a:solidFill>
                  <a:schemeClr val="tx1">
                    <a:lumMod val="95000"/>
                    <a:lumOff val="5000"/>
                  </a:schemeClr>
                </a:solidFill>
                <a:latin typeface="Times New Roman" panose="02020503050405090304" pitchFamily="18" charset="0"/>
                <a:ea typeface="宋体" pitchFamily="2" charset="-122"/>
              </a:rPr>
              <a:t>赏日出</a:t>
            </a:r>
            <a:r>
              <a:rPr lang="en-US" altLang="zh-CN" sz="1400">
                <a:solidFill>
                  <a:schemeClr val="tx1">
                    <a:lumMod val="95000"/>
                    <a:lumOff val="5000"/>
                  </a:schemeClr>
                </a:solidFill>
                <a:latin typeface="Times New Roman" panose="02020503050405090304" pitchFamily="18" charset="0"/>
                <a:ea typeface="宋体" pitchFamily="2" charset="-122"/>
              </a:rPr>
              <a:t>" , &lt;/s&gt;} } </a:t>
            </a:r>
            <a:endParaRPr lang="en-US" altLang="zh-CN" sz="1400" dirty="0">
              <a:solidFill>
                <a:schemeClr val="tx1">
                  <a:lumMod val="95000"/>
                  <a:lumOff val="5000"/>
                </a:schemeClr>
              </a:solidFill>
              <a:latin typeface="Times New Roman" panose="02020503050405090304" pitchFamily="18" charset="0"/>
              <a:ea typeface="宋体" pitchFamily="2" charset="-122"/>
            </a:endParaRPr>
          </a:p>
          <a:p>
            <a:pPr>
              <a:lnSpc>
                <a:spcPts val="2080"/>
              </a:lnSpc>
            </a:pPr>
            <a:r>
              <a:rPr lang="en-US" altLang="zh-CN" sz="1400" dirty="0">
                <a:solidFill>
                  <a:schemeClr val="tx1">
                    <a:lumMod val="95000"/>
                    <a:lumOff val="5000"/>
                  </a:schemeClr>
                </a:solidFill>
                <a:latin typeface="Times New Roman" panose="02020503050405090304" pitchFamily="18" charset="0"/>
                <a:ea typeface="宋体" pitchFamily="2" charset="-122"/>
              </a:rPr>
              <a:t>       Y4 </a:t>
            </a:r>
            <a:r>
              <a:rPr lang="en-US" altLang="zh-CN" sz="1400">
                <a:solidFill>
                  <a:schemeClr val="tx1">
                    <a:lumMod val="95000"/>
                    <a:lumOff val="5000"/>
                  </a:schemeClr>
                </a:solidFill>
                <a:latin typeface="Times New Roman" panose="02020503050405090304" pitchFamily="18" charset="0"/>
                <a:ea typeface="宋体" pitchFamily="2" charset="-122"/>
              </a:rPr>
              <a:t>= {&lt;s&gt;, "</a:t>
            </a:r>
            <a:r>
              <a:rPr lang="zh-CN" altLang="en-US" sz="1400">
                <a:solidFill>
                  <a:schemeClr val="tx1">
                    <a:lumMod val="95000"/>
                    <a:lumOff val="5000"/>
                  </a:schemeClr>
                </a:solidFill>
                <a:latin typeface="Times New Roman" panose="02020503050405090304" pitchFamily="18" charset="0"/>
                <a:ea typeface="宋体" pitchFamily="2" charset="-122"/>
              </a:rPr>
              <a:t>我</a:t>
            </a:r>
            <a:r>
              <a:rPr lang="en-US" altLang="zh-CN" sz="1400">
                <a:solidFill>
                  <a:schemeClr val="tx1">
                    <a:lumMod val="95000"/>
                    <a:lumOff val="5000"/>
                  </a:schemeClr>
                </a:solidFill>
                <a:latin typeface="Times New Roman" panose="02020503050405090304" pitchFamily="18" charset="0"/>
                <a:ea typeface="宋体" pitchFamily="2" charset="-122"/>
              </a:rPr>
              <a:t>"</a:t>
            </a:r>
            <a:r>
              <a:rPr lang="zh-CN" altLang="en-US" sz="1400">
                <a:solidFill>
                  <a:schemeClr val="tx1">
                    <a:lumMod val="95000"/>
                    <a:lumOff val="5000"/>
                  </a:schemeClr>
                </a:solidFill>
                <a:latin typeface="Times New Roman" panose="02020503050405090304" pitchFamily="18" charset="0"/>
                <a:ea typeface="宋体" pitchFamily="2" charset="-122"/>
              </a:rPr>
              <a:t>，</a:t>
            </a:r>
            <a:r>
              <a:rPr lang="en-US" altLang="zh-CN" sz="1400">
                <a:solidFill>
                  <a:schemeClr val="tx1">
                    <a:lumMod val="95000"/>
                    <a:lumOff val="5000"/>
                  </a:schemeClr>
                </a:solidFill>
                <a:latin typeface="Times New Roman" panose="02020503050405090304" pitchFamily="18" charset="0"/>
                <a:ea typeface="宋体" pitchFamily="2" charset="-122"/>
              </a:rPr>
              <a:t>"</a:t>
            </a:r>
            <a:r>
              <a:rPr lang="zh-CN" altLang="en-US" sz="1400">
                <a:solidFill>
                  <a:schemeClr val="tx1">
                    <a:lumMod val="95000"/>
                    <a:lumOff val="5000"/>
                  </a:schemeClr>
                </a:solidFill>
                <a:latin typeface="Times New Roman" panose="02020503050405090304" pitchFamily="18" charset="0"/>
                <a:ea typeface="宋体" pitchFamily="2" charset="-122"/>
              </a:rPr>
              <a:t>喜欢</a:t>
            </a:r>
            <a:r>
              <a:rPr lang="en-US" altLang="zh-CN" sz="1400">
                <a:solidFill>
                  <a:schemeClr val="tx1">
                    <a:lumMod val="95000"/>
                    <a:lumOff val="5000"/>
                  </a:schemeClr>
                </a:solidFill>
                <a:latin typeface="Times New Roman" panose="02020503050405090304" pitchFamily="18" charset="0"/>
                <a:ea typeface="宋体" pitchFamily="2" charset="-122"/>
              </a:rPr>
              <a:t>"</a:t>
            </a:r>
            <a:r>
              <a:rPr lang="zh-CN" altLang="en-US" sz="1400">
                <a:solidFill>
                  <a:schemeClr val="tx1">
                    <a:lumMod val="95000"/>
                    <a:lumOff val="5000"/>
                  </a:schemeClr>
                </a:solidFill>
                <a:latin typeface="Times New Roman" panose="02020503050405090304" pitchFamily="18" charset="0"/>
                <a:ea typeface="宋体" pitchFamily="2" charset="-122"/>
              </a:rPr>
              <a:t>，</a:t>
            </a:r>
            <a:r>
              <a:rPr lang="en-US" altLang="zh-CN" sz="1400">
                <a:solidFill>
                  <a:schemeClr val="tx1">
                    <a:lumMod val="95000"/>
                    <a:lumOff val="5000"/>
                  </a:schemeClr>
                </a:solidFill>
                <a:latin typeface="Times New Roman" panose="02020503050405090304" pitchFamily="18" charset="0"/>
                <a:ea typeface="宋体" pitchFamily="2" charset="-122"/>
              </a:rPr>
              <a:t>"</a:t>
            </a:r>
            <a:r>
              <a:rPr lang="zh-CN" altLang="en-US" sz="1400">
                <a:solidFill>
                  <a:schemeClr val="tx1">
                    <a:lumMod val="95000"/>
                    <a:lumOff val="5000"/>
                  </a:schemeClr>
                </a:solidFill>
                <a:latin typeface="Times New Roman" panose="02020503050405090304" pitchFamily="18" charset="0"/>
                <a:ea typeface="宋体" pitchFamily="2" charset="-122"/>
              </a:rPr>
              <a:t>观赏</a:t>
            </a:r>
            <a:r>
              <a:rPr lang="en-US" altLang="zh-CN" sz="1400">
                <a:solidFill>
                  <a:schemeClr val="tx1">
                    <a:lumMod val="95000"/>
                    <a:lumOff val="5000"/>
                  </a:schemeClr>
                </a:solidFill>
                <a:latin typeface="Times New Roman" panose="02020503050405090304" pitchFamily="18" charset="0"/>
                <a:ea typeface="宋体" pitchFamily="2" charset="-122"/>
              </a:rPr>
              <a:t>"</a:t>
            </a:r>
            <a:r>
              <a:rPr lang="zh-CN" altLang="en-US" sz="1400">
                <a:solidFill>
                  <a:schemeClr val="tx1">
                    <a:lumMod val="95000"/>
                    <a:lumOff val="5000"/>
                  </a:schemeClr>
                </a:solidFill>
                <a:latin typeface="Times New Roman" panose="02020503050405090304" pitchFamily="18" charset="0"/>
                <a:ea typeface="宋体" pitchFamily="2" charset="-122"/>
              </a:rPr>
              <a:t>，</a:t>
            </a:r>
            <a:r>
              <a:rPr lang="en-US" altLang="zh-CN" sz="1400">
                <a:solidFill>
                  <a:schemeClr val="tx1">
                    <a:lumMod val="95000"/>
                    <a:lumOff val="5000"/>
                  </a:schemeClr>
                </a:solidFill>
                <a:latin typeface="Times New Roman" panose="02020503050405090304" pitchFamily="18" charset="0"/>
                <a:ea typeface="宋体" pitchFamily="2" charset="-122"/>
              </a:rPr>
              <a:t>"</a:t>
            </a:r>
            <a:r>
              <a:rPr lang="zh-CN" altLang="en-US" sz="1400">
                <a:solidFill>
                  <a:schemeClr val="tx1">
                    <a:lumMod val="95000"/>
                    <a:lumOff val="5000"/>
                  </a:schemeClr>
                </a:solidFill>
                <a:latin typeface="Times New Roman" panose="02020503050405090304" pitchFamily="18" charset="0"/>
                <a:ea typeface="宋体" pitchFamily="2" charset="-122"/>
              </a:rPr>
              <a:t>日出</a:t>
            </a:r>
            <a:r>
              <a:rPr lang="en-US" altLang="zh-CN" sz="1400">
                <a:solidFill>
                  <a:schemeClr val="tx1">
                    <a:lumMod val="95000"/>
                    <a:lumOff val="5000"/>
                  </a:schemeClr>
                </a:solidFill>
                <a:latin typeface="Times New Roman" panose="02020503050405090304" pitchFamily="18" charset="0"/>
                <a:ea typeface="宋体" pitchFamily="2" charset="-122"/>
              </a:rPr>
              <a:t>", &lt;/s&gt;} </a:t>
            </a:r>
            <a:endParaRPr lang="en-US" altLang="zh-CN" sz="1400" dirty="0">
              <a:solidFill>
                <a:schemeClr val="tx1">
                  <a:lumMod val="95000"/>
                  <a:lumOff val="5000"/>
                </a:schemeClr>
              </a:solidFill>
              <a:latin typeface="Times New Roman" panose="02020503050405090304" pitchFamily="18" charset="0"/>
              <a:ea typeface="宋体" pitchFamily="2" charset="-122"/>
            </a:endParaRPr>
          </a:p>
          <a:p>
            <a:pPr>
              <a:lnSpc>
                <a:spcPts val="2080"/>
              </a:lnSpc>
            </a:pPr>
            <a:r>
              <a:rPr lang="zh-CN" altLang="en-US" sz="1400" dirty="0">
                <a:solidFill>
                  <a:srgbClr val="00B050"/>
                </a:solidFill>
                <a:latin typeface="Times New Roman" panose="02020503050405090304" pitchFamily="18" charset="0"/>
                <a:ea typeface="宋体" pitchFamily="2" charset="-122"/>
              </a:rPr>
              <a:t>③</a:t>
            </a:r>
            <a:r>
              <a:rPr lang="en-US" altLang="zh-CN" sz="1400" dirty="0">
                <a:solidFill>
                  <a:srgbClr val="00B050"/>
                </a:solidFill>
                <a:latin typeface="Times New Roman" panose="02020503050405090304" pitchFamily="18" charset="0"/>
                <a:ea typeface="宋体" pitchFamily="2" charset="-122"/>
              </a:rPr>
              <a:t> </a:t>
            </a:r>
            <a:r>
              <a:rPr lang="zh-CN" altLang="en-US" sz="1400" dirty="0">
                <a:solidFill>
                  <a:srgbClr val="00B050"/>
                </a:solidFill>
                <a:latin typeface="Times New Roman" panose="02020503050405090304" pitchFamily="18" charset="0"/>
                <a:ea typeface="宋体" pitchFamily="2" charset="-122"/>
              </a:rPr>
              <a:t>概率计算。 </a:t>
            </a:r>
            <a:endParaRPr lang="en-US" altLang="zh-CN" sz="1400" dirty="0">
              <a:solidFill>
                <a:srgbClr val="00B050"/>
              </a:solidFill>
              <a:latin typeface="Times New Roman" panose="02020503050405090304" pitchFamily="18" charset="0"/>
              <a:ea typeface="宋体" pitchFamily="2" charset="-122"/>
            </a:endParaRPr>
          </a:p>
          <a:p>
            <a:pPr>
              <a:lnSpc>
                <a:spcPts val="2080"/>
              </a:lnSpc>
            </a:pPr>
            <a:r>
              <a:rPr lang="en-US" altLang="zh-CN" sz="1400" dirty="0">
                <a:solidFill>
                  <a:schemeClr val="tx1">
                    <a:lumMod val="95000"/>
                    <a:lumOff val="5000"/>
                  </a:schemeClr>
                </a:solidFill>
                <a:latin typeface="Times New Roman" panose="02020503050405090304" pitchFamily="18" charset="0"/>
                <a:ea typeface="宋体" pitchFamily="2" charset="-122"/>
              </a:rPr>
              <a:t>       P(Y1 ) = P( </a:t>
            </a:r>
            <a:r>
              <a:rPr lang="zh-CN" altLang="en-US" sz="1400">
                <a:solidFill>
                  <a:schemeClr val="tx1">
                    <a:lumMod val="95000"/>
                    <a:lumOff val="5000"/>
                  </a:schemeClr>
                </a:solidFill>
                <a:latin typeface="Times New Roman" panose="02020503050405090304" pitchFamily="18" charset="0"/>
                <a:ea typeface="宋体" pitchFamily="2" charset="-122"/>
              </a:rPr>
              <a:t>我喜</a:t>
            </a:r>
            <a:r>
              <a:rPr lang="en-US" altLang="zh-CN" sz="1400">
                <a:solidFill>
                  <a:schemeClr val="tx1">
                    <a:lumMod val="95000"/>
                    <a:lumOff val="5000"/>
                  </a:schemeClr>
                </a:solidFill>
                <a:latin typeface="Times New Roman" panose="02020503050405090304" pitchFamily="18" charset="0"/>
                <a:ea typeface="宋体" pitchFamily="2" charset="-122"/>
              </a:rPr>
              <a:t>|&lt;s&gt;</a:t>
            </a:r>
            <a:r>
              <a:rPr lang="zh-CN" altLang="en-US" sz="1400">
                <a:solidFill>
                  <a:schemeClr val="tx1">
                    <a:lumMod val="95000"/>
                    <a:lumOff val="5000"/>
                  </a:schemeClr>
                </a:solidFill>
                <a:latin typeface="Times New Roman" panose="02020503050405090304" pitchFamily="18" charset="0"/>
                <a:ea typeface="宋体" pitchFamily="2" charset="-122"/>
              </a:rPr>
              <a:t> </a:t>
            </a:r>
            <a:r>
              <a:rPr lang="en-US" altLang="zh-CN" sz="1400" dirty="0">
                <a:solidFill>
                  <a:schemeClr val="tx1">
                    <a:lumMod val="95000"/>
                    <a:lumOff val="5000"/>
                  </a:schemeClr>
                </a:solidFill>
                <a:latin typeface="Times New Roman" panose="02020503050405090304" pitchFamily="18" charset="0"/>
                <a:ea typeface="宋体" pitchFamily="2" charset="-122"/>
              </a:rPr>
              <a:t>)*P( </a:t>
            </a:r>
            <a:r>
              <a:rPr lang="zh-CN" altLang="en-US" sz="1400" dirty="0">
                <a:solidFill>
                  <a:schemeClr val="tx1">
                    <a:lumMod val="95000"/>
                    <a:lumOff val="5000"/>
                  </a:schemeClr>
                </a:solidFill>
                <a:latin typeface="Times New Roman" panose="02020503050405090304" pitchFamily="18" charset="0"/>
                <a:ea typeface="宋体" pitchFamily="2" charset="-122"/>
              </a:rPr>
              <a:t>欢观 </a:t>
            </a:r>
            <a:r>
              <a:rPr lang="en-US" altLang="zh-CN" sz="1400" dirty="0">
                <a:solidFill>
                  <a:schemeClr val="tx1">
                    <a:lumMod val="95000"/>
                    <a:lumOff val="5000"/>
                  </a:schemeClr>
                </a:solidFill>
                <a:latin typeface="Times New Roman" panose="02020503050405090304" pitchFamily="18" charset="0"/>
                <a:ea typeface="宋体" pitchFamily="2" charset="-122"/>
              </a:rPr>
              <a:t>| </a:t>
            </a:r>
            <a:r>
              <a:rPr lang="zh-CN" altLang="en-US" sz="1400" dirty="0">
                <a:solidFill>
                  <a:schemeClr val="tx1">
                    <a:lumMod val="95000"/>
                    <a:lumOff val="5000"/>
                  </a:schemeClr>
                </a:solidFill>
                <a:latin typeface="Times New Roman" panose="02020503050405090304" pitchFamily="18" charset="0"/>
                <a:ea typeface="宋体" pitchFamily="2" charset="-122"/>
              </a:rPr>
              <a:t>我喜 </a:t>
            </a:r>
            <a:r>
              <a:rPr lang="en-US" altLang="zh-CN" sz="1400" dirty="0">
                <a:solidFill>
                  <a:schemeClr val="tx1">
                    <a:lumMod val="95000"/>
                    <a:lumOff val="5000"/>
                  </a:schemeClr>
                </a:solidFill>
                <a:latin typeface="Times New Roman" panose="02020503050405090304" pitchFamily="18" charset="0"/>
                <a:ea typeface="宋体" pitchFamily="2" charset="-122"/>
              </a:rPr>
              <a:t>)*P( </a:t>
            </a:r>
            <a:r>
              <a:rPr lang="zh-CN" altLang="en-US" sz="1400" dirty="0">
                <a:solidFill>
                  <a:schemeClr val="tx1">
                    <a:lumMod val="95000"/>
                    <a:lumOff val="5000"/>
                  </a:schemeClr>
                </a:solidFill>
                <a:latin typeface="Times New Roman" panose="02020503050405090304" pitchFamily="18" charset="0"/>
                <a:ea typeface="宋体" pitchFamily="2" charset="-122"/>
              </a:rPr>
              <a:t>赏 </a:t>
            </a:r>
            <a:r>
              <a:rPr lang="en-US" altLang="zh-CN" sz="1400" dirty="0">
                <a:solidFill>
                  <a:schemeClr val="tx1">
                    <a:lumMod val="95000"/>
                    <a:lumOff val="5000"/>
                  </a:schemeClr>
                </a:solidFill>
                <a:latin typeface="Times New Roman" panose="02020503050405090304" pitchFamily="18" charset="0"/>
                <a:ea typeface="宋体" pitchFamily="2" charset="-122"/>
              </a:rPr>
              <a:t>| </a:t>
            </a:r>
            <a:r>
              <a:rPr lang="zh-CN" altLang="en-US" sz="1400" dirty="0">
                <a:solidFill>
                  <a:schemeClr val="tx1">
                    <a:lumMod val="95000"/>
                    <a:lumOff val="5000"/>
                  </a:schemeClr>
                </a:solidFill>
                <a:latin typeface="Times New Roman" panose="02020503050405090304" pitchFamily="18" charset="0"/>
                <a:ea typeface="宋体" pitchFamily="2" charset="-122"/>
              </a:rPr>
              <a:t>欢观 </a:t>
            </a:r>
            <a:r>
              <a:rPr lang="en-US" altLang="zh-CN" sz="1400" dirty="0">
                <a:solidFill>
                  <a:schemeClr val="tx1">
                    <a:lumMod val="95000"/>
                    <a:lumOff val="5000"/>
                  </a:schemeClr>
                </a:solidFill>
                <a:latin typeface="Times New Roman" panose="02020503050405090304" pitchFamily="18" charset="0"/>
                <a:ea typeface="宋体" pitchFamily="2" charset="-122"/>
              </a:rPr>
              <a:t>)*P( </a:t>
            </a:r>
            <a:r>
              <a:rPr lang="zh-CN" altLang="en-US" sz="1400" dirty="0">
                <a:solidFill>
                  <a:schemeClr val="tx1">
                    <a:lumMod val="95000"/>
                    <a:lumOff val="5000"/>
                  </a:schemeClr>
                </a:solidFill>
                <a:latin typeface="Times New Roman" panose="02020503050405090304" pitchFamily="18" charset="0"/>
                <a:ea typeface="宋体" pitchFamily="2" charset="-122"/>
              </a:rPr>
              <a:t>日出 </a:t>
            </a:r>
            <a:r>
              <a:rPr lang="en-US" altLang="zh-CN" sz="1400" dirty="0">
                <a:solidFill>
                  <a:schemeClr val="tx1">
                    <a:lumMod val="95000"/>
                    <a:lumOff val="5000"/>
                  </a:schemeClr>
                </a:solidFill>
                <a:latin typeface="Times New Roman" panose="02020503050405090304" pitchFamily="18" charset="0"/>
                <a:ea typeface="宋体" pitchFamily="2" charset="-122"/>
              </a:rPr>
              <a:t>| </a:t>
            </a:r>
            <a:r>
              <a:rPr lang="zh-CN" altLang="en-US" sz="1400">
                <a:solidFill>
                  <a:schemeClr val="tx1">
                    <a:lumMod val="95000"/>
                    <a:lumOff val="5000"/>
                  </a:schemeClr>
                </a:solidFill>
                <a:latin typeface="Times New Roman" panose="02020503050405090304" pitchFamily="18" charset="0"/>
                <a:ea typeface="宋体" pitchFamily="2" charset="-122"/>
              </a:rPr>
              <a:t>赏 </a:t>
            </a:r>
            <a:r>
              <a:rPr lang="en-US" altLang="zh-CN" sz="1400">
                <a:solidFill>
                  <a:schemeClr val="tx1">
                    <a:lumMod val="95000"/>
                    <a:lumOff val="5000"/>
                  </a:schemeClr>
                </a:solidFill>
                <a:latin typeface="Times New Roman" panose="02020503050405090304" pitchFamily="18" charset="0"/>
                <a:ea typeface="宋体" pitchFamily="2" charset="-122"/>
              </a:rPr>
              <a:t>) *P(&lt;/s&gt;</a:t>
            </a:r>
            <a:r>
              <a:rPr lang="zh-CN" altLang="en-US" sz="1400">
                <a:solidFill>
                  <a:schemeClr val="tx1">
                    <a:lumMod val="95000"/>
                    <a:lumOff val="5000"/>
                  </a:schemeClr>
                </a:solidFill>
                <a:latin typeface="Times New Roman" panose="02020503050405090304" pitchFamily="18" charset="0"/>
                <a:ea typeface="宋体" pitchFamily="2" charset="-122"/>
              </a:rPr>
              <a:t> </a:t>
            </a:r>
            <a:r>
              <a:rPr lang="en-US" altLang="zh-CN" sz="1400">
                <a:solidFill>
                  <a:schemeClr val="tx1">
                    <a:lumMod val="95000"/>
                    <a:lumOff val="5000"/>
                  </a:schemeClr>
                </a:solidFill>
                <a:latin typeface="Times New Roman" panose="02020503050405090304" pitchFamily="18" charset="0"/>
                <a:ea typeface="宋体" pitchFamily="2" charset="-122"/>
              </a:rPr>
              <a:t>|</a:t>
            </a:r>
            <a:r>
              <a:rPr lang="zh-CN" altLang="en-US" sz="1400">
                <a:solidFill>
                  <a:schemeClr val="tx1">
                    <a:lumMod val="95000"/>
                    <a:lumOff val="5000"/>
                  </a:schemeClr>
                </a:solidFill>
                <a:latin typeface="Times New Roman" panose="02020503050405090304" pitchFamily="18" charset="0"/>
                <a:ea typeface="宋体" pitchFamily="2" charset="-122"/>
              </a:rPr>
              <a:t>日出</a:t>
            </a:r>
            <a:r>
              <a:rPr lang="en-US" altLang="zh-CN" sz="1400">
                <a:solidFill>
                  <a:schemeClr val="tx1">
                    <a:lumMod val="95000"/>
                    <a:lumOff val="5000"/>
                  </a:schemeClr>
                </a:solidFill>
                <a:latin typeface="Times New Roman" panose="02020503050405090304" pitchFamily="18" charset="0"/>
                <a:ea typeface="宋体" pitchFamily="2" charset="-122"/>
              </a:rPr>
              <a:t>)</a:t>
            </a:r>
            <a:endParaRPr lang="en-US" altLang="zh-CN" sz="1400" dirty="0">
              <a:solidFill>
                <a:schemeClr val="tx1">
                  <a:lumMod val="95000"/>
                  <a:lumOff val="5000"/>
                </a:schemeClr>
              </a:solidFill>
              <a:latin typeface="Times New Roman" panose="02020503050405090304" pitchFamily="18" charset="0"/>
              <a:ea typeface="宋体" pitchFamily="2" charset="-122"/>
            </a:endParaRPr>
          </a:p>
          <a:p>
            <a:pPr>
              <a:lnSpc>
                <a:spcPts val="2080"/>
              </a:lnSpc>
            </a:pPr>
            <a:r>
              <a:rPr lang="en-US" altLang="zh-CN" sz="1400" dirty="0">
                <a:solidFill>
                  <a:schemeClr val="tx1">
                    <a:lumMod val="95000"/>
                    <a:lumOff val="5000"/>
                  </a:schemeClr>
                </a:solidFill>
                <a:latin typeface="Times New Roman" panose="02020503050405090304" pitchFamily="18" charset="0"/>
                <a:ea typeface="宋体" pitchFamily="2" charset="-122"/>
              </a:rPr>
              <a:t>       P(Y2 ) = P( </a:t>
            </a:r>
            <a:r>
              <a:rPr lang="zh-CN" altLang="en-US" sz="1400">
                <a:solidFill>
                  <a:schemeClr val="tx1">
                    <a:lumMod val="95000"/>
                    <a:lumOff val="5000"/>
                  </a:schemeClr>
                </a:solidFill>
                <a:latin typeface="Times New Roman" panose="02020503050405090304" pitchFamily="18" charset="0"/>
                <a:ea typeface="宋体" pitchFamily="2" charset="-122"/>
              </a:rPr>
              <a:t>我喜</a:t>
            </a:r>
            <a:r>
              <a:rPr lang="en-US" altLang="zh-CN" sz="1400">
                <a:solidFill>
                  <a:schemeClr val="tx1">
                    <a:lumMod val="95000"/>
                    <a:lumOff val="5000"/>
                  </a:schemeClr>
                </a:solidFill>
                <a:latin typeface="Times New Roman" panose="02020503050405090304" pitchFamily="18" charset="0"/>
                <a:ea typeface="宋体" pitchFamily="2" charset="-122"/>
              </a:rPr>
              <a:t>|&lt;s&gt;</a:t>
            </a:r>
            <a:r>
              <a:rPr lang="zh-CN" altLang="en-US" sz="1400">
                <a:solidFill>
                  <a:schemeClr val="tx1">
                    <a:lumMod val="95000"/>
                    <a:lumOff val="5000"/>
                  </a:schemeClr>
                </a:solidFill>
                <a:latin typeface="Times New Roman" panose="02020503050405090304" pitchFamily="18" charset="0"/>
                <a:ea typeface="宋体" pitchFamily="2" charset="-122"/>
              </a:rPr>
              <a:t> </a:t>
            </a:r>
            <a:r>
              <a:rPr lang="en-US" altLang="zh-CN" sz="1400" dirty="0">
                <a:solidFill>
                  <a:schemeClr val="tx1">
                    <a:lumMod val="95000"/>
                    <a:lumOff val="5000"/>
                  </a:schemeClr>
                </a:solidFill>
                <a:latin typeface="Times New Roman" panose="02020503050405090304" pitchFamily="18" charset="0"/>
                <a:ea typeface="宋体" pitchFamily="2" charset="-122"/>
              </a:rPr>
              <a:t>)*P( </a:t>
            </a:r>
            <a:r>
              <a:rPr lang="zh-CN" altLang="en-US" sz="1400" dirty="0">
                <a:solidFill>
                  <a:schemeClr val="tx1">
                    <a:lumMod val="95000"/>
                    <a:lumOff val="5000"/>
                  </a:schemeClr>
                </a:solidFill>
                <a:latin typeface="Times New Roman" panose="02020503050405090304" pitchFamily="18" charset="0"/>
                <a:ea typeface="宋体" pitchFamily="2" charset="-122"/>
              </a:rPr>
              <a:t>欢 </a:t>
            </a:r>
            <a:r>
              <a:rPr lang="en-US" altLang="zh-CN" sz="1400" dirty="0">
                <a:solidFill>
                  <a:schemeClr val="tx1">
                    <a:lumMod val="95000"/>
                    <a:lumOff val="5000"/>
                  </a:schemeClr>
                </a:solidFill>
                <a:latin typeface="Times New Roman" panose="02020503050405090304" pitchFamily="18" charset="0"/>
                <a:ea typeface="宋体" pitchFamily="2" charset="-122"/>
              </a:rPr>
              <a:t>| </a:t>
            </a:r>
            <a:r>
              <a:rPr lang="zh-CN" altLang="en-US" sz="1400" dirty="0">
                <a:solidFill>
                  <a:schemeClr val="tx1">
                    <a:lumMod val="95000"/>
                    <a:lumOff val="5000"/>
                  </a:schemeClr>
                </a:solidFill>
                <a:latin typeface="Times New Roman" panose="02020503050405090304" pitchFamily="18" charset="0"/>
                <a:ea typeface="宋体" pitchFamily="2" charset="-122"/>
              </a:rPr>
              <a:t>我喜 </a:t>
            </a:r>
            <a:r>
              <a:rPr lang="en-US" altLang="zh-CN" sz="1400" dirty="0">
                <a:solidFill>
                  <a:schemeClr val="tx1">
                    <a:lumMod val="95000"/>
                    <a:lumOff val="5000"/>
                  </a:schemeClr>
                </a:solidFill>
                <a:latin typeface="Times New Roman" panose="02020503050405090304" pitchFamily="18" charset="0"/>
                <a:ea typeface="宋体" pitchFamily="2" charset="-122"/>
              </a:rPr>
              <a:t>)*P( </a:t>
            </a:r>
            <a:r>
              <a:rPr lang="zh-CN" altLang="en-US" sz="1400" dirty="0">
                <a:solidFill>
                  <a:schemeClr val="tx1">
                    <a:lumMod val="95000"/>
                    <a:lumOff val="5000"/>
                  </a:schemeClr>
                </a:solidFill>
                <a:latin typeface="Times New Roman" panose="02020503050405090304" pitchFamily="18" charset="0"/>
                <a:ea typeface="宋体" pitchFamily="2" charset="-122"/>
              </a:rPr>
              <a:t>观赏 </a:t>
            </a:r>
            <a:r>
              <a:rPr lang="en-US" altLang="zh-CN" sz="1400" dirty="0">
                <a:solidFill>
                  <a:schemeClr val="tx1">
                    <a:lumMod val="95000"/>
                    <a:lumOff val="5000"/>
                  </a:schemeClr>
                </a:solidFill>
                <a:latin typeface="Times New Roman" panose="02020503050405090304" pitchFamily="18" charset="0"/>
                <a:ea typeface="宋体" pitchFamily="2" charset="-122"/>
              </a:rPr>
              <a:t>| </a:t>
            </a:r>
            <a:r>
              <a:rPr lang="zh-CN" altLang="en-US" sz="1400" dirty="0">
                <a:solidFill>
                  <a:schemeClr val="tx1">
                    <a:lumMod val="95000"/>
                    <a:lumOff val="5000"/>
                  </a:schemeClr>
                </a:solidFill>
                <a:latin typeface="Times New Roman" panose="02020503050405090304" pitchFamily="18" charset="0"/>
                <a:ea typeface="宋体" pitchFamily="2" charset="-122"/>
              </a:rPr>
              <a:t>欢 </a:t>
            </a:r>
            <a:r>
              <a:rPr lang="en-US" altLang="zh-CN" sz="1400" dirty="0">
                <a:solidFill>
                  <a:schemeClr val="tx1">
                    <a:lumMod val="95000"/>
                    <a:lumOff val="5000"/>
                  </a:schemeClr>
                </a:solidFill>
                <a:latin typeface="Times New Roman" panose="02020503050405090304" pitchFamily="18" charset="0"/>
                <a:ea typeface="宋体" pitchFamily="2" charset="-122"/>
              </a:rPr>
              <a:t>)*P( </a:t>
            </a:r>
            <a:r>
              <a:rPr lang="zh-CN" altLang="en-US" sz="1400" dirty="0">
                <a:solidFill>
                  <a:schemeClr val="tx1">
                    <a:lumMod val="95000"/>
                    <a:lumOff val="5000"/>
                  </a:schemeClr>
                </a:solidFill>
                <a:latin typeface="Times New Roman" panose="02020503050405090304" pitchFamily="18" charset="0"/>
                <a:ea typeface="宋体" pitchFamily="2" charset="-122"/>
              </a:rPr>
              <a:t>日出 </a:t>
            </a:r>
            <a:r>
              <a:rPr lang="en-US" altLang="zh-CN" sz="1400" dirty="0">
                <a:solidFill>
                  <a:schemeClr val="tx1">
                    <a:lumMod val="95000"/>
                    <a:lumOff val="5000"/>
                  </a:schemeClr>
                </a:solidFill>
                <a:latin typeface="Times New Roman" panose="02020503050405090304" pitchFamily="18" charset="0"/>
                <a:ea typeface="宋体" pitchFamily="2" charset="-122"/>
              </a:rPr>
              <a:t>| </a:t>
            </a:r>
            <a:r>
              <a:rPr lang="zh-CN" altLang="en-US" sz="1400" dirty="0">
                <a:solidFill>
                  <a:schemeClr val="tx1">
                    <a:lumMod val="95000"/>
                    <a:lumOff val="5000"/>
                  </a:schemeClr>
                </a:solidFill>
                <a:latin typeface="Times New Roman" panose="02020503050405090304" pitchFamily="18" charset="0"/>
                <a:ea typeface="宋体" pitchFamily="2" charset="-122"/>
              </a:rPr>
              <a:t>观赏 </a:t>
            </a:r>
            <a:r>
              <a:rPr lang="en-US" altLang="zh-CN" sz="1400">
                <a:solidFill>
                  <a:schemeClr val="tx1">
                    <a:lumMod val="95000"/>
                    <a:lumOff val="5000"/>
                  </a:schemeClr>
                </a:solidFill>
                <a:latin typeface="Times New Roman" panose="02020503050405090304" pitchFamily="18" charset="0"/>
                <a:ea typeface="宋体" pitchFamily="2" charset="-122"/>
              </a:rPr>
              <a:t>) *P(&lt;/s&gt;</a:t>
            </a:r>
            <a:r>
              <a:rPr lang="zh-CN" altLang="en-US" sz="1400">
                <a:solidFill>
                  <a:schemeClr val="tx1">
                    <a:lumMod val="95000"/>
                    <a:lumOff val="5000"/>
                  </a:schemeClr>
                </a:solidFill>
                <a:latin typeface="Times New Roman" panose="02020503050405090304" pitchFamily="18" charset="0"/>
                <a:ea typeface="宋体" pitchFamily="2" charset="-122"/>
              </a:rPr>
              <a:t> </a:t>
            </a:r>
            <a:r>
              <a:rPr lang="en-US" altLang="zh-CN" sz="1400">
                <a:solidFill>
                  <a:schemeClr val="tx1">
                    <a:lumMod val="95000"/>
                    <a:lumOff val="5000"/>
                  </a:schemeClr>
                </a:solidFill>
                <a:latin typeface="Times New Roman" panose="02020503050405090304" pitchFamily="18" charset="0"/>
                <a:ea typeface="宋体" pitchFamily="2" charset="-122"/>
              </a:rPr>
              <a:t>|</a:t>
            </a:r>
            <a:r>
              <a:rPr lang="zh-CN" altLang="en-US" sz="1400">
                <a:solidFill>
                  <a:schemeClr val="tx1">
                    <a:lumMod val="95000"/>
                    <a:lumOff val="5000"/>
                  </a:schemeClr>
                </a:solidFill>
                <a:latin typeface="Times New Roman" panose="02020503050405090304" pitchFamily="18" charset="0"/>
                <a:ea typeface="宋体" pitchFamily="2" charset="-122"/>
              </a:rPr>
              <a:t>日出</a:t>
            </a:r>
            <a:r>
              <a:rPr lang="en-US" altLang="zh-CN" sz="1400">
                <a:solidFill>
                  <a:schemeClr val="tx1">
                    <a:lumMod val="95000"/>
                    <a:lumOff val="5000"/>
                  </a:schemeClr>
                </a:solidFill>
                <a:latin typeface="Times New Roman" panose="02020503050405090304" pitchFamily="18" charset="0"/>
                <a:ea typeface="宋体" pitchFamily="2" charset="-122"/>
              </a:rPr>
              <a:t>)</a:t>
            </a:r>
            <a:endParaRPr lang="en-US" altLang="zh-CN" sz="1400" dirty="0">
              <a:solidFill>
                <a:schemeClr val="tx1">
                  <a:lumMod val="95000"/>
                  <a:lumOff val="5000"/>
                </a:schemeClr>
              </a:solidFill>
              <a:latin typeface="Times New Roman" panose="02020503050405090304" pitchFamily="18" charset="0"/>
              <a:ea typeface="宋体" pitchFamily="2" charset="-122"/>
            </a:endParaRPr>
          </a:p>
          <a:p>
            <a:pPr>
              <a:lnSpc>
                <a:spcPts val="2080"/>
              </a:lnSpc>
            </a:pPr>
            <a:r>
              <a:rPr lang="en-US" altLang="zh-CN" sz="1400" dirty="0">
                <a:solidFill>
                  <a:schemeClr val="tx1">
                    <a:lumMod val="95000"/>
                    <a:lumOff val="5000"/>
                  </a:schemeClr>
                </a:solidFill>
                <a:latin typeface="Times New Roman" panose="02020503050405090304" pitchFamily="18" charset="0"/>
                <a:ea typeface="宋体" pitchFamily="2" charset="-122"/>
              </a:rPr>
              <a:t>       P(Y3 ) = P( </a:t>
            </a:r>
            <a:r>
              <a:rPr lang="zh-CN" altLang="en-US" sz="1400">
                <a:solidFill>
                  <a:schemeClr val="tx1">
                    <a:lumMod val="95000"/>
                    <a:lumOff val="5000"/>
                  </a:schemeClr>
                </a:solidFill>
                <a:latin typeface="Times New Roman" panose="02020503050405090304" pitchFamily="18" charset="0"/>
                <a:ea typeface="宋体" pitchFamily="2" charset="-122"/>
              </a:rPr>
              <a:t>我 </a:t>
            </a:r>
            <a:r>
              <a:rPr lang="en-US" altLang="zh-CN" sz="1400">
                <a:solidFill>
                  <a:schemeClr val="tx1">
                    <a:lumMod val="95000"/>
                    <a:lumOff val="5000"/>
                  </a:schemeClr>
                </a:solidFill>
                <a:latin typeface="Times New Roman" panose="02020503050405090304" pitchFamily="18" charset="0"/>
                <a:ea typeface="宋体" pitchFamily="2" charset="-122"/>
              </a:rPr>
              <a:t>|&lt;s&gt;</a:t>
            </a:r>
            <a:r>
              <a:rPr lang="zh-CN" altLang="en-US" sz="1400">
                <a:solidFill>
                  <a:schemeClr val="tx1">
                    <a:lumMod val="95000"/>
                    <a:lumOff val="5000"/>
                  </a:schemeClr>
                </a:solidFill>
                <a:latin typeface="Times New Roman" panose="02020503050405090304" pitchFamily="18" charset="0"/>
                <a:ea typeface="宋体" pitchFamily="2" charset="-122"/>
              </a:rPr>
              <a:t> </a:t>
            </a:r>
            <a:r>
              <a:rPr lang="en-US" altLang="zh-CN" sz="1400">
                <a:solidFill>
                  <a:schemeClr val="tx1">
                    <a:lumMod val="95000"/>
                    <a:lumOff val="5000"/>
                  </a:schemeClr>
                </a:solidFill>
                <a:latin typeface="Times New Roman" panose="02020503050405090304" pitchFamily="18" charset="0"/>
                <a:ea typeface="宋体" pitchFamily="2" charset="-122"/>
              </a:rPr>
              <a:t>)*</a:t>
            </a:r>
            <a:r>
              <a:rPr lang="en-US" altLang="zh-CN" sz="1400" dirty="0">
                <a:solidFill>
                  <a:schemeClr val="tx1">
                    <a:lumMod val="95000"/>
                    <a:lumOff val="5000"/>
                  </a:schemeClr>
                </a:solidFill>
                <a:latin typeface="Times New Roman" panose="02020503050405090304" pitchFamily="18" charset="0"/>
                <a:ea typeface="宋体" pitchFamily="2" charset="-122"/>
              </a:rPr>
              <a:t>P( </a:t>
            </a:r>
            <a:r>
              <a:rPr lang="zh-CN" altLang="en-US" sz="1400" dirty="0">
                <a:solidFill>
                  <a:schemeClr val="tx1">
                    <a:lumMod val="95000"/>
                    <a:lumOff val="5000"/>
                  </a:schemeClr>
                </a:solidFill>
                <a:latin typeface="Times New Roman" panose="02020503050405090304" pitchFamily="18" charset="0"/>
                <a:ea typeface="宋体" pitchFamily="2" charset="-122"/>
              </a:rPr>
              <a:t>喜 </a:t>
            </a:r>
            <a:r>
              <a:rPr lang="en-US" altLang="zh-CN" sz="1400" dirty="0">
                <a:solidFill>
                  <a:schemeClr val="tx1">
                    <a:lumMod val="95000"/>
                    <a:lumOff val="5000"/>
                  </a:schemeClr>
                </a:solidFill>
                <a:latin typeface="Times New Roman" panose="02020503050405090304" pitchFamily="18" charset="0"/>
                <a:ea typeface="宋体" pitchFamily="2" charset="-122"/>
              </a:rPr>
              <a:t>| </a:t>
            </a:r>
            <a:r>
              <a:rPr lang="zh-CN" altLang="en-US" sz="1400" dirty="0">
                <a:solidFill>
                  <a:schemeClr val="tx1">
                    <a:lumMod val="95000"/>
                    <a:lumOff val="5000"/>
                  </a:schemeClr>
                </a:solidFill>
                <a:latin typeface="Times New Roman" panose="02020503050405090304" pitchFamily="18" charset="0"/>
                <a:ea typeface="宋体" pitchFamily="2" charset="-122"/>
              </a:rPr>
              <a:t>我 </a:t>
            </a:r>
            <a:r>
              <a:rPr lang="en-US" altLang="zh-CN" sz="1400" dirty="0">
                <a:solidFill>
                  <a:schemeClr val="tx1">
                    <a:lumMod val="95000"/>
                    <a:lumOff val="5000"/>
                  </a:schemeClr>
                </a:solidFill>
                <a:latin typeface="Times New Roman" panose="02020503050405090304" pitchFamily="18" charset="0"/>
                <a:ea typeface="宋体" pitchFamily="2" charset="-122"/>
              </a:rPr>
              <a:t>)*P( </a:t>
            </a:r>
            <a:r>
              <a:rPr lang="zh-CN" altLang="en-US" sz="1400" dirty="0">
                <a:solidFill>
                  <a:schemeClr val="tx1">
                    <a:lumMod val="95000"/>
                    <a:lumOff val="5000"/>
                  </a:schemeClr>
                </a:solidFill>
                <a:latin typeface="Times New Roman" panose="02020503050405090304" pitchFamily="18" charset="0"/>
                <a:ea typeface="宋体" pitchFamily="2" charset="-122"/>
              </a:rPr>
              <a:t>欢观 </a:t>
            </a:r>
            <a:r>
              <a:rPr lang="en-US" altLang="zh-CN" sz="1400" dirty="0">
                <a:solidFill>
                  <a:schemeClr val="tx1">
                    <a:lumMod val="95000"/>
                    <a:lumOff val="5000"/>
                  </a:schemeClr>
                </a:solidFill>
                <a:latin typeface="Times New Roman" panose="02020503050405090304" pitchFamily="18" charset="0"/>
                <a:ea typeface="宋体" pitchFamily="2" charset="-122"/>
              </a:rPr>
              <a:t>| </a:t>
            </a:r>
            <a:r>
              <a:rPr lang="zh-CN" altLang="en-US" sz="1400" dirty="0">
                <a:solidFill>
                  <a:schemeClr val="tx1">
                    <a:lumMod val="95000"/>
                    <a:lumOff val="5000"/>
                  </a:schemeClr>
                </a:solidFill>
                <a:latin typeface="Times New Roman" panose="02020503050405090304" pitchFamily="18" charset="0"/>
                <a:ea typeface="宋体" pitchFamily="2" charset="-122"/>
              </a:rPr>
              <a:t>喜 </a:t>
            </a:r>
            <a:r>
              <a:rPr lang="en-US" altLang="zh-CN" sz="1400" dirty="0">
                <a:solidFill>
                  <a:schemeClr val="tx1">
                    <a:lumMod val="95000"/>
                    <a:lumOff val="5000"/>
                  </a:schemeClr>
                </a:solidFill>
                <a:latin typeface="Times New Roman" panose="02020503050405090304" pitchFamily="18" charset="0"/>
                <a:ea typeface="宋体" pitchFamily="2" charset="-122"/>
              </a:rPr>
              <a:t>)*P( </a:t>
            </a:r>
            <a:r>
              <a:rPr lang="zh-CN" altLang="en-US" sz="1400" dirty="0">
                <a:solidFill>
                  <a:schemeClr val="tx1">
                    <a:lumMod val="95000"/>
                    <a:lumOff val="5000"/>
                  </a:schemeClr>
                </a:solidFill>
                <a:latin typeface="Times New Roman" panose="02020503050405090304" pitchFamily="18" charset="0"/>
                <a:ea typeface="宋体" pitchFamily="2" charset="-122"/>
              </a:rPr>
              <a:t>赏日出 </a:t>
            </a:r>
            <a:r>
              <a:rPr lang="en-US" altLang="zh-CN" sz="1400" dirty="0">
                <a:solidFill>
                  <a:schemeClr val="tx1">
                    <a:lumMod val="95000"/>
                    <a:lumOff val="5000"/>
                  </a:schemeClr>
                </a:solidFill>
                <a:latin typeface="Times New Roman" panose="02020503050405090304" pitchFamily="18" charset="0"/>
                <a:ea typeface="宋体" pitchFamily="2" charset="-122"/>
              </a:rPr>
              <a:t>| </a:t>
            </a:r>
            <a:r>
              <a:rPr lang="zh-CN" altLang="en-US" sz="1400" dirty="0">
                <a:solidFill>
                  <a:schemeClr val="tx1">
                    <a:lumMod val="95000"/>
                    <a:lumOff val="5000"/>
                  </a:schemeClr>
                </a:solidFill>
                <a:latin typeface="Times New Roman" panose="02020503050405090304" pitchFamily="18" charset="0"/>
                <a:ea typeface="宋体" pitchFamily="2" charset="-122"/>
              </a:rPr>
              <a:t>欢观 </a:t>
            </a:r>
            <a:r>
              <a:rPr lang="en-US" altLang="zh-CN" sz="1400">
                <a:solidFill>
                  <a:schemeClr val="tx1">
                    <a:lumMod val="95000"/>
                    <a:lumOff val="5000"/>
                  </a:schemeClr>
                </a:solidFill>
                <a:latin typeface="Times New Roman" panose="02020503050405090304" pitchFamily="18" charset="0"/>
                <a:ea typeface="宋体" pitchFamily="2" charset="-122"/>
              </a:rPr>
              <a:t>) *P(&lt;/s&gt;</a:t>
            </a:r>
            <a:r>
              <a:rPr lang="zh-CN" altLang="en-US" sz="1400">
                <a:solidFill>
                  <a:schemeClr val="tx1">
                    <a:lumMod val="95000"/>
                    <a:lumOff val="5000"/>
                  </a:schemeClr>
                </a:solidFill>
                <a:latin typeface="Times New Roman" panose="02020503050405090304" pitchFamily="18" charset="0"/>
                <a:ea typeface="宋体" pitchFamily="2" charset="-122"/>
              </a:rPr>
              <a:t> </a:t>
            </a:r>
            <a:r>
              <a:rPr lang="en-US" altLang="zh-CN" sz="1400">
                <a:solidFill>
                  <a:schemeClr val="tx1">
                    <a:lumMod val="95000"/>
                    <a:lumOff val="5000"/>
                  </a:schemeClr>
                </a:solidFill>
                <a:latin typeface="Times New Roman" panose="02020503050405090304" pitchFamily="18" charset="0"/>
                <a:ea typeface="宋体" pitchFamily="2" charset="-122"/>
              </a:rPr>
              <a:t>|</a:t>
            </a:r>
            <a:r>
              <a:rPr lang="zh-CN" altLang="en-US" sz="1400">
                <a:solidFill>
                  <a:schemeClr val="tx1">
                    <a:lumMod val="95000"/>
                    <a:lumOff val="5000"/>
                  </a:schemeClr>
                </a:solidFill>
                <a:latin typeface="Times New Roman" panose="02020503050405090304" pitchFamily="18" charset="0"/>
                <a:ea typeface="宋体" pitchFamily="2" charset="-122"/>
              </a:rPr>
              <a:t>赏日出 </a:t>
            </a:r>
            <a:r>
              <a:rPr lang="en-US" altLang="zh-CN" sz="1400">
                <a:solidFill>
                  <a:schemeClr val="tx1">
                    <a:lumMod val="95000"/>
                    <a:lumOff val="5000"/>
                  </a:schemeClr>
                </a:solidFill>
                <a:latin typeface="Times New Roman" panose="02020503050405090304" pitchFamily="18" charset="0"/>
                <a:ea typeface="宋体" pitchFamily="2" charset="-122"/>
              </a:rPr>
              <a:t>) </a:t>
            </a:r>
            <a:endParaRPr lang="en-US" altLang="zh-CN" sz="1400" dirty="0">
              <a:solidFill>
                <a:schemeClr val="tx1">
                  <a:lumMod val="95000"/>
                  <a:lumOff val="5000"/>
                </a:schemeClr>
              </a:solidFill>
              <a:latin typeface="Times New Roman" panose="02020503050405090304" pitchFamily="18" charset="0"/>
              <a:ea typeface="宋体" pitchFamily="2" charset="-122"/>
            </a:endParaRPr>
          </a:p>
          <a:p>
            <a:pPr>
              <a:lnSpc>
                <a:spcPts val="2080"/>
              </a:lnSpc>
            </a:pPr>
            <a:r>
              <a:rPr lang="en-US" altLang="zh-CN" sz="1400" dirty="0">
                <a:solidFill>
                  <a:schemeClr val="tx1"/>
                </a:solidFill>
                <a:latin typeface="Times New Roman" panose="02020503050405090304" pitchFamily="18" charset="0"/>
                <a:ea typeface="宋体" pitchFamily="2" charset="-122"/>
              </a:rPr>
              <a:t>       P(Y4 ) = P( </a:t>
            </a:r>
            <a:r>
              <a:rPr lang="zh-CN" altLang="en-US" sz="1400">
                <a:solidFill>
                  <a:schemeClr val="tx1"/>
                </a:solidFill>
                <a:latin typeface="Times New Roman" panose="02020503050405090304" pitchFamily="18" charset="0"/>
                <a:ea typeface="宋体" pitchFamily="2" charset="-122"/>
              </a:rPr>
              <a:t>我 </a:t>
            </a:r>
            <a:r>
              <a:rPr lang="en-US" altLang="zh-CN" sz="1400">
                <a:solidFill>
                  <a:schemeClr val="tx1">
                    <a:lumMod val="95000"/>
                    <a:lumOff val="5000"/>
                  </a:schemeClr>
                </a:solidFill>
                <a:latin typeface="Times New Roman" panose="02020503050405090304" pitchFamily="18" charset="0"/>
                <a:ea typeface="宋体" pitchFamily="2" charset="-122"/>
              </a:rPr>
              <a:t>|&lt;s&gt;</a:t>
            </a:r>
            <a:r>
              <a:rPr lang="zh-CN" altLang="en-US" sz="1400">
                <a:solidFill>
                  <a:schemeClr val="tx1">
                    <a:lumMod val="95000"/>
                    <a:lumOff val="5000"/>
                  </a:schemeClr>
                </a:solidFill>
                <a:latin typeface="Times New Roman" panose="02020503050405090304" pitchFamily="18" charset="0"/>
                <a:ea typeface="宋体" pitchFamily="2" charset="-122"/>
              </a:rPr>
              <a:t> </a:t>
            </a:r>
            <a:r>
              <a:rPr lang="en-US" altLang="zh-CN" sz="1400">
                <a:solidFill>
                  <a:schemeClr val="tx1"/>
                </a:solidFill>
                <a:latin typeface="Times New Roman" panose="02020503050405090304" pitchFamily="18" charset="0"/>
                <a:ea typeface="宋体" pitchFamily="2" charset="-122"/>
              </a:rPr>
              <a:t>)*</a:t>
            </a:r>
            <a:r>
              <a:rPr lang="en-US" altLang="zh-CN" sz="1400" dirty="0">
                <a:solidFill>
                  <a:schemeClr val="tx1"/>
                </a:solidFill>
                <a:latin typeface="Times New Roman" panose="02020503050405090304" pitchFamily="18" charset="0"/>
                <a:ea typeface="宋体" pitchFamily="2" charset="-122"/>
              </a:rPr>
              <a:t>P( </a:t>
            </a:r>
            <a:r>
              <a:rPr lang="zh-CN" altLang="en-US" sz="1400" dirty="0">
                <a:solidFill>
                  <a:schemeClr val="tx1"/>
                </a:solidFill>
                <a:latin typeface="Times New Roman" panose="02020503050405090304" pitchFamily="18" charset="0"/>
                <a:ea typeface="宋体" pitchFamily="2" charset="-122"/>
              </a:rPr>
              <a:t>喜欢 </a:t>
            </a:r>
            <a:r>
              <a:rPr lang="en-US" altLang="zh-CN" sz="1400" dirty="0">
                <a:solidFill>
                  <a:schemeClr val="tx1"/>
                </a:solidFill>
                <a:latin typeface="Times New Roman" panose="02020503050405090304" pitchFamily="18" charset="0"/>
                <a:ea typeface="宋体" pitchFamily="2" charset="-122"/>
              </a:rPr>
              <a:t>| </a:t>
            </a:r>
            <a:r>
              <a:rPr lang="zh-CN" altLang="en-US" sz="1400" dirty="0">
                <a:solidFill>
                  <a:schemeClr val="tx1"/>
                </a:solidFill>
                <a:latin typeface="Times New Roman" panose="02020503050405090304" pitchFamily="18" charset="0"/>
                <a:ea typeface="宋体" pitchFamily="2" charset="-122"/>
              </a:rPr>
              <a:t>我 </a:t>
            </a:r>
            <a:r>
              <a:rPr lang="en-US" altLang="zh-CN" sz="1400" dirty="0">
                <a:solidFill>
                  <a:schemeClr val="tx1"/>
                </a:solidFill>
                <a:latin typeface="Times New Roman" panose="02020503050405090304" pitchFamily="18" charset="0"/>
                <a:ea typeface="宋体" pitchFamily="2" charset="-122"/>
              </a:rPr>
              <a:t>)*P( </a:t>
            </a:r>
            <a:r>
              <a:rPr lang="zh-CN" altLang="en-US" sz="1400" dirty="0">
                <a:solidFill>
                  <a:schemeClr val="tx1"/>
                </a:solidFill>
                <a:latin typeface="Times New Roman" panose="02020503050405090304" pitchFamily="18" charset="0"/>
                <a:ea typeface="宋体" pitchFamily="2" charset="-122"/>
              </a:rPr>
              <a:t>观赏 </a:t>
            </a:r>
            <a:r>
              <a:rPr lang="en-US" altLang="zh-CN" sz="1400" dirty="0">
                <a:solidFill>
                  <a:schemeClr val="tx1"/>
                </a:solidFill>
                <a:latin typeface="Times New Roman" panose="02020503050405090304" pitchFamily="18" charset="0"/>
                <a:ea typeface="宋体" pitchFamily="2" charset="-122"/>
              </a:rPr>
              <a:t>| </a:t>
            </a:r>
            <a:r>
              <a:rPr lang="zh-CN" altLang="en-US" sz="1400" dirty="0">
                <a:solidFill>
                  <a:schemeClr val="tx1"/>
                </a:solidFill>
                <a:latin typeface="Times New Roman" panose="02020503050405090304" pitchFamily="18" charset="0"/>
                <a:ea typeface="宋体" pitchFamily="2" charset="-122"/>
              </a:rPr>
              <a:t>喜欢 </a:t>
            </a:r>
            <a:r>
              <a:rPr lang="en-US" altLang="zh-CN" sz="1400" dirty="0">
                <a:solidFill>
                  <a:schemeClr val="tx1"/>
                </a:solidFill>
                <a:latin typeface="Times New Roman" panose="02020503050405090304" pitchFamily="18" charset="0"/>
                <a:ea typeface="宋体" pitchFamily="2" charset="-122"/>
              </a:rPr>
              <a:t>)*P( </a:t>
            </a:r>
            <a:r>
              <a:rPr lang="zh-CN" altLang="en-US" sz="1400" dirty="0">
                <a:solidFill>
                  <a:schemeClr val="tx1"/>
                </a:solidFill>
                <a:latin typeface="Times New Roman" panose="02020503050405090304" pitchFamily="18" charset="0"/>
                <a:ea typeface="宋体" pitchFamily="2" charset="-122"/>
              </a:rPr>
              <a:t>日出 </a:t>
            </a:r>
            <a:r>
              <a:rPr lang="en-US" altLang="zh-CN" sz="1400" dirty="0">
                <a:solidFill>
                  <a:schemeClr val="tx1"/>
                </a:solidFill>
                <a:latin typeface="Times New Roman" panose="02020503050405090304" pitchFamily="18" charset="0"/>
                <a:ea typeface="宋体" pitchFamily="2" charset="-122"/>
              </a:rPr>
              <a:t>| </a:t>
            </a:r>
            <a:r>
              <a:rPr lang="zh-CN" altLang="en-US" sz="1400">
                <a:solidFill>
                  <a:schemeClr val="tx1"/>
                </a:solidFill>
                <a:latin typeface="Times New Roman" panose="02020503050405090304" pitchFamily="18" charset="0"/>
                <a:ea typeface="宋体" pitchFamily="2" charset="-122"/>
              </a:rPr>
              <a:t>观赏 </a:t>
            </a:r>
            <a:r>
              <a:rPr lang="en-US" altLang="zh-CN" sz="1400">
                <a:solidFill>
                  <a:schemeClr val="tx1"/>
                </a:solidFill>
                <a:latin typeface="Times New Roman" panose="02020503050405090304" pitchFamily="18" charset="0"/>
                <a:ea typeface="宋体" pitchFamily="2" charset="-122"/>
              </a:rPr>
              <a:t>)</a:t>
            </a:r>
            <a:r>
              <a:rPr lang="en-US" altLang="zh-CN" sz="1400">
                <a:solidFill>
                  <a:schemeClr val="tx1">
                    <a:lumMod val="95000"/>
                    <a:lumOff val="5000"/>
                  </a:schemeClr>
                </a:solidFill>
                <a:latin typeface="Times New Roman" panose="02020503050405090304" pitchFamily="18" charset="0"/>
                <a:ea typeface="宋体" pitchFamily="2" charset="-122"/>
              </a:rPr>
              <a:t> *P(&lt;/s&gt;</a:t>
            </a:r>
            <a:r>
              <a:rPr lang="zh-CN" altLang="en-US" sz="1400">
                <a:solidFill>
                  <a:schemeClr val="tx1">
                    <a:lumMod val="95000"/>
                    <a:lumOff val="5000"/>
                  </a:schemeClr>
                </a:solidFill>
                <a:latin typeface="Times New Roman" panose="02020503050405090304" pitchFamily="18" charset="0"/>
                <a:ea typeface="宋体" pitchFamily="2" charset="-122"/>
              </a:rPr>
              <a:t> </a:t>
            </a:r>
            <a:r>
              <a:rPr lang="en-US" altLang="zh-CN" sz="1400">
                <a:solidFill>
                  <a:schemeClr val="tx1">
                    <a:lumMod val="95000"/>
                    <a:lumOff val="5000"/>
                  </a:schemeClr>
                </a:solidFill>
                <a:latin typeface="Times New Roman" panose="02020503050405090304" pitchFamily="18" charset="0"/>
                <a:ea typeface="宋体" pitchFamily="2" charset="-122"/>
              </a:rPr>
              <a:t>|</a:t>
            </a:r>
            <a:r>
              <a:rPr lang="zh-CN" altLang="en-US" sz="1400">
                <a:solidFill>
                  <a:schemeClr val="tx1">
                    <a:lumMod val="95000"/>
                    <a:lumOff val="5000"/>
                  </a:schemeClr>
                </a:solidFill>
                <a:latin typeface="Times New Roman" panose="02020503050405090304" pitchFamily="18" charset="0"/>
                <a:ea typeface="宋体" pitchFamily="2" charset="-122"/>
              </a:rPr>
              <a:t>日出</a:t>
            </a:r>
            <a:r>
              <a:rPr lang="en-US" altLang="zh-CN" sz="1400">
                <a:solidFill>
                  <a:schemeClr val="tx1">
                    <a:lumMod val="95000"/>
                    <a:lumOff val="5000"/>
                  </a:schemeClr>
                </a:solidFill>
                <a:latin typeface="Times New Roman" panose="02020503050405090304" pitchFamily="18" charset="0"/>
                <a:ea typeface="宋体" pitchFamily="2" charset="-122"/>
              </a:rPr>
              <a:t>) </a:t>
            </a:r>
            <a:endParaRPr lang="en-US" altLang="zh-CN" sz="1400" dirty="0">
              <a:solidFill>
                <a:schemeClr val="tx1"/>
              </a:solidFill>
              <a:latin typeface="Times New Roman" panose="02020503050405090304" pitchFamily="18" charset="0"/>
              <a:ea typeface="宋体" pitchFamily="2" charset="-122"/>
            </a:endParaRPr>
          </a:p>
        </p:txBody>
      </p:sp>
      <p:sp>
        <p:nvSpPr>
          <p:cNvPr id="6" name="文本框 5"/>
          <p:cNvSpPr txBox="1"/>
          <p:nvPr/>
        </p:nvSpPr>
        <p:spPr>
          <a:xfrm>
            <a:off x="457200" y="820004"/>
            <a:ext cx="7242175" cy="417743"/>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a:lnSpc>
                <a:spcPct val="150000"/>
              </a:lnSpc>
            </a:pPr>
            <a:r>
              <a:rPr lang="zh-CN" altLang="en-US" sz="1600">
                <a:latin typeface="Times New Roman" panose="02020503050405090304" pitchFamily="18" charset="0"/>
                <a:ea typeface="宋体" pitchFamily="2" charset="-122"/>
              </a:rPr>
              <a:t>【例】基于N-gram模型</a:t>
            </a:r>
            <a:r>
              <a:rPr lang="zh-CN" altLang="en-US" sz="1600" dirty="0">
                <a:latin typeface="Times New Roman" panose="02020503050405090304" pitchFamily="18" charset="0"/>
                <a:ea typeface="宋体" pitchFamily="2" charset="-122"/>
              </a:rPr>
              <a:t>算法对“我喜欢观赏日出”进行中文分词。</a:t>
            </a:r>
            <a:endParaRPr lang="zh-CN" altLang="en-US" sz="1600" dirty="0">
              <a:latin typeface="Times New Roman" panose="02020503050405090304" pitchFamily="18" charset="0"/>
              <a:ea typeface="宋体" pitchFamily="2" charset="-122"/>
            </a:endParaRPr>
          </a:p>
        </p:txBody>
      </p:sp>
      <p:sp>
        <p:nvSpPr>
          <p:cNvPr id="10" name="标题 9"/>
          <p:cNvSpPr>
            <a:spLocks noGrp="1"/>
          </p:cNvSpPr>
          <p:nvPr>
            <p:ph type="title"/>
          </p:nvPr>
        </p:nvSpPr>
        <p:spPr/>
        <p:txBody>
          <a:bodyPr/>
          <a:lstStyle/>
          <a:p>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 </a:t>
            </a:r>
            <a:r>
              <a:rPr lang="en-US" altLang="zh-CN" sz="2400" b="1">
                <a:solidFill>
                  <a:srgbClr val="004C41"/>
                </a:solidFill>
                <a:ea typeface="宋体" pitchFamily="2" charset="-122"/>
                <a:cs typeface="+mn-ea"/>
                <a:sym typeface="+mn-lt"/>
              </a:rPr>
              <a:t>N-gram</a:t>
            </a:r>
            <a:r>
              <a:rPr lang="zh-CN" altLang="en-US" sz="2400" b="1">
                <a:solidFill>
                  <a:srgbClr val="004C41"/>
                </a:solidFill>
                <a:ea typeface="宋体" pitchFamily="2" charset="-122"/>
                <a:cs typeface="+mn-ea"/>
                <a:sym typeface="+mn-lt"/>
              </a:rPr>
              <a:t>模型分词算法</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4</a:t>
            </a:r>
            <a:r>
              <a:rPr lang="zh-CN" altLang="en-US" sz="2400" b="1">
                <a:solidFill>
                  <a:srgbClr val="004C41"/>
                </a:solidFill>
                <a:ea typeface="宋体" pitchFamily="2" charset="-122"/>
                <a:cs typeface="+mn-ea"/>
                <a:sym typeface="+mn-lt"/>
              </a:rPr>
              <a:t>）算法举例（</a:t>
            </a:r>
            <a:r>
              <a:rPr lang="en-US" altLang="zh-CN" sz="2400" b="1">
                <a:solidFill>
                  <a:srgbClr val="004C41"/>
                </a:solidFill>
                <a:ea typeface="宋体" pitchFamily="2" charset="-122"/>
                <a:cs typeface="+mn-ea"/>
                <a:sym typeface="+mn-lt"/>
              </a:rPr>
              <a:t>bigram</a:t>
            </a:r>
            <a:r>
              <a:rPr lang="zh-CN" altLang="en-US" sz="2400" b="1">
                <a:solidFill>
                  <a:srgbClr val="004C41"/>
                </a:solidFill>
                <a:ea typeface="宋体" pitchFamily="2" charset="-122"/>
                <a:cs typeface="+mn-ea"/>
                <a:sym typeface="+mn-lt"/>
              </a:rPr>
              <a:t>）</a:t>
            </a:r>
            <a:endParaRPr lang="zh-CN" altLang="en-US">
              <a:ea typeface="宋体" pitchFamily="2" charset="-122"/>
            </a:endParaRPr>
          </a:p>
        </p:txBody>
      </p:sp>
      <p:sp>
        <p:nvSpPr>
          <p:cNvPr id="7" name="日期占位符 6"/>
          <p:cNvSpPr>
            <a:spLocks noGrp="1"/>
          </p:cNvSpPr>
          <p:nvPr>
            <p:ph type="dt" sz="half" idx="10"/>
          </p:nvPr>
        </p:nvSpPr>
        <p:spPr/>
        <p:txBody>
          <a:bodyPr/>
          <a:lstStyle/>
          <a:p>
            <a:fld id="{E984797D-4D1C-4FD4-A75A-DBBC7B27D209}"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9" name="灯片编号占位符 8"/>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2" name="文本框 1"/>
          <p:cNvSpPr txBox="1"/>
          <p:nvPr/>
        </p:nvSpPr>
        <p:spPr>
          <a:xfrm>
            <a:off x="5995279" y="1460779"/>
            <a:ext cx="2352676" cy="1754326"/>
          </a:xfrm>
          <a:prstGeom prst="rect">
            <a:avLst/>
          </a:prstGeom>
          <a:solidFill>
            <a:schemeClr val="accent4">
              <a:lumMod val="20000"/>
              <a:lumOff val="80000"/>
            </a:schemeClr>
          </a:solidFill>
        </p:spPr>
        <p:txBody>
          <a:bodyPr wrap="square" rtlCol="0">
            <a:spAutoFit/>
          </a:bodyPr>
          <a:lstStyle/>
          <a:p>
            <a:r>
              <a:rPr lang="zh-CN" altLang="en-US" sz="1800">
                <a:solidFill>
                  <a:srgbClr val="FF0000"/>
                </a:solidFill>
              </a:rPr>
              <a:t>实际中要基于语料库来统计前向词和后向词出现的概率，哪个词可能是句子开头词的概率，然后进行概率的计算。</a:t>
            </a:r>
            <a:endParaRPr lang="zh-CN" altLang="en-US" sz="180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2"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500" fill="hold"/>
                                        <p:tgtEl>
                                          <p:spTgt spid="2"/>
                                        </p:tgtEl>
                                        <p:attrNameLst>
                                          <p:attrName>ppt_x</p:attrName>
                                        </p:attrNameLst>
                                      </p:cBhvr>
                                      <p:tavLst>
                                        <p:tav tm="0">
                                          <p:val>
                                            <p:strVal val="#ppt_x"/>
                                          </p:val>
                                        </p:tav>
                                        <p:tav tm="100000">
                                          <p:val>
                                            <p:strVal val="#ppt_x"/>
                                          </p:val>
                                        </p:tav>
                                      </p:tavLst>
                                    </p:anim>
                                    <p:anim calcmode="lin" valueType="num">
                                      <p:cBhvr additive="base">
                                        <p:cTn id="15"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animBg="1"/>
      <p:bldP spid="4" grpId="2" animBg="1"/>
      <p:bldP spid="6" grpId="1" animBg="1"/>
      <p:bldP spid="2"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 </a:t>
            </a:r>
            <a:r>
              <a:rPr lang="en-US" altLang="zh-CN" sz="2400" b="1">
                <a:solidFill>
                  <a:srgbClr val="004C41"/>
                </a:solidFill>
                <a:ea typeface="宋体" pitchFamily="2" charset="-122"/>
                <a:cs typeface="+mn-ea"/>
                <a:sym typeface="+mn-lt"/>
              </a:rPr>
              <a:t>N-gram</a:t>
            </a:r>
            <a:r>
              <a:rPr lang="zh-CN" altLang="en-US" sz="2400" b="1">
                <a:solidFill>
                  <a:srgbClr val="004C41"/>
                </a:solidFill>
                <a:ea typeface="宋体" pitchFamily="2" charset="-122"/>
                <a:cs typeface="+mn-ea"/>
                <a:sym typeface="+mn-lt"/>
              </a:rPr>
              <a:t>模型分词算法</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4</a:t>
            </a:r>
            <a:r>
              <a:rPr lang="zh-CN" altLang="en-US" sz="2400" b="1">
                <a:solidFill>
                  <a:srgbClr val="004C41"/>
                </a:solidFill>
                <a:ea typeface="宋体" pitchFamily="2" charset="-122"/>
                <a:cs typeface="+mn-ea"/>
                <a:sym typeface="+mn-lt"/>
              </a:rPr>
              <a:t>）算法举例（</a:t>
            </a:r>
            <a:r>
              <a:rPr lang="en-US" altLang="zh-CN" sz="2400" b="1">
                <a:solidFill>
                  <a:srgbClr val="004C41"/>
                </a:solidFill>
                <a:ea typeface="宋体" pitchFamily="2" charset="-122"/>
                <a:cs typeface="+mn-ea"/>
                <a:sym typeface="+mn-lt"/>
              </a:rPr>
              <a:t>bigram</a:t>
            </a:r>
            <a:r>
              <a:rPr lang="zh-CN" altLang="en-US" sz="2400" b="1">
                <a:solidFill>
                  <a:srgbClr val="004C41"/>
                </a:solidFill>
                <a:ea typeface="宋体" pitchFamily="2" charset="-122"/>
                <a:cs typeface="+mn-ea"/>
                <a:sym typeface="+mn-lt"/>
              </a:rPr>
              <a:t>）</a:t>
            </a:r>
            <a:endParaRPr lang="zh-CN" altLang="en-US"/>
          </a:p>
        </p:txBody>
      </p:sp>
      <p:sp>
        <p:nvSpPr>
          <p:cNvPr id="3" name="日期占位符 2"/>
          <p:cNvSpPr>
            <a:spLocks noGrp="1"/>
          </p:cNvSpPr>
          <p:nvPr>
            <p:ph type="dt" sz="half" idx="10"/>
          </p:nvPr>
        </p:nvSpPr>
        <p:spPr/>
        <p:txBody>
          <a:bodyPr/>
          <a:lstStyle/>
          <a:p>
            <a:fld id="{B5EB4023-B692-41B2-93C3-32315200AA94}"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mc:AlternateContent xmlns:mc="http://schemas.openxmlformats.org/markup-compatibility/2006">
        <mc:Choice xmlns:a14="http://schemas.microsoft.com/office/drawing/2010/main" Requires="a14">
          <p:sp>
            <p:nvSpPr>
              <p:cNvPr id="6" name="文本框 5"/>
              <p:cNvSpPr txBox="1"/>
              <p:nvPr/>
            </p:nvSpPr>
            <p:spPr>
              <a:xfrm>
                <a:off x="650035" y="1207664"/>
                <a:ext cx="6924554" cy="3633110"/>
              </a:xfrm>
              <a:prstGeom prst="rect">
                <a:avLst/>
              </a:prstGeom>
              <a:noFill/>
            </p:spPr>
            <p:txBody>
              <a:bodyPr wrap="square">
                <a:spAutoFit/>
              </a:bodyPr>
              <a:lstStyle/>
              <a:p>
                <a:pPr marL="285750" indent="-285750">
                  <a:lnSpc>
                    <a:spcPct val="150000"/>
                  </a:lnSpc>
                  <a:buClr>
                    <a:srgbClr val="0070C0"/>
                  </a:buClr>
                  <a:buFont typeface="Wingdings" panose="05000000000000000000" pitchFamily="2" charset="2"/>
                  <a:buChar char="n"/>
                </a:pPr>
                <a:r>
                  <a:rPr lang="en-US" altLang="zh-CN" sz="1600">
                    <a:solidFill>
                      <a:schemeClr val="tx1">
                        <a:lumMod val="95000"/>
                        <a:lumOff val="5000"/>
                      </a:schemeClr>
                    </a:solidFill>
                    <a:ea typeface="宋体" pitchFamily="2" charset="-122"/>
                  </a:rPr>
                  <a:t>P(Y1 ) = P( </a:t>
                </a:r>
                <a:r>
                  <a:rPr lang="zh-CN" altLang="en-US" sz="1600">
                    <a:solidFill>
                      <a:schemeClr val="tx1">
                        <a:lumMod val="95000"/>
                        <a:lumOff val="5000"/>
                      </a:schemeClr>
                    </a:solidFill>
                    <a:ea typeface="宋体" pitchFamily="2" charset="-122"/>
                  </a:rPr>
                  <a:t>我喜</a:t>
                </a:r>
                <a:r>
                  <a:rPr lang="en-US" altLang="zh-CN" sz="1600">
                    <a:solidFill>
                      <a:schemeClr val="tx1">
                        <a:lumMod val="95000"/>
                        <a:lumOff val="5000"/>
                      </a:schemeClr>
                    </a:solidFill>
                    <a:ea typeface="宋体" pitchFamily="2" charset="-122"/>
                  </a:rPr>
                  <a:t>|&lt;s&gt;</a:t>
                </a:r>
                <a:r>
                  <a:rPr lang="zh-CN" altLang="en-US" sz="1600">
                    <a:solidFill>
                      <a:schemeClr val="tx1">
                        <a:lumMod val="95000"/>
                        <a:lumOff val="5000"/>
                      </a:schemeClr>
                    </a:solidFill>
                    <a:ea typeface="宋体" pitchFamily="2" charset="-122"/>
                  </a:rPr>
                  <a:t> </a:t>
                </a:r>
                <a:r>
                  <a:rPr lang="en-US" altLang="zh-CN" sz="1600">
                    <a:solidFill>
                      <a:schemeClr val="tx1">
                        <a:lumMod val="95000"/>
                        <a:lumOff val="5000"/>
                      </a:schemeClr>
                    </a:solidFill>
                    <a:ea typeface="宋体" pitchFamily="2" charset="-122"/>
                  </a:rPr>
                  <a:t>)*P( </a:t>
                </a:r>
                <a:r>
                  <a:rPr lang="zh-CN" altLang="en-US" sz="1600">
                    <a:solidFill>
                      <a:schemeClr val="tx1">
                        <a:lumMod val="95000"/>
                        <a:lumOff val="5000"/>
                      </a:schemeClr>
                    </a:solidFill>
                    <a:ea typeface="宋体" pitchFamily="2" charset="-122"/>
                  </a:rPr>
                  <a:t>欢观 </a:t>
                </a:r>
                <a:r>
                  <a:rPr lang="en-US" altLang="zh-CN" sz="1600">
                    <a:solidFill>
                      <a:schemeClr val="tx1">
                        <a:lumMod val="95000"/>
                        <a:lumOff val="5000"/>
                      </a:schemeClr>
                    </a:solidFill>
                    <a:ea typeface="宋体" pitchFamily="2" charset="-122"/>
                  </a:rPr>
                  <a:t>| </a:t>
                </a:r>
                <a:r>
                  <a:rPr lang="zh-CN" altLang="en-US" sz="1600">
                    <a:solidFill>
                      <a:schemeClr val="tx1">
                        <a:lumMod val="95000"/>
                        <a:lumOff val="5000"/>
                      </a:schemeClr>
                    </a:solidFill>
                    <a:ea typeface="宋体" pitchFamily="2" charset="-122"/>
                  </a:rPr>
                  <a:t>我喜 </a:t>
                </a:r>
                <a:r>
                  <a:rPr lang="en-US" altLang="zh-CN" sz="1600">
                    <a:solidFill>
                      <a:schemeClr val="tx1">
                        <a:lumMod val="95000"/>
                        <a:lumOff val="5000"/>
                      </a:schemeClr>
                    </a:solidFill>
                    <a:ea typeface="宋体" pitchFamily="2" charset="-122"/>
                  </a:rPr>
                  <a:t>)*P( </a:t>
                </a:r>
                <a:r>
                  <a:rPr lang="zh-CN" altLang="en-US" sz="1600">
                    <a:solidFill>
                      <a:schemeClr val="tx1">
                        <a:lumMod val="95000"/>
                        <a:lumOff val="5000"/>
                      </a:schemeClr>
                    </a:solidFill>
                    <a:ea typeface="宋体" pitchFamily="2" charset="-122"/>
                  </a:rPr>
                  <a:t>赏 </a:t>
                </a:r>
                <a:r>
                  <a:rPr lang="en-US" altLang="zh-CN" sz="1600">
                    <a:solidFill>
                      <a:schemeClr val="tx1">
                        <a:lumMod val="95000"/>
                        <a:lumOff val="5000"/>
                      </a:schemeClr>
                    </a:solidFill>
                    <a:ea typeface="宋体" pitchFamily="2" charset="-122"/>
                  </a:rPr>
                  <a:t>| </a:t>
                </a:r>
                <a:r>
                  <a:rPr lang="zh-CN" altLang="en-US" sz="1600">
                    <a:solidFill>
                      <a:schemeClr val="tx1">
                        <a:lumMod val="95000"/>
                        <a:lumOff val="5000"/>
                      </a:schemeClr>
                    </a:solidFill>
                    <a:ea typeface="宋体" pitchFamily="2" charset="-122"/>
                  </a:rPr>
                  <a:t>欢观 </a:t>
                </a:r>
                <a:r>
                  <a:rPr lang="en-US" altLang="zh-CN" sz="1600">
                    <a:solidFill>
                      <a:schemeClr val="tx1">
                        <a:lumMod val="95000"/>
                        <a:lumOff val="5000"/>
                      </a:schemeClr>
                    </a:solidFill>
                    <a:ea typeface="宋体" pitchFamily="2" charset="-122"/>
                  </a:rPr>
                  <a:t>)*P( </a:t>
                </a:r>
                <a:r>
                  <a:rPr lang="zh-CN" altLang="en-US" sz="1600">
                    <a:solidFill>
                      <a:schemeClr val="tx1">
                        <a:lumMod val="95000"/>
                        <a:lumOff val="5000"/>
                      </a:schemeClr>
                    </a:solidFill>
                    <a:ea typeface="宋体" pitchFamily="2" charset="-122"/>
                  </a:rPr>
                  <a:t>日出 </a:t>
                </a:r>
                <a:r>
                  <a:rPr lang="en-US" altLang="zh-CN" sz="1600">
                    <a:solidFill>
                      <a:schemeClr val="tx1">
                        <a:lumMod val="95000"/>
                        <a:lumOff val="5000"/>
                      </a:schemeClr>
                    </a:solidFill>
                    <a:ea typeface="宋体" pitchFamily="2" charset="-122"/>
                  </a:rPr>
                  <a:t>| </a:t>
                </a:r>
                <a:r>
                  <a:rPr lang="zh-CN" altLang="en-US" sz="1600">
                    <a:solidFill>
                      <a:schemeClr val="tx1">
                        <a:lumMod val="95000"/>
                        <a:lumOff val="5000"/>
                      </a:schemeClr>
                    </a:solidFill>
                    <a:ea typeface="宋体" pitchFamily="2" charset="-122"/>
                  </a:rPr>
                  <a:t>赏 </a:t>
                </a:r>
                <a:r>
                  <a:rPr lang="en-US" altLang="zh-CN" sz="1600">
                    <a:solidFill>
                      <a:schemeClr val="tx1">
                        <a:lumMod val="95000"/>
                        <a:lumOff val="5000"/>
                      </a:schemeClr>
                    </a:solidFill>
                    <a:ea typeface="宋体" pitchFamily="2" charset="-122"/>
                  </a:rPr>
                  <a:t>) *P(&lt;/s&gt;</a:t>
                </a:r>
                <a:r>
                  <a:rPr lang="zh-CN" altLang="en-US" sz="1600">
                    <a:solidFill>
                      <a:schemeClr val="tx1">
                        <a:lumMod val="95000"/>
                        <a:lumOff val="5000"/>
                      </a:schemeClr>
                    </a:solidFill>
                    <a:ea typeface="宋体" pitchFamily="2" charset="-122"/>
                  </a:rPr>
                  <a:t> </a:t>
                </a:r>
                <a:r>
                  <a:rPr lang="en-US" altLang="zh-CN" sz="1600">
                    <a:solidFill>
                      <a:schemeClr val="tx1">
                        <a:lumMod val="95000"/>
                        <a:lumOff val="5000"/>
                      </a:schemeClr>
                    </a:solidFill>
                    <a:ea typeface="宋体" pitchFamily="2" charset="-122"/>
                  </a:rPr>
                  <a:t>|</a:t>
                </a:r>
                <a:r>
                  <a:rPr lang="zh-CN" altLang="en-US" sz="1600">
                    <a:solidFill>
                      <a:schemeClr val="tx1">
                        <a:lumMod val="95000"/>
                        <a:lumOff val="5000"/>
                      </a:schemeClr>
                    </a:solidFill>
                    <a:ea typeface="宋体" pitchFamily="2" charset="-122"/>
                  </a:rPr>
                  <a:t>日出</a:t>
                </a:r>
                <a:r>
                  <a:rPr lang="en-US" altLang="zh-CN" sz="1600">
                    <a:solidFill>
                      <a:schemeClr val="tx1">
                        <a:lumMod val="95000"/>
                        <a:lumOff val="5000"/>
                      </a:schemeClr>
                    </a:solidFill>
                    <a:ea typeface="宋体" pitchFamily="2" charset="-122"/>
                  </a:rPr>
                  <a:t>)</a:t>
                </a:r>
                <a14:m>
                  <m:oMath xmlns:m="http://schemas.openxmlformats.org/officeDocument/2006/math">
                    <m:r>
                      <a:rPr lang="en-US" altLang="zh-CN" sz="1600" i="1" kern="100" smtClean="0">
                        <a:effectLst/>
                        <a:latin typeface="Cambria Math" panose="02040503050406030204" pitchFamily="18" charset="0"/>
                        <a:ea typeface="宋体" pitchFamily="2" charset="-122"/>
                      </a:rPr>
                      <m:t>=</m:t>
                    </m:r>
                    <m:f>
                      <m:fPr>
                        <m:ctrlPr>
                          <a:rPr lang="zh-CN" altLang="zh-CN" sz="1600" i="1" kern="100">
                            <a:effectLst/>
                            <a:latin typeface="Cambria Math" panose="02040503050406030204" pitchFamily="18" charset="0"/>
                            <a:ea typeface="Cambria Math" panose="02040503050406030204" pitchFamily="18" charset="0"/>
                          </a:rPr>
                        </m:ctrlPr>
                      </m:fPr>
                      <m:num>
                        <m:r>
                          <a:rPr lang="en-US" altLang="zh-CN" sz="1600" i="1" kern="100">
                            <a:effectLst/>
                            <a:latin typeface="Cambria Math" panose="02040503050406030204" pitchFamily="18" charset="0"/>
                            <a:ea typeface="宋体" pitchFamily="2" charset="-122"/>
                          </a:rPr>
                          <m:t>2</m:t>
                        </m:r>
                      </m:num>
                      <m:den>
                        <m:r>
                          <a:rPr lang="en-US" altLang="zh-CN" sz="1600" i="1" kern="100">
                            <a:effectLst/>
                            <a:latin typeface="Cambria Math" panose="02040503050406030204" pitchFamily="18" charset="0"/>
                            <a:ea typeface="宋体" pitchFamily="2" charset="-122"/>
                          </a:rPr>
                          <m:t>4</m:t>
                        </m:r>
                      </m:den>
                    </m:f>
                    <m:r>
                      <a:rPr lang="en-US" altLang="zh-CN" sz="1600" i="1" kern="100">
                        <a:effectLst/>
                        <a:latin typeface="Cambria Math" panose="02040503050406030204" pitchFamily="18" charset="0"/>
                        <a:ea typeface="宋体" pitchFamily="2" charset="-122"/>
                      </a:rPr>
                      <m:t>×</m:t>
                    </m:r>
                    <m:f>
                      <m:fPr>
                        <m:ctrlPr>
                          <a:rPr lang="zh-CN" altLang="zh-CN" sz="1600" i="1" kern="100">
                            <a:effectLst/>
                            <a:latin typeface="Cambria Math" panose="02040503050406030204" pitchFamily="18" charset="0"/>
                            <a:ea typeface="Cambria Math" panose="02040503050406030204" pitchFamily="18" charset="0"/>
                          </a:rPr>
                        </m:ctrlPr>
                      </m:fPr>
                      <m:num>
                        <m:r>
                          <a:rPr lang="en-US" altLang="zh-CN" sz="1600" i="1" kern="100">
                            <a:effectLst/>
                            <a:latin typeface="Cambria Math" panose="02040503050406030204" pitchFamily="18" charset="0"/>
                            <a:ea typeface="宋体" pitchFamily="2" charset="-122"/>
                          </a:rPr>
                          <m:t>1</m:t>
                        </m:r>
                      </m:num>
                      <m:den>
                        <m:r>
                          <a:rPr lang="en-US" altLang="zh-CN" sz="1600" i="1" kern="100">
                            <a:effectLst/>
                            <a:latin typeface="Cambria Math" panose="02040503050406030204" pitchFamily="18" charset="0"/>
                            <a:ea typeface="宋体" pitchFamily="2" charset="-122"/>
                          </a:rPr>
                          <m:t>2</m:t>
                        </m:r>
                      </m:den>
                    </m:f>
                    <m:r>
                      <a:rPr lang="en-US" altLang="zh-CN" sz="1600" i="1" kern="100">
                        <a:effectLst/>
                        <a:latin typeface="Cambria Math" panose="02040503050406030204" pitchFamily="18" charset="0"/>
                        <a:ea typeface="宋体" pitchFamily="2" charset="-122"/>
                      </a:rPr>
                      <m:t>×</m:t>
                    </m:r>
                    <m:f>
                      <m:fPr>
                        <m:ctrlPr>
                          <a:rPr lang="zh-CN" altLang="zh-CN" sz="1600" i="1" kern="100">
                            <a:effectLst/>
                            <a:latin typeface="Cambria Math" panose="02040503050406030204" pitchFamily="18" charset="0"/>
                            <a:ea typeface="Cambria Math" panose="02040503050406030204" pitchFamily="18" charset="0"/>
                          </a:rPr>
                        </m:ctrlPr>
                      </m:fPr>
                      <m:num>
                        <m:r>
                          <a:rPr lang="en-US" altLang="zh-CN" sz="1600" i="1" kern="100">
                            <a:effectLst/>
                            <a:latin typeface="Cambria Math" panose="02040503050406030204" pitchFamily="18" charset="0"/>
                            <a:ea typeface="宋体" pitchFamily="2" charset="-122"/>
                          </a:rPr>
                          <m:t>1</m:t>
                        </m:r>
                      </m:num>
                      <m:den>
                        <m:r>
                          <a:rPr lang="en-US" altLang="zh-CN" sz="1600" i="1" kern="100">
                            <a:effectLst/>
                            <a:latin typeface="Cambria Math" panose="02040503050406030204" pitchFamily="18" charset="0"/>
                            <a:ea typeface="宋体" pitchFamily="2" charset="-122"/>
                          </a:rPr>
                          <m:t>2</m:t>
                        </m:r>
                      </m:den>
                    </m:f>
                    <m:r>
                      <a:rPr lang="en-US" altLang="zh-CN" sz="1600" i="1" kern="100">
                        <a:effectLst/>
                        <a:latin typeface="Cambria Math" panose="02040503050406030204" pitchFamily="18" charset="0"/>
                        <a:ea typeface="宋体" pitchFamily="2" charset="-122"/>
                      </a:rPr>
                      <m:t>×</m:t>
                    </m:r>
                    <m:f>
                      <m:fPr>
                        <m:ctrlPr>
                          <a:rPr lang="zh-CN" altLang="zh-CN" sz="1600" i="1" kern="100">
                            <a:effectLst/>
                            <a:latin typeface="Cambria Math" panose="02040503050406030204" pitchFamily="18" charset="0"/>
                            <a:ea typeface="Cambria Math" panose="02040503050406030204" pitchFamily="18" charset="0"/>
                          </a:rPr>
                        </m:ctrlPr>
                      </m:fPr>
                      <m:num>
                        <m:r>
                          <a:rPr lang="en-US" altLang="zh-CN" sz="1600" i="1" kern="100">
                            <a:effectLst/>
                            <a:latin typeface="Cambria Math" panose="02040503050406030204" pitchFamily="18" charset="0"/>
                            <a:ea typeface="宋体" pitchFamily="2" charset="-122"/>
                          </a:rPr>
                          <m:t>1</m:t>
                        </m:r>
                      </m:num>
                      <m:den>
                        <m:r>
                          <a:rPr lang="en-US" altLang="zh-CN" sz="1600" i="1" kern="100">
                            <a:effectLst/>
                            <a:latin typeface="Cambria Math" panose="02040503050406030204" pitchFamily="18" charset="0"/>
                            <a:ea typeface="宋体" pitchFamily="2" charset="-122"/>
                          </a:rPr>
                          <m:t>1</m:t>
                        </m:r>
                      </m:den>
                    </m:f>
                    <m:r>
                      <a:rPr lang="en-US" altLang="zh-CN" sz="1600" i="1" kern="100">
                        <a:effectLst/>
                        <a:latin typeface="Cambria Math" panose="02040503050406030204" pitchFamily="18" charset="0"/>
                        <a:ea typeface="宋体" pitchFamily="2" charset="-122"/>
                      </a:rPr>
                      <m:t>×</m:t>
                    </m:r>
                    <m:f>
                      <m:fPr>
                        <m:ctrlPr>
                          <a:rPr lang="zh-CN" altLang="zh-CN" sz="1600" i="1" kern="100">
                            <a:effectLst/>
                            <a:latin typeface="Cambria Math" panose="02040503050406030204" pitchFamily="18" charset="0"/>
                            <a:ea typeface="Cambria Math" panose="02040503050406030204" pitchFamily="18" charset="0"/>
                          </a:rPr>
                        </m:ctrlPr>
                      </m:fPr>
                      <m:num>
                        <m:r>
                          <a:rPr lang="en-US" altLang="zh-CN" sz="1600" i="1" kern="100">
                            <a:effectLst/>
                            <a:latin typeface="Cambria Math" panose="02040503050406030204" pitchFamily="18" charset="0"/>
                            <a:ea typeface="宋体" pitchFamily="2" charset="-122"/>
                          </a:rPr>
                          <m:t>3</m:t>
                        </m:r>
                      </m:num>
                      <m:den>
                        <m:r>
                          <a:rPr lang="en-US" altLang="zh-CN" sz="1600" i="1" kern="100">
                            <a:effectLst/>
                            <a:latin typeface="Cambria Math" panose="02040503050406030204" pitchFamily="18" charset="0"/>
                            <a:ea typeface="宋体" pitchFamily="2" charset="-122"/>
                          </a:rPr>
                          <m:t>3</m:t>
                        </m:r>
                      </m:den>
                    </m:f>
                    <m:r>
                      <a:rPr lang="en-US" altLang="zh-CN" sz="1600" i="1" kern="100">
                        <a:effectLst/>
                        <a:latin typeface="Cambria Math" panose="02040503050406030204" pitchFamily="18" charset="0"/>
                        <a:ea typeface="宋体" pitchFamily="2" charset="-122"/>
                      </a:rPr>
                      <m:t>=</m:t>
                    </m:r>
                    <m:f>
                      <m:fPr>
                        <m:ctrlPr>
                          <a:rPr lang="zh-CN" altLang="zh-CN" sz="1600" i="1" kern="100">
                            <a:effectLst/>
                            <a:latin typeface="Cambria Math" panose="02040503050406030204" pitchFamily="18" charset="0"/>
                            <a:ea typeface="Cambria Math" panose="02040503050406030204" pitchFamily="18" charset="0"/>
                          </a:rPr>
                        </m:ctrlPr>
                      </m:fPr>
                      <m:num>
                        <m:r>
                          <a:rPr lang="en-US" altLang="zh-CN" sz="1600" i="1" kern="100">
                            <a:effectLst/>
                            <a:latin typeface="Cambria Math" panose="02040503050406030204" pitchFamily="18" charset="0"/>
                            <a:ea typeface="宋体" pitchFamily="2" charset="-122"/>
                          </a:rPr>
                          <m:t>1</m:t>
                        </m:r>
                      </m:num>
                      <m:den>
                        <m:r>
                          <a:rPr lang="en-US" altLang="zh-CN" sz="1600" i="1" kern="100">
                            <a:effectLst/>
                            <a:latin typeface="Cambria Math" panose="02040503050406030204" pitchFamily="18" charset="0"/>
                            <a:ea typeface="宋体" pitchFamily="2" charset="-122"/>
                          </a:rPr>
                          <m:t>8</m:t>
                        </m:r>
                      </m:den>
                    </m:f>
                  </m:oMath>
                </a14:m>
                <a:endParaRPr lang="en-US" altLang="zh-CN" sz="1600">
                  <a:solidFill>
                    <a:schemeClr val="tx1">
                      <a:lumMod val="95000"/>
                      <a:lumOff val="5000"/>
                    </a:schemeClr>
                  </a:solidFill>
                  <a:ea typeface="宋体" pitchFamily="2" charset="-122"/>
                </a:endParaRPr>
              </a:p>
              <a:p>
                <a:pPr marL="269875" indent="-269875">
                  <a:lnSpc>
                    <a:spcPct val="150000"/>
                  </a:lnSpc>
                  <a:buClr>
                    <a:srgbClr val="0070C0"/>
                  </a:buClr>
                  <a:buFont typeface="Wingdings" panose="05000000000000000000" pitchFamily="2" charset="2"/>
                  <a:buChar char="n"/>
                </a:pPr>
                <a:r>
                  <a:rPr lang="en-US" altLang="zh-CN" sz="1600">
                    <a:solidFill>
                      <a:schemeClr val="tx1">
                        <a:lumMod val="95000"/>
                        <a:lumOff val="5000"/>
                      </a:schemeClr>
                    </a:solidFill>
                    <a:latin typeface="Times New Roman" panose="02020503050405090304" pitchFamily="18" charset="0"/>
                    <a:ea typeface="宋体" pitchFamily="2" charset="-122"/>
                  </a:rPr>
                  <a:t>P(Y2 ) = P( </a:t>
                </a:r>
                <a:r>
                  <a:rPr lang="zh-CN" altLang="en-US" sz="1600">
                    <a:solidFill>
                      <a:schemeClr val="tx1">
                        <a:lumMod val="95000"/>
                        <a:lumOff val="5000"/>
                      </a:schemeClr>
                    </a:solidFill>
                    <a:latin typeface="Times New Roman" panose="02020503050405090304" pitchFamily="18" charset="0"/>
                    <a:ea typeface="宋体" pitchFamily="2" charset="-122"/>
                  </a:rPr>
                  <a:t>我喜</a:t>
                </a:r>
                <a:r>
                  <a:rPr lang="en-US" altLang="zh-CN" sz="1600">
                    <a:solidFill>
                      <a:schemeClr val="tx1">
                        <a:lumMod val="95000"/>
                        <a:lumOff val="5000"/>
                      </a:schemeClr>
                    </a:solidFill>
                    <a:latin typeface="Times New Roman" panose="02020503050405090304" pitchFamily="18" charset="0"/>
                    <a:ea typeface="宋体" pitchFamily="2" charset="-122"/>
                  </a:rPr>
                  <a:t>|&lt;s&gt;</a:t>
                </a:r>
                <a:r>
                  <a:rPr lang="zh-CN" altLang="en-US" sz="1600">
                    <a:solidFill>
                      <a:schemeClr val="tx1">
                        <a:lumMod val="95000"/>
                        <a:lumOff val="5000"/>
                      </a:schemeClr>
                    </a:solidFill>
                    <a:latin typeface="Times New Roman" panose="02020503050405090304" pitchFamily="18" charset="0"/>
                    <a:ea typeface="宋体" pitchFamily="2" charset="-122"/>
                  </a:rPr>
                  <a:t> </a:t>
                </a:r>
                <a:r>
                  <a:rPr lang="en-US" altLang="zh-CN" sz="1600">
                    <a:solidFill>
                      <a:schemeClr val="tx1">
                        <a:lumMod val="95000"/>
                        <a:lumOff val="5000"/>
                      </a:schemeClr>
                    </a:solidFill>
                    <a:latin typeface="Times New Roman" panose="02020503050405090304" pitchFamily="18" charset="0"/>
                    <a:ea typeface="宋体" pitchFamily="2" charset="-122"/>
                  </a:rPr>
                  <a:t>)*P( </a:t>
                </a:r>
                <a:r>
                  <a:rPr lang="zh-CN" altLang="en-US" sz="1600">
                    <a:solidFill>
                      <a:schemeClr val="tx1">
                        <a:lumMod val="95000"/>
                        <a:lumOff val="5000"/>
                      </a:schemeClr>
                    </a:solidFill>
                    <a:latin typeface="Times New Roman" panose="02020503050405090304" pitchFamily="18" charset="0"/>
                    <a:ea typeface="宋体" pitchFamily="2" charset="-122"/>
                  </a:rPr>
                  <a:t>欢 </a:t>
                </a:r>
                <a:r>
                  <a:rPr lang="en-US" altLang="zh-CN" sz="1600">
                    <a:solidFill>
                      <a:schemeClr val="tx1">
                        <a:lumMod val="95000"/>
                        <a:lumOff val="5000"/>
                      </a:schemeClr>
                    </a:solidFill>
                    <a:latin typeface="Times New Roman" panose="02020503050405090304" pitchFamily="18" charset="0"/>
                    <a:ea typeface="宋体" pitchFamily="2" charset="-122"/>
                  </a:rPr>
                  <a:t>| </a:t>
                </a:r>
                <a:r>
                  <a:rPr lang="zh-CN" altLang="en-US" sz="1600">
                    <a:solidFill>
                      <a:schemeClr val="tx1">
                        <a:lumMod val="95000"/>
                        <a:lumOff val="5000"/>
                      </a:schemeClr>
                    </a:solidFill>
                    <a:latin typeface="Times New Roman" panose="02020503050405090304" pitchFamily="18" charset="0"/>
                    <a:ea typeface="宋体" pitchFamily="2" charset="-122"/>
                  </a:rPr>
                  <a:t>我喜 </a:t>
                </a:r>
                <a:r>
                  <a:rPr lang="en-US" altLang="zh-CN" sz="1600">
                    <a:solidFill>
                      <a:schemeClr val="tx1">
                        <a:lumMod val="95000"/>
                        <a:lumOff val="5000"/>
                      </a:schemeClr>
                    </a:solidFill>
                    <a:latin typeface="Times New Roman" panose="02020503050405090304" pitchFamily="18" charset="0"/>
                    <a:ea typeface="宋体" pitchFamily="2" charset="-122"/>
                  </a:rPr>
                  <a:t>)*P( </a:t>
                </a:r>
                <a:r>
                  <a:rPr lang="zh-CN" altLang="en-US" sz="1600">
                    <a:solidFill>
                      <a:schemeClr val="tx1">
                        <a:lumMod val="95000"/>
                        <a:lumOff val="5000"/>
                      </a:schemeClr>
                    </a:solidFill>
                    <a:latin typeface="Times New Roman" panose="02020503050405090304" pitchFamily="18" charset="0"/>
                    <a:ea typeface="宋体" pitchFamily="2" charset="-122"/>
                  </a:rPr>
                  <a:t>观赏 </a:t>
                </a:r>
                <a:r>
                  <a:rPr lang="en-US" altLang="zh-CN" sz="1600">
                    <a:solidFill>
                      <a:schemeClr val="tx1">
                        <a:lumMod val="95000"/>
                        <a:lumOff val="5000"/>
                      </a:schemeClr>
                    </a:solidFill>
                    <a:latin typeface="Times New Roman" panose="02020503050405090304" pitchFamily="18" charset="0"/>
                    <a:ea typeface="宋体" pitchFamily="2" charset="-122"/>
                  </a:rPr>
                  <a:t>| </a:t>
                </a:r>
                <a:r>
                  <a:rPr lang="zh-CN" altLang="en-US" sz="1600">
                    <a:solidFill>
                      <a:schemeClr val="tx1">
                        <a:lumMod val="95000"/>
                        <a:lumOff val="5000"/>
                      </a:schemeClr>
                    </a:solidFill>
                    <a:latin typeface="Times New Roman" panose="02020503050405090304" pitchFamily="18" charset="0"/>
                    <a:ea typeface="宋体" pitchFamily="2" charset="-122"/>
                  </a:rPr>
                  <a:t>欢 </a:t>
                </a:r>
                <a:r>
                  <a:rPr lang="en-US" altLang="zh-CN" sz="1600">
                    <a:solidFill>
                      <a:schemeClr val="tx1">
                        <a:lumMod val="95000"/>
                        <a:lumOff val="5000"/>
                      </a:schemeClr>
                    </a:solidFill>
                    <a:latin typeface="Times New Roman" panose="02020503050405090304" pitchFamily="18" charset="0"/>
                    <a:ea typeface="宋体" pitchFamily="2" charset="-122"/>
                  </a:rPr>
                  <a:t>)*P( </a:t>
                </a:r>
                <a:r>
                  <a:rPr lang="zh-CN" altLang="en-US" sz="1600">
                    <a:solidFill>
                      <a:schemeClr val="tx1">
                        <a:lumMod val="95000"/>
                        <a:lumOff val="5000"/>
                      </a:schemeClr>
                    </a:solidFill>
                    <a:latin typeface="Times New Roman" panose="02020503050405090304" pitchFamily="18" charset="0"/>
                    <a:ea typeface="宋体" pitchFamily="2" charset="-122"/>
                  </a:rPr>
                  <a:t>日出 </a:t>
                </a:r>
                <a:r>
                  <a:rPr lang="en-US" altLang="zh-CN" sz="1600">
                    <a:solidFill>
                      <a:schemeClr val="tx1">
                        <a:lumMod val="95000"/>
                        <a:lumOff val="5000"/>
                      </a:schemeClr>
                    </a:solidFill>
                    <a:latin typeface="Times New Roman" panose="02020503050405090304" pitchFamily="18" charset="0"/>
                    <a:ea typeface="宋体" pitchFamily="2" charset="-122"/>
                  </a:rPr>
                  <a:t>| </a:t>
                </a:r>
                <a:r>
                  <a:rPr lang="zh-CN" altLang="en-US" sz="1600">
                    <a:solidFill>
                      <a:schemeClr val="tx1">
                        <a:lumMod val="95000"/>
                        <a:lumOff val="5000"/>
                      </a:schemeClr>
                    </a:solidFill>
                    <a:latin typeface="Times New Roman" panose="02020503050405090304" pitchFamily="18" charset="0"/>
                    <a:ea typeface="宋体" pitchFamily="2" charset="-122"/>
                  </a:rPr>
                  <a:t>观赏 </a:t>
                </a:r>
                <a:r>
                  <a:rPr lang="en-US" altLang="zh-CN" sz="1600">
                    <a:solidFill>
                      <a:schemeClr val="tx1">
                        <a:lumMod val="95000"/>
                        <a:lumOff val="5000"/>
                      </a:schemeClr>
                    </a:solidFill>
                    <a:latin typeface="Times New Roman" panose="02020503050405090304" pitchFamily="18" charset="0"/>
                    <a:ea typeface="宋体" pitchFamily="2" charset="-122"/>
                  </a:rPr>
                  <a:t>) *P(&lt;/s&gt;</a:t>
                </a:r>
                <a:r>
                  <a:rPr lang="zh-CN" altLang="en-US" sz="1600">
                    <a:solidFill>
                      <a:schemeClr val="tx1">
                        <a:lumMod val="95000"/>
                        <a:lumOff val="5000"/>
                      </a:schemeClr>
                    </a:solidFill>
                    <a:latin typeface="Times New Roman" panose="02020503050405090304" pitchFamily="18" charset="0"/>
                    <a:ea typeface="宋体" pitchFamily="2" charset="-122"/>
                  </a:rPr>
                  <a:t> </a:t>
                </a:r>
                <a:r>
                  <a:rPr lang="en-US" altLang="zh-CN" sz="1600">
                    <a:solidFill>
                      <a:schemeClr val="tx1">
                        <a:lumMod val="95000"/>
                        <a:lumOff val="5000"/>
                      </a:schemeClr>
                    </a:solidFill>
                    <a:latin typeface="Times New Roman" panose="02020503050405090304" pitchFamily="18" charset="0"/>
                    <a:ea typeface="宋体" pitchFamily="2" charset="-122"/>
                  </a:rPr>
                  <a:t>|</a:t>
                </a:r>
                <a:r>
                  <a:rPr lang="zh-CN" altLang="en-US" sz="1600">
                    <a:solidFill>
                      <a:schemeClr val="tx1">
                        <a:lumMod val="95000"/>
                        <a:lumOff val="5000"/>
                      </a:schemeClr>
                    </a:solidFill>
                    <a:latin typeface="Times New Roman" panose="02020503050405090304" pitchFamily="18" charset="0"/>
                    <a:ea typeface="宋体" pitchFamily="2" charset="-122"/>
                  </a:rPr>
                  <a:t>日出</a:t>
                </a:r>
                <a:r>
                  <a:rPr lang="en-US" altLang="zh-CN" sz="1600">
                    <a:solidFill>
                      <a:schemeClr val="tx1">
                        <a:lumMod val="95000"/>
                        <a:lumOff val="5000"/>
                      </a:schemeClr>
                    </a:solidFill>
                    <a:ea typeface="宋体" pitchFamily="2" charset="-122"/>
                  </a:rPr>
                  <a:t>)</a:t>
                </a:r>
                <a14:m>
                  <m:oMath xmlns:m="http://schemas.openxmlformats.org/officeDocument/2006/math">
                    <m:r>
                      <a:rPr lang="en-US" altLang="zh-CN" sz="1600" i="1" kern="100" smtClean="0">
                        <a:effectLst/>
                        <a:latin typeface="Cambria Math" panose="02040503050406030204" pitchFamily="18" charset="0"/>
                        <a:ea typeface="宋体" pitchFamily="2" charset="-122"/>
                      </a:rPr>
                      <m:t>=</m:t>
                    </m:r>
                    <m:f>
                      <m:fPr>
                        <m:ctrlPr>
                          <a:rPr lang="zh-CN" altLang="zh-CN" sz="1600" i="1" kern="100">
                            <a:effectLst/>
                            <a:latin typeface="Cambria Math" panose="02040503050406030204" pitchFamily="18" charset="0"/>
                            <a:ea typeface="Cambria Math" panose="02040503050406030204" pitchFamily="18" charset="0"/>
                          </a:rPr>
                        </m:ctrlPr>
                      </m:fPr>
                      <m:num>
                        <m:r>
                          <a:rPr lang="en-US" altLang="zh-CN" sz="1600" i="1" kern="100">
                            <a:effectLst/>
                            <a:latin typeface="Cambria Math" panose="02040503050406030204" pitchFamily="18" charset="0"/>
                            <a:ea typeface="宋体" pitchFamily="2" charset="-122"/>
                          </a:rPr>
                          <m:t>2</m:t>
                        </m:r>
                      </m:num>
                      <m:den>
                        <m:r>
                          <a:rPr lang="en-US" altLang="zh-CN" sz="1600" i="1" kern="100">
                            <a:effectLst/>
                            <a:latin typeface="Cambria Math" panose="02040503050406030204" pitchFamily="18" charset="0"/>
                            <a:ea typeface="宋体" pitchFamily="2" charset="-122"/>
                          </a:rPr>
                          <m:t>4</m:t>
                        </m:r>
                      </m:den>
                    </m:f>
                    <m:r>
                      <a:rPr lang="en-US" altLang="zh-CN" sz="1600" i="1" kern="100">
                        <a:effectLst/>
                        <a:latin typeface="Cambria Math" panose="02040503050406030204" pitchFamily="18" charset="0"/>
                        <a:ea typeface="宋体" pitchFamily="2" charset="-122"/>
                      </a:rPr>
                      <m:t>×</m:t>
                    </m:r>
                    <m:f>
                      <m:fPr>
                        <m:ctrlPr>
                          <a:rPr lang="zh-CN" altLang="zh-CN" sz="1600" i="1" kern="100">
                            <a:effectLst/>
                            <a:latin typeface="Cambria Math" panose="02040503050406030204" pitchFamily="18" charset="0"/>
                            <a:ea typeface="Cambria Math" panose="02040503050406030204" pitchFamily="18" charset="0"/>
                          </a:rPr>
                        </m:ctrlPr>
                      </m:fPr>
                      <m:num>
                        <m:r>
                          <a:rPr lang="en-US" altLang="zh-CN" sz="1600" i="1" kern="100">
                            <a:effectLst/>
                            <a:latin typeface="Cambria Math" panose="02040503050406030204" pitchFamily="18" charset="0"/>
                            <a:ea typeface="宋体" pitchFamily="2" charset="-122"/>
                          </a:rPr>
                          <m:t>1</m:t>
                        </m:r>
                      </m:num>
                      <m:den>
                        <m:r>
                          <a:rPr lang="en-US" altLang="zh-CN" sz="1600" i="1" kern="100">
                            <a:effectLst/>
                            <a:latin typeface="Cambria Math" panose="02040503050406030204" pitchFamily="18" charset="0"/>
                            <a:ea typeface="宋体" pitchFamily="2" charset="-122"/>
                          </a:rPr>
                          <m:t>2</m:t>
                        </m:r>
                      </m:den>
                    </m:f>
                    <m:r>
                      <a:rPr lang="en-US" altLang="zh-CN" sz="1600" i="1" kern="100">
                        <a:effectLst/>
                        <a:latin typeface="Cambria Math" panose="02040503050406030204" pitchFamily="18" charset="0"/>
                        <a:ea typeface="宋体" pitchFamily="2" charset="-122"/>
                      </a:rPr>
                      <m:t>×</m:t>
                    </m:r>
                    <m:f>
                      <m:fPr>
                        <m:ctrlPr>
                          <a:rPr lang="zh-CN" altLang="zh-CN" sz="1600" i="1" kern="100">
                            <a:effectLst/>
                            <a:latin typeface="Cambria Math" panose="02040503050406030204" pitchFamily="18" charset="0"/>
                            <a:ea typeface="Cambria Math" panose="02040503050406030204" pitchFamily="18" charset="0"/>
                          </a:rPr>
                        </m:ctrlPr>
                      </m:fPr>
                      <m:num>
                        <m:r>
                          <a:rPr lang="en-US" altLang="zh-CN" sz="1600" i="1" kern="100">
                            <a:effectLst/>
                            <a:latin typeface="Cambria Math" panose="02040503050406030204" pitchFamily="18" charset="0"/>
                            <a:ea typeface="宋体" pitchFamily="2" charset="-122"/>
                          </a:rPr>
                          <m:t>1</m:t>
                        </m:r>
                      </m:num>
                      <m:den>
                        <m:r>
                          <a:rPr lang="en-US" altLang="zh-CN" sz="1600" b="0" i="1" kern="100" smtClean="0">
                            <a:effectLst/>
                            <a:latin typeface="Cambria Math" panose="02040503050406030204" pitchFamily="18" charset="0"/>
                            <a:ea typeface="宋体" pitchFamily="2" charset="-122"/>
                          </a:rPr>
                          <m:t>1</m:t>
                        </m:r>
                      </m:den>
                    </m:f>
                    <m:r>
                      <a:rPr lang="en-US" altLang="zh-CN" sz="1600" i="1" kern="100">
                        <a:effectLst/>
                        <a:latin typeface="Cambria Math" panose="02040503050406030204" pitchFamily="18" charset="0"/>
                        <a:ea typeface="宋体" pitchFamily="2" charset="-122"/>
                      </a:rPr>
                      <m:t>×</m:t>
                    </m:r>
                    <m:f>
                      <m:fPr>
                        <m:ctrlPr>
                          <a:rPr lang="zh-CN" altLang="zh-CN" sz="1600" i="1" kern="100">
                            <a:effectLst/>
                            <a:latin typeface="Cambria Math" panose="02040503050406030204" pitchFamily="18" charset="0"/>
                            <a:ea typeface="Cambria Math" panose="02040503050406030204" pitchFamily="18" charset="0"/>
                          </a:rPr>
                        </m:ctrlPr>
                      </m:fPr>
                      <m:num>
                        <m:r>
                          <a:rPr lang="en-US" altLang="zh-CN" sz="1600" b="0" i="1" kern="100" smtClean="0">
                            <a:effectLst/>
                            <a:latin typeface="Cambria Math" panose="02040503050406030204" pitchFamily="18" charset="0"/>
                            <a:ea typeface="宋体" pitchFamily="2" charset="-122"/>
                          </a:rPr>
                          <m:t>2</m:t>
                        </m:r>
                      </m:num>
                      <m:den>
                        <m:r>
                          <a:rPr lang="en-US" altLang="zh-CN" sz="1600" b="0" i="1" kern="100" smtClean="0">
                            <a:effectLst/>
                            <a:latin typeface="Cambria Math" panose="02040503050406030204" pitchFamily="18" charset="0"/>
                            <a:ea typeface="宋体" pitchFamily="2" charset="-122"/>
                          </a:rPr>
                          <m:t>2</m:t>
                        </m:r>
                      </m:den>
                    </m:f>
                    <m:r>
                      <a:rPr lang="en-US" altLang="zh-CN" sz="1600" i="1" kern="100">
                        <a:effectLst/>
                        <a:latin typeface="Cambria Math" panose="02040503050406030204" pitchFamily="18" charset="0"/>
                        <a:ea typeface="宋体" pitchFamily="2" charset="-122"/>
                      </a:rPr>
                      <m:t>×</m:t>
                    </m:r>
                    <m:f>
                      <m:fPr>
                        <m:ctrlPr>
                          <a:rPr lang="zh-CN" altLang="zh-CN" sz="1600" i="1" kern="100">
                            <a:effectLst/>
                            <a:latin typeface="Cambria Math" panose="02040503050406030204" pitchFamily="18" charset="0"/>
                            <a:ea typeface="Cambria Math" panose="02040503050406030204" pitchFamily="18" charset="0"/>
                          </a:rPr>
                        </m:ctrlPr>
                      </m:fPr>
                      <m:num>
                        <m:r>
                          <a:rPr lang="en-US" altLang="zh-CN" sz="1600" i="1" kern="100">
                            <a:effectLst/>
                            <a:latin typeface="Cambria Math" panose="02040503050406030204" pitchFamily="18" charset="0"/>
                            <a:ea typeface="宋体" pitchFamily="2" charset="-122"/>
                          </a:rPr>
                          <m:t>3</m:t>
                        </m:r>
                      </m:num>
                      <m:den>
                        <m:r>
                          <a:rPr lang="en-US" altLang="zh-CN" sz="1600" i="1" kern="100">
                            <a:effectLst/>
                            <a:latin typeface="Cambria Math" panose="02040503050406030204" pitchFamily="18" charset="0"/>
                            <a:ea typeface="宋体" pitchFamily="2" charset="-122"/>
                          </a:rPr>
                          <m:t>3</m:t>
                        </m:r>
                      </m:den>
                    </m:f>
                    <m:r>
                      <a:rPr lang="en-US" altLang="zh-CN" sz="1600" i="1" kern="100">
                        <a:effectLst/>
                        <a:latin typeface="Cambria Math" panose="02040503050406030204" pitchFamily="18" charset="0"/>
                        <a:ea typeface="宋体" pitchFamily="2" charset="-122"/>
                      </a:rPr>
                      <m:t>=</m:t>
                    </m:r>
                    <m:f>
                      <m:fPr>
                        <m:ctrlPr>
                          <a:rPr lang="zh-CN" altLang="zh-CN" sz="1600" i="1" kern="100">
                            <a:effectLst/>
                            <a:latin typeface="Cambria Math" panose="02040503050406030204" pitchFamily="18" charset="0"/>
                            <a:ea typeface="Cambria Math" panose="02040503050406030204" pitchFamily="18" charset="0"/>
                          </a:rPr>
                        </m:ctrlPr>
                      </m:fPr>
                      <m:num>
                        <m:r>
                          <a:rPr lang="en-US" altLang="zh-CN" sz="1600" i="1" kern="100">
                            <a:effectLst/>
                            <a:latin typeface="Cambria Math" panose="02040503050406030204" pitchFamily="18" charset="0"/>
                            <a:ea typeface="宋体" pitchFamily="2" charset="-122"/>
                          </a:rPr>
                          <m:t>1</m:t>
                        </m:r>
                      </m:num>
                      <m:den>
                        <m:r>
                          <a:rPr lang="en-US" altLang="zh-CN" sz="1600" i="1" kern="100">
                            <a:effectLst/>
                            <a:latin typeface="Cambria Math" panose="02040503050406030204" pitchFamily="18" charset="0"/>
                            <a:ea typeface="宋体" pitchFamily="2" charset="-122"/>
                          </a:rPr>
                          <m:t>8</m:t>
                        </m:r>
                      </m:den>
                    </m:f>
                  </m:oMath>
                </a14:m>
                <a:r>
                  <a:rPr lang="en-US" altLang="zh-CN" sz="1600">
                    <a:solidFill>
                      <a:schemeClr val="tx1">
                        <a:lumMod val="95000"/>
                        <a:lumOff val="5000"/>
                      </a:schemeClr>
                    </a:solidFill>
                    <a:latin typeface="Times New Roman" panose="02020503050405090304" pitchFamily="18" charset="0"/>
                    <a:ea typeface="宋体" pitchFamily="2" charset="-122"/>
                  </a:rPr>
                  <a:t> </a:t>
                </a:r>
                <a:endParaRPr lang="en-US" altLang="zh-CN" sz="1600">
                  <a:solidFill>
                    <a:schemeClr val="tx1">
                      <a:lumMod val="95000"/>
                      <a:lumOff val="5000"/>
                    </a:schemeClr>
                  </a:solidFill>
                  <a:latin typeface="Times New Roman" panose="02020503050405090304" pitchFamily="18" charset="0"/>
                  <a:ea typeface="宋体" pitchFamily="2" charset="-122"/>
                </a:endParaRPr>
              </a:p>
              <a:p>
                <a:pPr marL="269875" indent="-269875">
                  <a:lnSpc>
                    <a:spcPct val="150000"/>
                  </a:lnSpc>
                  <a:buClr>
                    <a:srgbClr val="0070C0"/>
                  </a:buClr>
                  <a:buFont typeface="Wingdings" panose="05000000000000000000" pitchFamily="2" charset="2"/>
                  <a:buChar char="n"/>
                </a:pPr>
                <a:r>
                  <a:rPr lang="en-US" altLang="zh-CN" sz="1600">
                    <a:solidFill>
                      <a:schemeClr val="tx1">
                        <a:lumMod val="95000"/>
                        <a:lumOff val="5000"/>
                      </a:schemeClr>
                    </a:solidFill>
                    <a:latin typeface="Times New Roman" panose="02020503050405090304" pitchFamily="18" charset="0"/>
                    <a:ea typeface="宋体" pitchFamily="2" charset="-122"/>
                  </a:rPr>
                  <a:t>P(Y3 ) = P( </a:t>
                </a:r>
                <a:r>
                  <a:rPr lang="zh-CN" altLang="en-US" sz="1600">
                    <a:solidFill>
                      <a:schemeClr val="tx1">
                        <a:lumMod val="95000"/>
                        <a:lumOff val="5000"/>
                      </a:schemeClr>
                    </a:solidFill>
                    <a:latin typeface="Times New Roman" panose="02020503050405090304" pitchFamily="18" charset="0"/>
                    <a:ea typeface="宋体" pitchFamily="2" charset="-122"/>
                  </a:rPr>
                  <a:t>我 </a:t>
                </a:r>
                <a:r>
                  <a:rPr lang="en-US" altLang="zh-CN" sz="1600">
                    <a:solidFill>
                      <a:schemeClr val="tx1">
                        <a:lumMod val="95000"/>
                        <a:lumOff val="5000"/>
                      </a:schemeClr>
                    </a:solidFill>
                    <a:latin typeface="Times New Roman" panose="02020503050405090304" pitchFamily="18" charset="0"/>
                    <a:ea typeface="宋体" pitchFamily="2" charset="-122"/>
                  </a:rPr>
                  <a:t>|&lt;s&gt;</a:t>
                </a:r>
                <a:r>
                  <a:rPr lang="zh-CN" altLang="en-US" sz="1600">
                    <a:solidFill>
                      <a:schemeClr val="tx1">
                        <a:lumMod val="95000"/>
                        <a:lumOff val="5000"/>
                      </a:schemeClr>
                    </a:solidFill>
                    <a:latin typeface="Times New Roman" panose="02020503050405090304" pitchFamily="18" charset="0"/>
                    <a:ea typeface="宋体" pitchFamily="2" charset="-122"/>
                  </a:rPr>
                  <a:t> </a:t>
                </a:r>
                <a:r>
                  <a:rPr lang="en-US" altLang="zh-CN" sz="1600">
                    <a:solidFill>
                      <a:schemeClr val="tx1">
                        <a:lumMod val="95000"/>
                        <a:lumOff val="5000"/>
                      </a:schemeClr>
                    </a:solidFill>
                    <a:latin typeface="Times New Roman" panose="02020503050405090304" pitchFamily="18" charset="0"/>
                    <a:ea typeface="宋体" pitchFamily="2" charset="-122"/>
                  </a:rPr>
                  <a:t>)*P( </a:t>
                </a:r>
                <a:r>
                  <a:rPr lang="zh-CN" altLang="en-US" sz="1600">
                    <a:solidFill>
                      <a:schemeClr val="tx1">
                        <a:lumMod val="95000"/>
                        <a:lumOff val="5000"/>
                      </a:schemeClr>
                    </a:solidFill>
                    <a:latin typeface="Times New Roman" panose="02020503050405090304" pitchFamily="18" charset="0"/>
                    <a:ea typeface="宋体" pitchFamily="2" charset="-122"/>
                  </a:rPr>
                  <a:t>喜 </a:t>
                </a:r>
                <a:r>
                  <a:rPr lang="en-US" altLang="zh-CN" sz="1600">
                    <a:solidFill>
                      <a:schemeClr val="tx1">
                        <a:lumMod val="95000"/>
                        <a:lumOff val="5000"/>
                      </a:schemeClr>
                    </a:solidFill>
                    <a:latin typeface="Times New Roman" panose="02020503050405090304" pitchFamily="18" charset="0"/>
                    <a:ea typeface="宋体" pitchFamily="2" charset="-122"/>
                  </a:rPr>
                  <a:t>| </a:t>
                </a:r>
                <a:r>
                  <a:rPr lang="zh-CN" altLang="en-US" sz="1600">
                    <a:solidFill>
                      <a:schemeClr val="tx1">
                        <a:lumMod val="95000"/>
                        <a:lumOff val="5000"/>
                      </a:schemeClr>
                    </a:solidFill>
                    <a:latin typeface="Times New Roman" panose="02020503050405090304" pitchFamily="18" charset="0"/>
                    <a:ea typeface="宋体" pitchFamily="2" charset="-122"/>
                  </a:rPr>
                  <a:t>我 </a:t>
                </a:r>
                <a:r>
                  <a:rPr lang="en-US" altLang="zh-CN" sz="1600">
                    <a:solidFill>
                      <a:schemeClr val="tx1">
                        <a:lumMod val="95000"/>
                        <a:lumOff val="5000"/>
                      </a:schemeClr>
                    </a:solidFill>
                    <a:latin typeface="Times New Roman" panose="02020503050405090304" pitchFamily="18" charset="0"/>
                    <a:ea typeface="宋体" pitchFamily="2" charset="-122"/>
                  </a:rPr>
                  <a:t>)*P( </a:t>
                </a:r>
                <a:r>
                  <a:rPr lang="zh-CN" altLang="en-US" sz="1600">
                    <a:solidFill>
                      <a:schemeClr val="tx1">
                        <a:lumMod val="95000"/>
                        <a:lumOff val="5000"/>
                      </a:schemeClr>
                    </a:solidFill>
                    <a:latin typeface="Times New Roman" panose="02020503050405090304" pitchFamily="18" charset="0"/>
                    <a:ea typeface="宋体" pitchFamily="2" charset="-122"/>
                  </a:rPr>
                  <a:t>欢观 </a:t>
                </a:r>
                <a:r>
                  <a:rPr lang="en-US" altLang="zh-CN" sz="1600">
                    <a:solidFill>
                      <a:schemeClr val="tx1">
                        <a:lumMod val="95000"/>
                        <a:lumOff val="5000"/>
                      </a:schemeClr>
                    </a:solidFill>
                    <a:latin typeface="Times New Roman" panose="02020503050405090304" pitchFamily="18" charset="0"/>
                    <a:ea typeface="宋体" pitchFamily="2" charset="-122"/>
                  </a:rPr>
                  <a:t>| </a:t>
                </a:r>
                <a:r>
                  <a:rPr lang="zh-CN" altLang="en-US" sz="1600">
                    <a:solidFill>
                      <a:schemeClr val="tx1">
                        <a:lumMod val="95000"/>
                        <a:lumOff val="5000"/>
                      </a:schemeClr>
                    </a:solidFill>
                    <a:latin typeface="Times New Roman" panose="02020503050405090304" pitchFamily="18" charset="0"/>
                    <a:ea typeface="宋体" pitchFamily="2" charset="-122"/>
                  </a:rPr>
                  <a:t>喜 </a:t>
                </a:r>
                <a:r>
                  <a:rPr lang="en-US" altLang="zh-CN" sz="1600">
                    <a:solidFill>
                      <a:schemeClr val="tx1">
                        <a:lumMod val="95000"/>
                        <a:lumOff val="5000"/>
                      </a:schemeClr>
                    </a:solidFill>
                    <a:latin typeface="Times New Roman" panose="02020503050405090304" pitchFamily="18" charset="0"/>
                    <a:ea typeface="宋体" pitchFamily="2" charset="-122"/>
                  </a:rPr>
                  <a:t>)*P( </a:t>
                </a:r>
                <a:r>
                  <a:rPr lang="zh-CN" altLang="en-US" sz="1600">
                    <a:solidFill>
                      <a:schemeClr val="tx1">
                        <a:lumMod val="95000"/>
                        <a:lumOff val="5000"/>
                      </a:schemeClr>
                    </a:solidFill>
                    <a:latin typeface="Times New Roman" panose="02020503050405090304" pitchFamily="18" charset="0"/>
                    <a:ea typeface="宋体" pitchFamily="2" charset="-122"/>
                  </a:rPr>
                  <a:t>赏日出 </a:t>
                </a:r>
                <a:r>
                  <a:rPr lang="en-US" altLang="zh-CN" sz="1600">
                    <a:solidFill>
                      <a:schemeClr val="tx1">
                        <a:lumMod val="95000"/>
                        <a:lumOff val="5000"/>
                      </a:schemeClr>
                    </a:solidFill>
                    <a:latin typeface="Times New Roman" panose="02020503050405090304" pitchFamily="18" charset="0"/>
                    <a:ea typeface="宋体" pitchFamily="2" charset="-122"/>
                  </a:rPr>
                  <a:t>| </a:t>
                </a:r>
                <a:r>
                  <a:rPr lang="zh-CN" altLang="en-US" sz="1600">
                    <a:solidFill>
                      <a:schemeClr val="tx1">
                        <a:lumMod val="95000"/>
                        <a:lumOff val="5000"/>
                      </a:schemeClr>
                    </a:solidFill>
                    <a:latin typeface="Times New Roman" panose="02020503050405090304" pitchFamily="18" charset="0"/>
                    <a:ea typeface="宋体" pitchFamily="2" charset="-122"/>
                  </a:rPr>
                  <a:t>欢观 </a:t>
                </a:r>
                <a:r>
                  <a:rPr lang="en-US" altLang="zh-CN" sz="1600">
                    <a:solidFill>
                      <a:schemeClr val="tx1">
                        <a:lumMod val="95000"/>
                        <a:lumOff val="5000"/>
                      </a:schemeClr>
                    </a:solidFill>
                    <a:latin typeface="Times New Roman" panose="02020503050405090304" pitchFamily="18" charset="0"/>
                    <a:ea typeface="宋体" pitchFamily="2" charset="-122"/>
                  </a:rPr>
                  <a:t>) *P(&lt;/s&gt;</a:t>
                </a:r>
                <a:r>
                  <a:rPr lang="zh-CN" altLang="en-US" sz="1600">
                    <a:solidFill>
                      <a:schemeClr val="tx1">
                        <a:lumMod val="95000"/>
                        <a:lumOff val="5000"/>
                      </a:schemeClr>
                    </a:solidFill>
                    <a:latin typeface="Times New Roman" panose="02020503050405090304" pitchFamily="18" charset="0"/>
                    <a:ea typeface="宋体" pitchFamily="2" charset="-122"/>
                  </a:rPr>
                  <a:t> </a:t>
                </a:r>
                <a:r>
                  <a:rPr lang="en-US" altLang="zh-CN" sz="1600">
                    <a:solidFill>
                      <a:schemeClr val="tx1">
                        <a:lumMod val="95000"/>
                        <a:lumOff val="5000"/>
                      </a:schemeClr>
                    </a:solidFill>
                    <a:latin typeface="Times New Roman" panose="02020503050405090304" pitchFamily="18" charset="0"/>
                    <a:ea typeface="宋体" pitchFamily="2" charset="-122"/>
                  </a:rPr>
                  <a:t>|</a:t>
                </a:r>
                <a:r>
                  <a:rPr lang="zh-CN" altLang="en-US" sz="1600">
                    <a:solidFill>
                      <a:schemeClr val="tx1">
                        <a:lumMod val="95000"/>
                        <a:lumOff val="5000"/>
                      </a:schemeClr>
                    </a:solidFill>
                    <a:latin typeface="Times New Roman" panose="02020503050405090304" pitchFamily="18" charset="0"/>
                    <a:ea typeface="宋体" pitchFamily="2" charset="-122"/>
                  </a:rPr>
                  <a:t>赏日出 </a:t>
                </a:r>
                <a:r>
                  <a:rPr lang="en-US" altLang="zh-CN" sz="1600">
                    <a:solidFill>
                      <a:schemeClr val="tx1">
                        <a:lumMod val="95000"/>
                        <a:lumOff val="5000"/>
                      </a:schemeClr>
                    </a:solidFill>
                    <a:latin typeface="Times New Roman" panose="02020503050405090304" pitchFamily="18" charset="0"/>
                    <a:ea typeface="宋体" pitchFamily="2" charset="-122"/>
                  </a:rPr>
                  <a:t>)</a:t>
                </a:r>
                <a14:m>
                  <m:oMath xmlns:m="http://schemas.openxmlformats.org/officeDocument/2006/math">
                    <m:r>
                      <a:rPr lang="en-US" altLang="zh-CN" sz="1600" i="1" kern="100" smtClean="0">
                        <a:effectLst/>
                        <a:latin typeface="Cambria Math" panose="02040503050406030204" pitchFamily="18" charset="0"/>
                        <a:ea typeface="宋体" pitchFamily="2" charset="-122"/>
                      </a:rPr>
                      <m:t>=</m:t>
                    </m:r>
                    <m:f>
                      <m:fPr>
                        <m:ctrlPr>
                          <a:rPr lang="zh-CN" altLang="zh-CN" sz="1600" i="1" kern="100">
                            <a:effectLst/>
                            <a:latin typeface="Cambria Math" panose="02040503050406030204" pitchFamily="18" charset="0"/>
                            <a:ea typeface="Cambria Math" panose="02040503050406030204" pitchFamily="18" charset="0"/>
                          </a:rPr>
                        </m:ctrlPr>
                      </m:fPr>
                      <m:num>
                        <m:r>
                          <a:rPr lang="en-US" altLang="zh-CN" sz="1600" i="1" kern="100">
                            <a:effectLst/>
                            <a:latin typeface="Cambria Math" panose="02040503050406030204" pitchFamily="18" charset="0"/>
                            <a:ea typeface="宋体" pitchFamily="2" charset="-122"/>
                          </a:rPr>
                          <m:t>2</m:t>
                        </m:r>
                      </m:num>
                      <m:den>
                        <m:r>
                          <a:rPr lang="en-US" altLang="zh-CN" sz="1600" i="1" kern="100">
                            <a:effectLst/>
                            <a:latin typeface="Cambria Math" panose="02040503050406030204" pitchFamily="18" charset="0"/>
                            <a:ea typeface="宋体" pitchFamily="2" charset="-122"/>
                          </a:rPr>
                          <m:t>4</m:t>
                        </m:r>
                      </m:den>
                    </m:f>
                    <m:r>
                      <a:rPr lang="en-US" altLang="zh-CN" sz="1600" i="1" kern="100">
                        <a:effectLst/>
                        <a:latin typeface="Cambria Math" panose="02040503050406030204" pitchFamily="18" charset="0"/>
                        <a:ea typeface="宋体" pitchFamily="2" charset="-122"/>
                      </a:rPr>
                      <m:t>×</m:t>
                    </m:r>
                    <m:f>
                      <m:fPr>
                        <m:ctrlPr>
                          <a:rPr lang="zh-CN" altLang="zh-CN" sz="1600" i="1" kern="100">
                            <a:effectLst/>
                            <a:latin typeface="Cambria Math" panose="02040503050406030204" pitchFamily="18" charset="0"/>
                            <a:ea typeface="Cambria Math" panose="02040503050406030204" pitchFamily="18" charset="0"/>
                          </a:rPr>
                        </m:ctrlPr>
                      </m:fPr>
                      <m:num>
                        <m:r>
                          <a:rPr lang="en-US" altLang="zh-CN" sz="1600" i="1" kern="100">
                            <a:effectLst/>
                            <a:latin typeface="Cambria Math" panose="02040503050406030204" pitchFamily="18" charset="0"/>
                            <a:ea typeface="宋体" pitchFamily="2" charset="-122"/>
                          </a:rPr>
                          <m:t>1</m:t>
                        </m:r>
                      </m:num>
                      <m:den>
                        <m:r>
                          <a:rPr lang="en-US" altLang="zh-CN" sz="1600" i="1" kern="100">
                            <a:effectLst/>
                            <a:latin typeface="Cambria Math" panose="02040503050406030204" pitchFamily="18" charset="0"/>
                            <a:ea typeface="宋体" pitchFamily="2" charset="-122"/>
                          </a:rPr>
                          <m:t>2</m:t>
                        </m:r>
                      </m:den>
                    </m:f>
                    <m:r>
                      <a:rPr lang="en-US" altLang="zh-CN" sz="1600" i="1" kern="100">
                        <a:effectLst/>
                        <a:latin typeface="Cambria Math" panose="02040503050406030204" pitchFamily="18" charset="0"/>
                        <a:ea typeface="宋体" pitchFamily="2" charset="-122"/>
                      </a:rPr>
                      <m:t>×</m:t>
                    </m:r>
                    <m:f>
                      <m:fPr>
                        <m:ctrlPr>
                          <a:rPr lang="zh-CN" altLang="zh-CN" sz="1600" i="1" kern="100">
                            <a:effectLst/>
                            <a:latin typeface="Cambria Math" panose="02040503050406030204" pitchFamily="18" charset="0"/>
                            <a:ea typeface="Cambria Math" panose="02040503050406030204" pitchFamily="18" charset="0"/>
                          </a:rPr>
                        </m:ctrlPr>
                      </m:fPr>
                      <m:num>
                        <m:r>
                          <a:rPr lang="en-US" altLang="zh-CN" sz="1600" i="1" kern="100">
                            <a:effectLst/>
                            <a:latin typeface="Cambria Math" panose="02040503050406030204" pitchFamily="18" charset="0"/>
                            <a:ea typeface="宋体" pitchFamily="2" charset="-122"/>
                          </a:rPr>
                          <m:t>1</m:t>
                        </m:r>
                      </m:num>
                      <m:den>
                        <m:r>
                          <a:rPr lang="en-US" altLang="zh-CN" sz="1600" b="0" i="1" kern="100" smtClean="0">
                            <a:effectLst/>
                            <a:latin typeface="Cambria Math" panose="02040503050406030204" pitchFamily="18" charset="0"/>
                            <a:ea typeface="宋体" pitchFamily="2" charset="-122"/>
                          </a:rPr>
                          <m:t>1</m:t>
                        </m:r>
                      </m:den>
                    </m:f>
                    <m:r>
                      <a:rPr lang="en-US" altLang="zh-CN" sz="1600" i="1" kern="100">
                        <a:effectLst/>
                        <a:latin typeface="Cambria Math" panose="02040503050406030204" pitchFamily="18" charset="0"/>
                        <a:ea typeface="宋体" pitchFamily="2" charset="-122"/>
                      </a:rPr>
                      <m:t>×</m:t>
                    </m:r>
                    <m:f>
                      <m:fPr>
                        <m:ctrlPr>
                          <a:rPr lang="zh-CN" altLang="zh-CN" sz="1600" i="1" kern="100">
                            <a:effectLst/>
                            <a:latin typeface="Cambria Math" panose="02040503050406030204" pitchFamily="18" charset="0"/>
                            <a:ea typeface="Cambria Math" panose="02040503050406030204" pitchFamily="18" charset="0"/>
                          </a:rPr>
                        </m:ctrlPr>
                      </m:fPr>
                      <m:num>
                        <m:r>
                          <a:rPr lang="en-US" altLang="zh-CN" sz="1600" i="1" kern="100">
                            <a:effectLst/>
                            <a:latin typeface="Cambria Math" panose="02040503050406030204" pitchFamily="18" charset="0"/>
                            <a:ea typeface="宋体" pitchFamily="2" charset="-122"/>
                          </a:rPr>
                          <m:t>1</m:t>
                        </m:r>
                      </m:num>
                      <m:den>
                        <m:r>
                          <a:rPr lang="en-US" altLang="zh-CN" sz="1600" b="0" i="1" kern="100" smtClean="0">
                            <a:effectLst/>
                            <a:latin typeface="Cambria Math" panose="02040503050406030204" pitchFamily="18" charset="0"/>
                            <a:ea typeface="宋体" pitchFamily="2" charset="-122"/>
                          </a:rPr>
                          <m:t>2</m:t>
                        </m:r>
                      </m:den>
                    </m:f>
                    <m:r>
                      <a:rPr lang="en-US" altLang="zh-CN" sz="1600" i="1" kern="100">
                        <a:effectLst/>
                        <a:latin typeface="Cambria Math" panose="02040503050406030204" pitchFamily="18" charset="0"/>
                        <a:ea typeface="宋体" pitchFamily="2" charset="-122"/>
                      </a:rPr>
                      <m:t>×</m:t>
                    </m:r>
                    <m:f>
                      <m:fPr>
                        <m:ctrlPr>
                          <a:rPr lang="zh-CN" altLang="zh-CN" sz="1600" i="1" kern="100">
                            <a:effectLst/>
                            <a:latin typeface="Cambria Math" panose="02040503050406030204" pitchFamily="18" charset="0"/>
                            <a:ea typeface="Cambria Math" panose="02040503050406030204" pitchFamily="18" charset="0"/>
                          </a:rPr>
                        </m:ctrlPr>
                      </m:fPr>
                      <m:num>
                        <m:r>
                          <a:rPr lang="en-US" altLang="zh-CN" sz="1600" b="0" i="1" kern="100" smtClean="0">
                            <a:effectLst/>
                            <a:latin typeface="Cambria Math" panose="02040503050406030204" pitchFamily="18" charset="0"/>
                            <a:ea typeface="宋体" pitchFamily="2" charset="-122"/>
                          </a:rPr>
                          <m:t>1</m:t>
                        </m:r>
                      </m:num>
                      <m:den>
                        <m:r>
                          <a:rPr lang="en-US" altLang="zh-CN" sz="1600" b="0" i="1" kern="100" smtClean="0">
                            <a:effectLst/>
                            <a:latin typeface="Cambria Math" panose="02040503050406030204" pitchFamily="18" charset="0"/>
                            <a:ea typeface="宋体" pitchFamily="2" charset="-122"/>
                          </a:rPr>
                          <m:t>1</m:t>
                        </m:r>
                      </m:den>
                    </m:f>
                    <m:r>
                      <a:rPr lang="en-US" altLang="zh-CN" sz="1600" i="1" kern="100">
                        <a:effectLst/>
                        <a:latin typeface="Cambria Math" panose="02040503050406030204" pitchFamily="18" charset="0"/>
                        <a:ea typeface="宋体" pitchFamily="2" charset="-122"/>
                      </a:rPr>
                      <m:t>=</m:t>
                    </m:r>
                    <m:f>
                      <m:fPr>
                        <m:ctrlPr>
                          <a:rPr lang="zh-CN" altLang="zh-CN" sz="1600" i="1" kern="100">
                            <a:effectLst/>
                            <a:latin typeface="Cambria Math" panose="02040503050406030204" pitchFamily="18" charset="0"/>
                            <a:ea typeface="Cambria Math" panose="02040503050406030204" pitchFamily="18" charset="0"/>
                          </a:rPr>
                        </m:ctrlPr>
                      </m:fPr>
                      <m:num>
                        <m:r>
                          <a:rPr lang="en-US" altLang="zh-CN" sz="1600" i="1" kern="100">
                            <a:effectLst/>
                            <a:latin typeface="Cambria Math" panose="02040503050406030204" pitchFamily="18" charset="0"/>
                            <a:ea typeface="宋体" pitchFamily="2" charset="-122"/>
                          </a:rPr>
                          <m:t>1</m:t>
                        </m:r>
                      </m:num>
                      <m:den>
                        <m:r>
                          <a:rPr lang="en-US" altLang="zh-CN" sz="1600" i="1" kern="100">
                            <a:effectLst/>
                            <a:latin typeface="Cambria Math" panose="02040503050406030204" pitchFamily="18" charset="0"/>
                            <a:ea typeface="宋体" pitchFamily="2" charset="-122"/>
                          </a:rPr>
                          <m:t>8</m:t>
                        </m:r>
                      </m:den>
                    </m:f>
                  </m:oMath>
                </a14:m>
                <a:endParaRPr lang="en-US" altLang="zh-CN" sz="1600">
                  <a:solidFill>
                    <a:schemeClr val="tx1">
                      <a:lumMod val="95000"/>
                      <a:lumOff val="5000"/>
                    </a:schemeClr>
                  </a:solidFill>
                  <a:latin typeface="Times New Roman" panose="02020503050405090304" pitchFamily="18" charset="0"/>
                  <a:ea typeface="宋体" pitchFamily="2" charset="-122"/>
                </a:endParaRPr>
              </a:p>
              <a:p>
                <a:pPr marL="269875" indent="-269875">
                  <a:lnSpc>
                    <a:spcPct val="150000"/>
                  </a:lnSpc>
                  <a:buClr>
                    <a:srgbClr val="0070C0"/>
                  </a:buClr>
                  <a:buFont typeface="Wingdings" panose="05000000000000000000" pitchFamily="2" charset="2"/>
                  <a:buChar char="n"/>
                </a:pPr>
                <a:r>
                  <a:rPr lang="en-US" altLang="zh-CN" sz="1600">
                    <a:solidFill>
                      <a:schemeClr val="tx1"/>
                    </a:solidFill>
                    <a:latin typeface="Times New Roman" panose="02020503050405090304" pitchFamily="18" charset="0"/>
                    <a:ea typeface="宋体" pitchFamily="2" charset="-122"/>
                  </a:rPr>
                  <a:t>P(Y4 ) = P( </a:t>
                </a:r>
                <a:r>
                  <a:rPr lang="zh-CN" altLang="en-US" sz="1600">
                    <a:solidFill>
                      <a:schemeClr val="tx1"/>
                    </a:solidFill>
                    <a:latin typeface="Times New Roman" panose="02020503050405090304" pitchFamily="18" charset="0"/>
                    <a:ea typeface="宋体" pitchFamily="2" charset="-122"/>
                  </a:rPr>
                  <a:t>我 </a:t>
                </a:r>
                <a:r>
                  <a:rPr lang="en-US" altLang="zh-CN" sz="1600">
                    <a:solidFill>
                      <a:schemeClr val="tx1">
                        <a:lumMod val="95000"/>
                        <a:lumOff val="5000"/>
                      </a:schemeClr>
                    </a:solidFill>
                    <a:latin typeface="Times New Roman" panose="02020503050405090304" pitchFamily="18" charset="0"/>
                    <a:ea typeface="宋体" pitchFamily="2" charset="-122"/>
                  </a:rPr>
                  <a:t>|&lt;s&gt;</a:t>
                </a:r>
                <a:r>
                  <a:rPr lang="zh-CN" altLang="en-US" sz="1600">
                    <a:solidFill>
                      <a:schemeClr val="tx1">
                        <a:lumMod val="95000"/>
                        <a:lumOff val="5000"/>
                      </a:schemeClr>
                    </a:solidFill>
                    <a:latin typeface="Times New Roman" panose="02020503050405090304" pitchFamily="18" charset="0"/>
                    <a:ea typeface="宋体" pitchFamily="2" charset="-122"/>
                  </a:rPr>
                  <a:t> </a:t>
                </a:r>
                <a:r>
                  <a:rPr lang="en-US" altLang="zh-CN" sz="1600">
                    <a:solidFill>
                      <a:schemeClr val="tx1"/>
                    </a:solidFill>
                    <a:latin typeface="Times New Roman" panose="02020503050405090304" pitchFamily="18" charset="0"/>
                    <a:ea typeface="宋体" pitchFamily="2" charset="-122"/>
                  </a:rPr>
                  <a:t>)*P( </a:t>
                </a:r>
                <a:r>
                  <a:rPr lang="zh-CN" altLang="en-US" sz="1600">
                    <a:solidFill>
                      <a:schemeClr val="tx1"/>
                    </a:solidFill>
                    <a:latin typeface="Times New Roman" panose="02020503050405090304" pitchFamily="18" charset="0"/>
                    <a:ea typeface="宋体" pitchFamily="2" charset="-122"/>
                  </a:rPr>
                  <a:t>喜欢 </a:t>
                </a:r>
                <a:r>
                  <a:rPr lang="en-US" altLang="zh-CN" sz="1600">
                    <a:solidFill>
                      <a:schemeClr val="tx1"/>
                    </a:solidFill>
                    <a:latin typeface="Times New Roman" panose="02020503050405090304" pitchFamily="18" charset="0"/>
                    <a:ea typeface="宋体" pitchFamily="2" charset="-122"/>
                  </a:rPr>
                  <a:t>| </a:t>
                </a:r>
                <a:r>
                  <a:rPr lang="zh-CN" altLang="en-US" sz="1600">
                    <a:solidFill>
                      <a:schemeClr val="tx1"/>
                    </a:solidFill>
                    <a:latin typeface="Times New Roman" panose="02020503050405090304" pitchFamily="18" charset="0"/>
                    <a:ea typeface="宋体" pitchFamily="2" charset="-122"/>
                  </a:rPr>
                  <a:t>我 </a:t>
                </a:r>
                <a:r>
                  <a:rPr lang="en-US" altLang="zh-CN" sz="1600">
                    <a:solidFill>
                      <a:schemeClr val="tx1"/>
                    </a:solidFill>
                    <a:latin typeface="Times New Roman" panose="02020503050405090304" pitchFamily="18" charset="0"/>
                    <a:ea typeface="宋体" pitchFamily="2" charset="-122"/>
                  </a:rPr>
                  <a:t>)*P( </a:t>
                </a:r>
                <a:r>
                  <a:rPr lang="zh-CN" altLang="en-US" sz="1600">
                    <a:solidFill>
                      <a:schemeClr val="tx1"/>
                    </a:solidFill>
                    <a:latin typeface="Times New Roman" panose="02020503050405090304" pitchFamily="18" charset="0"/>
                    <a:ea typeface="宋体" pitchFamily="2" charset="-122"/>
                  </a:rPr>
                  <a:t>观赏 </a:t>
                </a:r>
                <a:r>
                  <a:rPr lang="en-US" altLang="zh-CN" sz="1600">
                    <a:solidFill>
                      <a:schemeClr val="tx1"/>
                    </a:solidFill>
                    <a:latin typeface="Times New Roman" panose="02020503050405090304" pitchFamily="18" charset="0"/>
                    <a:ea typeface="宋体" pitchFamily="2" charset="-122"/>
                  </a:rPr>
                  <a:t>| </a:t>
                </a:r>
                <a:r>
                  <a:rPr lang="zh-CN" altLang="en-US" sz="1600">
                    <a:solidFill>
                      <a:schemeClr val="tx1"/>
                    </a:solidFill>
                    <a:latin typeface="Times New Roman" panose="02020503050405090304" pitchFamily="18" charset="0"/>
                    <a:ea typeface="宋体" pitchFamily="2" charset="-122"/>
                  </a:rPr>
                  <a:t>喜欢 </a:t>
                </a:r>
                <a:r>
                  <a:rPr lang="en-US" altLang="zh-CN" sz="1600">
                    <a:solidFill>
                      <a:schemeClr val="tx1"/>
                    </a:solidFill>
                    <a:latin typeface="Times New Roman" panose="02020503050405090304" pitchFamily="18" charset="0"/>
                    <a:ea typeface="宋体" pitchFamily="2" charset="-122"/>
                  </a:rPr>
                  <a:t>)*P( </a:t>
                </a:r>
                <a:r>
                  <a:rPr lang="zh-CN" altLang="en-US" sz="1600">
                    <a:solidFill>
                      <a:schemeClr val="tx1"/>
                    </a:solidFill>
                    <a:latin typeface="Times New Roman" panose="02020503050405090304" pitchFamily="18" charset="0"/>
                    <a:ea typeface="宋体" pitchFamily="2" charset="-122"/>
                  </a:rPr>
                  <a:t>日出 </a:t>
                </a:r>
                <a:r>
                  <a:rPr lang="en-US" altLang="zh-CN" sz="1600">
                    <a:solidFill>
                      <a:schemeClr val="tx1"/>
                    </a:solidFill>
                    <a:latin typeface="Times New Roman" panose="02020503050405090304" pitchFamily="18" charset="0"/>
                    <a:ea typeface="宋体" pitchFamily="2" charset="-122"/>
                  </a:rPr>
                  <a:t>| </a:t>
                </a:r>
                <a:r>
                  <a:rPr lang="zh-CN" altLang="en-US" sz="1600">
                    <a:solidFill>
                      <a:schemeClr val="tx1"/>
                    </a:solidFill>
                    <a:latin typeface="Times New Roman" panose="02020503050405090304" pitchFamily="18" charset="0"/>
                    <a:ea typeface="宋体" pitchFamily="2" charset="-122"/>
                  </a:rPr>
                  <a:t>观赏 </a:t>
                </a:r>
                <a:r>
                  <a:rPr lang="en-US" altLang="zh-CN" sz="1600">
                    <a:solidFill>
                      <a:schemeClr val="tx1"/>
                    </a:solidFill>
                    <a:latin typeface="Times New Roman" panose="02020503050405090304" pitchFamily="18" charset="0"/>
                    <a:ea typeface="宋体" pitchFamily="2" charset="-122"/>
                  </a:rPr>
                  <a:t>)</a:t>
                </a:r>
                <a:r>
                  <a:rPr lang="en-US" altLang="zh-CN" sz="1600">
                    <a:solidFill>
                      <a:schemeClr val="tx1">
                        <a:lumMod val="95000"/>
                        <a:lumOff val="5000"/>
                      </a:schemeClr>
                    </a:solidFill>
                    <a:latin typeface="Times New Roman" panose="02020503050405090304" pitchFamily="18" charset="0"/>
                    <a:ea typeface="宋体" pitchFamily="2" charset="-122"/>
                  </a:rPr>
                  <a:t> *P(&lt;/s&gt;</a:t>
                </a:r>
                <a:r>
                  <a:rPr lang="zh-CN" altLang="en-US" sz="1600">
                    <a:solidFill>
                      <a:schemeClr val="tx1">
                        <a:lumMod val="95000"/>
                        <a:lumOff val="5000"/>
                      </a:schemeClr>
                    </a:solidFill>
                    <a:latin typeface="Times New Roman" panose="02020503050405090304" pitchFamily="18" charset="0"/>
                    <a:ea typeface="宋体" pitchFamily="2" charset="-122"/>
                  </a:rPr>
                  <a:t> </a:t>
                </a:r>
                <a:r>
                  <a:rPr lang="en-US" altLang="zh-CN" sz="1600">
                    <a:solidFill>
                      <a:schemeClr val="tx1">
                        <a:lumMod val="95000"/>
                        <a:lumOff val="5000"/>
                      </a:schemeClr>
                    </a:solidFill>
                    <a:latin typeface="Times New Roman" panose="02020503050405090304" pitchFamily="18" charset="0"/>
                    <a:ea typeface="宋体" pitchFamily="2" charset="-122"/>
                  </a:rPr>
                  <a:t>|</a:t>
                </a:r>
                <a:r>
                  <a:rPr lang="zh-CN" altLang="en-US" sz="1600">
                    <a:solidFill>
                      <a:schemeClr val="tx1">
                        <a:lumMod val="95000"/>
                        <a:lumOff val="5000"/>
                      </a:schemeClr>
                    </a:solidFill>
                    <a:latin typeface="Times New Roman" panose="02020503050405090304" pitchFamily="18" charset="0"/>
                    <a:ea typeface="宋体" pitchFamily="2" charset="-122"/>
                  </a:rPr>
                  <a:t>日出</a:t>
                </a:r>
                <a:r>
                  <a:rPr lang="en-US" altLang="zh-CN" sz="1600">
                    <a:solidFill>
                      <a:schemeClr val="tx1">
                        <a:lumMod val="95000"/>
                        <a:lumOff val="5000"/>
                      </a:schemeClr>
                    </a:solidFill>
                    <a:latin typeface="Times New Roman" panose="02020503050405090304" pitchFamily="18" charset="0"/>
                    <a:ea typeface="宋体" pitchFamily="2" charset="-122"/>
                  </a:rPr>
                  <a:t>)</a:t>
                </a:r>
                <a14:m>
                  <m:oMath xmlns:m="http://schemas.openxmlformats.org/officeDocument/2006/math">
                    <m:r>
                      <a:rPr lang="en-US" altLang="zh-CN" sz="1600" i="1" kern="100" smtClean="0">
                        <a:effectLst/>
                        <a:latin typeface="Cambria Math" panose="02040503050406030204" pitchFamily="18" charset="0"/>
                        <a:ea typeface="宋体" pitchFamily="2" charset="-122"/>
                      </a:rPr>
                      <m:t>=</m:t>
                    </m:r>
                    <m:f>
                      <m:fPr>
                        <m:ctrlPr>
                          <a:rPr lang="zh-CN" altLang="zh-CN" sz="1600" i="1" kern="100">
                            <a:effectLst/>
                            <a:latin typeface="Cambria Math" panose="02040503050406030204" pitchFamily="18" charset="0"/>
                            <a:ea typeface="Cambria Math" panose="02040503050406030204" pitchFamily="18" charset="0"/>
                          </a:rPr>
                        </m:ctrlPr>
                      </m:fPr>
                      <m:num>
                        <m:r>
                          <a:rPr lang="en-US" altLang="zh-CN" sz="1600" i="1" kern="100">
                            <a:effectLst/>
                            <a:latin typeface="Cambria Math" panose="02040503050406030204" pitchFamily="18" charset="0"/>
                            <a:ea typeface="宋体" pitchFamily="2" charset="-122"/>
                          </a:rPr>
                          <m:t>2</m:t>
                        </m:r>
                      </m:num>
                      <m:den>
                        <m:r>
                          <a:rPr lang="en-US" altLang="zh-CN" sz="1600" i="1" kern="100">
                            <a:effectLst/>
                            <a:latin typeface="Cambria Math" panose="02040503050406030204" pitchFamily="18" charset="0"/>
                            <a:ea typeface="宋体" pitchFamily="2" charset="-122"/>
                          </a:rPr>
                          <m:t>4</m:t>
                        </m:r>
                      </m:den>
                    </m:f>
                    <m:r>
                      <a:rPr lang="en-US" altLang="zh-CN" sz="1600" i="1" kern="100">
                        <a:effectLst/>
                        <a:latin typeface="Cambria Math" panose="02040503050406030204" pitchFamily="18" charset="0"/>
                        <a:ea typeface="宋体" pitchFamily="2" charset="-122"/>
                      </a:rPr>
                      <m:t>×</m:t>
                    </m:r>
                    <m:f>
                      <m:fPr>
                        <m:ctrlPr>
                          <a:rPr lang="zh-CN" altLang="zh-CN" sz="1600" i="1" kern="100">
                            <a:effectLst/>
                            <a:latin typeface="Cambria Math" panose="02040503050406030204" pitchFamily="18" charset="0"/>
                            <a:ea typeface="Cambria Math" panose="02040503050406030204" pitchFamily="18" charset="0"/>
                          </a:rPr>
                        </m:ctrlPr>
                      </m:fPr>
                      <m:num>
                        <m:r>
                          <a:rPr lang="en-US" altLang="zh-CN" sz="1600" i="1" kern="100">
                            <a:effectLst/>
                            <a:latin typeface="Cambria Math" panose="02040503050406030204" pitchFamily="18" charset="0"/>
                            <a:ea typeface="宋体" pitchFamily="2" charset="-122"/>
                          </a:rPr>
                          <m:t>1</m:t>
                        </m:r>
                      </m:num>
                      <m:den>
                        <m:r>
                          <a:rPr lang="en-US" altLang="zh-CN" sz="1600" i="1" kern="100">
                            <a:effectLst/>
                            <a:latin typeface="Cambria Math" panose="02040503050406030204" pitchFamily="18" charset="0"/>
                            <a:ea typeface="宋体" pitchFamily="2" charset="-122"/>
                          </a:rPr>
                          <m:t>2</m:t>
                        </m:r>
                      </m:den>
                    </m:f>
                    <m:r>
                      <a:rPr lang="en-US" altLang="zh-CN" sz="1600" i="1" kern="100">
                        <a:effectLst/>
                        <a:latin typeface="Cambria Math" panose="02040503050406030204" pitchFamily="18" charset="0"/>
                        <a:ea typeface="宋体" pitchFamily="2" charset="-122"/>
                      </a:rPr>
                      <m:t>×</m:t>
                    </m:r>
                    <m:f>
                      <m:fPr>
                        <m:ctrlPr>
                          <a:rPr lang="zh-CN" altLang="zh-CN" sz="1600" i="1" kern="100">
                            <a:effectLst/>
                            <a:latin typeface="Cambria Math" panose="02040503050406030204" pitchFamily="18" charset="0"/>
                            <a:ea typeface="Cambria Math" panose="02040503050406030204" pitchFamily="18" charset="0"/>
                          </a:rPr>
                        </m:ctrlPr>
                      </m:fPr>
                      <m:num>
                        <m:r>
                          <a:rPr lang="en-US" altLang="zh-CN" sz="1600" i="1" kern="100">
                            <a:effectLst/>
                            <a:latin typeface="Cambria Math" panose="02040503050406030204" pitchFamily="18" charset="0"/>
                            <a:ea typeface="宋体" pitchFamily="2" charset="-122"/>
                          </a:rPr>
                          <m:t>1</m:t>
                        </m:r>
                      </m:num>
                      <m:den>
                        <m:r>
                          <a:rPr lang="en-US" altLang="zh-CN" sz="1600" b="0" i="1" kern="100" smtClean="0">
                            <a:effectLst/>
                            <a:latin typeface="Cambria Math" panose="02040503050406030204" pitchFamily="18" charset="0"/>
                            <a:ea typeface="宋体" pitchFamily="2" charset="-122"/>
                          </a:rPr>
                          <m:t>1</m:t>
                        </m:r>
                      </m:den>
                    </m:f>
                    <m:r>
                      <a:rPr lang="en-US" altLang="zh-CN" sz="1600" i="1" kern="100">
                        <a:effectLst/>
                        <a:latin typeface="Cambria Math" panose="02040503050406030204" pitchFamily="18" charset="0"/>
                        <a:ea typeface="宋体" pitchFamily="2" charset="-122"/>
                      </a:rPr>
                      <m:t>×</m:t>
                    </m:r>
                    <m:f>
                      <m:fPr>
                        <m:ctrlPr>
                          <a:rPr lang="zh-CN" altLang="zh-CN" sz="1600" i="1" kern="100">
                            <a:effectLst/>
                            <a:latin typeface="Cambria Math" panose="02040503050406030204" pitchFamily="18" charset="0"/>
                            <a:ea typeface="Cambria Math" panose="02040503050406030204" pitchFamily="18" charset="0"/>
                          </a:rPr>
                        </m:ctrlPr>
                      </m:fPr>
                      <m:num>
                        <m:r>
                          <a:rPr lang="en-US" altLang="zh-CN" sz="1600" b="0" i="1" kern="100" smtClean="0">
                            <a:effectLst/>
                            <a:latin typeface="Cambria Math" panose="02040503050406030204" pitchFamily="18" charset="0"/>
                            <a:ea typeface="宋体" pitchFamily="2" charset="-122"/>
                          </a:rPr>
                          <m:t>2</m:t>
                        </m:r>
                      </m:num>
                      <m:den>
                        <m:r>
                          <a:rPr lang="en-US" altLang="zh-CN" sz="1600" b="0" i="1" kern="100" smtClean="0">
                            <a:effectLst/>
                            <a:latin typeface="Cambria Math" panose="02040503050406030204" pitchFamily="18" charset="0"/>
                            <a:ea typeface="宋体" pitchFamily="2" charset="-122"/>
                          </a:rPr>
                          <m:t>2</m:t>
                        </m:r>
                      </m:den>
                    </m:f>
                    <m:r>
                      <a:rPr lang="en-US" altLang="zh-CN" sz="1600" i="1" kern="100">
                        <a:effectLst/>
                        <a:latin typeface="Cambria Math" panose="02040503050406030204" pitchFamily="18" charset="0"/>
                        <a:ea typeface="宋体" pitchFamily="2" charset="-122"/>
                      </a:rPr>
                      <m:t>×</m:t>
                    </m:r>
                    <m:f>
                      <m:fPr>
                        <m:ctrlPr>
                          <a:rPr lang="zh-CN" altLang="zh-CN" sz="1600" i="1" kern="100">
                            <a:effectLst/>
                            <a:latin typeface="Cambria Math" panose="02040503050406030204" pitchFamily="18" charset="0"/>
                            <a:ea typeface="Cambria Math" panose="02040503050406030204" pitchFamily="18" charset="0"/>
                          </a:rPr>
                        </m:ctrlPr>
                      </m:fPr>
                      <m:num>
                        <m:r>
                          <a:rPr lang="en-US" altLang="zh-CN" sz="1600" b="0" i="1" kern="100" smtClean="0">
                            <a:effectLst/>
                            <a:latin typeface="Cambria Math" panose="02040503050406030204" pitchFamily="18" charset="0"/>
                            <a:ea typeface="宋体" pitchFamily="2" charset="-122"/>
                          </a:rPr>
                          <m:t>3</m:t>
                        </m:r>
                      </m:num>
                      <m:den>
                        <m:r>
                          <a:rPr lang="en-US" altLang="zh-CN" sz="1600" b="0" i="1" kern="100" smtClean="0">
                            <a:effectLst/>
                            <a:latin typeface="Cambria Math" panose="02040503050406030204" pitchFamily="18" charset="0"/>
                            <a:ea typeface="宋体" pitchFamily="2" charset="-122"/>
                          </a:rPr>
                          <m:t>3</m:t>
                        </m:r>
                      </m:den>
                    </m:f>
                    <m:r>
                      <a:rPr lang="en-US" altLang="zh-CN" sz="1600" i="1" kern="100">
                        <a:effectLst/>
                        <a:latin typeface="Cambria Math" panose="02040503050406030204" pitchFamily="18" charset="0"/>
                        <a:ea typeface="宋体" pitchFamily="2" charset="-122"/>
                      </a:rPr>
                      <m:t>=</m:t>
                    </m:r>
                    <m:f>
                      <m:fPr>
                        <m:ctrlPr>
                          <a:rPr lang="zh-CN" altLang="zh-CN" sz="1600" i="1" kern="100">
                            <a:effectLst/>
                            <a:latin typeface="Cambria Math" panose="02040503050406030204" pitchFamily="18" charset="0"/>
                            <a:ea typeface="Cambria Math" panose="02040503050406030204" pitchFamily="18" charset="0"/>
                          </a:rPr>
                        </m:ctrlPr>
                      </m:fPr>
                      <m:num>
                        <m:r>
                          <a:rPr lang="en-US" altLang="zh-CN" sz="1600" i="1" kern="100">
                            <a:effectLst/>
                            <a:latin typeface="Cambria Math" panose="02040503050406030204" pitchFamily="18" charset="0"/>
                            <a:ea typeface="宋体" pitchFamily="2" charset="-122"/>
                          </a:rPr>
                          <m:t>1</m:t>
                        </m:r>
                      </m:num>
                      <m:den>
                        <m:r>
                          <a:rPr lang="en-US" altLang="zh-CN" sz="1600" b="0" i="1" kern="100" smtClean="0">
                            <a:effectLst/>
                            <a:latin typeface="Cambria Math" panose="02040503050406030204" pitchFamily="18" charset="0"/>
                            <a:ea typeface="宋体" pitchFamily="2" charset="-122"/>
                          </a:rPr>
                          <m:t>4</m:t>
                        </m:r>
                      </m:den>
                    </m:f>
                  </m:oMath>
                </a14:m>
                <a:r>
                  <a:rPr lang="en-US" altLang="zh-CN" sz="1600">
                    <a:solidFill>
                      <a:schemeClr val="tx1">
                        <a:lumMod val="95000"/>
                        <a:lumOff val="5000"/>
                      </a:schemeClr>
                    </a:solidFill>
                    <a:latin typeface="Times New Roman" panose="02020503050405090304" pitchFamily="18" charset="0"/>
                    <a:ea typeface="宋体" pitchFamily="2" charset="-122"/>
                  </a:rPr>
                  <a:t> </a:t>
                </a:r>
                <a:endParaRPr lang="zh-CN" altLang="en-US" sz="1600"/>
              </a:p>
            </p:txBody>
          </p:sp>
        </mc:Choice>
        <mc:Fallback>
          <p:sp>
            <p:nvSpPr>
              <p:cNvPr id="6" name="文本框 5"/>
              <p:cNvSpPr txBox="1">
                <a:spLocks noRot="1" noChangeAspect="1" noMove="1" noResize="1" noEditPoints="1" noAdjustHandles="1" noChangeArrowheads="1" noChangeShapeType="1" noTextEdit="1"/>
              </p:cNvSpPr>
              <p:nvPr/>
            </p:nvSpPr>
            <p:spPr>
              <a:xfrm>
                <a:off x="650035" y="1207664"/>
                <a:ext cx="6924554" cy="3633110"/>
              </a:xfrm>
              <a:prstGeom prst="rect">
                <a:avLst/>
              </a:prstGeom>
              <a:blipFill rotWithShape="1">
                <a:blip r:embed="rId1"/>
                <a:stretch>
                  <a:fillRect l="-6" t="-15" r="4" b="5"/>
                </a:stretch>
              </a:blipFill>
            </p:spPr>
            <p:txBody>
              <a:bodyPr/>
              <a:lstStyle/>
              <a:p>
                <a:r>
                  <a:rPr lang="zh-CN" altLang="en-US">
                    <a:noFill/>
                  </a:rPr>
                  <a:t> </a:t>
                </a:r>
              </a:p>
            </p:txBody>
          </p:sp>
        </mc:Fallback>
      </mc:AlternateContent>
      <p:sp>
        <p:nvSpPr>
          <p:cNvPr id="9" name="文本框 8"/>
          <p:cNvSpPr txBox="1"/>
          <p:nvPr/>
        </p:nvSpPr>
        <p:spPr>
          <a:xfrm>
            <a:off x="401192" y="808447"/>
            <a:ext cx="5995035" cy="414922"/>
          </a:xfrm>
          <a:prstGeom prst="rect">
            <a:avLst/>
          </a:prstGeom>
          <a:noFill/>
        </p:spPr>
        <p:txBody>
          <a:bodyPr wrap="square">
            <a:spAutoFit/>
          </a:bodyPr>
          <a:lstStyle/>
          <a:p>
            <a:pPr>
              <a:lnSpc>
                <a:spcPct val="150000"/>
              </a:lnSpc>
            </a:pPr>
            <a:r>
              <a:rPr lang="zh-CN" altLang="en-US" sz="1600">
                <a:latin typeface="Times New Roman" panose="02020503050405090304" pitchFamily="18" charset="0"/>
                <a:ea typeface="宋体" pitchFamily="2" charset="-122"/>
              </a:rPr>
              <a:t>【例】基于N-gram模型算法对“我喜欢观赏日出”进行中文分词。</a:t>
            </a:r>
            <a:endParaRPr lang="zh-CN" altLang="en-US" sz="1600" dirty="0">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descr="7b0a202020202262756c6c6574223a20227b5c2263617465676f727949645c223a31303030362c5c2274656d706c61746549645c223a32303233313236327d220a7d0a"/>
          <p:cNvSpPr txBox="1"/>
          <p:nvPr/>
        </p:nvSpPr>
        <p:spPr>
          <a:xfrm>
            <a:off x="457200" y="1052158"/>
            <a:ext cx="8229601" cy="1667123"/>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a:lnSpc>
                <a:spcPct val="200000"/>
              </a:lnSpc>
            </a:pPr>
            <a:r>
              <a:rPr lang="zh-CN" altLang="en-US" sz="1800">
                <a:latin typeface="Times New Roman" panose="02020503050405090304" pitchFamily="18" charset="0"/>
                <a:ea typeface="宋体" pitchFamily="2" charset="-122"/>
              </a:rPr>
              <a:t>       </a:t>
            </a:r>
            <a:r>
              <a:rPr sz="1800">
                <a:latin typeface="Times New Roman" panose="02020503050405090304" pitchFamily="18" charset="0"/>
                <a:ea typeface="宋体" pitchFamily="2" charset="-122"/>
              </a:rPr>
              <a:t>基于N-gram模型的分词算法是在原有中文算法基础上进行了改进</a:t>
            </a:r>
            <a:r>
              <a:rPr sz="1800" dirty="0">
                <a:latin typeface="Times New Roman" panose="02020503050405090304" pitchFamily="18" charset="0"/>
                <a:ea typeface="宋体" pitchFamily="2" charset="-122"/>
              </a:rPr>
              <a:t>，设计并且实现了新的中文分词系统，</a:t>
            </a:r>
            <a:r>
              <a:rPr sz="1800" dirty="0">
                <a:solidFill>
                  <a:srgbClr val="FF0000"/>
                </a:solidFill>
                <a:latin typeface="Times New Roman" panose="02020503050405090304" pitchFamily="18" charset="0"/>
                <a:ea typeface="宋体" pitchFamily="2" charset="-122"/>
              </a:rPr>
              <a:t>既实现了文本的快速分词，又提高了中文分词的准确性，但其计算开销比较大，并且仍然存在未登录词难以处理的问题</a:t>
            </a:r>
            <a:r>
              <a:rPr sz="1800" dirty="0">
                <a:latin typeface="Times New Roman" panose="02020503050405090304" pitchFamily="18" charset="0"/>
                <a:ea typeface="宋体" pitchFamily="2" charset="-122"/>
              </a:rPr>
              <a:t>。</a:t>
            </a:r>
            <a:endParaRPr sz="1800" dirty="0">
              <a:latin typeface="Times New Roman" panose="02020503050405090304" pitchFamily="18" charset="0"/>
              <a:ea typeface="宋体" pitchFamily="2" charset="-122"/>
            </a:endParaRPr>
          </a:p>
        </p:txBody>
      </p:sp>
      <p:sp>
        <p:nvSpPr>
          <p:cNvPr id="6" name="标题 5"/>
          <p:cNvSpPr>
            <a:spLocks noGrp="1"/>
          </p:cNvSpPr>
          <p:nvPr>
            <p:ph type="title"/>
          </p:nvPr>
        </p:nvSpPr>
        <p:spPr/>
        <p:txBody>
          <a:bodyPr/>
          <a:lstStyle/>
          <a:p>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 </a:t>
            </a:r>
            <a:r>
              <a:rPr lang="en-US" altLang="zh-CN" sz="2400" b="1">
                <a:solidFill>
                  <a:srgbClr val="004C41"/>
                </a:solidFill>
                <a:ea typeface="宋体" pitchFamily="2" charset="-122"/>
                <a:cs typeface="+mn-ea"/>
                <a:sym typeface="+mn-lt"/>
              </a:rPr>
              <a:t>N-gram</a:t>
            </a:r>
            <a:r>
              <a:rPr lang="zh-CN" altLang="en-US" sz="2400" b="1">
                <a:solidFill>
                  <a:srgbClr val="004C41"/>
                </a:solidFill>
                <a:ea typeface="宋体" pitchFamily="2" charset="-122"/>
                <a:cs typeface="+mn-ea"/>
                <a:sym typeface="+mn-lt"/>
              </a:rPr>
              <a:t>模型分词算法</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5</a:t>
            </a:r>
            <a:r>
              <a:rPr lang="zh-CN" altLang="en-US" sz="2400" b="1">
                <a:solidFill>
                  <a:srgbClr val="004C41"/>
                </a:solidFill>
                <a:ea typeface="宋体" pitchFamily="2" charset="-122"/>
                <a:cs typeface="+mn-ea"/>
                <a:sym typeface="+mn-lt"/>
              </a:rPr>
              <a:t>）</a:t>
            </a:r>
            <a:r>
              <a:rPr lang="zh-CN" altLang="zh-CN" sz="2400" b="1">
                <a:solidFill>
                  <a:srgbClr val="004C41"/>
                </a:solidFill>
                <a:ea typeface="宋体" pitchFamily="2" charset="-122"/>
                <a:cs typeface="+mn-ea"/>
                <a:sym typeface="+mn-lt"/>
              </a:rPr>
              <a:t>特点</a:t>
            </a:r>
            <a:endParaRPr lang="zh-CN" altLang="en-US">
              <a:ea typeface="宋体" pitchFamily="2" charset="-122"/>
            </a:endParaRPr>
          </a:p>
        </p:txBody>
      </p:sp>
      <p:sp>
        <p:nvSpPr>
          <p:cNvPr id="3" name="日期占位符 2"/>
          <p:cNvSpPr>
            <a:spLocks noGrp="1"/>
          </p:cNvSpPr>
          <p:nvPr>
            <p:ph type="dt" sz="half" idx="10"/>
          </p:nvPr>
        </p:nvSpPr>
        <p:spPr/>
        <p:txBody>
          <a:bodyPr/>
          <a:lstStyle/>
          <a:p>
            <a:fld id="{7EC95739-1E5F-4BBA-B1F4-DBC9B7FC406F}"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5" name="灯片编号占位符 4"/>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2"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animBg="1"/>
      <p:bldP spid="4" grpId="2" bldLvl="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descr="7b0a202020202262756c6c6574223a20227b5c2263617465676f727949645c223a31303030362c5c2274656d706c61746549645c223a32303233313236327d220a7d0a"/>
          <p:cNvSpPr txBox="1"/>
          <p:nvPr/>
        </p:nvSpPr>
        <p:spPr>
          <a:xfrm>
            <a:off x="281079" y="851151"/>
            <a:ext cx="7395364" cy="414922"/>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a:lnSpc>
                <a:spcPct val="150000"/>
              </a:lnSpc>
            </a:pPr>
            <a:r>
              <a:rPr lang="en-US" altLang="zh-CN" sz="1600" dirty="0">
                <a:latin typeface="Times New Roman" panose="02020503050405090304" pitchFamily="18" charset="0"/>
                <a:ea typeface="宋体" pitchFamily="2" charset="-122"/>
              </a:rPr>
              <a:t>【</a:t>
            </a:r>
            <a:r>
              <a:rPr lang="zh-CN" altLang="en-US" sz="1600" dirty="0">
                <a:latin typeface="Times New Roman" panose="02020503050405090304" pitchFamily="18" charset="0"/>
                <a:ea typeface="宋体" pitchFamily="2" charset="-122"/>
              </a:rPr>
              <a:t>例</a:t>
            </a:r>
            <a:r>
              <a:rPr lang="en-US" altLang="zh-CN" sz="1600" dirty="0">
                <a:latin typeface="Times New Roman" panose="02020503050405090304" pitchFamily="18" charset="0"/>
                <a:ea typeface="宋体" pitchFamily="2" charset="-122"/>
              </a:rPr>
              <a:t>】 </a:t>
            </a:r>
            <a:r>
              <a:rPr lang="zh-CN" altLang="en-US" sz="1600" dirty="0">
                <a:latin typeface="Times New Roman" panose="02020503050405090304" pitchFamily="18" charset="0"/>
                <a:ea typeface="宋体" pitchFamily="2" charset="-122"/>
              </a:rPr>
              <a:t>对“我喜欢观赏日出”使用</a:t>
            </a:r>
            <a:r>
              <a:rPr lang="en-US" altLang="zh-CN" sz="1600" dirty="0">
                <a:latin typeface="Times New Roman" panose="02020503050405090304" pitchFamily="18" charset="0"/>
                <a:ea typeface="宋体" pitchFamily="2" charset="-122"/>
              </a:rPr>
              <a:t>N-gram</a:t>
            </a:r>
            <a:r>
              <a:rPr lang="zh-CN" altLang="en-US" sz="1600" dirty="0">
                <a:latin typeface="Times New Roman" panose="02020503050405090304" pitchFamily="18" charset="0"/>
                <a:ea typeface="宋体" pitchFamily="2" charset="-122"/>
              </a:rPr>
              <a:t>模型的分词算法进行分词。</a:t>
            </a:r>
            <a:endParaRPr lang="en-US" altLang="zh-CN" sz="1600" dirty="0">
              <a:latin typeface="Times New Roman" panose="02020503050405090304" pitchFamily="18" charset="0"/>
              <a:ea typeface="宋体" pitchFamily="2" charset="-122"/>
            </a:endParaRPr>
          </a:p>
        </p:txBody>
      </p:sp>
      <p:sp>
        <p:nvSpPr>
          <p:cNvPr id="6" name="文本框 5" descr="7b0a202020202262756c6c6574223a20227b5c2263617465676f727949645c223a31303030362c5c2274656d706c61746549645c223a32303233313236327d220a7d0a"/>
          <p:cNvSpPr txBox="1"/>
          <p:nvPr/>
        </p:nvSpPr>
        <p:spPr>
          <a:xfrm>
            <a:off x="353695" y="1381416"/>
            <a:ext cx="4474210" cy="738664"/>
          </a:xfrm>
          <a:prstGeom prst="rect">
            <a:avLst/>
          </a:prstGeom>
          <a:ln>
            <a:solidFill>
              <a:schemeClr val="accent5">
                <a:lumMod val="60000"/>
                <a:lumOff val="40000"/>
              </a:schemeClr>
            </a:solidFill>
          </a:ln>
        </p:spPr>
        <p:style>
          <a:lnRef idx="2">
            <a:schemeClr val="dk1"/>
          </a:lnRef>
          <a:fillRef idx="1">
            <a:schemeClr val="lt1"/>
          </a:fillRef>
          <a:effectRef idx="0">
            <a:schemeClr val="dk1"/>
          </a:effectRef>
          <a:fontRef idx="minor">
            <a:schemeClr val="dk1"/>
          </a:fontRef>
        </p:style>
        <p:txBody>
          <a:bodyPr wrap="square" rtlCol="0" anchor="t">
            <a:spAutoFit/>
          </a:bodyPr>
          <a:lstStyle/>
          <a:p>
            <a:r>
              <a:rPr lang="zh-CN" altLang="en-US" sz="1200" dirty="0">
                <a:latin typeface="Times New Roman" panose="02020503050405090304" pitchFamily="18" charset="0"/>
                <a:ea typeface="宋体" pitchFamily="2" charset="-122"/>
              </a:rPr>
              <a:t>【</a:t>
            </a:r>
            <a:r>
              <a:rPr lang="zh-CN" altLang="en-US" sz="1400" dirty="0">
                <a:latin typeface="Times New Roman" panose="02020503050405090304" pitchFamily="18" charset="0"/>
                <a:ea typeface="宋体" pitchFamily="2" charset="-122"/>
              </a:rPr>
              <a:t>案例分析】</a:t>
            </a:r>
            <a:r>
              <a:rPr lang="zh-CN" altLang="en-US" sz="1400" dirty="0">
                <a:solidFill>
                  <a:srgbClr val="FF0000"/>
                </a:solidFill>
                <a:latin typeface="Times New Roman" panose="02020503050405090304" pitchFamily="18" charset="0"/>
                <a:ea typeface="宋体" pitchFamily="2" charset="-122"/>
              </a:rPr>
              <a:t>此分词算法分两步开展：</a:t>
            </a:r>
            <a:endParaRPr lang="en-US" altLang="zh-CN" sz="1400" dirty="0">
              <a:solidFill>
                <a:srgbClr val="FF0000"/>
              </a:solidFill>
              <a:latin typeface="Times New Roman" panose="02020503050405090304" pitchFamily="18" charset="0"/>
              <a:ea typeface="宋体" pitchFamily="2" charset="-122"/>
            </a:endParaRPr>
          </a:p>
          <a:p>
            <a:r>
              <a:rPr lang="en-US" altLang="zh-CN" sz="1400" dirty="0">
                <a:solidFill>
                  <a:srgbClr val="FF0000"/>
                </a:solidFill>
                <a:latin typeface="Times New Roman" panose="02020503050405090304" pitchFamily="18" charset="0"/>
                <a:ea typeface="宋体" pitchFamily="2" charset="-122"/>
              </a:rPr>
              <a:t>                   </a:t>
            </a:r>
            <a:r>
              <a:rPr lang="zh-CN" altLang="en-US" sz="1400" dirty="0">
                <a:solidFill>
                  <a:srgbClr val="FF0000"/>
                </a:solidFill>
                <a:latin typeface="Times New Roman" panose="02020503050405090304" pitchFamily="18" charset="0"/>
                <a:ea typeface="宋体" pitchFamily="2" charset="-122"/>
              </a:rPr>
              <a:t>（</a:t>
            </a:r>
            <a:r>
              <a:rPr lang="en-US" altLang="zh-CN" sz="1400" dirty="0">
                <a:solidFill>
                  <a:srgbClr val="FF0000"/>
                </a:solidFill>
                <a:latin typeface="Times New Roman" panose="02020503050405090304" pitchFamily="18" charset="0"/>
                <a:ea typeface="宋体" pitchFamily="2" charset="-122"/>
              </a:rPr>
              <a:t>1</a:t>
            </a:r>
            <a:r>
              <a:rPr lang="zh-CN" altLang="en-US" sz="1400" dirty="0">
                <a:solidFill>
                  <a:srgbClr val="FF0000"/>
                </a:solidFill>
                <a:latin typeface="Times New Roman" panose="02020503050405090304" pitchFamily="18" charset="0"/>
                <a:ea typeface="宋体" pitchFamily="2" charset="-122"/>
              </a:rPr>
              <a:t>）获取待切分句子的所有切分方案；</a:t>
            </a:r>
            <a:endParaRPr lang="en-US" altLang="zh-CN" sz="1400" dirty="0">
              <a:solidFill>
                <a:srgbClr val="FF0000"/>
              </a:solidFill>
              <a:latin typeface="Times New Roman" panose="02020503050405090304" pitchFamily="18" charset="0"/>
              <a:ea typeface="宋体" pitchFamily="2" charset="-122"/>
            </a:endParaRPr>
          </a:p>
          <a:p>
            <a:r>
              <a:rPr lang="en-US" altLang="zh-CN" sz="1400" dirty="0">
                <a:solidFill>
                  <a:srgbClr val="FF0000"/>
                </a:solidFill>
                <a:latin typeface="Times New Roman" panose="02020503050405090304" pitchFamily="18" charset="0"/>
                <a:ea typeface="宋体" pitchFamily="2" charset="-122"/>
              </a:rPr>
              <a:t>                   </a:t>
            </a:r>
            <a:r>
              <a:rPr lang="zh-CN" altLang="en-US" sz="1400" dirty="0">
                <a:solidFill>
                  <a:srgbClr val="FF0000"/>
                </a:solidFill>
                <a:latin typeface="Times New Roman" panose="02020503050405090304" pitchFamily="18" charset="0"/>
                <a:ea typeface="宋体" pitchFamily="2" charset="-122"/>
              </a:rPr>
              <a:t>（</a:t>
            </a:r>
            <a:r>
              <a:rPr lang="en-US" altLang="zh-CN" sz="1400" dirty="0">
                <a:solidFill>
                  <a:srgbClr val="FF0000"/>
                </a:solidFill>
                <a:latin typeface="Times New Roman" panose="02020503050405090304" pitchFamily="18" charset="0"/>
                <a:ea typeface="宋体" pitchFamily="2" charset="-122"/>
              </a:rPr>
              <a:t>2</a:t>
            </a:r>
            <a:r>
              <a:rPr lang="zh-CN" altLang="en-US" sz="1400" dirty="0">
                <a:solidFill>
                  <a:srgbClr val="FF0000"/>
                </a:solidFill>
                <a:latin typeface="Times New Roman" panose="02020503050405090304" pitchFamily="18" charset="0"/>
                <a:ea typeface="宋体" pitchFamily="2" charset="-122"/>
              </a:rPr>
              <a:t>）从所有方案中选取最优的切分方案。</a:t>
            </a:r>
            <a:endParaRPr lang="en-US" altLang="zh-CN" sz="1400" dirty="0">
              <a:solidFill>
                <a:srgbClr val="FF0000"/>
              </a:solidFill>
              <a:latin typeface="Times New Roman" panose="02020503050405090304" pitchFamily="18" charset="0"/>
              <a:ea typeface="宋体" pitchFamily="2" charset="-122"/>
            </a:endParaRPr>
          </a:p>
        </p:txBody>
      </p:sp>
      <p:sp>
        <p:nvSpPr>
          <p:cNvPr id="8" name="文本框 7"/>
          <p:cNvSpPr txBox="1"/>
          <p:nvPr/>
        </p:nvSpPr>
        <p:spPr>
          <a:xfrm>
            <a:off x="303323" y="2171497"/>
            <a:ext cx="4524582" cy="2677656"/>
          </a:xfrm>
          <a:prstGeom prst="rect">
            <a:avLst/>
          </a:prstGeom>
          <a:solidFill>
            <a:schemeClr val="accent5">
              <a:lumMod val="40000"/>
              <a:lumOff val="60000"/>
            </a:schemeClr>
          </a:solidFill>
        </p:spPr>
        <p:txBody>
          <a:bodyPr wrap="square">
            <a:spAutoFit/>
          </a:bodyPr>
          <a:lstStyle/>
          <a:p>
            <a:r>
              <a:rPr lang="zh-CN" altLang="en-US" sz="1400" dirty="0">
                <a:latin typeface="Times New Roman" panose="02020503050405090304" pitchFamily="18" charset="0"/>
                <a:ea typeface="宋体" pitchFamily="2" charset="-122"/>
              </a:rPr>
              <a:t>依据封装原理</a:t>
            </a:r>
            <a:r>
              <a:rPr lang="zh-CN" altLang="en-US" sz="1400">
                <a:latin typeface="Times New Roman" panose="02020503050405090304" pitchFamily="18" charset="0"/>
                <a:ea typeface="宋体" pitchFamily="2" charset="-122"/>
              </a:rPr>
              <a:t>，定义</a:t>
            </a:r>
            <a:r>
              <a:rPr lang="en-US" altLang="zh-CN" sz="1400">
                <a:latin typeface="Times New Roman" panose="02020503050405090304" pitchFamily="18" charset="0"/>
                <a:ea typeface="宋体" pitchFamily="2" charset="-122"/>
              </a:rPr>
              <a:t>Bigram</a:t>
            </a:r>
            <a:r>
              <a:rPr lang="zh-CN" altLang="en-US" sz="1400">
                <a:latin typeface="Times New Roman" panose="02020503050405090304" pitchFamily="18" charset="0"/>
                <a:ea typeface="宋体" pitchFamily="2" charset="-122"/>
              </a:rPr>
              <a:t>类进行实现，</a:t>
            </a:r>
            <a:r>
              <a:rPr lang="en-US" altLang="zh-CN" sz="1400" b="1">
                <a:latin typeface="Times New Roman" panose="02020503050405090304" pitchFamily="18" charset="0"/>
                <a:ea typeface="宋体" pitchFamily="2" charset="-122"/>
              </a:rPr>
              <a:t>Bigram</a:t>
            </a:r>
            <a:r>
              <a:rPr lang="zh-CN" altLang="en-US" sz="1400" b="1" dirty="0">
                <a:latin typeface="Times New Roman" panose="02020503050405090304" pitchFamily="18" charset="0"/>
                <a:ea typeface="宋体" pitchFamily="2" charset="-122"/>
              </a:rPr>
              <a:t>类中包含有</a:t>
            </a:r>
            <a:r>
              <a:rPr lang="zh-CN" altLang="en-US" sz="1400" dirty="0">
                <a:latin typeface="Times New Roman" panose="02020503050405090304" pitchFamily="18" charset="0"/>
                <a:ea typeface="宋体" pitchFamily="2" charset="-122"/>
              </a:rPr>
              <a:t>：</a:t>
            </a:r>
            <a:endParaRPr lang="en-US" altLang="zh-CN" sz="1400" dirty="0">
              <a:latin typeface="Times New Roman" panose="02020503050405090304" pitchFamily="18" charset="0"/>
              <a:ea typeface="宋体" pitchFamily="2" charset="-122"/>
            </a:endParaRPr>
          </a:p>
          <a:p>
            <a:r>
              <a:rPr lang="zh-CN" altLang="en-US" sz="1400" dirty="0">
                <a:latin typeface="Times New Roman" panose="02020503050405090304" pitchFamily="18" charset="0"/>
                <a:ea typeface="宋体" pitchFamily="2" charset="-122"/>
              </a:rPr>
              <a:t>（</a:t>
            </a:r>
            <a:r>
              <a:rPr lang="en-US" altLang="zh-CN" sz="1400" dirty="0">
                <a:latin typeface="Times New Roman" panose="02020503050405090304" pitchFamily="18" charset="0"/>
                <a:ea typeface="宋体" pitchFamily="2" charset="-122"/>
              </a:rPr>
              <a:t>1</a:t>
            </a:r>
            <a:r>
              <a:rPr lang="zh-CN" altLang="en-US" sz="1400" dirty="0">
                <a:latin typeface="Times New Roman" panose="02020503050405090304" pitchFamily="18" charset="0"/>
                <a:ea typeface="宋体" pitchFamily="2" charset="-122"/>
              </a:rPr>
              <a:t>）</a:t>
            </a:r>
            <a:r>
              <a:rPr lang="en-US" altLang="zh-CN" sz="1400" dirty="0">
                <a:solidFill>
                  <a:srgbClr val="FF0000"/>
                </a:solidFill>
                <a:latin typeface="Times New Roman" panose="02020503050405090304" pitchFamily="18" charset="0"/>
                <a:ea typeface="宋体" pitchFamily="2" charset="-122"/>
              </a:rPr>
              <a:t>__</a:t>
            </a:r>
            <a:r>
              <a:rPr lang="en-US" altLang="zh-CN" sz="1400" dirty="0" err="1">
                <a:solidFill>
                  <a:srgbClr val="FF0000"/>
                </a:solidFill>
                <a:latin typeface="Times New Roman" panose="02020503050405090304" pitchFamily="18" charset="0"/>
                <a:ea typeface="宋体" pitchFamily="2" charset="-122"/>
              </a:rPr>
              <a:t>init</a:t>
            </a:r>
            <a:r>
              <a:rPr lang="en-US" altLang="zh-CN" sz="1400" dirty="0">
                <a:solidFill>
                  <a:srgbClr val="FF0000"/>
                </a:solidFill>
                <a:latin typeface="Times New Roman" panose="02020503050405090304" pitchFamily="18" charset="0"/>
                <a:ea typeface="宋体" pitchFamily="2" charset="-122"/>
              </a:rPr>
              <a:t>__</a:t>
            </a:r>
            <a:r>
              <a:rPr lang="zh-CN" altLang="en-US" sz="1400" dirty="0">
                <a:solidFill>
                  <a:srgbClr val="FF0000"/>
                </a:solidFill>
                <a:latin typeface="Times New Roman" panose="02020503050405090304" pitchFamily="18" charset="0"/>
                <a:ea typeface="宋体" pitchFamily="2" charset="-122"/>
              </a:rPr>
              <a:t>函数</a:t>
            </a:r>
            <a:r>
              <a:rPr lang="zh-CN" altLang="en-US" sz="1400" dirty="0">
                <a:latin typeface="Times New Roman" panose="02020503050405090304" pitchFamily="18" charset="0"/>
                <a:ea typeface="宋体" pitchFamily="2" charset="-122"/>
              </a:rPr>
              <a:t>进行初始化</a:t>
            </a:r>
            <a:endParaRPr lang="en-US" altLang="zh-CN" sz="1400" dirty="0">
              <a:latin typeface="Times New Roman" panose="02020503050405090304" pitchFamily="18" charset="0"/>
              <a:ea typeface="宋体" pitchFamily="2" charset="-122"/>
            </a:endParaRPr>
          </a:p>
          <a:p>
            <a:r>
              <a:rPr lang="zh-CN" altLang="en-US" sz="1400" dirty="0">
                <a:latin typeface="Times New Roman" panose="02020503050405090304" pitchFamily="18" charset="0"/>
                <a:ea typeface="宋体" pitchFamily="2" charset="-122"/>
              </a:rPr>
              <a:t>（</a:t>
            </a:r>
            <a:r>
              <a:rPr lang="en-US" altLang="zh-CN" sz="1400" dirty="0">
                <a:latin typeface="Times New Roman" panose="02020503050405090304" pitchFamily="18" charset="0"/>
                <a:ea typeface="宋体" pitchFamily="2" charset="-122"/>
              </a:rPr>
              <a:t>2</a:t>
            </a:r>
            <a:r>
              <a:rPr lang="zh-CN" altLang="en-US" sz="1400" dirty="0">
                <a:latin typeface="Times New Roman" panose="02020503050405090304" pitchFamily="18" charset="0"/>
                <a:ea typeface="宋体" pitchFamily="2" charset="-122"/>
              </a:rPr>
              <a:t>）</a:t>
            </a:r>
            <a:r>
              <a:rPr lang="en-US" altLang="zh-CN" sz="1400" dirty="0">
                <a:latin typeface="Times New Roman" panose="02020503050405090304" pitchFamily="18" charset="0"/>
                <a:ea typeface="宋体" pitchFamily="2" charset="-122"/>
              </a:rPr>
              <a:t> </a:t>
            </a:r>
            <a:r>
              <a:rPr lang="en-US" altLang="zh-CN" sz="1400" dirty="0">
                <a:solidFill>
                  <a:srgbClr val="FF0000"/>
                </a:solidFill>
                <a:latin typeface="Times New Roman" panose="02020503050405090304" pitchFamily="18" charset="0"/>
                <a:ea typeface="宋体" pitchFamily="2" charset="-122"/>
              </a:rPr>
              <a:t>_</a:t>
            </a:r>
            <a:r>
              <a:rPr lang="en-US" altLang="zh-CN" sz="1400" dirty="0" err="1">
                <a:solidFill>
                  <a:srgbClr val="FF0000"/>
                </a:solidFill>
                <a:latin typeface="Times New Roman" panose="02020503050405090304" pitchFamily="18" charset="0"/>
                <a:ea typeface="宋体" pitchFamily="2" charset="-122"/>
              </a:rPr>
              <a:t>forwardSplitSentence</a:t>
            </a:r>
            <a:r>
              <a:rPr lang="zh-CN" altLang="en-US" sz="1400" dirty="0">
                <a:solidFill>
                  <a:srgbClr val="FF0000"/>
                </a:solidFill>
                <a:latin typeface="Times New Roman" panose="02020503050405090304" pitchFamily="18" charset="0"/>
                <a:ea typeface="宋体" pitchFamily="2" charset="-122"/>
              </a:rPr>
              <a:t>函数</a:t>
            </a:r>
            <a:r>
              <a:rPr lang="zh-CN" altLang="en-US" sz="1400" dirty="0">
                <a:latin typeface="Times New Roman" panose="02020503050405090304" pitchFamily="18" charset="0"/>
                <a:ea typeface="宋体" pitchFamily="2" charset="-122"/>
              </a:rPr>
              <a:t>用于获取所有可能的切分方案</a:t>
            </a:r>
            <a:endParaRPr lang="en-US" altLang="zh-CN" sz="1400" dirty="0">
              <a:latin typeface="Times New Roman" panose="02020503050405090304" pitchFamily="18" charset="0"/>
              <a:ea typeface="宋体" pitchFamily="2" charset="-122"/>
            </a:endParaRPr>
          </a:p>
          <a:p>
            <a:r>
              <a:rPr lang="zh-CN" altLang="en-US" sz="1400" dirty="0">
                <a:latin typeface="Times New Roman" panose="02020503050405090304" pitchFamily="18" charset="0"/>
                <a:ea typeface="宋体" pitchFamily="2" charset="-122"/>
              </a:rPr>
              <a:t>（</a:t>
            </a:r>
            <a:r>
              <a:rPr lang="en-US" altLang="zh-CN" sz="1400" dirty="0">
                <a:latin typeface="Times New Roman" panose="02020503050405090304" pitchFamily="18" charset="0"/>
                <a:ea typeface="宋体" pitchFamily="2" charset="-122"/>
              </a:rPr>
              <a:t>3</a:t>
            </a:r>
            <a:r>
              <a:rPr lang="zh-CN" altLang="en-US" sz="1400" dirty="0">
                <a:latin typeface="Times New Roman" panose="02020503050405090304" pitchFamily="18" charset="0"/>
                <a:ea typeface="宋体" pitchFamily="2" charset="-122"/>
              </a:rPr>
              <a:t>）</a:t>
            </a:r>
            <a:r>
              <a:rPr lang="en-US" altLang="zh-CN" sz="1400" dirty="0" err="1">
                <a:solidFill>
                  <a:srgbClr val="FF0000"/>
                </a:solidFill>
                <a:latin typeface="Times New Roman" panose="02020503050405090304" pitchFamily="18" charset="0"/>
                <a:ea typeface="宋体" pitchFamily="2" charset="-122"/>
              </a:rPr>
              <a:t>getPValue</a:t>
            </a:r>
            <a:r>
              <a:rPr lang="zh-CN" altLang="en-US" sz="1400" dirty="0">
                <a:solidFill>
                  <a:srgbClr val="FF0000"/>
                </a:solidFill>
                <a:latin typeface="Times New Roman" panose="02020503050405090304" pitchFamily="18" charset="0"/>
                <a:ea typeface="宋体" pitchFamily="2" charset="-122"/>
              </a:rPr>
              <a:t>函数</a:t>
            </a:r>
            <a:r>
              <a:rPr lang="zh-CN" altLang="en-US" sz="1400" dirty="0">
                <a:latin typeface="Times New Roman" panose="02020503050405090304" pitchFamily="18" charset="0"/>
                <a:ea typeface="宋体" pitchFamily="2" charset="-122"/>
              </a:rPr>
              <a:t>用于查询二元概率</a:t>
            </a:r>
            <a:endParaRPr lang="en-US" altLang="zh-CN" sz="1400" dirty="0">
              <a:latin typeface="Times New Roman" panose="02020503050405090304" pitchFamily="18" charset="0"/>
              <a:ea typeface="宋体" pitchFamily="2" charset="-122"/>
            </a:endParaRPr>
          </a:p>
          <a:p>
            <a:r>
              <a:rPr lang="zh-CN" altLang="en-US" sz="1400" dirty="0">
                <a:latin typeface="Times New Roman" panose="02020503050405090304" pitchFamily="18" charset="0"/>
                <a:ea typeface="宋体" pitchFamily="2" charset="-122"/>
              </a:rPr>
              <a:t>（</a:t>
            </a:r>
            <a:r>
              <a:rPr lang="en-US" altLang="zh-CN" sz="1400" dirty="0">
                <a:latin typeface="Times New Roman" panose="02020503050405090304" pitchFamily="18" charset="0"/>
                <a:ea typeface="宋体" pitchFamily="2" charset="-122"/>
              </a:rPr>
              <a:t>4</a:t>
            </a:r>
            <a:r>
              <a:rPr lang="zh-CN" altLang="en-US" sz="1400" dirty="0">
                <a:latin typeface="Times New Roman" panose="02020503050405090304" pitchFamily="18" charset="0"/>
                <a:ea typeface="宋体" pitchFamily="2" charset="-122"/>
              </a:rPr>
              <a:t>）</a:t>
            </a:r>
            <a:r>
              <a:rPr lang="en-US" altLang="zh-CN" sz="1400" dirty="0">
                <a:solidFill>
                  <a:srgbClr val="FF0000"/>
                </a:solidFill>
                <a:latin typeface="Times New Roman" panose="02020503050405090304" pitchFamily="18" charset="0"/>
                <a:ea typeface="宋体" pitchFamily="2" charset="-122"/>
              </a:rPr>
              <a:t>_</a:t>
            </a:r>
            <a:r>
              <a:rPr lang="en-US" altLang="zh-CN" sz="1400" dirty="0" err="1">
                <a:solidFill>
                  <a:srgbClr val="FF0000"/>
                </a:solidFill>
                <a:latin typeface="Times New Roman" panose="02020503050405090304" pitchFamily="18" charset="0"/>
                <a:ea typeface="宋体" pitchFamily="2" charset="-122"/>
              </a:rPr>
              <a:t>maxP</a:t>
            </a:r>
            <a:r>
              <a:rPr lang="zh-CN" altLang="en-US" sz="1400" dirty="0">
                <a:solidFill>
                  <a:srgbClr val="FF0000"/>
                </a:solidFill>
                <a:latin typeface="Times New Roman" panose="02020503050405090304" pitchFamily="18" charset="0"/>
                <a:ea typeface="宋体" pitchFamily="2" charset="-122"/>
              </a:rPr>
              <a:t>函数</a:t>
            </a:r>
            <a:r>
              <a:rPr lang="zh-CN" altLang="en-US" sz="1400" dirty="0">
                <a:latin typeface="Times New Roman" panose="02020503050405090304" pitchFamily="18" charset="0"/>
                <a:ea typeface="宋体" pitchFamily="2" charset="-122"/>
              </a:rPr>
              <a:t>用于计算最大概率的切分组合</a:t>
            </a:r>
            <a:endParaRPr lang="en-US" altLang="zh-CN" sz="1400" dirty="0">
              <a:latin typeface="Times New Roman" panose="02020503050405090304" pitchFamily="18" charset="0"/>
              <a:ea typeface="宋体" pitchFamily="2" charset="-122"/>
            </a:endParaRPr>
          </a:p>
          <a:p>
            <a:r>
              <a:rPr lang="zh-CN" altLang="en-US" sz="1400" dirty="0">
                <a:latin typeface="Times New Roman" panose="02020503050405090304" pitchFamily="18" charset="0"/>
                <a:ea typeface="宋体" pitchFamily="2" charset="-122"/>
              </a:rPr>
              <a:t>（</a:t>
            </a:r>
            <a:r>
              <a:rPr lang="en-US" altLang="zh-CN" sz="1400" dirty="0">
                <a:latin typeface="Times New Roman" panose="02020503050405090304" pitchFamily="18" charset="0"/>
                <a:ea typeface="宋体" pitchFamily="2" charset="-122"/>
              </a:rPr>
              <a:t>5</a:t>
            </a:r>
            <a:r>
              <a:rPr lang="zh-CN" altLang="en-US" sz="1400" dirty="0">
                <a:latin typeface="Times New Roman" panose="02020503050405090304" pitchFamily="18" charset="0"/>
                <a:ea typeface="宋体" pitchFamily="2" charset="-122"/>
              </a:rPr>
              <a:t>）</a:t>
            </a:r>
            <a:r>
              <a:rPr lang="en-US" altLang="zh-CN" sz="1400" dirty="0">
                <a:solidFill>
                  <a:srgbClr val="FF0000"/>
                </a:solidFill>
                <a:latin typeface="Times New Roman" panose="02020503050405090304" pitchFamily="18" charset="0"/>
                <a:ea typeface="宋体" pitchFamily="2" charset="-122"/>
              </a:rPr>
              <a:t>segment</a:t>
            </a:r>
            <a:r>
              <a:rPr lang="zh-CN" altLang="en-US" sz="1400" dirty="0">
                <a:solidFill>
                  <a:srgbClr val="FF0000"/>
                </a:solidFill>
                <a:latin typeface="Times New Roman" panose="02020503050405090304" pitchFamily="18" charset="0"/>
                <a:ea typeface="宋体" pitchFamily="2" charset="-122"/>
              </a:rPr>
              <a:t>函数</a:t>
            </a:r>
            <a:r>
              <a:rPr lang="zh-CN" altLang="en-US" sz="1400" dirty="0">
                <a:latin typeface="Times New Roman" panose="02020503050405090304" pitchFamily="18" charset="0"/>
                <a:ea typeface="宋体" pitchFamily="2" charset="-122"/>
              </a:rPr>
              <a:t>进行分词调用</a:t>
            </a:r>
            <a:endParaRPr lang="en-US" altLang="zh-CN" sz="1400" dirty="0">
              <a:latin typeface="Times New Roman" panose="02020503050405090304" pitchFamily="18" charset="0"/>
              <a:ea typeface="宋体" pitchFamily="2" charset="-122"/>
            </a:endParaRPr>
          </a:p>
          <a:p>
            <a:r>
              <a:rPr lang="zh-CN" altLang="en-US" sz="1400" b="1" dirty="0">
                <a:latin typeface="Times New Roman" panose="02020503050405090304" pitchFamily="18" charset="0"/>
                <a:ea typeface="宋体" pitchFamily="2" charset="-122"/>
              </a:rPr>
              <a:t>其他重要函数还有：</a:t>
            </a:r>
            <a:endParaRPr lang="en-US" altLang="zh-CN" sz="1400" b="1" dirty="0">
              <a:latin typeface="Times New Roman" panose="02020503050405090304" pitchFamily="18" charset="0"/>
              <a:ea typeface="宋体" pitchFamily="2" charset="-122"/>
            </a:endParaRPr>
          </a:p>
          <a:p>
            <a:r>
              <a:rPr lang="en-US" altLang="zh-CN" sz="1400" dirty="0">
                <a:solidFill>
                  <a:srgbClr val="FF0000"/>
                </a:solidFill>
                <a:latin typeface="Times New Roman" panose="02020503050405090304" pitchFamily="18" charset="0"/>
                <a:ea typeface="宋体" pitchFamily="2" charset="-122"/>
              </a:rPr>
              <a:t>   </a:t>
            </a:r>
            <a:r>
              <a:rPr lang="en-US" altLang="zh-CN" sz="1400" dirty="0" err="1">
                <a:solidFill>
                  <a:srgbClr val="FF0000"/>
                </a:solidFill>
                <a:latin typeface="Times New Roman" panose="02020503050405090304" pitchFamily="18" charset="0"/>
                <a:ea typeface="宋体" pitchFamily="2" charset="-122"/>
              </a:rPr>
              <a:t>getPunctuation</a:t>
            </a:r>
            <a:r>
              <a:rPr lang="zh-CN" altLang="en-US" sz="1400" dirty="0">
                <a:solidFill>
                  <a:srgbClr val="FF0000"/>
                </a:solidFill>
                <a:latin typeface="Times New Roman" panose="02020503050405090304" pitchFamily="18" charset="0"/>
                <a:ea typeface="宋体" pitchFamily="2" charset="-122"/>
              </a:rPr>
              <a:t>函数</a:t>
            </a:r>
            <a:r>
              <a:rPr lang="zh-CN" altLang="en-US" sz="1400" dirty="0">
                <a:latin typeface="Times New Roman" panose="02020503050405090304" pitchFamily="18" charset="0"/>
                <a:ea typeface="宋体" pitchFamily="2" charset="-122"/>
              </a:rPr>
              <a:t>用于获取标点，部分标点可以认为是自然分割符</a:t>
            </a:r>
            <a:endParaRPr lang="en-US" altLang="zh-CN" sz="1400" dirty="0">
              <a:latin typeface="Times New Roman" panose="02020503050405090304" pitchFamily="18" charset="0"/>
              <a:ea typeface="宋体" pitchFamily="2" charset="-122"/>
            </a:endParaRPr>
          </a:p>
          <a:p>
            <a:r>
              <a:rPr lang="en-US" altLang="zh-CN" sz="1400" dirty="0">
                <a:solidFill>
                  <a:srgbClr val="FF0000"/>
                </a:solidFill>
                <a:latin typeface="Times New Roman" panose="02020503050405090304" pitchFamily="18" charset="0"/>
                <a:ea typeface="宋体" pitchFamily="2" charset="-122"/>
              </a:rPr>
              <a:t>   </a:t>
            </a:r>
            <a:r>
              <a:rPr lang="en-US" altLang="zh-CN" sz="1400" dirty="0" err="1">
                <a:solidFill>
                  <a:srgbClr val="FF0000"/>
                </a:solidFill>
                <a:latin typeface="Times New Roman" panose="02020503050405090304" pitchFamily="18" charset="0"/>
                <a:ea typeface="宋体" pitchFamily="2" charset="-122"/>
              </a:rPr>
              <a:t>toWordSet</a:t>
            </a:r>
            <a:r>
              <a:rPr lang="zh-CN" altLang="en-US" sz="1400" dirty="0">
                <a:solidFill>
                  <a:srgbClr val="FF0000"/>
                </a:solidFill>
                <a:latin typeface="Times New Roman" panose="02020503050405090304" pitchFamily="18" charset="0"/>
                <a:ea typeface="宋体" pitchFamily="2" charset="-122"/>
              </a:rPr>
              <a:t>函数</a:t>
            </a:r>
            <a:r>
              <a:rPr lang="zh-CN" altLang="en-US" sz="1400" dirty="0">
                <a:latin typeface="Times New Roman" panose="02020503050405090304" pitchFamily="18" charset="0"/>
                <a:ea typeface="宋体" pitchFamily="2" charset="-122"/>
              </a:rPr>
              <a:t>用于获取词典</a:t>
            </a:r>
            <a:endParaRPr lang="en-US" altLang="zh-CN" sz="1400" dirty="0">
              <a:latin typeface="Times New Roman" panose="02020503050405090304" pitchFamily="18" charset="0"/>
              <a:ea typeface="宋体" pitchFamily="2" charset="-122"/>
            </a:endParaRPr>
          </a:p>
        </p:txBody>
      </p:sp>
      <p:sp>
        <p:nvSpPr>
          <p:cNvPr id="9" name="矩形: 圆角 8"/>
          <p:cNvSpPr/>
          <p:nvPr/>
        </p:nvSpPr>
        <p:spPr>
          <a:xfrm>
            <a:off x="6716166" y="1908165"/>
            <a:ext cx="607375" cy="257305"/>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95000"/>
                    <a:lumOff val="5000"/>
                  </a:schemeClr>
                </a:solidFill>
                <a:latin typeface="Times New Roman" panose="02020503050405090304" pitchFamily="18" charset="0"/>
                <a:ea typeface="宋体" pitchFamily="2" charset="-122"/>
              </a:rPr>
              <a:t>main</a:t>
            </a:r>
            <a:endParaRPr lang="zh-CN" altLang="en-US" sz="1100" dirty="0">
              <a:solidFill>
                <a:schemeClr val="tx1">
                  <a:lumMod val="95000"/>
                  <a:lumOff val="5000"/>
                </a:schemeClr>
              </a:solidFill>
              <a:latin typeface="Times New Roman" panose="02020503050405090304" pitchFamily="18" charset="0"/>
              <a:ea typeface="宋体" pitchFamily="2" charset="-122"/>
            </a:endParaRPr>
          </a:p>
        </p:txBody>
      </p:sp>
      <p:sp>
        <p:nvSpPr>
          <p:cNvPr id="14" name="矩形: 圆角 13"/>
          <p:cNvSpPr/>
          <p:nvPr/>
        </p:nvSpPr>
        <p:spPr>
          <a:xfrm>
            <a:off x="6346420" y="2476514"/>
            <a:ext cx="1352267" cy="257305"/>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err="1">
                <a:solidFill>
                  <a:schemeClr val="tx1">
                    <a:lumMod val="95000"/>
                    <a:lumOff val="5000"/>
                  </a:schemeClr>
                </a:solidFill>
                <a:latin typeface="Times New Roman" panose="02020503050405090304" pitchFamily="18" charset="0"/>
                <a:ea typeface="宋体" pitchFamily="2" charset="-122"/>
              </a:rPr>
              <a:t>Bigram.segment</a:t>
            </a:r>
            <a:endParaRPr lang="zh-CN" altLang="en-US" sz="1100" dirty="0">
              <a:solidFill>
                <a:schemeClr val="tx1">
                  <a:lumMod val="95000"/>
                  <a:lumOff val="5000"/>
                </a:schemeClr>
              </a:solidFill>
              <a:latin typeface="Times New Roman" panose="02020503050405090304" pitchFamily="18" charset="0"/>
              <a:ea typeface="宋体" pitchFamily="2" charset="-122"/>
            </a:endParaRPr>
          </a:p>
        </p:txBody>
      </p:sp>
      <p:sp>
        <p:nvSpPr>
          <p:cNvPr id="15" name="矩形: 圆角 14"/>
          <p:cNvSpPr/>
          <p:nvPr/>
        </p:nvSpPr>
        <p:spPr>
          <a:xfrm>
            <a:off x="5013252" y="2480586"/>
            <a:ext cx="1215680" cy="248579"/>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zh-CN" altLang="zh-CN" sz="1100" b="0" i="0" u="none" strike="noStrike" cap="none" normalizeH="0" baseline="0" dirty="0">
                <a:ln>
                  <a:noFill/>
                </a:ln>
                <a:solidFill>
                  <a:srgbClr val="000000"/>
                </a:solidFill>
                <a:effectLst/>
                <a:latin typeface="Times New Roman" panose="02020503050405090304" pitchFamily="18" charset="0"/>
                <a:ea typeface="宋体" pitchFamily="2" charset="-122"/>
              </a:rPr>
              <a:t>get</a:t>
            </a:r>
            <a:r>
              <a:rPr lang="en-US" altLang="zh-CN" sz="1100" dirty="0">
                <a:solidFill>
                  <a:srgbClr val="000000"/>
                </a:solidFill>
                <a:latin typeface="Times New Roman" panose="02020503050405090304" pitchFamily="18" charset="0"/>
                <a:ea typeface="宋体" pitchFamily="2" charset="-122"/>
              </a:rPr>
              <a:t>Punctuation</a:t>
            </a:r>
            <a:endParaRPr lang="zh-CN" altLang="en-US" sz="1100" dirty="0">
              <a:solidFill>
                <a:schemeClr val="tx1">
                  <a:lumMod val="95000"/>
                  <a:lumOff val="5000"/>
                </a:schemeClr>
              </a:solidFill>
              <a:latin typeface="Times New Roman" panose="02020503050405090304" pitchFamily="18" charset="0"/>
              <a:ea typeface="宋体" pitchFamily="2" charset="-122"/>
            </a:endParaRPr>
          </a:p>
        </p:txBody>
      </p:sp>
      <p:cxnSp>
        <p:nvCxnSpPr>
          <p:cNvPr id="16" name="直接箭头连接符 15"/>
          <p:cNvCxnSpPr>
            <a:stCxn id="9" idx="2"/>
            <a:endCxn id="15" idx="0"/>
          </p:cNvCxnSpPr>
          <p:nvPr/>
        </p:nvCxnSpPr>
        <p:spPr>
          <a:xfrm flipH="1">
            <a:off x="5621092" y="2165470"/>
            <a:ext cx="1398762" cy="315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矩形: 圆角 24"/>
          <p:cNvSpPr/>
          <p:nvPr/>
        </p:nvSpPr>
        <p:spPr>
          <a:xfrm>
            <a:off x="6402467" y="2984476"/>
            <a:ext cx="1234774" cy="257305"/>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95000"/>
                    <a:lumOff val="5000"/>
                  </a:schemeClr>
                </a:solidFill>
                <a:latin typeface="Times New Roman" panose="02020503050405090304" pitchFamily="18" charset="0"/>
                <a:ea typeface="宋体" pitchFamily="2" charset="-122"/>
              </a:rPr>
              <a:t>Bigram._</a:t>
            </a:r>
            <a:r>
              <a:rPr lang="en-US" altLang="zh-CN" sz="1100" dirty="0" err="1">
                <a:solidFill>
                  <a:schemeClr val="tx1">
                    <a:lumMod val="95000"/>
                    <a:lumOff val="5000"/>
                  </a:schemeClr>
                </a:solidFill>
                <a:latin typeface="Times New Roman" panose="02020503050405090304" pitchFamily="18" charset="0"/>
                <a:ea typeface="宋体" pitchFamily="2" charset="-122"/>
              </a:rPr>
              <a:t>maxP</a:t>
            </a:r>
            <a:endParaRPr lang="zh-CN" altLang="en-US" sz="1100" dirty="0">
              <a:solidFill>
                <a:schemeClr val="tx1">
                  <a:lumMod val="95000"/>
                  <a:lumOff val="5000"/>
                </a:schemeClr>
              </a:solidFill>
              <a:latin typeface="Times New Roman" panose="02020503050405090304" pitchFamily="18" charset="0"/>
              <a:ea typeface="宋体" pitchFamily="2" charset="-122"/>
            </a:endParaRPr>
          </a:p>
        </p:txBody>
      </p:sp>
      <p:cxnSp>
        <p:nvCxnSpPr>
          <p:cNvPr id="26" name="直接箭头连接符 25"/>
          <p:cNvCxnSpPr>
            <a:stCxn id="9" idx="2"/>
            <a:endCxn id="14" idx="0"/>
          </p:cNvCxnSpPr>
          <p:nvPr/>
        </p:nvCxnSpPr>
        <p:spPr>
          <a:xfrm>
            <a:off x="7019854" y="2165470"/>
            <a:ext cx="2700" cy="3110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stCxn id="14" idx="2"/>
            <a:endCxn id="25" idx="0"/>
          </p:cNvCxnSpPr>
          <p:nvPr/>
        </p:nvCxnSpPr>
        <p:spPr>
          <a:xfrm flipH="1">
            <a:off x="7019854" y="2733819"/>
            <a:ext cx="2700" cy="2506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矩形: 圆角 31"/>
          <p:cNvSpPr/>
          <p:nvPr/>
        </p:nvSpPr>
        <p:spPr>
          <a:xfrm>
            <a:off x="5254461" y="3638534"/>
            <a:ext cx="2241686" cy="257305"/>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95000"/>
                    <a:lumOff val="5000"/>
                  </a:schemeClr>
                </a:solidFill>
                <a:latin typeface="Times New Roman" panose="02020503050405090304" pitchFamily="18" charset="0"/>
                <a:ea typeface="宋体" pitchFamily="2" charset="-122"/>
              </a:rPr>
              <a:t>Bigram._</a:t>
            </a:r>
            <a:r>
              <a:rPr lang="en-US" altLang="zh-CN" sz="1100" dirty="0" err="1">
                <a:solidFill>
                  <a:schemeClr val="tx1">
                    <a:lumMod val="95000"/>
                    <a:lumOff val="5000"/>
                  </a:schemeClr>
                </a:solidFill>
                <a:latin typeface="Times New Roman" panose="02020503050405090304" pitchFamily="18" charset="0"/>
                <a:ea typeface="宋体" pitchFamily="2" charset="-122"/>
              </a:rPr>
              <a:t>forwardSplitSentence</a:t>
            </a:r>
            <a:endParaRPr lang="zh-CN" altLang="en-US" sz="1100" dirty="0">
              <a:solidFill>
                <a:schemeClr val="tx1">
                  <a:lumMod val="95000"/>
                  <a:lumOff val="5000"/>
                </a:schemeClr>
              </a:solidFill>
              <a:latin typeface="Times New Roman" panose="02020503050405090304" pitchFamily="18" charset="0"/>
              <a:ea typeface="宋体" pitchFamily="2" charset="-122"/>
            </a:endParaRPr>
          </a:p>
        </p:txBody>
      </p:sp>
      <p:cxnSp>
        <p:nvCxnSpPr>
          <p:cNvPr id="34" name="直接箭头连接符 33"/>
          <p:cNvCxnSpPr>
            <a:stCxn id="25" idx="2"/>
            <a:endCxn id="32" idx="0"/>
          </p:cNvCxnSpPr>
          <p:nvPr/>
        </p:nvCxnSpPr>
        <p:spPr>
          <a:xfrm flipH="1">
            <a:off x="6375304" y="3241781"/>
            <a:ext cx="644550" cy="3967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矩形: 圆角 37"/>
          <p:cNvSpPr/>
          <p:nvPr/>
        </p:nvSpPr>
        <p:spPr>
          <a:xfrm>
            <a:off x="7613637" y="3645182"/>
            <a:ext cx="1438789" cy="257305"/>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err="1">
                <a:solidFill>
                  <a:schemeClr val="tx1">
                    <a:lumMod val="95000"/>
                    <a:lumOff val="5000"/>
                  </a:schemeClr>
                </a:solidFill>
                <a:latin typeface="Times New Roman" panose="02020503050405090304" pitchFamily="18" charset="0"/>
                <a:ea typeface="宋体" pitchFamily="2" charset="-122"/>
              </a:rPr>
              <a:t>Bigram.getPValue</a:t>
            </a:r>
            <a:endParaRPr lang="zh-CN" altLang="en-US" sz="1100" dirty="0">
              <a:solidFill>
                <a:schemeClr val="tx1">
                  <a:lumMod val="95000"/>
                  <a:lumOff val="5000"/>
                </a:schemeClr>
              </a:solidFill>
              <a:latin typeface="Times New Roman" panose="02020503050405090304" pitchFamily="18" charset="0"/>
              <a:ea typeface="宋体" pitchFamily="2" charset="-122"/>
            </a:endParaRPr>
          </a:p>
        </p:txBody>
      </p:sp>
      <p:cxnSp>
        <p:nvCxnSpPr>
          <p:cNvPr id="42" name="直接箭头连接符 41"/>
          <p:cNvCxnSpPr>
            <a:stCxn id="25" idx="2"/>
            <a:endCxn id="38" idx="0"/>
          </p:cNvCxnSpPr>
          <p:nvPr/>
        </p:nvCxnSpPr>
        <p:spPr>
          <a:xfrm>
            <a:off x="7019854" y="3241781"/>
            <a:ext cx="1313178" cy="4034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矩形: 圆角 50"/>
          <p:cNvSpPr/>
          <p:nvPr/>
        </p:nvSpPr>
        <p:spPr>
          <a:xfrm>
            <a:off x="7859587" y="2466347"/>
            <a:ext cx="869594" cy="248579"/>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en-US" altLang="zh-CN" sz="1100" b="0" i="0" u="none" strike="noStrike" cap="none" normalizeH="0" baseline="0" dirty="0" err="1">
                <a:ln>
                  <a:noFill/>
                </a:ln>
                <a:solidFill>
                  <a:srgbClr val="000000"/>
                </a:solidFill>
                <a:effectLst/>
                <a:latin typeface="Times New Roman" panose="02020503050405090304" pitchFamily="18" charset="0"/>
                <a:ea typeface="宋体" pitchFamily="2" charset="-122"/>
              </a:rPr>
              <a:t>toWordSet</a:t>
            </a:r>
            <a:endParaRPr lang="zh-CN" altLang="en-US" sz="1100" dirty="0">
              <a:solidFill>
                <a:schemeClr val="tx1">
                  <a:lumMod val="95000"/>
                  <a:lumOff val="5000"/>
                </a:schemeClr>
              </a:solidFill>
              <a:latin typeface="Times New Roman" panose="02020503050405090304" pitchFamily="18" charset="0"/>
              <a:ea typeface="宋体" pitchFamily="2" charset="-122"/>
            </a:endParaRPr>
          </a:p>
        </p:txBody>
      </p:sp>
      <p:cxnSp>
        <p:nvCxnSpPr>
          <p:cNvPr id="58" name="直接箭头连接符 57"/>
          <p:cNvCxnSpPr>
            <a:stCxn id="9" idx="2"/>
            <a:endCxn id="51" idx="0"/>
          </p:cNvCxnSpPr>
          <p:nvPr/>
        </p:nvCxnSpPr>
        <p:spPr>
          <a:xfrm>
            <a:off x="7019854" y="2165470"/>
            <a:ext cx="1274530" cy="3008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标题 6"/>
          <p:cNvSpPr>
            <a:spLocks noGrp="1"/>
          </p:cNvSpPr>
          <p:nvPr>
            <p:ph type="title"/>
          </p:nvPr>
        </p:nvSpPr>
        <p:spPr/>
        <p:txBody>
          <a:bodyPr/>
          <a:lstStyle/>
          <a:p>
            <a:r>
              <a:rPr lang="en-US" altLang="zh-CN" sz="2400" b="1">
                <a:solidFill>
                  <a:srgbClr val="004C41"/>
                </a:solidFill>
                <a:ea typeface="宋体" pitchFamily="2" charset="-122"/>
                <a:cs typeface="+mn-ea"/>
                <a:sym typeface="+mn-lt"/>
              </a:rPr>
              <a:t>3. </a:t>
            </a:r>
            <a:r>
              <a:rPr lang="zh-CN" altLang="en-US" sz="2400" b="1">
                <a:solidFill>
                  <a:srgbClr val="004C41"/>
                </a:solidFill>
                <a:ea typeface="宋体" pitchFamily="2" charset="-122"/>
                <a:cs typeface="+mn-ea"/>
                <a:sym typeface="+mn-lt"/>
              </a:rPr>
              <a:t>基于统计模型的分词案例</a:t>
            </a:r>
            <a:endParaRPr lang="zh-CN" altLang="en-US">
              <a:ea typeface="宋体" pitchFamily="2" charset="-122"/>
            </a:endParaRPr>
          </a:p>
        </p:txBody>
      </p:sp>
      <p:sp>
        <p:nvSpPr>
          <p:cNvPr id="3" name="日期占位符 2"/>
          <p:cNvSpPr>
            <a:spLocks noGrp="1"/>
          </p:cNvSpPr>
          <p:nvPr>
            <p:ph type="dt" sz="half" idx="10"/>
          </p:nvPr>
        </p:nvSpPr>
        <p:spPr/>
        <p:txBody>
          <a:bodyPr/>
          <a:lstStyle/>
          <a:p>
            <a:fld id="{285F8714-E0A7-447A-A0C9-DD194B4475DE}"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5" name="灯片编号占位符 4"/>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2"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2"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par>
                          <p:cTn id="11" fill="hold">
                            <p:stCondLst>
                              <p:cond delay="500"/>
                            </p:stCondLst>
                            <p:childTnLst>
                              <p:par>
                                <p:cTn id="12" presetID="42" presetClass="entr" presetSubtype="0" fill="hold" grpId="0" nodeType="after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1000"/>
                                        <p:tgtEl>
                                          <p:spTgt spid="14"/>
                                        </p:tgtEl>
                                      </p:cBhvr>
                                    </p:animEffect>
                                    <p:anim calcmode="lin" valueType="num">
                                      <p:cBhvr>
                                        <p:cTn id="27" dur="1000" fill="hold"/>
                                        <p:tgtEl>
                                          <p:spTgt spid="14"/>
                                        </p:tgtEl>
                                        <p:attrNameLst>
                                          <p:attrName>ppt_x</p:attrName>
                                        </p:attrNameLst>
                                      </p:cBhvr>
                                      <p:tavLst>
                                        <p:tav tm="0">
                                          <p:val>
                                            <p:strVal val="#ppt_x"/>
                                          </p:val>
                                        </p:tav>
                                        <p:tav tm="100000">
                                          <p:val>
                                            <p:strVal val="#ppt_x"/>
                                          </p:val>
                                        </p:tav>
                                      </p:tavLst>
                                    </p:anim>
                                    <p:anim calcmode="lin" valueType="num">
                                      <p:cBhvr>
                                        <p:cTn id="28" dur="1000" fill="hold"/>
                                        <p:tgtEl>
                                          <p:spTgt spid="14"/>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1000"/>
                                        <p:tgtEl>
                                          <p:spTgt spid="15"/>
                                        </p:tgtEl>
                                      </p:cBhvr>
                                    </p:animEffect>
                                    <p:anim calcmode="lin" valueType="num">
                                      <p:cBhvr>
                                        <p:cTn id="32" dur="1000" fill="hold"/>
                                        <p:tgtEl>
                                          <p:spTgt spid="15"/>
                                        </p:tgtEl>
                                        <p:attrNameLst>
                                          <p:attrName>ppt_x</p:attrName>
                                        </p:attrNameLst>
                                      </p:cBhvr>
                                      <p:tavLst>
                                        <p:tav tm="0">
                                          <p:val>
                                            <p:strVal val="#ppt_x"/>
                                          </p:val>
                                        </p:tav>
                                        <p:tav tm="100000">
                                          <p:val>
                                            <p:strVal val="#ppt_x"/>
                                          </p:val>
                                        </p:tav>
                                      </p:tavLst>
                                    </p:anim>
                                    <p:anim calcmode="lin" valueType="num">
                                      <p:cBhvr>
                                        <p:cTn id="33" dur="1000" fill="hold"/>
                                        <p:tgtEl>
                                          <p:spTgt spid="15"/>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1000"/>
                                        <p:tgtEl>
                                          <p:spTgt spid="16"/>
                                        </p:tgtEl>
                                      </p:cBhvr>
                                    </p:animEffect>
                                    <p:anim calcmode="lin" valueType="num">
                                      <p:cBhvr>
                                        <p:cTn id="37" dur="1000" fill="hold"/>
                                        <p:tgtEl>
                                          <p:spTgt spid="16"/>
                                        </p:tgtEl>
                                        <p:attrNameLst>
                                          <p:attrName>ppt_x</p:attrName>
                                        </p:attrNameLst>
                                      </p:cBhvr>
                                      <p:tavLst>
                                        <p:tav tm="0">
                                          <p:val>
                                            <p:strVal val="#ppt_x"/>
                                          </p:val>
                                        </p:tav>
                                        <p:tav tm="100000">
                                          <p:val>
                                            <p:strVal val="#ppt_x"/>
                                          </p:val>
                                        </p:tav>
                                      </p:tavLst>
                                    </p:anim>
                                    <p:anim calcmode="lin" valueType="num">
                                      <p:cBhvr>
                                        <p:cTn id="38" dur="1000" fill="hold"/>
                                        <p:tgtEl>
                                          <p:spTgt spid="16"/>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1000"/>
                                        <p:tgtEl>
                                          <p:spTgt spid="25"/>
                                        </p:tgtEl>
                                      </p:cBhvr>
                                    </p:animEffect>
                                    <p:anim calcmode="lin" valueType="num">
                                      <p:cBhvr>
                                        <p:cTn id="42" dur="1000" fill="hold"/>
                                        <p:tgtEl>
                                          <p:spTgt spid="25"/>
                                        </p:tgtEl>
                                        <p:attrNameLst>
                                          <p:attrName>ppt_x</p:attrName>
                                        </p:attrNameLst>
                                      </p:cBhvr>
                                      <p:tavLst>
                                        <p:tav tm="0">
                                          <p:val>
                                            <p:strVal val="#ppt_x"/>
                                          </p:val>
                                        </p:tav>
                                        <p:tav tm="100000">
                                          <p:val>
                                            <p:strVal val="#ppt_x"/>
                                          </p:val>
                                        </p:tav>
                                      </p:tavLst>
                                    </p:anim>
                                    <p:anim calcmode="lin" valueType="num">
                                      <p:cBhvr>
                                        <p:cTn id="43" dur="1000" fill="hold"/>
                                        <p:tgtEl>
                                          <p:spTgt spid="25"/>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26"/>
                                        </p:tgtEl>
                                        <p:attrNameLst>
                                          <p:attrName>style.visibility</p:attrName>
                                        </p:attrNameLst>
                                      </p:cBhvr>
                                      <p:to>
                                        <p:strVal val="visible"/>
                                      </p:to>
                                    </p:set>
                                    <p:animEffect transition="in" filter="fade">
                                      <p:cBhvr>
                                        <p:cTn id="46" dur="1000"/>
                                        <p:tgtEl>
                                          <p:spTgt spid="26"/>
                                        </p:tgtEl>
                                      </p:cBhvr>
                                    </p:animEffect>
                                    <p:anim calcmode="lin" valueType="num">
                                      <p:cBhvr>
                                        <p:cTn id="47" dur="1000" fill="hold"/>
                                        <p:tgtEl>
                                          <p:spTgt spid="26"/>
                                        </p:tgtEl>
                                        <p:attrNameLst>
                                          <p:attrName>ppt_x</p:attrName>
                                        </p:attrNameLst>
                                      </p:cBhvr>
                                      <p:tavLst>
                                        <p:tav tm="0">
                                          <p:val>
                                            <p:strVal val="#ppt_x"/>
                                          </p:val>
                                        </p:tav>
                                        <p:tav tm="100000">
                                          <p:val>
                                            <p:strVal val="#ppt_x"/>
                                          </p:val>
                                        </p:tav>
                                      </p:tavLst>
                                    </p:anim>
                                    <p:anim calcmode="lin" valueType="num">
                                      <p:cBhvr>
                                        <p:cTn id="48" dur="1000" fill="hold"/>
                                        <p:tgtEl>
                                          <p:spTgt spid="26"/>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fade">
                                      <p:cBhvr>
                                        <p:cTn id="51" dur="1000"/>
                                        <p:tgtEl>
                                          <p:spTgt spid="28"/>
                                        </p:tgtEl>
                                      </p:cBhvr>
                                    </p:animEffect>
                                    <p:anim calcmode="lin" valueType="num">
                                      <p:cBhvr>
                                        <p:cTn id="52" dur="1000" fill="hold"/>
                                        <p:tgtEl>
                                          <p:spTgt spid="28"/>
                                        </p:tgtEl>
                                        <p:attrNameLst>
                                          <p:attrName>ppt_x</p:attrName>
                                        </p:attrNameLst>
                                      </p:cBhvr>
                                      <p:tavLst>
                                        <p:tav tm="0">
                                          <p:val>
                                            <p:strVal val="#ppt_x"/>
                                          </p:val>
                                        </p:tav>
                                        <p:tav tm="100000">
                                          <p:val>
                                            <p:strVal val="#ppt_x"/>
                                          </p:val>
                                        </p:tav>
                                      </p:tavLst>
                                    </p:anim>
                                    <p:anim calcmode="lin" valueType="num">
                                      <p:cBhvr>
                                        <p:cTn id="53" dur="1000" fill="hold"/>
                                        <p:tgtEl>
                                          <p:spTgt spid="28"/>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32"/>
                                        </p:tgtEl>
                                        <p:attrNameLst>
                                          <p:attrName>style.visibility</p:attrName>
                                        </p:attrNameLst>
                                      </p:cBhvr>
                                      <p:to>
                                        <p:strVal val="visible"/>
                                      </p:to>
                                    </p:set>
                                    <p:animEffect transition="in" filter="fade">
                                      <p:cBhvr>
                                        <p:cTn id="56" dur="1000"/>
                                        <p:tgtEl>
                                          <p:spTgt spid="32"/>
                                        </p:tgtEl>
                                      </p:cBhvr>
                                    </p:animEffect>
                                    <p:anim calcmode="lin" valueType="num">
                                      <p:cBhvr>
                                        <p:cTn id="57" dur="1000" fill="hold"/>
                                        <p:tgtEl>
                                          <p:spTgt spid="32"/>
                                        </p:tgtEl>
                                        <p:attrNameLst>
                                          <p:attrName>ppt_x</p:attrName>
                                        </p:attrNameLst>
                                      </p:cBhvr>
                                      <p:tavLst>
                                        <p:tav tm="0">
                                          <p:val>
                                            <p:strVal val="#ppt_x"/>
                                          </p:val>
                                        </p:tav>
                                        <p:tav tm="100000">
                                          <p:val>
                                            <p:strVal val="#ppt_x"/>
                                          </p:val>
                                        </p:tav>
                                      </p:tavLst>
                                    </p:anim>
                                    <p:anim calcmode="lin" valueType="num">
                                      <p:cBhvr>
                                        <p:cTn id="58" dur="1000" fill="hold"/>
                                        <p:tgtEl>
                                          <p:spTgt spid="32"/>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1000"/>
                                        <p:tgtEl>
                                          <p:spTgt spid="34"/>
                                        </p:tgtEl>
                                      </p:cBhvr>
                                    </p:animEffect>
                                    <p:anim calcmode="lin" valueType="num">
                                      <p:cBhvr>
                                        <p:cTn id="62" dur="1000" fill="hold"/>
                                        <p:tgtEl>
                                          <p:spTgt spid="34"/>
                                        </p:tgtEl>
                                        <p:attrNameLst>
                                          <p:attrName>ppt_x</p:attrName>
                                        </p:attrNameLst>
                                      </p:cBhvr>
                                      <p:tavLst>
                                        <p:tav tm="0">
                                          <p:val>
                                            <p:strVal val="#ppt_x"/>
                                          </p:val>
                                        </p:tav>
                                        <p:tav tm="100000">
                                          <p:val>
                                            <p:strVal val="#ppt_x"/>
                                          </p:val>
                                        </p:tav>
                                      </p:tavLst>
                                    </p:anim>
                                    <p:anim calcmode="lin" valueType="num">
                                      <p:cBhvr>
                                        <p:cTn id="63" dur="1000" fill="hold"/>
                                        <p:tgtEl>
                                          <p:spTgt spid="34"/>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38"/>
                                        </p:tgtEl>
                                        <p:attrNameLst>
                                          <p:attrName>style.visibility</p:attrName>
                                        </p:attrNameLst>
                                      </p:cBhvr>
                                      <p:to>
                                        <p:strVal val="visible"/>
                                      </p:to>
                                    </p:set>
                                    <p:animEffect transition="in" filter="fade">
                                      <p:cBhvr>
                                        <p:cTn id="66" dur="1000"/>
                                        <p:tgtEl>
                                          <p:spTgt spid="38"/>
                                        </p:tgtEl>
                                      </p:cBhvr>
                                    </p:animEffect>
                                    <p:anim calcmode="lin" valueType="num">
                                      <p:cBhvr>
                                        <p:cTn id="67" dur="1000" fill="hold"/>
                                        <p:tgtEl>
                                          <p:spTgt spid="38"/>
                                        </p:tgtEl>
                                        <p:attrNameLst>
                                          <p:attrName>ppt_x</p:attrName>
                                        </p:attrNameLst>
                                      </p:cBhvr>
                                      <p:tavLst>
                                        <p:tav tm="0">
                                          <p:val>
                                            <p:strVal val="#ppt_x"/>
                                          </p:val>
                                        </p:tav>
                                        <p:tav tm="100000">
                                          <p:val>
                                            <p:strVal val="#ppt_x"/>
                                          </p:val>
                                        </p:tav>
                                      </p:tavLst>
                                    </p:anim>
                                    <p:anim calcmode="lin" valueType="num">
                                      <p:cBhvr>
                                        <p:cTn id="68" dur="1000" fill="hold"/>
                                        <p:tgtEl>
                                          <p:spTgt spid="38"/>
                                        </p:tgtEl>
                                        <p:attrNameLst>
                                          <p:attrName>ppt_y</p:attrName>
                                        </p:attrNameLst>
                                      </p:cBhvr>
                                      <p:tavLst>
                                        <p:tav tm="0">
                                          <p:val>
                                            <p:strVal val="#ppt_y+.1"/>
                                          </p:val>
                                        </p:tav>
                                        <p:tav tm="100000">
                                          <p:val>
                                            <p:strVal val="#ppt_y"/>
                                          </p:val>
                                        </p:tav>
                                      </p:tavLst>
                                    </p:anim>
                                  </p:childTnLst>
                                </p:cTn>
                              </p:par>
                              <p:par>
                                <p:cTn id="69" presetID="42" presetClass="entr" presetSubtype="0" fill="hold" nodeType="with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fade">
                                      <p:cBhvr>
                                        <p:cTn id="71" dur="1000"/>
                                        <p:tgtEl>
                                          <p:spTgt spid="42"/>
                                        </p:tgtEl>
                                      </p:cBhvr>
                                    </p:animEffect>
                                    <p:anim calcmode="lin" valueType="num">
                                      <p:cBhvr>
                                        <p:cTn id="72" dur="1000" fill="hold"/>
                                        <p:tgtEl>
                                          <p:spTgt spid="42"/>
                                        </p:tgtEl>
                                        <p:attrNameLst>
                                          <p:attrName>ppt_x</p:attrName>
                                        </p:attrNameLst>
                                      </p:cBhvr>
                                      <p:tavLst>
                                        <p:tav tm="0">
                                          <p:val>
                                            <p:strVal val="#ppt_x"/>
                                          </p:val>
                                        </p:tav>
                                        <p:tav tm="100000">
                                          <p:val>
                                            <p:strVal val="#ppt_x"/>
                                          </p:val>
                                        </p:tav>
                                      </p:tavLst>
                                    </p:anim>
                                    <p:anim calcmode="lin" valueType="num">
                                      <p:cBhvr>
                                        <p:cTn id="73" dur="1000" fill="hold"/>
                                        <p:tgtEl>
                                          <p:spTgt spid="42"/>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51"/>
                                        </p:tgtEl>
                                        <p:attrNameLst>
                                          <p:attrName>style.visibility</p:attrName>
                                        </p:attrNameLst>
                                      </p:cBhvr>
                                      <p:to>
                                        <p:strVal val="visible"/>
                                      </p:to>
                                    </p:set>
                                    <p:animEffect transition="in" filter="fade">
                                      <p:cBhvr>
                                        <p:cTn id="76" dur="1000"/>
                                        <p:tgtEl>
                                          <p:spTgt spid="51"/>
                                        </p:tgtEl>
                                      </p:cBhvr>
                                    </p:animEffect>
                                    <p:anim calcmode="lin" valueType="num">
                                      <p:cBhvr>
                                        <p:cTn id="77" dur="1000" fill="hold"/>
                                        <p:tgtEl>
                                          <p:spTgt spid="51"/>
                                        </p:tgtEl>
                                        <p:attrNameLst>
                                          <p:attrName>ppt_x</p:attrName>
                                        </p:attrNameLst>
                                      </p:cBhvr>
                                      <p:tavLst>
                                        <p:tav tm="0">
                                          <p:val>
                                            <p:strVal val="#ppt_x"/>
                                          </p:val>
                                        </p:tav>
                                        <p:tav tm="100000">
                                          <p:val>
                                            <p:strVal val="#ppt_x"/>
                                          </p:val>
                                        </p:tav>
                                      </p:tavLst>
                                    </p:anim>
                                    <p:anim calcmode="lin" valueType="num">
                                      <p:cBhvr>
                                        <p:cTn id="78" dur="1000" fill="hold"/>
                                        <p:tgtEl>
                                          <p:spTgt spid="51"/>
                                        </p:tgtEl>
                                        <p:attrNameLst>
                                          <p:attrName>ppt_y</p:attrName>
                                        </p:attrNameLst>
                                      </p:cBhvr>
                                      <p:tavLst>
                                        <p:tav tm="0">
                                          <p:val>
                                            <p:strVal val="#ppt_y+.1"/>
                                          </p:val>
                                        </p:tav>
                                        <p:tav tm="100000">
                                          <p:val>
                                            <p:strVal val="#ppt_y"/>
                                          </p:val>
                                        </p:tav>
                                      </p:tavLst>
                                    </p:anim>
                                  </p:childTnLst>
                                </p:cTn>
                              </p:par>
                              <p:par>
                                <p:cTn id="79" presetID="42" presetClass="entr" presetSubtype="0" fill="hold" nodeType="withEffect">
                                  <p:stCondLst>
                                    <p:cond delay="0"/>
                                  </p:stCondLst>
                                  <p:childTnLst>
                                    <p:set>
                                      <p:cBhvr>
                                        <p:cTn id="80" dur="1" fill="hold">
                                          <p:stCondLst>
                                            <p:cond delay="0"/>
                                          </p:stCondLst>
                                        </p:cTn>
                                        <p:tgtEl>
                                          <p:spTgt spid="58"/>
                                        </p:tgtEl>
                                        <p:attrNameLst>
                                          <p:attrName>style.visibility</p:attrName>
                                        </p:attrNameLst>
                                      </p:cBhvr>
                                      <p:to>
                                        <p:strVal val="visible"/>
                                      </p:to>
                                    </p:set>
                                    <p:animEffect transition="in" filter="fade">
                                      <p:cBhvr>
                                        <p:cTn id="81" dur="1000"/>
                                        <p:tgtEl>
                                          <p:spTgt spid="58"/>
                                        </p:tgtEl>
                                      </p:cBhvr>
                                    </p:animEffect>
                                    <p:anim calcmode="lin" valueType="num">
                                      <p:cBhvr>
                                        <p:cTn id="82" dur="1000" fill="hold"/>
                                        <p:tgtEl>
                                          <p:spTgt spid="58"/>
                                        </p:tgtEl>
                                        <p:attrNameLst>
                                          <p:attrName>ppt_x</p:attrName>
                                        </p:attrNameLst>
                                      </p:cBhvr>
                                      <p:tavLst>
                                        <p:tav tm="0">
                                          <p:val>
                                            <p:strVal val="#ppt_x"/>
                                          </p:val>
                                        </p:tav>
                                        <p:tav tm="100000">
                                          <p:val>
                                            <p:strVal val="#ppt_x"/>
                                          </p:val>
                                        </p:tav>
                                      </p:tavLst>
                                    </p:anim>
                                    <p:anim calcmode="lin" valueType="num">
                                      <p:cBhvr>
                                        <p:cTn id="83" dur="1000" fill="hold"/>
                                        <p:tgtEl>
                                          <p:spTgt spid="5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animBg="1"/>
      <p:bldP spid="4" grpId="2" bldLvl="0" animBg="1"/>
      <p:bldP spid="6" grpId="1" animBg="1"/>
      <p:bldP spid="6" grpId="2" bldLvl="0" animBg="1"/>
      <p:bldP spid="8" grpId="0" bldLvl="0" animBg="1"/>
      <p:bldP spid="9" grpId="0" bldLvl="0" animBg="1"/>
      <p:bldP spid="14" grpId="0" bldLvl="0" animBg="1"/>
      <p:bldP spid="15" grpId="0" bldLvl="0" animBg="1"/>
      <p:bldP spid="25" grpId="0" bldLvl="0" animBg="1"/>
      <p:bldP spid="32" grpId="0" bldLvl="0" animBg="1"/>
      <p:bldP spid="38" grpId="0" bldLvl="0" animBg="1"/>
      <p:bldP spid="51" grpId="0" bldLvl="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1"/>
          <p:cNvSpPr txBox="1">
            <a:spLocks noChangeArrowheads="1"/>
          </p:cNvSpPr>
          <p:nvPr/>
        </p:nvSpPr>
        <p:spPr bwMode="auto">
          <a:xfrm>
            <a:off x="63285" y="741805"/>
            <a:ext cx="874331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90204" pitchFamily="34" charset="0"/>
              <a:buChar char="•"/>
              <a:defRPr sz="2800">
                <a:solidFill>
                  <a:schemeClr val="tx1"/>
                </a:solidFill>
                <a:latin typeface="Calibri" pitchFamily="34" charset="0"/>
                <a:ea typeface="宋体" pitchFamily="2" charset="-122"/>
              </a:defRPr>
            </a:lvl1pPr>
            <a:lvl2pPr marL="742950" indent="-285750">
              <a:lnSpc>
                <a:spcPct val="90000"/>
              </a:lnSpc>
              <a:spcBef>
                <a:spcPts val="500"/>
              </a:spcBef>
              <a:buFont typeface="Arial" panose="020B0604020202090204" pitchFamily="34" charset="0"/>
              <a:buChar char="•"/>
              <a:defRPr sz="2400">
                <a:solidFill>
                  <a:schemeClr val="tx1"/>
                </a:solidFill>
                <a:latin typeface="Calibri" pitchFamily="34" charset="0"/>
                <a:ea typeface="宋体" pitchFamily="2" charset="-122"/>
              </a:defRPr>
            </a:lvl2pPr>
            <a:lvl3pPr marL="1143000" indent="-228600">
              <a:lnSpc>
                <a:spcPct val="90000"/>
              </a:lnSpc>
              <a:spcBef>
                <a:spcPts val="500"/>
              </a:spcBef>
              <a:buFont typeface="Arial" panose="020B0604020202090204" pitchFamily="34" charset="0"/>
              <a:buChar char="•"/>
              <a:defRPr sz="2000">
                <a:solidFill>
                  <a:schemeClr val="tx1"/>
                </a:solidFill>
                <a:latin typeface="Calibri" pitchFamily="34" charset="0"/>
                <a:ea typeface="宋体" pitchFamily="2" charset="-122"/>
              </a:defRPr>
            </a:lvl3pPr>
            <a:lvl4pPr marL="1600200" indent="-228600">
              <a:lnSpc>
                <a:spcPct val="90000"/>
              </a:lnSpc>
              <a:spcBef>
                <a:spcPts val="500"/>
              </a:spcBef>
              <a:buFont typeface="Arial" panose="020B0604020202090204" pitchFamily="34" charset="0"/>
              <a:buChar char="•"/>
              <a:defRPr>
                <a:solidFill>
                  <a:schemeClr val="tx1"/>
                </a:solidFill>
                <a:latin typeface="Calibri" pitchFamily="34" charset="0"/>
                <a:ea typeface="宋体" pitchFamily="2" charset="-122"/>
              </a:defRPr>
            </a:lvl4pPr>
            <a:lvl5pPr marL="2057400" indent="-228600">
              <a:lnSpc>
                <a:spcPct val="90000"/>
              </a:lnSpc>
              <a:spcBef>
                <a:spcPts val="500"/>
              </a:spcBef>
              <a:buFont typeface="Arial" panose="020B0604020202090204" pitchFamily="34" charset="0"/>
              <a:buChar char="•"/>
              <a:defRPr>
                <a:solidFill>
                  <a:schemeClr val="tx1"/>
                </a:solidFill>
                <a:latin typeface="Calibri"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9pPr>
          </a:lstStyle>
          <a:p>
            <a:pPr>
              <a:lnSpc>
                <a:spcPct val="100000"/>
              </a:lnSpc>
              <a:spcBef>
                <a:spcPct val="0"/>
              </a:spcBef>
              <a:buFontTx/>
              <a:buNone/>
            </a:pPr>
            <a:r>
              <a:rPr lang="en-US" altLang="zh-CN" sz="1600" b="1">
                <a:solidFill>
                  <a:srgbClr val="FF0000"/>
                </a:solidFill>
                <a:latin typeface="Times New Roman" panose="02020503050405090304" pitchFamily="18" charset="0"/>
                <a:sym typeface="+mn-ea"/>
              </a:rPr>
              <a:t>_</a:t>
            </a:r>
            <a:r>
              <a:rPr lang="en-US" altLang="zh-CN" sz="1600" b="1" dirty="0" err="1">
                <a:solidFill>
                  <a:srgbClr val="FF0000"/>
                </a:solidFill>
                <a:latin typeface="Times New Roman" panose="02020503050405090304" pitchFamily="18" charset="0"/>
                <a:sym typeface="+mn-ea"/>
              </a:rPr>
              <a:t>forwardSplitSentence</a:t>
            </a:r>
            <a:r>
              <a:rPr lang="zh-CN" altLang="en-US" sz="1600" b="1" dirty="0">
                <a:solidFill>
                  <a:schemeClr val="tx1">
                    <a:lumMod val="95000"/>
                    <a:lumOff val="5000"/>
                  </a:schemeClr>
                </a:solidFill>
                <a:latin typeface="Times New Roman" panose="02020503050405090304" pitchFamily="18" charset="0"/>
                <a:sym typeface="+mn-ea"/>
              </a:rPr>
              <a:t>函数用于获取所有可能的切分方案</a:t>
            </a:r>
            <a:endParaRPr sz="1600" b="1" dirty="0">
              <a:solidFill>
                <a:srgbClr val="004C41"/>
              </a:solidFill>
              <a:latin typeface="Times New Roman" panose="02020503050405090304" pitchFamily="18" charset="0"/>
              <a:cs typeface="+mn-ea"/>
              <a:sym typeface="+mn-lt"/>
            </a:endParaRPr>
          </a:p>
        </p:txBody>
      </p:sp>
      <p:sp>
        <p:nvSpPr>
          <p:cNvPr id="14" name="文本框 13"/>
          <p:cNvSpPr txBox="1"/>
          <p:nvPr/>
        </p:nvSpPr>
        <p:spPr>
          <a:xfrm>
            <a:off x="342733" y="971999"/>
            <a:ext cx="1992324" cy="307777"/>
          </a:xfrm>
          <a:prstGeom prst="rect">
            <a:avLst/>
          </a:prstGeom>
          <a:noFill/>
        </p:spPr>
        <p:txBody>
          <a:bodyPr wrap="square">
            <a:spAutoFit/>
          </a:bodyPr>
          <a:lstStyle/>
          <a:p>
            <a:r>
              <a:rPr lang="en-US" altLang="zh-CN" sz="1400" dirty="0">
                <a:solidFill>
                  <a:schemeClr val="tx1">
                    <a:lumMod val="95000"/>
                    <a:lumOff val="5000"/>
                  </a:schemeClr>
                </a:solidFill>
                <a:latin typeface="Times New Roman" panose="02020503050405090304" pitchFamily="18" charset="0"/>
                <a:ea typeface="宋体" pitchFamily="2" charset="-122"/>
              </a:rPr>
              <a:t>X = " </a:t>
            </a:r>
            <a:r>
              <a:rPr lang="zh-CN" altLang="en-US" sz="1400" dirty="0">
                <a:solidFill>
                  <a:schemeClr val="tx1">
                    <a:lumMod val="95000"/>
                    <a:lumOff val="5000"/>
                  </a:schemeClr>
                </a:solidFill>
                <a:latin typeface="Times New Roman" panose="02020503050405090304" pitchFamily="18" charset="0"/>
                <a:ea typeface="宋体" pitchFamily="2" charset="-122"/>
              </a:rPr>
              <a:t>我喜欢观赏日出 </a:t>
            </a:r>
            <a:r>
              <a:rPr lang="en-US" altLang="zh-CN" sz="1400" dirty="0">
                <a:solidFill>
                  <a:schemeClr val="tx1">
                    <a:lumMod val="95000"/>
                    <a:lumOff val="5000"/>
                  </a:schemeClr>
                </a:solidFill>
                <a:latin typeface="Times New Roman" panose="02020503050405090304" pitchFamily="18" charset="0"/>
                <a:ea typeface="宋体" pitchFamily="2" charset="-122"/>
              </a:rPr>
              <a:t>" </a:t>
            </a:r>
            <a:endParaRPr lang="zh-CN" altLang="en-US" dirty="0">
              <a:latin typeface="Times New Roman" panose="02020503050405090304" pitchFamily="18" charset="0"/>
              <a:ea typeface="宋体" pitchFamily="2" charset="-122"/>
            </a:endParaRPr>
          </a:p>
        </p:txBody>
      </p:sp>
      <p:sp>
        <p:nvSpPr>
          <p:cNvPr id="17" name="文本框 16"/>
          <p:cNvSpPr txBox="1"/>
          <p:nvPr/>
        </p:nvSpPr>
        <p:spPr>
          <a:xfrm>
            <a:off x="989418" y="1250086"/>
            <a:ext cx="1114631" cy="369332"/>
          </a:xfrm>
          <a:prstGeom prst="rect">
            <a:avLst/>
          </a:prstGeom>
          <a:noFill/>
        </p:spPr>
        <p:txBody>
          <a:bodyPr wrap="square">
            <a:spAutoFit/>
          </a:bodyPr>
          <a:lstStyle/>
          <a:p>
            <a:r>
              <a:rPr lang="en-US" altLang="zh-CN" sz="1800" dirty="0">
                <a:solidFill>
                  <a:schemeClr val="tx1">
                    <a:lumMod val="95000"/>
                    <a:lumOff val="5000"/>
                  </a:schemeClr>
                </a:solidFill>
                <a:latin typeface="Times New Roman" panose="02020503050405090304" pitchFamily="18" charset="0"/>
                <a:ea typeface="宋体" pitchFamily="2" charset="-122"/>
              </a:rPr>
              <a:t> </a:t>
            </a:r>
            <a:r>
              <a:rPr lang="en-US" altLang="zh-CN" sz="1000" dirty="0">
                <a:solidFill>
                  <a:schemeClr val="accent1">
                    <a:lumMod val="75000"/>
                  </a:schemeClr>
                </a:solidFill>
                <a:latin typeface="Times New Roman" panose="02020503050405090304" pitchFamily="18" charset="0"/>
                <a:ea typeface="宋体" pitchFamily="2" charset="-122"/>
              </a:rPr>
              <a:t>(</a:t>
            </a:r>
            <a:r>
              <a:rPr lang="zh-CN" altLang="zh-CN" sz="1000" dirty="0">
                <a:solidFill>
                  <a:schemeClr val="accent1">
                    <a:lumMod val="75000"/>
                  </a:schemeClr>
                </a:solidFill>
                <a:latin typeface="Times New Roman" panose="02020503050405090304" pitchFamily="18" charset="0"/>
                <a:ea typeface="宋体" pitchFamily="2" charset="-122"/>
              </a:rPr>
              <a:t>range_</a:t>
            </a:r>
            <a:r>
              <a:rPr lang="en-US" altLang="zh-CN" sz="1000" dirty="0" err="1">
                <a:solidFill>
                  <a:schemeClr val="accent1">
                    <a:lumMod val="75000"/>
                  </a:schemeClr>
                </a:solidFill>
                <a:latin typeface="Times New Roman" panose="02020503050405090304" pitchFamily="18" charset="0"/>
                <a:ea typeface="宋体" pitchFamily="2" charset="-122"/>
              </a:rPr>
              <a:t>len</a:t>
            </a:r>
            <a:r>
              <a:rPr lang="en-US" altLang="zh-CN" sz="1000" dirty="0">
                <a:solidFill>
                  <a:schemeClr val="accent1">
                    <a:lumMod val="75000"/>
                  </a:schemeClr>
                </a:solidFill>
                <a:latin typeface="Times New Roman" panose="02020503050405090304" pitchFamily="18" charset="0"/>
                <a:ea typeface="宋体" pitchFamily="2" charset="-122"/>
              </a:rPr>
              <a:t>=5)</a:t>
            </a:r>
            <a:endParaRPr lang="zh-CN" altLang="en-US" sz="1000" dirty="0">
              <a:solidFill>
                <a:schemeClr val="accent1">
                  <a:lumMod val="75000"/>
                </a:schemeClr>
              </a:solidFill>
              <a:latin typeface="Times New Roman" panose="02020503050405090304" pitchFamily="18" charset="0"/>
              <a:ea typeface="宋体" pitchFamily="2" charset="-122"/>
            </a:endParaRPr>
          </a:p>
        </p:txBody>
      </p:sp>
      <p:cxnSp>
        <p:nvCxnSpPr>
          <p:cNvPr id="18" name="直接箭头连接符 17"/>
          <p:cNvCxnSpPr/>
          <p:nvPr/>
        </p:nvCxnSpPr>
        <p:spPr>
          <a:xfrm>
            <a:off x="1054312" y="1279776"/>
            <a:ext cx="0" cy="3934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1239299" y="1760213"/>
            <a:ext cx="782399" cy="213583"/>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186225" y="1716701"/>
            <a:ext cx="1053074" cy="246221"/>
          </a:xfrm>
          <a:prstGeom prst="rect">
            <a:avLst/>
          </a:prstGeom>
          <a:noFill/>
        </p:spPr>
        <p:txBody>
          <a:bodyPr wrap="square">
            <a:spAutoFit/>
          </a:bodyPr>
          <a:lstStyle/>
          <a:p>
            <a:r>
              <a:rPr lang="en-US" altLang="zh-CN" sz="1000" dirty="0" err="1">
                <a:solidFill>
                  <a:schemeClr val="accent1">
                    <a:lumMod val="75000"/>
                  </a:schemeClr>
                </a:solidFill>
                <a:latin typeface="Times New Roman" panose="02020503050405090304" pitchFamily="18" charset="0"/>
                <a:ea typeface="宋体" pitchFamily="2" charset="-122"/>
              </a:rPr>
              <a:t>current_groups</a:t>
            </a:r>
            <a:endParaRPr lang="zh-CN" altLang="en-US" sz="1000" dirty="0">
              <a:solidFill>
                <a:schemeClr val="accent1">
                  <a:lumMod val="75000"/>
                </a:schemeClr>
              </a:solidFill>
              <a:latin typeface="Times New Roman" panose="02020503050405090304" pitchFamily="18" charset="0"/>
              <a:ea typeface="宋体" pitchFamily="2" charset="-122"/>
            </a:endParaRPr>
          </a:p>
        </p:txBody>
      </p:sp>
      <p:sp>
        <p:nvSpPr>
          <p:cNvPr id="23" name="文本框 22"/>
          <p:cNvSpPr txBox="1"/>
          <p:nvPr/>
        </p:nvSpPr>
        <p:spPr>
          <a:xfrm>
            <a:off x="990934" y="2037968"/>
            <a:ext cx="1188797" cy="246221"/>
          </a:xfrm>
          <a:prstGeom prst="rect">
            <a:avLst/>
          </a:prstGeom>
          <a:noFill/>
        </p:spPr>
        <p:txBody>
          <a:bodyPr wrap="square">
            <a:spAutoFit/>
          </a:bodyPr>
          <a:lstStyle/>
          <a:p>
            <a:r>
              <a:rPr lang="zh-CN" altLang="zh-CN" sz="1000" dirty="0">
                <a:solidFill>
                  <a:schemeClr val="accent1">
                    <a:lumMod val="75000"/>
                  </a:schemeClr>
                </a:solidFill>
                <a:latin typeface="Times New Roman" panose="02020503050405090304" pitchFamily="18" charset="0"/>
                <a:ea typeface="宋体" pitchFamily="2" charset="-122"/>
              </a:rPr>
              <a:t>single_cut = True </a:t>
            </a:r>
            <a:endParaRPr lang="zh-CN" altLang="en-US" sz="1000" dirty="0">
              <a:solidFill>
                <a:schemeClr val="accent1">
                  <a:lumMod val="75000"/>
                </a:schemeClr>
              </a:solidFill>
              <a:latin typeface="Times New Roman" panose="02020503050405090304" pitchFamily="18" charset="0"/>
              <a:ea typeface="宋体" pitchFamily="2" charset="-122"/>
            </a:endParaRPr>
          </a:p>
        </p:txBody>
      </p:sp>
      <p:cxnSp>
        <p:nvCxnSpPr>
          <p:cNvPr id="32" name="直接箭头连接符 31"/>
          <p:cNvCxnSpPr/>
          <p:nvPr/>
        </p:nvCxnSpPr>
        <p:spPr>
          <a:xfrm>
            <a:off x="1048929" y="2063878"/>
            <a:ext cx="0" cy="3457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25" name="表格 25"/>
          <p:cNvGraphicFramePr>
            <a:graphicFrameLocks noGrp="1"/>
          </p:cNvGraphicFramePr>
          <p:nvPr/>
        </p:nvGraphicFramePr>
        <p:xfrm>
          <a:off x="591174" y="2487047"/>
          <a:ext cx="1512875" cy="474409"/>
        </p:xfrm>
        <a:graphic>
          <a:graphicData uri="http://schemas.openxmlformats.org/drawingml/2006/table">
            <a:tbl>
              <a:tblPr firstRow="1" bandRow="1">
                <a:tableStyleId>{5C22544A-7EE6-4342-B048-85BDC9FD1C3A}</a:tableStyleId>
              </a:tblPr>
              <a:tblGrid>
                <a:gridCol w="216125"/>
                <a:gridCol w="216125"/>
                <a:gridCol w="216125"/>
                <a:gridCol w="216125"/>
                <a:gridCol w="216125"/>
                <a:gridCol w="216125"/>
                <a:gridCol w="216125"/>
              </a:tblGrid>
              <a:tr h="217074">
                <a:tc>
                  <a:txBody>
                    <a:bodyPr/>
                    <a:lstStyle/>
                    <a:p>
                      <a:pPr algn="ctr"/>
                      <a:r>
                        <a:rPr lang="en-US" altLang="zh-CN" dirty="0">
                          <a:latin typeface="Times New Roman" panose="02020503050405090304" pitchFamily="18" charset="0"/>
                          <a:ea typeface="宋体" pitchFamily="2" charset="-122"/>
                        </a:rPr>
                        <a:t>0</a:t>
                      </a:r>
                      <a:endParaRPr lang="zh-CN" altLang="en-US" dirty="0">
                        <a:latin typeface="Times New Roman" panose="02020503050405090304" pitchFamily="18" charset="0"/>
                        <a:ea typeface="宋体" pitchFamily="2" charset="-122"/>
                      </a:endParaRPr>
                    </a:p>
                  </a:txBody>
                  <a:tcPr/>
                </a:tc>
                <a:tc>
                  <a:txBody>
                    <a:bodyPr/>
                    <a:lstStyle/>
                    <a:p>
                      <a:pPr algn="ctr"/>
                      <a:r>
                        <a:rPr lang="en-US" altLang="zh-CN" dirty="0">
                          <a:latin typeface="Times New Roman" panose="02020503050405090304" pitchFamily="18" charset="0"/>
                          <a:ea typeface="宋体" pitchFamily="2" charset="-122"/>
                        </a:rPr>
                        <a:t>1</a:t>
                      </a:r>
                      <a:endParaRPr lang="zh-CN" altLang="en-US" dirty="0">
                        <a:latin typeface="Times New Roman" panose="02020503050405090304" pitchFamily="18" charset="0"/>
                        <a:ea typeface="宋体" pitchFamily="2" charset="-122"/>
                      </a:endParaRPr>
                    </a:p>
                  </a:txBody>
                  <a:tcPr/>
                </a:tc>
                <a:tc>
                  <a:txBody>
                    <a:bodyPr/>
                    <a:lstStyle/>
                    <a:p>
                      <a:pPr algn="ctr"/>
                      <a:r>
                        <a:rPr lang="en-US" altLang="zh-CN" dirty="0">
                          <a:latin typeface="Times New Roman" panose="02020503050405090304" pitchFamily="18" charset="0"/>
                          <a:ea typeface="宋体" pitchFamily="2" charset="-122"/>
                        </a:rPr>
                        <a:t>2</a:t>
                      </a:r>
                      <a:endParaRPr lang="zh-CN" altLang="en-US" dirty="0">
                        <a:latin typeface="Times New Roman" panose="02020503050405090304" pitchFamily="18" charset="0"/>
                        <a:ea typeface="宋体" pitchFamily="2" charset="-122"/>
                      </a:endParaRPr>
                    </a:p>
                  </a:txBody>
                  <a:tcPr/>
                </a:tc>
                <a:tc>
                  <a:txBody>
                    <a:bodyPr/>
                    <a:lstStyle/>
                    <a:p>
                      <a:pPr algn="ctr"/>
                      <a:r>
                        <a:rPr lang="en-US" altLang="zh-CN" dirty="0">
                          <a:latin typeface="Times New Roman" panose="02020503050405090304" pitchFamily="18" charset="0"/>
                          <a:ea typeface="宋体" pitchFamily="2" charset="-122"/>
                        </a:rPr>
                        <a:t>3</a:t>
                      </a:r>
                      <a:endParaRPr lang="zh-CN" altLang="en-US" dirty="0">
                        <a:latin typeface="Times New Roman" panose="02020503050405090304" pitchFamily="18" charset="0"/>
                        <a:ea typeface="宋体" pitchFamily="2" charset="-122"/>
                      </a:endParaRPr>
                    </a:p>
                  </a:txBody>
                  <a:tcPr/>
                </a:tc>
                <a:tc>
                  <a:txBody>
                    <a:bodyPr/>
                    <a:lstStyle/>
                    <a:p>
                      <a:pPr algn="ctr"/>
                      <a:r>
                        <a:rPr lang="en-US" altLang="zh-CN" dirty="0">
                          <a:latin typeface="Times New Roman" panose="02020503050405090304" pitchFamily="18" charset="0"/>
                          <a:ea typeface="宋体" pitchFamily="2" charset="-122"/>
                        </a:rPr>
                        <a:t>4</a:t>
                      </a:r>
                      <a:endParaRPr lang="zh-CN" altLang="en-US" dirty="0">
                        <a:latin typeface="Times New Roman" panose="02020503050405090304" pitchFamily="18" charset="0"/>
                        <a:ea typeface="宋体" pitchFamily="2" charset="-122"/>
                      </a:endParaRPr>
                    </a:p>
                  </a:txBody>
                  <a:tcPr/>
                </a:tc>
                <a:tc>
                  <a:txBody>
                    <a:bodyPr/>
                    <a:lstStyle/>
                    <a:p>
                      <a:pPr algn="ctr"/>
                      <a:r>
                        <a:rPr lang="en-US" altLang="zh-CN" dirty="0">
                          <a:latin typeface="Times New Roman" panose="02020503050405090304" pitchFamily="18" charset="0"/>
                          <a:ea typeface="宋体" pitchFamily="2" charset="-122"/>
                        </a:rPr>
                        <a:t>5</a:t>
                      </a:r>
                      <a:endParaRPr lang="zh-CN" altLang="en-US" dirty="0">
                        <a:latin typeface="Times New Roman" panose="02020503050405090304" pitchFamily="18" charset="0"/>
                        <a:ea typeface="宋体" pitchFamily="2" charset="-122"/>
                      </a:endParaRPr>
                    </a:p>
                  </a:txBody>
                  <a:tcPr/>
                </a:tc>
                <a:tc>
                  <a:txBody>
                    <a:bodyPr/>
                    <a:lstStyle/>
                    <a:p>
                      <a:pPr algn="ctr"/>
                      <a:r>
                        <a:rPr lang="en-US" altLang="zh-CN" dirty="0">
                          <a:latin typeface="Times New Roman" panose="02020503050405090304" pitchFamily="18" charset="0"/>
                          <a:ea typeface="宋体" pitchFamily="2" charset="-122"/>
                        </a:rPr>
                        <a:t>6</a:t>
                      </a:r>
                      <a:endParaRPr lang="zh-CN" altLang="en-US" dirty="0">
                        <a:latin typeface="Times New Roman" panose="02020503050405090304" pitchFamily="18" charset="0"/>
                        <a:ea typeface="宋体" pitchFamily="2" charset="-122"/>
                      </a:endParaRPr>
                    </a:p>
                  </a:txBody>
                  <a:tcPr/>
                </a:tc>
              </a:tr>
              <a:tr h="217074">
                <a:tc>
                  <a:txBody>
                    <a:bodyPr/>
                    <a:lstStyle/>
                    <a:p>
                      <a:pPr algn="ctr"/>
                      <a:r>
                        <a:rPr lang="zh-CN" altLang="en-US" sz="900" b="1" dirty="0">
                          <a:latin typeface="Times New Roman" panose="02020503050405090304" pitchFamily="18" charset="0"/>
                          <a:ea typeface="宋体" pitchFamily="2" charset="-122"/>
                        </a:rPr>
                        <a:t>我</a:t>
                      </a:r>
                      <a:endParaRPr lang="zh-CN" altLang="en-US" sz="900" b="1" dirty="0">
                        <a:latin typeface="Times New Roman" panose="02020503050405090304" pitchFamily="18" charset="0"/>
                        <a:ea typeface="宋体" pitchFamily="2" charset="-122"/>
                      </a:endParaRPr>
                    </a:p>
                  </a:txBody>
                  <a:tcPr/>
                </a:tc>
                <a:tc>
                  <a:txBody>
                    <a:bodyPr/>
                    <a:lstStyle/>
                    <a:p>
                      <a:pPr algn="ctr"/>
                      <a:r>
                        <a:rPr lang="zh-CN" altLang="en-US" sz="900" b="1" dirty="0">
                          <a:latin typeface="Times New Roman" panose="02020503050405090304" pitchFamily="18" charset="0"/>
                          <a:ea typeface="宋体" pitchFamily="2" charset="-122"/>
                        </a:rPr>
                        <a:t>喜</a:t>
                      </a:r>
                      <a:endParaRPr lang="zh-CN" altLang="en-US" sz="900" b="1" dirty="0">
                        <a:latin typeface="Times New Roman" panose="02020503050405090304" pitchFamily="18" charset="0"/>
                        <a:ea typeface="宋体" pitchFamily="2" charset="-122"/>
                      </a:endParaRPr>
                    </a:p>
                  </a:txBody>
                  <a:tcPr/>
                </a:tc>
                <a:tc>
                  <a:txBody>
                    <a:bodyPr/>
                    <a:lstStyle/>
                    <a:p>
                      <a:pPr algn="ctr"/>
                      <a:r>
                        <a:rPr lang="zh-CN" altLang="en-US" sz="900" b="1" dirty="0">
                          <a:latin typeface="Times New Roman" panose="02020503050405090304" pitchFamily="18" charset="0"/>
                          <a:ea typeface="宋体" pitchFamily="2" charset="-122"/>
                        </a:rPr>
                        <a:t>欢</a:t>
                      </a:r>
                      <a:endParaRPr lang="zh-CN" altLang="en-US" sz="900" b="1" dirty="0">
                        <a:latin typeface="Times New Roman" panose="02020503050405090304" pitchFamily="18" charset="0"/>
                        <a:ea typeface="宋体" pitchFamily="2" charset="-122"/>
                      </a:endParaRPr>
                    </a:p>
                  </a:txBody>
                  <a:tcPr/>
                </a:tc>
                <a:tc>
                  <a:txBody>
                    <a:bodyPr/>
                    <a:lstStyle/>
                    <a:p>
                      <a:pPr algn="ctr"/>
                      <a:r>
                        <a:rPr lang="zh-CN" altLang="en-US" sz="900" b="1" dirty="0">
                          <a:latin typeface="Times New Roman" panose="02020503050405090304" pitchFamily="18" charset="0"/>
                          <a:ea typeface="宋体" pitchFamily="2" charset="-122"/>
                        </a:rPr>
                        <a:t>观</a:t>
                      </a:r>
                      <a:endParaRPr lang="zh-CN" altLang="en-US" sz="900" b="1" dirty="0">
                        <a:latin typeface="Times New Roman" panose="02020503050405090304" pitchFamily="18" charset="0"/>
                        <a:ea typeface="宋体" pitchFamily="2" charset="-122"/>
                      </a:endParaRPr>
                    </a:p>
                  </a:txBody>
                  <a:tcPr/>
                </a:tc>
                <a:tc>
                  <a:txBody>
                    <a:bodyPr/>
                    <a:lstStyle/>
                    <a:p>
                      <a:pPr algn="ctr"/>
                      <a:r>
                        <a:rPr lang="zh-CN" altLang="en-US" sz="900" b="1" dirty="0">
                          <a:latin typeface="Times New Roman" panose="02020503050405090304" pitchFamily="18" charset="0"/>
                          <a:ea typeface="宋体" pitchFamily="2" charset="-122"/>
                        </a:rPr>
                        <a:t>赏</a:t>
                      </a:r>
                      <a:endParaRPr lang="zh-CN" altLang="en-US" sz="900" b="1" dirty="0">
                        <a:latin typeface="Times New Roman" panose="02020503050405090304" pitchFamily="18" charset="0"/>
                        <a:ea typeface="宋体" pitchFamily="2" charset="-122"/>
                      </a:endParaRPr>
                    </a:p>
                  </a:txBody>
                  <a:tcPr/>
                </a:tc>
                <a:tc>
                  <a:txBody>
                    <a:bodyPr/>
                    <a:lstStyle/>
                    <a:p>
                      <a:pPr algn="ctr"/>
                      <a:r>
                        <a:rPr lang="zh-CN" altLang="en-US" sz="900" b="1" dirty="0">
                          <a:latin typeface="Times New Roman" panose="02020503050405090304" pitchFamily="18" charset="0"/>
                          <a:ea typeface="宋体" pitchFamily="2" charset="-122"/>
                        </a:rPr>
                        <a:t>日</a:t>
                      </a:r>
                      <a:endParaRPr lang="zh-CN" altLang="en-US" sz="900" b="1" dirty="0">
                        <a:latin typeface="Times New Roman" panose="02020503050405090304" pitchFamily="18" charset="0"/>
                        <a:ea typeface="宋体" pitchFamily="2" charset="-122"/>
                      </a:endParaRPr>
                    </a:p>
                  </a:txBody>
                  <a:tcPr/>
                </a:tc>
                <a:tc>
                  <a:txBody>
                    <a:bodyPr/>
                    <a:lstStyle/>
                    <a:p>
                      <a:pPr algn="ctr"/>
                      <a:r>
                        <a:rPr lang="zh-CN" altLang="en-US" sz="900" b="1" dirty="0">
                          <a:latin typeface="Times New Roman" panose="02020503050405090304" pitchFamily="18" charset="0"/>
                          <a:ea typeface="宋体" pitchFamily="2" charset="-122"/>
                        </a:rPr>
                        <a:t>出</a:t>
                      </a:r>
                      <a:endParaRPr lang="zh-CN" altLang="en-US" sz="900" b="1" dirty="0">
                        <a:latin typeface="Times New Roman" panose="02020503050405090304" pitchFamily="18" charset="0"/>
                        <a:ea typeface="宋体" pitchFamily="2" charset="-122"/>
                      </a:endParaRPr>
                    </a:p>
                  </a:txBody>
                  <a:tcPr/>
                </a:tc>
              </a:tr>
            </a:tbl>
          </a:graphicData>
        </a:graphic>
      </p:graphicFrame>
      <p:cxnSp>
        <p:nvCxnSpPr>
          <p:cNvPr id="36" name="直接连接符 35"/>
          <p:cNvCxnSpPr/>
          <p:nvPr/>
        </p:nvCxnSpPr>
        <p:spPr>
          <a:xfrm>
            <a:off x="1444326" y="2397674"/>
            <a:ext cx="0" cy="681271"/>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37" name="直接连接符 36"/>
          <p:cNvCxnSpPr/>
          <p:nvPr/>
        </p:nvCxnSpPr>
        <p:spPr>
          <a:xfrm>
            <a:off x="1236306" y="2389684"/>
            <a:ext cx="0" cy="681271"/>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38" name="直接连接符 37"/>
          <p:cNvCxnSpPr/>
          <p:nvPr/>
        </p:nvCxnSpPr>
        <p:spPr>
          <a:xfrm>
            <a:off x="1028285" y="2397673"/>
            <a:ext cx="0" cy="681271"/>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39" name="直接连接符 38"/>
          <p:cNvCxnSpPr/>
          <p:nvPr/>
        </p:nvCxnSpPr>
        <p:spPr>
          <a:xfrm>
            <a:off x="809955" y="2397673"/>
            <a:ext cx="0" cy="681271"/>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40" name="直接箭头连接符 39"/>
          <p:cNvCxnSpPr/>
          <p:nvPr/>
        </p:nvCxnSpPr>
        <p:spPr>
          <a:xfrm>
            <a:off x="1048653" y="3144027"/>
            <a:ext cx="0" cy="3457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文本框 40"/>
          <p:cNvSpPr txBox="1"/>
          <p:nvPr/>
        </p:nvSpPr>
        <p:spPr>
          <a:xfrm>
            <a:off x="1036918" y="3163540"/>
            <a:ext cx="1188797" cy="246221"/>
          </a:xfrm>
          <a:prstGeom prst="rect">
            <a:avLst/>
          </a:prstGeom>
          <a:noFill/>
        </p:spPr>
        <p:txBody>
          <a:bodyPr wrap="square">
            <a:spAutoFit/>
          </a:bodyPr>
          <a:lstStyle/>
          <a:p>
            <a:r>
              <a:rPr lang="zh-CN" altLang="zh-CN" sz="1000" dirty="0">
                <a:solidFill>
                  <a:schemeClr val="accent1">
                    <a:lumMod val="75000"/>
                  </a:schemeClr>
                </a:solidFill>
                <a:latin typeface="Times New Roman" panose="02020503050405090304" pitchFamily="18" charset="0"/>
                <a:ea typeface="宋体" pitchFamily="2" charset="-122"/>
              </a:rPr>
              <a:t>single_cut = True </a:t>
            </a:r>
            <a:endParaRPr lang="zh-CN" altLang="en-US" sz="1000" dirty="0">
              <a:solidFill>
                <a:schemeClr val="accent1">
                  <a:lumMod val="75000"/>
                </a:schemeClr>
              </a:solidFill>
              <a:latin typeface="Times New Roman" panose="02020503050405090304" pitchFamily="18" charset="0"/>
              <a:ea typeface="宋体" pitchFamily="2" charset="-122"/>
            </a:endParaRPr>
          </a:p>
        </p:txBody>
      </p:sp>
      <p:sp>
        <p:nvSpPr>
          <p:cNvPr id="43" name="文本框 42"/>
          <p:cNvSpPr txBox="1"/>
          <p:nvPr/>
        </p:nvSpPr>
        <p:spPr>
          <a:xfrm>
            <a:off x="-27699" y="3557518"/>
            <a:ext cx="1053074" cy="246221"/>
          </a:xfrm>
          <a:prstGeom prst="rect">
            <a:avLst/>
          </a:prstGeom>
          <a:noFill/>
        </p:spPr>
        <p:txBody>
          <a:bodyPr wrap="square">
            <a:spAutoFit/>
          </a:bodyPr>
          <a:lstStyle/>
          <a:p>
            <a:r>
              <a:rPr lang="en-US" altLang="zh-CN" sz="1000" dirty="0" err="1">
                <a:solidFill>
                  <a:schemeClr val="accent1">
                    <a:lumMod val="75000"/>
                  </a:schemeClr>
                </a:solidFill>
                <a:latin typeface="Times New Roman" panose="02020503050405090304" pitchFamily="18" charset="0"/>
                <a:ea typeface="宋体" pitchFamily="2" charset="-122"/>
              </a:rPr>
              <a:t>current_groups</a:t>
            </a:r>
            <a:endParaRPr lang="zh-CN" altLang="en-US" sz="1000" dirty="0">
              <a:solidFill>
                <a:schemeClr val="accent1">
                  <a:lumMod val="75000"/>
                </a:schemeClr>
              </a:solidFill>
              <a:latin typeface="Times New Roman" panose="02020503050405090304" pitchFamily="18" charset="0"/>
              <a:ea typeface="宋体" pitchFamily="2" charset="-122"/>
            </a:endParaRPr>
          </a:p>
        </p:txBody>
      </p:sp>
      <p:sp>
        <p:nvSpPr>
          <p:cNvPr id="44" name="矩形 43"/>
          <p:cNvSpPr/>
          <p:nvPr/>
        </p:nvSpPr>
        <p:spPr>
          <a:xfrm>
            <a:off x="989418" y="3599945"/>
            <a:ext cx="1512875" cy="213583"/>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我</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rgbClr val="FF0000"/>
                </a:solidFill>
                <a:latin typeface="Times New Roman" panose="02020503050405090304" pitchFamily="18" charset="0"/>
                <a:ea typeface="宋体" pitchFamily="2" charset="-122"/>
              </a:rPr>
              <a:t>喜欢观赏日出</a:t>
            </a:r>
            <a:r>
              <a:rPr lang="en-US" altLang="zh-CN" sz="1050" dirty="0">
                <a:solidFill>
                  <a:schemeClr val="tx1">
                    <a:lumMod val="95000"/>
                    <a:lumOff val="5000"/>
                  </a:schemeClr>
                </a:solidFill>
                <a:latin typeface="Times New Roman" panose="02020503050405090304" pitchFamily="18" charset="0"/>
                <a:ea typeface="宋体" pitchFamily="2" charset="-122"/>
              </a:rPr>
              <a:t>’]]</a:t>
            </a:r>
            <a:endParaRPr lang="zh-CN" altLang="en-US" sz="1050" dirty="0">
              <a:solidFill>
                <a:schemeClr val="tx1">
                  <a:lumMod val="95000"/>
                  <a:lumOff val="5000"/>
                </a:schemeClr>
              </a:solidFill>
              <a:latin typeface="Times New Roman" panose="02020503050405090304" pitchFamily="18" charset="0"/>
              <a:ea typeface="宋体" pitchFamily="2" charset="-122"/>
            </a:endParaRPr>
          </a:p>
        </p:txBody>
      </p:sp>
      <p:sp>
        <p:nvSpPr>
          <p:cNvPr id="45" name="文本框 44"/>
          <p:cNvSpPr txBox="1"/>
          <p:nvPr/>
        </p:nvSpPr>
        <p:spPr>
          <a:xfrm>
            <a:off x="2826376" y="986512"/>
            <a:ext cx="1992324" cy="307777"/>
          </a:xfrm>
          <a:prstGeom prst="rect">
            <a:avLst/>
          </a:prstGeom>
          <a:noFill/>
        </p:spPr>
        <p:txBody>
          <a:bodyPr wrap="square">
            <a:spAutoFit/>
          </a:bodyPr>
          <a:lstStyle/>
          <a:p>
            <a:r>
              <a:rPr lang="en-US" altLang="zh-CN" sz="1400" dirty="0">
                <a:solidFill>
                  <a:schemeClr val="tx1">
                    <a:lumMod val="95000"/>
                    <a:lumOff val="5000"/>
                  </a:schemeClr>
                </a:solidFill>
                <a:latin typeface="Times New Roman" panose="02020503050405090304" pitchFamily="18" charset="0"/>
                <a:ea typeface="宋体" pitchFamily="2" charset="-122"/>
              </a:rPr>
              <a:t>X’ = “ </a:t>
            </a:r>
            <a:r>
              <a:rPr lang="zh-CN" altLang="en-US" sz="1400" dirty="0">
                <a:solidFill>
                  <a:schemeClr val="tx1">
                    <a:lumMod val="95000"/>
                    <a:lumOff val="5000"/>
                  </a:schemeClr>
                </a:solidFill>
                <a:latin typeface="Times New Roman" panose="02020503050405090304" pitchFamily="18" charset="0"/>
                <a:ea typeface="宋体" pitchFamily="2" charset="-122"/>
              </a:rPr>
              <a:t>喜欢观赏日出 </a:t>
            </a:r>
            <a:r>
              <a:rPr lang="en-US" altLang="zh-CN" sz="1400" dirty="0">
                <a:solidFill>
                  <a:schemeClr val="tx1">
                    <a:lumMod val="95000"/>
                    <a:lumOff val="5000"/>
                  </a:schemeClr>
                </a:solidFill>
                <a:latin typeface="Times New Roman" panose="02020503050405090304" pitchFamily="18" charset="0"/>
                <a:ea typeface="宋体" pitchFamily="2" charset="-122"/>
              </a:rPr>
              <a:t>“</a:t>
            </a:r>
            <a:endParaRPr lang="en-US" altLang="zh-CN" sz="1400" dirty="0">
              <a:solidFill>
                <a:schemeClr val="tx1">
                  <a:lumMod val="95000"/>
                  <a:lumOff val="5000"/>
                </a:schemeClr>
              </a:solidFill>
              <a:latin typeface="Times New Roman" panose="02020503050405090304" pitchFamily="18" charset="0"/>
              <a:ea typeface="宋体" pitchFamily="2" charset="-122"/>
            </a:endParaRPr>
          </a:p>
        </p:txBody>
      </p:sp>
      <p:sp>
        <p:nvSpPr>
          <p:cNvPr id="47" name="文本框 46"/>
          <p:cNvSpPr txBox="1"/>
          <p:nvPr/>
        </p:nvSpPr>
        <p:spPr>
          <a:xfrm>
            <a:off x="3470183" y="1258298"/>
            <a:ext cx="1114631" cy="369332"/>
          </a:xfrm>
          <a:prstGeom prst="rect">
            <a:avLst/>
          </a:prstGeom>
          <a:noFill/>
        </p:spPr>
        <p:txBody>
          <a:bodyPr wrap="square">
            <a:spAutoFit/>
          </a:bodyPr>
          <a:lstStyle/>
          <a:p>
            <a:r>
              <a:rPr lang="en-US" altLang="zh-CN" sz="1800" dirty="0">
                <a:solidFill>
                  <a:schemeClr val="tx1">
                    <a:lumMod val="95000"/>
                    <a:lumOff val="5000"/>
                  </a:schemeClr>
                </a:solidFill>
                <a:latin typeface="Times New Roman" panose="02020503050405090304" pitchFamily="18" charset="0"/>
                <a:ea typeface="宋体" pitchFamily="2" charset="-122"/>
              </a:rPr>
              <a:t> </a:t>
            </a:r>
            <a:r>
              <a:rPr lang="en-US" altLang="zh-CN" sz="1000" dirty="0">
                <a:solidFill>
                  <a:schemeClr val="accent1">
                    <a:lumMod val="75000"/>
                  </a:schemeClr>
                </a:solidFill>
                <a:latin typeface="Times New Roman" panose="02020503050405090304" pitchFamily="18" charset="0"/>
                <a:ea typeface="宋体" pitchFamily="2" charset="-122"/>
              </a:rPr>
              <a:t>(</a:t>
            </a:r>
            <a:r>
              <a:rPr lang="zh-CN" altLang="zh-CN" sz="1000" dirty="0">
                <a:solidFill>
                  <a:schemeClr val="accent1">
                    <a:lumMod val="75000"/>
                  </a:schemeClr>
                </a:solidFill>
                <a:latin typeface="Times New Roman" panose="02020503050405090304" pitchFamily="18" charset="0"/>
                <a:ea typeface="宋体" pitchFamily="2" charset="-122"/>
              </a:rPr>
              <a:t>range_</a:t>
            </a:r>
            <a:r>
              <a:rPr lang="en-US" altLang="zh-CN" sz="1000" dirty="0" err="1">
                <a:solidFill>
                  <a:schemeClr val="accent1">
                    <a:lumMod val="75000"/>
                  </a:schemeClr>
                </a:solidFill>
                <a:latin typeface="Times New Roman" panose="02020503050405090304" pitchFamily="18" charset="0"/>
                <a:ea typeface="宋体" pitchFamily="2" charset="-122"/>
              </a:rPr>
              <a:t>len</a:t>
            </a:r>
            <a:r>
              <a:rPr lang="en-US" altLang="zh-CN" sz="1000" dirty="0">
                <a:solidFill>
                  <a:schemeClr val="accent1">
                    <a:lumMod val="75000"/>
                  </a:schemeClr>
                </a:solidFill>
                <a:latin typeface="Times New Roman" panose="02020503050405090304" pitchFamily="18" charset="0"/>
                <a:ea typeface="宋体" pitchFamily="2" charset="-122"/>
              </a:rPr>
              <a:t>=5)</a:t>
            </a:r>
            <a:endParaRPr lang="zh-CN" altLang="en-US" sz="1000" dirty="0">
              <a:solidFill>
                <a:schemeClr val="accent1">
                  <a:lumMod val="75000"/>
                </a:schemeClr>
              </a:solidFill>
              <a:latin typeface="Times New Roman" panose="02020503050405090304" pitchFamily="18" charset="0"/>
              <a:ea typeface="宋体" pitchFamily="2" charset="-122"/>
            </a:endParaRPr>
          </a:p>
        </p:txBody>
      </p:sp>
      <p:cxnSp>
        <p:nvCxnSpPr>
          <p:cNvPr id="48" name="直接箭头连接符 47"/>
          <p:cNvCxnSpPr/>
          <p:nvPr/>
        </p:nvCxnSpPr>
        <p:spPr>
          <a:xfrm>
            <a:off x="3561775" y="1258298"/>
            <a:ext cx="0" cy="3934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文本框 48"/>
          <p:cNvSpPr txBox="1"/>
          <p:nvPr/>
        </p:nvSpPr>
        <p:spPr>
          <a:xfrm>
            <a:off x="2617803" y="1693755"/>
            <a:ext cx="1053074" cy="246221"/>
          </a:xfrm>
          <a:prstGeom prst="rect">
            <a:avLst/>
          </a:prstGeom>
          <a:noFill/>
        </p:spPr>
        <p:txBody>
          <a:bodyPr wrap="square">
            <a:spAutoFit/>
          </a:bodyPr>
          <a:lstStyle/>
          <a:p>
            <a:r>
              <a:rPr lang="en-US" altLang="zh-CN" sz="1000" dirty="0" err="1">
                <a:solidFill>
                  <a:schemeClr val="accent1">
                    <a:lumMod val="75000"/>
                  </a:schemeClr>
                </a:solidFill>
                <a:latin typeface="Times New Roman" panose="02020503050405090304" pitchFamily="18" charset="0"/>
                <a:ea typeface="宋体" pitchFamily="2" charset="-122"/>
              </a:rPr>
              <a:t>current_groups</a:t>
            </a:r>
            <a:endParaRPr lang="zh-CN" altLang="en-US" sz="1000" dirty="0">
              <a:solidFill>
                <a:schemeClr val="accent1">
                  <a:lumMod val="75000"/>
                </a:schemeClr>
              </a:solidFill>
              <a:latin typeface="Times New Roman" panose="02020503050405090304" pitchFamily="18" charset="0"/>
              <a:ea typeface="宋体" pitchFamily="2" charset="-122"/>
            </a:endParaRPr>
          </a:p>
        </p:txBody>
      </p:sp>
      <p:sp>
        <p:nvSpPr>
          <p:cNvPr id="50" name="文本框 49"/>
          <p:cNvSpPr txBox="1"/>
          <p:nvPr/>
        </p:nvSpPr>
        <p:spPr>
          <a:xfrm>
            <a:off x="3510326" y="2023103"/>
            <a:ext cx="1188797" cy="246221"/>
          </a:xfrm>
          <a:prstGeom prst="rect">
            <a:avLst/>
          </a:prstGeom>
          <a:noFill/>
        </p:spPr>
        <p:txBody>
          <a:bodyPr wrap="square">
            <a:spAutoFit/>
          </a:bodyPr>
          <a:lstStyle/>
          <a:p>
            <a:r>
              <a:rPr lang="zh-CN" altLang="zh-CN" sz="1000" dirty="0">
                <a:solidFill>
                  <a:schemeClr val="accent1">
                    <a:lumMod val="75000"/>
                  </a:schemeClr>
                </a:solidFill>
                <a:latin typeface="Times New Roman" panose="02020503050405090304" pitchFamily="18" charset="0"/>
                <a:ea typeface="宋体" pitchFamily="2" charset="-122"/>
              </a:rPr>
              <a:t>single_cut = True </a:t>
            </a:r>
            <a:endParaRPr lang="zh-CN" altLang="en-US" sz="1000" dirty="0">
              <a:solidFill>
                <a:schemeClr val="accent1">
                  <a:lumMod val="75000"/>
                </a:schemeClr>
              </a:solidFill>
              <a:latin typeface="Times New Roman" panose="02020503050405090304" pitchFamily="18" charset="0"/>
              <a:ea typeface="宋体" pitchFamily="2" charset="-122"/>
            </a:endParaRPr>
          </a:p>
        </p:txBody>
      </p:sp>
      <p:sp>
        <p:nvSpPr>
          <p:cNvPr id="51" name="矩形 50"/>
          <p:cNvSpPr/>
          <p:nvPr/>
        </p:nvSpPr>
        <p:spPr>
          <a:xfrm>
            <a:off x="3627775" y="1716701"/>
            <a:ext cx="799446" cy="213583"/>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2" name="直接箭头连接符 51"/>
          <p:cNvCxnSpPr/>
          <p:nvPr/>
        </p:nvCxnSpPr>
        <p:spPr>
          <a:xfrm>
            <a:off x="3561775" y="1955449"/>
            <a:ext cx="0" cy="3934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53" name="表格 25"/>
          <p:cNvGraphicFramePr>
            <a:graphicFrameLocks noGrp="1"/>
          </p:cNvGraphicFramePr>
          <p:nvPr/>
        </p:nvGraphicFramePr>
        <p:xfrm>
          <a:off x="3022502" y="2441684"/>
          <a:ext cx="1296750" cy="474409"/>
        </p:xfrm>
        <a:graphic>
          <a:graphicData uri="http://schemas.openxmlformats.org/drawingml/2006/table">
            <a:tbl>
              <a:tblPr firstRow="1" bandRow="1">
                <a:tableStyleId>{5C22544A-7EE6-4342-B048-85BDC9FD1C3A}</a:tableStyleId>
              </a:tblPr>
              <a:tblGrid>
                <a:gridCol w="216125"/>
                <a:gridCol w="216125"/>
                <a:gridCol w="216125"/>
                <a:gridCol w="216125"/>
                <a:gridCol w="216125"/>
                <a:gridCol w="216125"/>
              </a:tblGrid>
              <a:tr h="217074">
                <a:tc>
                  <a:txBody>
                    <a:bodyPr/>
                    <a:lstStyle/>
                    <a:p>
                      <a:pPr algn="ctr"/>
                      <a:r>
                        <a:rPr lang="en-US" altLang="zh-CN" dirty="0">
                          <a:latin typeface="Times New Roman" panose="02020503050405090304" pitchFamily="18" charset="0"/>
                          <a:ea typeface="宋体" pitchFamily="2" charset="-122"/>
                        </a:rPr>
                        <a:t>0</a:t>
                      </a:r>
                      <a:endParaRPr lang="zh-CN" altLang="en-US" dirty="0">
                        <a:latin typeface="Times New Roman" panose="02020503050405090304" pitchFamily="18" charset="0"/>
                        <a:ea typeface="宋体" pitchFamily="2" charset="-122"/>
                      </a:endParaRPr>
                    </a:p>
                  </a:txBody>
                  <a:tcPr/>
                </a:tc>
                <a:tc>
                  <a:txBody>
                    <a:bodyPr/>
                    <a:lstStyle/>
                    <a:p>
                      <a:pPr algn="ctr"/>
                      <a:r>
                        <a:rPr lang="en-US" altLang="zh-CN" dirty="0">
                          <a:latin typeface="Times New Roman" panose="02020503050405090304" pitchFamily="18" charset="0"/>
                          <a:ea typeface="宋体" pitchFamily="2" charset="-122"/>
                        </a:rPr>
                        <a:t>1</a:t>
                      </a:r>
                      <a:endParaRPr lang="zh-CN" altLang="en-US" dirty="0">
                        <a:latin typeface="Times New Roman" panose="02020503050405090304" pitchFamily="18" charset="0"/>
                        <a:ea typeface="宋体" pitchFamily="2" charset="-122"/>
                      </a:endParaRPr>
                    </a:p>
                  </a:txBody>
                  <a:tcPr/>
                </a:tc>
                <a:tc>
                  <a:txBody>
                    <a:bodyPr/>
                    <a:lstStyle/>
                    <a:p>
                      <a:pPr algn="ctr"/>
                      <a:r>
                        <a:rPr lang="en-US" altLang="zh-CN" dirty="0">
                          <a:latin typeface="Times New Roman" panose="02020503050405090304" pitchFamily="18" charset="0"/>
                          <a:ea typeface="宋体" pitchFamily="2" charset="-122"/>
                        </a:rPr>
                        <a:t>2</a:t>
                      </a:r>
                      <a:endParaRPr lang="zh-CN" altLang="en-US" dirty="0">
                        <a:latin typeface="Times New Roman" panose="02020503050405090304" pitchFamily="18" charset="0"/>
                        <a:ea typeface="宋体" pitchFamily="2" charset="-122"/>
                      </a:endParaRPr>
                    </a:p>
                  </a:txBody>
                  <a:tcPr/>
                </a:tc>
                <a:tc>
                  <a:txBody>
                    <a:bodyPr/>
                    <a:lstStyle/>
                    <a:p>
                      <a:pPr algn="ctr"/>
                      <a:r>
                        <a:rPr lang="en-US" altLang="zh-CN" dirty="0">
                          <a:latin typeface="Times New Roman" panose="02020503050405090304" pitchFamily="18" charset="0"/>
                          <a:ea typeface="宋体" pitchFamily="2" charset="-122"/>
                        </a:rPr>
                        <a:t>3</a:t>
                      </a:r>
                      <a:endParaRPr lang="zh-CN" altLang="en-US" dirty="0">
                        <a:latin typeface="Times New Roman" panose="02020503050405090304" pitchFamily="18" charset="0"/>
                        <a:ea typeface="宋体" pitchFamily="2" charset="-122"/>
                      </a:endParaRPr>
                    </a:p>
                  </a:txBody>
                  <a:tcPr/>
                </a:tc>
                <a:tc>
                  <a:txBody>
                    <a:bodyPr/>
                    <a:lstStyle/>
                    <a:p>
                      <a:pPr algn="ctr"/>
                      <a:r>
                        <a:rPr lang="en-US" altLang="zh-CN" dirty="0">
                          <a:latin typeface="Times New Roman" panose="02020503050405090304" pitchFamily="18" charset="0"/>
                          <a:ea typeface="宋体" pitchFamily="2" charset="-122"/>
                        </a:rPr>
                        <a:t>4</a:t>
                      </a:r>
                      <a:endParaRPr lang="zh-CN" altLang="en-US" dirty="0">
                        <a:latin typeface="Times New Roman" panose="02020503050405090304" pitchFamily="18" charset="0"/>
                        <a:ea typeface="宋体" pitchFamily="2" charset="-122"/>
                      </a:endParaRPr>
                    </a:p>
                  </a:txBody>
                  <a:tcPr/>
                </a:tc>
                <a:tc>
                  <a:txBody>
                    <a:bodyPr/>
                    <a:lstStyle/>
                    <a:p>
                      <a:pPr algn="ctr"/>
                      <a:r>
                        <a:rPr lang="en-US" altLang="zh-CN" dirty="0">
                          <a:latin typeface="Times New Roman" panose="02020503050405090304" pitchFamily="18" charset="0"/>
                          <a:ea typeface="宋体" pitchFamily="2" charset="-122"/>
                        </a:rPr>
                        <a:t>5</a:t>
                      </a:r>
                      <a:endParaRPr lang="zh-CN" altLang="en-US" dirty="0">
                        <a:latin typeface="Times New Roman" panose="02020503050405090304" pitchFamily="18" charset="0"/>
                        <a:ea typeface="宋体" pitchFamily="2" charset="-122"/>
                      </a:endParaRPr>
                    </a:p>
                  </a:txBody>
                  <a:tcPr/>
                </a:tc>
              </a:tr>
              <a:tr h="217074">
                <a:tc>
                  <a:txBody>
                    <a:bodyPr/>
                    <a:lstStyle/>
                    <a:p>
                      <a:pPr algn="ctr"/>
                      <a:r>
                        <a:rPr lang="zh-CN" altLang="en-US" sz="900" b="1" dirty="0">
                          <a:latin typeface="Times New Roman" panose="02020503050405090304" pitchFamily="18" charset="0"/>
                          <a:ea typeface="宋体" pitchFamily="2" charset="-122"/>
                        </a:rPr>
                        <a:t>喜</a:t>
                      </a:r>
                      <a:endParaRPr lang="zh-CN" altLang="en-US" sz="900" b="1" dirty="0">
                        <a:latin typeface="Times New Roman" panose="02020503050405090304" pitchFamily="18" charset="0"/>
                        <a:ea typeface="宋体" pitchFamily="2" charset="-122"/>
                      </a:endParaRPr>
                    </a:p>
                  </a:txBody>
                  <a:tcPr/>
                </a:tc>
                <a:tc>
                  <a:txBody>
                    <a:bodyPr/>
                    <a:lstStyle/>
                    <a:p>
                      <a:pPr algn="ctr"/>
                      <a:r>
                        <a:rPr lang="zh-CN" altLang="en-US" sz="900" b="1" dirty="0">
                          <a:latin typeface="Times New Roman" panose="02020503050405090304" pitchFamily="18" charset="0"/>
                          <a:ea typeface="宋体" pitchFamily="2" charset="-122"/>
                        </a:rPr>
                        <a:t>欢</a:t>
                      </a:r>
                      <a:endParaRPr lang="zh-CN" altLang="en-US" sz="900" b="1" dirty="0">
                        <a:latin typeface="Times New Roman" panose="02020503050405090304" pitchFamily="18" charset="0"/>
                        <a:ea typeface="宋体" pitchFamily="2" charset="-122"/>
                      </a:endParaRPr>
                    </a:p>
                  </a:txBody>
                  <a:tcPr/>
                </a:tc>
                <a:tc>
                  <a:txBody>
                    <a:bodyPr/>
                    <a:lstStyle/>
                    <a:p>
                      <a:pPr algn="ctr"/>
                      <a:r>
                        <a:rPr lang="zh-CN" altLang="en-US" sz="900" b="1" dirty="0">
                          <a:latin typeface="Times New Roman" panose="02020503050405090304" pitchFamily="18" charset="0"/>
                          <a:ea typeface="宋体" pitchFamily="2" charset="-122"/>
                        </a:rPr>
                        <a:t>观</a:t>
                      </a:r>
                      <a:endParaRPr lang="zh-CN" altLang="en-US" sz="900" b="1" dirty="0">
                        <a:latin typeface="Times New Roman" panose="02020503050405090304" pitchFamily="18" charset="0"/>
                        <a:ea typeface="宋体" pitchFamily="2" charset="-122"/>
                      </a:endParaRPr>
                    </a:p>
                  </a:txBody>
                  <a:tcPr/>
                </a:tc>
                <a:tc>
                  <a:txBody>
                    <a:bodyPr/>
                    <a:lstStyle/>
                    <a:p>
                      <a:pPr algn="ctr"/>
                      <a:r>
                        <a:rPr lang="zh-CN" altLang="en-US" sz="900" b="1" dirty="0">
                          <a:latin typeface="Times New Roman" panose="02020503050405090304" pitchFamily="18" charset="0"/>
                          <a:ea typeface="宋体" pitchFamily="2" charset="-122"/>
                        </a:rPr>
                        <a:t>赏</a:t>
                      </a:r>
                      <a:endParaRPr lang="zh-CN" altLang="en-US" sz="900" b="1" dirty="0">
                        <a:latin typeface="Times New Roman" panose="02020503050405090304" pitchFamily="18" charset="0"/>
                        <a:ea typeface="宋体" pitchFamily="2" charset="-122"/>
                      </a:endParaRPr>
                    </a:p>
                  </a:txBody>
                  <a:tcPr/>
                </a:tc>
                <a:tc>
                  <a:txBody>
                    <a:bodyPr/>
                    <a:lstStyle/>
                    <a:p>
                      <a:pPr algn="ctr"/>
                      <a:r>
                        <a:rPr lang="zh-CN" altLang="en-US" sz="900" b="1" dirty="0">
                          <a:latin typeface="Times New Roman" panose="02020503050405090304" pitchFamily="18" charset="0"/>
                          <a:ea typeface="宋体" pitchFamily="2" charset="-122"/>
                        </a:rPr>
                        <a:t>日</a:t>
                      </a:r>
                      <a:endParaRPr lang="zh-CN" altLang="en-US" sz="900" b="1" dirty="0">
                        <a:latin typeface="Times New Roman" panose="02020503050405090304" pitchFamily="18" charset="0"/>
                        <a:ea typeface="宋体" pitchFamily="2" charset="-122"/>
                      </a:endParaRPr>
                    </a:p>
                  </a:txBody>
                  <a:tcPr/>
                </a:tc>
                <a:tc>
                  <a:txBody>
                    <a:bodyPr/>
                    <a:lstStyle/>
                    <a:p>
                      <a:pPr algn="ctr"/>
                      <a:r>
                        <a:rPr lang="zh-CN" altLang="en-US" sz="900" b="1" dirty="0">
                          <a:latin typeface="Times New Roman" panose="02020503050405090304" pitchFamily="18" charset="0"/>
                          <a:ea typeface="宋体" pitchFamily="2" charset="-122"/>
                        </a:rPr>
                        <a:t>出</a:t>
                      </a:r>
                      <a:endParaRPr lang="zh-CN" altLang="en-US" sz="900" b="1" dirty="0">
                        <a:latin typeface="Times New Roman" panose="02020503050405090304" pitchFamily="18" charset="0"/>
                        <a:ea typeface="宋体" pitchFamily="2" charset="-122"/>
                      </a:endParaRPr>
                    </a:p>
                  </a:txBody>
                  <a:tcPr/>
                </a:tc>
              </a:tr>
            </a:tbl>
          </a:graphicData>
        </a:graphic>
      </p:graphicFrame>
      <p:cxnSp>
        <p:nvCxnSpPr>
          <p:cNvPr id="56" name="直接连接符 55"/>
          <p:cNvCxnSpPr/>
          <p:nvPr/>
        </p:nvCxnSpPr>
        <p:spPr>
          <a:xfrm>
            <a:off x="3878648" y="2344321"/>
            <a:ext cx="0" cy="681271"/>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57" name="直接连接符 56"/>
          <p:cNvCxnSpPr/>
          <p:nvPr/>
        </p:nvCxnSpPr>
        <p:spPr>
          <a:xfrm>
            <a:off x="3670627" y="2352310"/>
            <a:ext cx="0" cy="681271"/>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58" name="直接连接符 57"/>
          <p:cNvCxnSpPr/>
          <p:nvPr/>
        </p:nvCxnSpPr>
        <p:spPr>
          <a:xfrm>
            <a:off x="3452297" y="2352310"/>
            <a:ext cx="0" cy="681271"/>
          </a:xfrm>
          <a:prstGeom prst="line">
            <a:avLst/>
          </a:prstGeom>
          <a:ln w="19050"/>
        </p:spPr>
        <p:style>
          <a:lnRef idx="1">
            <a:schemeClr val="accent2"/>
          </a:lnRef>
          <a:fillRef idx="0">
            <a:schemeClr val="accent2"/>
          </a:fillRef>
          <a:effectRef idx="0">
            <a:schemeClr val="accent2"/>
          </a:effectRef>
          <a:fontRef idx="minor">
            <a:schemeClr val="tx1"/>
          </a:fontRef>
        </p:style>
      </p:cxnSp>
      <p:sp>
        <p:nvSpPr>
          <p:cNvPr id="59" name="文本框 58"/>
          <p:cNvSpPr txBox="1"/>
          <p:nvPr/>
        </p:nvSpPr>
        <p:spPr>
          <a:xfrm>
            <a:off x="3501838" y="3126383"/>
            <a:ext cx="1248350" cy="246221"/>
          </a:xfrm>
          <a:prstGeom prst="rect">
            <a:avLst/>
          </a:prstGeom>
          <a:noFill/>
        </p:spPr>
        <p:txBody>
          <a:bodyPr wrap="square">
            <a:spAutoFit/>
          </a:bodyPr>
          <a:lstStyle/>
          <a:p>
            <a:r>
              <a:rPr lang="zh-CN" altLang="zh-CN" sz="1000" dirty="0">
                <a:solidFill>
                  <a:schemeClr val="accent1">
                    <a:lumMod val="75000"/>
                  </a:schemeClr>
                </a:solidFill>
                <a:latin typeface="Times New Roman" panose="02020503050405090304" pitchFamily="18" charset="0"/>
                <a:ea typeface="宋体" pitchFamily="2" charset="-122"/>
              </a:rPr>
              <a:t>single_cut = </a:t>
            </a:r>
            <a:r>
              <a:rPr lang="en-US" altLang="zh-CN" sz="1000" dirty="0">
                <a:solidFill>
                  <a:schemeClr val="accent1">
                    <a:lumMod val="75000"/>
                  </a:schemeClr>
                </a:solidFill>
                <a:latin typeface="Times New Roman" panose="02020503050405090304" pitchFamily="18" charset="0"/>
                <a:ea typeface="宋体" pitchFamily="2" charset="-122"/>
              </a:rPr>
              <a:t>False</a:t>
            </a:r>
            <a:r>
              <a:rPr lang="zh-CN" altLang="zh-CN" sz="1000" dirty="0">
                <a:solidFill>
                  <a:schemeClr val="accent1">
                    <a:lumMod val="75000"/>
                  </a:schemeClr>
                </a:solidFill>
                <a:latin typeface="Times New Roman" panose="02020503050405090304" pitchFamily="18" charset="0"/>
                <a:ea typeface="宋体" pitchFamily="2" charset="-122"/>
              </a:rPr>
              <a:t> </a:t>
            </a:r>
            <a:endParaRPr lang="zh-CN" altLang="en-US" sz="1000" dirty="0">
              <a:solidFill>
                <a:schemeClr val="accent1">
                  <a:lumMod val="75000"/>
                </a:schemeClr>
              </a:solidFill>
              <a:latin typeface="Times New Roman" panose="02020503050405090304" pitchFamily="18" charset="0"/>
              <a:ea typeface="宋体" pitchFamily="2" charset="-122"/>
            </a:endParaRPr>
          </a:p>
        </p:txBody>
      </p:sp>
      <p:cxnSp>
        <p:nvCxnSpPr>
          <p:cNvPr id="60" name="直接箭头连接符 59"/>
          <p:cNvCxnSpPr/>
          <p:nvPr/>
        </p:nvCxnSpPr>
        <p:spPr>
          <a:xfrm>
            <a:off x="3561775" y="3108983"/>
            <a:ext cx="0" cy="3934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文本框 60"/>
          <p:cNvSpPr txBox="1"/>
          <p:nvPr/>
        </p:nvSpPr>
        <p:spPr>
          <a:xfrm>
            <a:off x="2419228" y="3281239"/>
            <a:ext cx="1053074" cy="246221"/>
          </a:xfrm>
          <a:prstGeom prst="rect">
            <a:avLst/>
          </a:prstGeom>
          <a:noFill/>
        </p:spPr>
        <p:txBody>
          <a:bodyPr wrap="square">
            <a:spAutoFit/>
          </a:bodyPr>
          <a:lstStyle/>
          <a:p>
            <a:r>
              <a:rPr lang="en-US" altLang="zh-CN" sz="1000" dirty="0" err="1">
                <a:solidFill>
                  <a:schemeClr val="accent1">
                    <a:lumMod val="75000"/>
                  </a:schemeClr>
                </a:solidFill>
                <a:latin typeface="Times New Roman" panose="02020503050405090304" pitchFamily="18" charset="0"/>
                <a:ea typeface="宋体" pitchFamily="2" charset="-122"/>
              </a:rPr>
              <a:t>current_groups</a:t>
            </a:r>
            <a:endParaRPr lang="zh-CN" altLang="en-US" sz="1000" dirty="0">
              <a:solidFill>
                <a:schemeClr val="accent1">
                  <a:lumMod val="75000"/>
                </a:schemeClr>
              </a:solidFill>
              <a:latin typeface="Times New Roman" panose="02020503050405090304" pitchFamily="18" charset="0"/>
              <a:ea typeface="宋体" pitchFamily="2" charset="-122"/>
            </a:endParaRPr>
          </a:p>
        </p:txBody>
      </p:sp>
      <p:sp>
        <p:nvSpPr>
          <p:cNvPr id="62" name="矩形 61"/>
          <p:cNvSpPr/>
          <p:nvPr/>
        </p:nvSpPr>
        <p:spPr>
          <a:xfrm>
            <a:off x="3316671" y="3578844"/>
            <a:ext cx="1433517" cy="213583"/>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喜欢</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rgbClr val="FF0000"/>
                </a:solidFill>
                <a:latin typeface="Times New Roman" panose="02020503050405090304" pitchFamily="18" charset="0"/>
                <a:ea typeface="宋体" pitchFamily="2" charset="-122"/>
              </a:rPr>
              <a:t>观赏日出</a:t>
            </a:r>
            <a:r>
              <a:rPr lang="en-US" altLang="zh-CN" sz="1050" dirty="0">
                <a:solidFill>
                  <a:schemeClr val="tx1">
                    <a:lumMod val="95000"/>
                    <a:lumOff val="5000"/>
                  </a:schemeClr>
                </a:solidFill>
                <a:latin typeface="Times New Roman" panose="02020503050405090304" pitchFamily="18" charset="0"/>
                <a:ea typeface="宋体" pitchFamily="2" charset="-122"/>
              </a:rPr>
              <a:t>’]]</a:t>
            </a:r>
            <a:endParaRPr lang="zh-CN" altLang="en-US" sz="1050" dirty="0">
              <a:solidFill>
                <a:schemeClr val="tx1">
                  <a:lumMod val="95000"/>
                  <a:lumOff val="5000"/>
                </a:schemeClr>
              </a:solidFill>
              <a:latin typeface="Times New Roman" panose="02020503050405090304" pitchFamily="18" charset="0"/>
              <a:ea typeface="宋体" pitchFamily="2" charset="-122"/>
            </a:endParaRPr>
          </a:p>
        </p:txBody>
      </p:sp>
      <p:sp>
        <p:nvSpPr>
          <p:cNvPr id="63" name="文本框 62"/>
          <p:cNvSpPr txBox="1"/>
          <p:nvPr/>
        </p:nvSpPr>
        <p:spPr>
          <a:xfrm>
            <a:off x="5472191" y="953379"/>
            <a:ext cx="1602415" cy="307777"/>
          </a:xfrm>
          <a:prstGeom prst="rect">
            <a:avLst/>
          </a:prstGeom>
          <a:noFill/>
        </p:spPr>
        <p:txBody>
          <a:bodyPr wrap="square">
            <a:spAutoFit/>
          </a:bodyPr>
          <a:lstStyle/>
          <a:p>
            <a:r>
              <a:rPr lang="en-US" altLang="zh-CN" sz="1400" dirty="0">
                <a:solidFill>
                  <a:schemeClr val="tx1">
                    <a:lumMod val="95000"/>
                    <a:lumOff val="5000"/>
                  </a:schemeClr>
                </a:solidFill>
                <a:latin typeface="Times New Roman" panose="02020503050405090304" pitchFamily="18" charset="0"/>
                <a:ea typeface="宋体" pitchFamily="2" charset="-122"/>
              </a:rPr>
              <a:t>X’’= “ </a:t>
            </a:r>
            <a:r>
              <a:rPr lang="zh-CN" altLang="en-US" sz="1400" dirty="0">
                <a:solidFill>
                  <a:schemeClr val="tx1">
                    <a:lumMod val="95000"/>
                    <a:lumOff val="5000"/>
                  </a:schemeClr>
                </a:solidFill>
                <a:latin typeface="Times New Roman" panose="02020503050405090304" pitchFamily="18" charset="0"/>
                <a:ea typeface="宋体" pitchFamily="2" charset="-122"/>
              </a:rPr>
              <a:t>观赏日出 </a:t>
            </a:r>
            <a:r>
              <a:rPr lang="en-US" altLang="zh-CN" sz="1400" dirty="0">
                <a:solidFill>
                  <a:schemeClr val="tx1">
                    <a:lumMod val="95000"/>
                    <a:lumOff val="5000"/>
                  </a:schemeClr>
                </a:solidFill>
                <a:latin typeface="Times New Roman" panose="02020503050405090304" pitchFamily="18" charset="0"/>
                <a:ea typeface="宋体" pitchFamily="2" charset="-122"/>
              </a:rPr>
              <a:t>“</a:t>
            </a:r>
            <a:endParaRPr lang="en-US" altLang="zh-CN" sz="1400" dirty="0">
              <a:solidFill>
                <a:schemeClr val="tx1">
                  <a:lumMod val="95000"/>
                  <a:lumOff val="5000"/>
                </a:schemeClr>
              </a:solidFill>
              <a:latin typeface="Times New Roman" panose="02020503050405090304" pitchFamily="18" charset="0"/>
              <a:ea typeface="宋体" pitchFamily="2" charset="-122"/>
            </a:endParaRPr>
          </a:p>
        </p:txBody>
      </p:sp>
      <p:sp>
        <p:nvSpPr>
          <p:cNvPr id="64" name="文本框 63"/>
          <p:cNvSpPr txBox="1"/>
          <p:nvPr/>
        </p:nvSpPr>
        <p:spPr>
          <a:xfrm>
            <a:off x="5842291" y="1172593"/>
            <a:ext cx="1139411" cy="369332"/>
          </a:xfrm>
          <a:prstGeom prst="rect">
            <a:avLst/>
          </a:prstGeom>
          <a:noFill/>
        </p:spPr>
        <p:txBody>
          <a:bodyPr wrap="square">
            <a:spAutoFit/>
          </a:bodyPr>
          <a:lstStyle/>
          <a:p>
            <a:r>
              <a:rPr lang="en-US" altLang="zh-CN" sz="1800" dirty="0">
                <a:solidFill>
                  <a:schemeClr val="tx1">
                    <a:lumMod val="95000"/>
                    <a:lumOff val="5000"/>
                  </a:schemeClr>
                </a:solidFill>
                <a:latin typeface="Times New Roman" panose="02020503050405090304" pitchFamily="18" charset="0"/>
                <a:ea typeface="宋体" pitchFamily="2" charset="-122"/>
              </a:rPr>
              <a:t> </a:t>
            </a:r>
            <a:r>
              <a:rPr lang="en-US" altLang="zh-CN" sz="1000" dirty="0">
                <a:solidFill>
                  <a:schemeClr val="accent1">
                    <a:lumMod val="75000"/>
                  </a:schemeClr>
                </a:solidFill>
                <a:latin typeface="Times New Roman" panose="02020503050405090304" pitchFamily="18" charset="0"/>
                <a:ea typeface="宋体" pitchFamily="2" charset="-122"/>
              </a:rPr>
              <a:t>(</a:t>
            </a:r>
            <a:r>
              <a:rPr lang="zh-CN" altLang="zh-CN" sz="1000" dirty="0">
                <a:solidFill>
                  <a:schemeClr val="accent1">
                    <a:lumMod val="75000"/>
                  </a:schemeClr>
                </a:solidFill>
                <a:latin typeface="Times New Roman" panose="02020503050405090304" pitchFamily="18" charset="0"/>
                <a:ea typeface="宋体" pitchFamily="2" charset="-122"/>
              </a:rPr>
              <a:t>range_</a:t>
            </a:r>
            <a:r>
              <a:rPr lang="en-US" altLang="zh-CN" sz="1000" dirty="0" err="1">
                <a:solidFill>
                  <a:schemeClr val="accent1">
                    <a:lumMod val="75000"/>
                  </a:schemeClr>
                </a:solidFill>
                <a:latin typeface="Times New Roman" panose="02020503050405090304" pitchFamily="18" charset="0"/>
                <a:ea typeface="宋体" pitchFamily="2" charset="-122"/>
              </a:rPr>
              <a:t>len</a:t>
            </a:r>
            <a:r>
              <a:rPr lang="en-US" altLang="zh-CN" sz="1000" dirty="0">
                <a:solidFill>
                  <a:schemeClr val="accent1">
                    <a:lumMod val="75000"/>
                  </a:schemeClr>
                </a:solidFill>
                <a:latin typeface="Times New Roman" panose="02020503050405090304" pitchFamily="18" charset="0"/>
                <a:ea typeface="宋体" pitchFamily="2" charset="-122"/>
              </a:rPr>
              <a:t>=4)</a:t>
            </a:r>
            <a:endParaRPr lang="zh-CN" altLang="en-US" sz="1000" dirty="0">
              <a:solidFill>
                <a:schemeClr val="accent1">
                  <a:lumMod val="75000"/>
                </a:schemeClr>
              </a:solidFill>
              <a:latin typeface="Times New Roman" panose="02020503050405090304" pitchFamily="18" charset="0"/>
              <a:ea typeface="宋体" pitchFamily="2" charset="-122"/>
            </a:endParaRPr>
          </a:p>
        </p:txBody>
      </p:sp>
      <p:cxnSp>
        <p:nvCxnSpPr>
          <p:cNvPr id="65" name="直接箭头连接符 64"/>
          <p:cNvCxnSpPr/>
          <p:nvPr/>
        </p:nvCxnSpPr>
        <p:spPr>
          <a:xfrm>
            <a:off x="5969271" y="1223041"/>
            <a:ext cx="0" cy="3934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6" name="文本框 65"/>
          <p:cNvSpPr txBox="1"/>
          <p:nvPr/>
        </p:nvSpPr>
        <p:spPr>
          <a:xfrm>
            <a:off x="4966753" y="1643440"/>
            <a:ext cx="1053074" cy="246221"/>
          </a:xfrm>
          <a:prstGeom prst="rect">
            <a:avLst/>
          </a:prstGeom>
          <a:noFill/>
        </p:spPr>
        <p:txBody>
          <a:bodyPr wrap="square">
            <a:spAutoFit/>
          </a:bodyPr>
          <a:lstStyle/>
          <a:p>
            <a:r>
              <a:rPr lang="en-US" altLang="zh-CN" sz="1000" dirty="0" err="1">
                <a:solidFill>
                  <a:schemeClr val="accent1">
                    <a:lumMod val="75000"/>
                  </a:schemeClr>
                </a:solidFill>
                <a:latin typeface="Times New Roman" panose="02020503050405090304" pitchFamily="18" charset="0"/>
                <a:ea typeface="宋体" pitchFamily="2" charset="-122"/>
              </a:rPr>
              <a:t>current_groups</a:t>
            </a:r>
            <a:endParaRPr lang="zh-CN" altLang="en-US" sz="1000" dirty="0">
              <a:solidFill>
                <a:schemeClr val="accent1">
                  <a:lumMod val="75000"/>
                </a:schemeClr>
              </a:solidFill>
              <a:latin typeface="Times New Roman" panose="02020503050405090304" pitchFamily="18" charset="0"/>
              <a:ea typeface="宋体" pitchFamily="2" charset="-122"/>
            </a:endParaRPr>
          </a:p>
        </p:txBody>
      </p:sp>
      <p:sp>
        <p:nvSpPr>
          <p:cNvPr id="67" name="矩形 66"/>
          <p:cNvSpPr/>
          <p:nvPr/>
        </p:nvSpPr>
        <p:spPr>
          <a:xfrm>
            <a:off x="5969199" y="1681590"/>
            <a:ext cx="799446" cy="213583"/>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8" name="直接箭头连接符 67"/>
          <p:cNvCxnSpPr/>
          <p:nvPr/>
        </p:nvCxnSpPr>
        <p:spPr>
          <a:xfrm>
            <a:off x="5969271" y="1973793"/>
            <a:ext cx="0" cy="3934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文本框 68"/>
          <p:cNvSpPr txBox="1"/>
          <p:nvPr/>
        </p:nvSpPr>
        <p:spPr>
          <a:xfrm>
            <a:off x="5933010" y="2021400"/>
            <a:ext cx="1188797" cy="246221"/>
          </a:xfrm>
          <a:prstGeom prst="rect">
            <a:avLst/>
          </a:prstGeom>
          <a:noFill/>
        </p:spPr>
        <p:txBody>
          <a:bodyPr wrap="square">
            <a:spAutoFit/>
          </a:bodyPr>
          <a:lstStyle/>
          <a:p>
            <a:r>
              <a:rPr lang="zh-CN" altLang="zh-CN" sz="1000" dirty="0">
                <a:solidFill>
                  <a:schemeClr val="accent1">
                    <a:lumMod val="75000"/>
                  </a:schemeClr>
                </a:solidFill>
                <a:latin typeface="Times New Roman" panose="02020503050405090304" pitchFamily="18" charset="0"/>
                <a:ea typeface="宋体" pitchFamily="2" charset="-122"/>
              </a:rPr>
              <a:t>single_cut = True </a:t>
            </a:r>
            <a:endParaRPr lang="zh-CN" altLang="en-US" sz="1000" dirty="0">
              <a:solidFill>
                <a:schemeClr val="accent1">
                  <a:lumMod val="75000"/>
                </a:schemeClr>
              </a:solidFill>
              <a:latin typeface="Times New Roman" panose="02020503050405090304" pitchFamily="18" charset="0"/>
              <a:ea typeface="宋体" pitchFamily="2" charset="-122"/>
            </a:endParaRPr>
          </a:p>
        </p:txBody>
      </p:sp>
      <p:graphicFrame>
        <p:nvGraphicFramePr>
          <p:cNvPr id="70" name="表格 25"/>
          <p:cNvGraphicFramePr>
            <a:graphicFrameLocks noGrp="1"/>
          </p:cNvGraphicFramePr>
          <p:nvPr/>
        </p:nvGraphicFramePr>
        <p:xfrm>
          <a:off x="5691217" y="2434613"/>
          <a:ext cx="864500" cy="474409"/>
        </p:xfrm>
        <a:graphic>
          <a:graphicData uri="http://schemas.openxmlformats.org/drawingml/2006/table">
            <a:tbl>
              <a:tblPr firstRow="1" bandRow="1">
                <a:tableStyleId>{5C22544A-7EE6-4342-B048-85BDC9FD1C3A}</a:tableStyleId>
              </a:tblPr>
              <a:tblGrid>
                <a:gridCol w="216125"/>
                <a:gridCol w="216125"/>
                <a:gridCol w="216125"/>
                <a:gridCol w="216125"/>
              </a:tblGrid>
              <a:tr h="217074">
                <a:tc>
                  <a:txBody>
                    <a:bodyPr/>
                    <a:lstStyle/>
                    <a:p>
                      <a:pPr algn="ctr"/>
                      <a:r>
                        <a:rPr lang="en-US" altLang="zh-CN" dirty="0">
                          <a:latin typeface="Times New Roman" panose="02020503050405090304" pitchFamily="18" charset="0"/>
                          <a:ea typeface="宋体" pitchFamily="2" charset="-122"/>
                        </a:rPr>
                        <a:t>0</a:t>
                      </a:r>
                      <a:endParaRPr lang="zh-CN" altLang="en-US" dirty="0">
                        <a:latin typeface="Times New Roman" panose="02020503050405090304" pitchFamily="18" charset="0"/>
                        <a:ea typeface="宋体" pitchFamily="2" charset="-122"/>
                      </a:endParaRPr>
                    </a:p>
                  </a:txBody>
                  <a:tcPr/>
                </a:tc>
                <a:tc>
                  <a:txBody>
                    <a:bodyPr/>
                    <a:lstStyle/>
                    <a:p>
                      <a:pPr algn="ctr"/>
                      <a:r>
                        <a:rPr lang="en-US" altLang="zh-CN" dirty="0">
                          <a:latin typeface="Times New Roman" panose="02020503050405090304" pitchFamily="18" charset="0"/>
                          <a:ea typeface="宋体" pitchFamily="2" charset="-122"/>
                        </a:rPr>
                        <a:t>1</a:t>
                      </a:r>
                      <a:endParaRPr lang="zh-CN" altLang="en-US" dirty="0">
                        <a:latin typeface="Times New Roman" panose="02020503050405090304" pitchFamily="18" charset="0"/>
                        <a:ea typeface="宋体" pitchFamily="2" charset="-122"/>
                      </a:endParaRPr>
                    </a:p>
                  </a:txBody>
                  <a:tcPr/>
                </a:tc>
                <a:tc>
                  <a:txBody>
                    <a:bodyPr/>
                    <a:lstStyle/>
                    <a:p>
                      <a:pPr algn="ctr"/>
                      <a:r>
                        <a:rPr lang="en-US" altLang="zh-CN" dirty="0">
                          <a:latin typeface="Times New Roman" panose="02020503050405090304" pitchFamily="18" charset="0"/>
                          <a:ea typeface="宋体" pitchFamily="2" charset="-122"/>
                        </a:rPr>
                        <a:t>2</a:t>
                      </a:r>
                      <a:endParaRPr lang="zh-CN" altLang="en-US" dirty="0">
                        <a:latin typeface="Times New Roman" panose="02020503050405090304" pitchFamily="18" charset="0"/>
                        <a:ea typeface="宋体" pitchFamily="2" charset="-122"/>
                      </a:endParaRPr>
                    </a:p>
                  </a:txBody>
                  <a:tcPr/>
                </a:tc>
                <a:tc>
                  <a:txBody>
                    <a:bodyPr/>
                    <a:lstStyle/>
                    <a:p>
                      <a:pPr algn="ctr"/>
                      <a:r>
                        <a:rPr lang="en-US" altLang="zh-CN" dirty="0">
                          <a:latin typeface="Times New Roman" panose="02020503050405090304" pitchFamily="18" charset="0"/>
                          <a:ea typeface="宋体" pitchFamily="2" charset="-122"/>
                        </a:rPr>
                        <a:t>3</a:t>
                      </a:r>
                      <a:endParaRPr lang="zh-CN" altLang="en-US" dirty="0">
                        <a:latin typeface="Times New Roman" panose="02020503050405090304" pitchFamily="18" charset="0"/>
                        <a:ea typeface="宋体" pitchFamily="2" charset="-122"/>
                      </a:endParaRPr>
                    </a:p>
                  </a:txBody>
                  <a:tcPr/>
                </a:tc>
              </a:tr>
              <a:tr h="217074">
                <a:tc>
                  <a:txBody>
                    <a:bodyPr/>
                    <a:lstStyle/>
                    <a:p>
                      <a:pPr algn="ctr"/>
                      <a:r>
                        <a:rPr lang="zh-CN" altLang="en-US" sz="900" b="1" dirty="0">
                          <a:latin typeface="Times New Roman" panose="02020503050405090304" pitchFamily="18" charset="0"/>
                          <a:ea typeface="宋体" pitchFamily="2" charset="-122"/>
                        </a:rPr>
                        <a:t>观</a:t>
                      </a:r>
                      <a:endParaRPr lang="zh-CN" altLang="en-US" sz="900" b="1" dirty="0">
                        <a:latin typeface="Times New Roman" panose="02020503050405090304" pitchFamily="18" charset="0"/>
                        <a:ea typeface="宋体" pitchFamily="2" charset="-122"/>
                      </a:endParaRPr>
                    </a:p>
                  </a:txBody>
                  <a:tcPr/>
                </a:tc>
                <a:tc>
                  <a:txBody>
                    <a:bodyPr/>
                    <a:lstStyle/>
                    <a:p>
                      <a:pPr algn="ctr"/>
                      <a:r>
                        <a:rPr lang="zh-CN" altLang="en-US" sz="900" b="1" dirty="0">
                          <a:latin typeface="Times New Roman" panose="02020503050405090304" pitchFamily="18" charset="0"/>
                          <a:ea typeface="宋体" pitchFamily="2" charset="-122"/>
                        </a:rPr>
                        <a:t>赏</a:t>
                      </a:r>
                      <a:endParaRPr lang="zh-CN" altLang="en-US" sz="900" b="1" dirty="0">
                        <a:latin typeface="Times New Roman" panose="02020503050405090304" pitchFamily="18" charset="0"/>
                        <a:ea typeface="宋体" pitchFamily="2" charset="-122"/>
                      </a:endParaRPr>
                    </a:p>
                  </a:txBody>
                  <a:tcPr/>
                </a:tc>
                <a:tc>
                  <a:txBody>
                    <a:bodyPr/>
                    <a:lstStyle/>
                    <a:p>
                      <a:pPr algn="ctr"/>
                      <a:r>
                        <a:rPr lang="zh-CN" altLang="en-US" sz="900" b="1" dirty="0">
                          <a:latin typeface="Times New Roman" panose="02020503050405090304" pitchFamily="18" charset="0"/>
                          <a:ea typeface="宋体" pitchFamily="2" charset="-122"/>
                        </a:rPr>
                        <a:t>日</a:t>
                      </a:r>
                      <a:endParaRPr lang="zh-CN" altLang="en-US" sz="900" b="1" dirty="0">
                        <a:latin typeface="Times New Roman" panose="02020503050405090304" pitchFamily="18" charset="0"/>
                        <a:ea typeface="宋体" pitchFamily="2" charset="-122"/>
                      </a:endParaRPr>
                    </a:p>
                  </a:txBody>
                  <a:tcPr/>
                </a:tc>
                <a:tc>
                  <a:txBody>
                    <a:bodyPr/>
                    <a:lstStyle/>
                    <a:p>
                      <a:pPr algn="ctr"/>
                      <a:r>
                        <a:rPr lang="zh-CN" altLang="en-US" sz="900" b="1" dirty="0">
                          <a:latin typeface="Times New Roman" panose="02020503050405090304" pitchFamily="18" charset="0"/>
                          <a:ea typeface="宋体" pitchFamily="2" charset="-122"/>
                        </a:rPr>
                        <a:t>出</a:t>
                      </a:r>
                      <a:endParaRPr lang="zh-CN" altLang="en-US" sz="900" b="1" dirty="0">
                        <a:latin typeface="Times New Roman" panose="02020503050405090304" pitchFamily="18" charset="0"/>
                        <a:ea typeface="宋体" pitchFamily="2" charset="-122"/>
                      </a:endParaRPr>
                    </a:p>
                  </a:txBody>
                  <a:tcPr/>
                </a:tc>
              </a:tr>
            </a:tbl>
          </a:graphicData>
        </a:graphic>
      </p:graphicFrame>
      <p:cxnSp>
        <p:nvCxnSpPr>
          <p:cNvPr id="73" name="直接连接符 72"/>
          <p:cNvCxnSpPr/>
          <p:nvPr/>
        </p:nvCxnSpPr>
        <p:spPr>
          <a:xfrm>
            <a:off x="6339342" y="2345239"/>
            <a:ext cx="0" cy="681271"/>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74" name="直接连接符 73"/>
          <p:cNvCxnSpPr/>
          <p:nvPr/>
        </p:nvCxnSpPr>
        <p:spPr>
          <a:xfrm>
            <a:off x="6121012" y="2345239"/>
            <a:ext cx="0" cy="681271"/>
          </a:xfrm>
          <a:prstGeom prst="line">
            <a:avLst/>
          </a:prstGeom>
          <a:ln w="19050"/>
        </p:spPr>
        <p:style>
          <a:lnRef idx="1">
            <a:schemeClr val="accent2"/>
          </a:lnRef>
          <a:fillRef idx="0">
            <a:schemeClr val="accent2"/>
          </a:fillRef>
          <a:effectRef idx="0">
            <a:schemeClr val="accent2"/>
          </a:effectRef>
          <a:fontRef idx="minor">
            <a:schemeClr val="tx1"/>
          </a:fontRef>
        </p:style>
      </p:cxnSp>
      <p:sp>
        <p:nvSpPr>
          <p:cNvPr id="75" name="文本框 74"/>
          <p:cNvSpPr txBox="1"/>
          <p:nvPr/>
        </p:nvSpPr>
        <p:spPr>
          <a:xfrm>
            <a:off x="5931542" y="3093914"/>
            <a:ext cx="1248350" cy="246221"/>
          </a:xfrm>
          <a:prstGeom prst="rect">
            <a:avLst/>
          </a:prstGeom>
          <a:noFill/>
        </p:spPr>
        <p:txBody>
          <a:bodyPr wrap="square">
            <a:spAutoFit/>
          </a:bodyPr>
          <a:lstStyle/>
          <a:p>
            <a:r>
              <a:rPr lang="zh-CN" altLang="zh-CN" sz="1000" dirty="0">
                <a:solidFill>
                  <a:schemeClr val="accent1">
                    <a:lumMod val="75000"/>
                  </a:schemeClr>
                </a:solidFill>
                <a:latin typeface="Times New Roman" panose="02020503050405090304" pitchFamily="18" charset="0"/>
                <a:ea typeface="宋体" pitchFamily="2" charset="-122"/>
              </a:rPr>
              <a:t>single_cut = </a:t>
            </a:r>
            <a:r>
              <a:rPr lang="en-US" altLang="zh-CN" sz="1000" dirty="0">
                <a:solidFill>
                  <a:schemeClr val="accent1">
                    <a:lumMod val="75000"/>
                  </a:schemeClr>
                </a:solidFill>
                <a:latin typeface="Times New Roman" panose="02020503050405090304" pitchFamily="18" charset="0"/>
                <a:ea typeface="宋体" pitchFamily="2" charset="-122"/>
              </a:rPr>
              <a:t>False</a:t>
            </a:r>
            <a:r>
              <a:rPr lang="zh-CN" altLang="zh-CN" sz="1000" dirty="0">
                <a:solidFill>
                  <a:schemeClr val="accent1">
                    <a:lumMod val="75000"/>
                  </a:schemeClr>
                </a:solidFill>
                <a:latin typeface="Times New Roman" panose="02020503050405090304" pitchFamily="18" charset="0"/>
                <a:ea typeface="宋体" pitchFamily="2" charset="-122"/>
              </a:rPr>
              <a:t> </a:t>
            </a:r>
            <a:endParaRPr lang="zh-CN" altLang="en-US" sz="1000" dirty="0">
              <a:solidFill>
                <a:schemeClr val="accent1">
                  <a:lumMod val="75000"/>
                </a:schemeClr>
              </a:solidFill>
              <a:latin typeface="Times New Roman" panose="02020503050405090304" pitchFamily="18" charset="0"/>
              <a:ea typeface="宋体" pitchFamily="2" charset="-122"/>
            </a:endParaRPr>
          </a:p>
        </p:txBody>
      </p:sp>
      <p:cxnSp>
        <p:nvCxnSpPr>
          <p:cNvPr id="76" name="直接箭头连接符 75"/>
          <p:cNvCxnSpPr/>
          <p:nvPr/>
        </p:nvCxnSpPr>
        <p:spPr>
          <a:xfrm>
            <a:off x="5969199" y="3048181"/>
            <a:ext cx="0" cy="3934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7" name="文本框 76"/>
          <p:cNvSpPr txBox="1"/>
          <p:nvPr/>
        </p:nvSpPr>
        <p:spPr>
          <a:xfrm>
            <a:off x="4997145" y="3488179"/>
            <a:ext cx="1053074" cy="246221"/>
          </a:xfrm>
          <a:prstGeom prst="rect">
            <a:avLst/>
          </a:prstGeom>
          <a:noFill/>
        </p:spPr>
        <p:txBody>
          <a:bodyPr wrap="square">
            <a:spAutoFit/>
          </a:bodyPr>
          <a:lstStyle/>
          <a:p>
            <a:r>
              <a:rPr lang="en-US" altLang="zh-CN" sz="1000" dirty="0" err="1">
                <a:solidFill>
                  <a:schemeClr val="accent1">
                    <a:lumMod val="75000"/>
                  </a:schemeClr>
                </a:solidFill>
                <a:latin typeface="Times New Roman" panose="02020503050405090304" pitchFamily="18" charset="0"/>
                <a:ea typeface="宋体" pitchFamily="2" charset="-122"/>
              </a:rPr>
              <a:t>current_groups</a:t>
            </a:r>
            <a:endParaRPr lang="zh-CN" altLang="en-US" sz="1000" dirty="0">
              <a:solidFill>
                <a:schemeClr val="accent1">
                  <a:lumMod val="75000"/>
                </a:schemeClr>
              </a:solidFill>
              <a:latin typeface="Times New Roman" panose="02020503050405090304" pitchFamily="18" charset="0"/>
              <a:ea typeface="宋体" pitchFamily="2" charset="-122"/>
            </a:endParaRPr>
          </a:p>
        </p:txBody>
      </p:sp>
      <p:sp>
        <p:nvSpPr>
          <p:cNvPr id="78" name="矩形 77"/>
          <p:cNvSpPr/>
          <p:nvPr/>
        </p:nvSpPr>
        <p:spPr>
          <a:xfrm>
            <a:off x="6011303" y="3567885"/>
            <a:ext cx="1109974" cy="213583"/>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观赏</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rgbClr val="FF0000"/>
                </a:solidFill>
                <a:latin typeface="Times New Roman" panose="02020503050405090304" pitchFamily="18" charset="0"/>
                <a:ea typeface="宋体" pitchFamily="2" charset="-122"/>
              </a:rPr>
              <a:t>日出</a:t>
            </a:r>
            <a:r>
              <a:rPr lang="en-US" altLang="zh-CN" sz="1050" dirty="0">
                <a:solidFill>
                  <a:schemeClr val="tx1">
                    <a:lumMod val="95000"/>
                    <a:lumOff val="5000"/>
                  </a:schemeClr>
                </a:solidFill>
                <a:latin typeface="Times New Roman" panose="02020503050405090304" pitchFamily="18" charset="0"/>
                <a:ea typeface="宋体" pitchFamily="2" charset="-122"/>
              </a:rPr>
              <a:t>’]]</a:t>
            </a:r>
            <a:endParaRPr lang="zh-CN" altLang="en-US" sz="1050" dirty="0">
              <a:solidFill>
                <a:schemeClr val="tx1">
                  <a:lumMod val="95000"/>
                  <a:lumOff val="5000"/>
                </a:schemeClr>
              </a:solidFill>
              <a:latin typeface="Times New Roman" panose="02020503050405090304" pitchFamily="18" charset="0"/>
              <a:ea typeface="宋体" pitchFamily="2" charset="-122"/>
            </a:endParaRPr>
          </a:p>
        </p:txBody>
      </p:sp>
      <p:sp>
        <p:nvSpPr>
          <p:cNvPr id="79" name="文本框 78"/>
          <p:cNvSpPr txBox="1"/>
          <p:nvPr/>
        </p:nvSpPr>
        <p:spPr>
          <a:xfrm>
            <a:off x="7536959" y="950102"/>
            <a:ext cx="1602415" cy="307777"/>
          </a:xfrm>
          <a:prstGeom prst="rect">
            <a:avLst/>
          </a:prstGeom>
          <a:noFill/>
        </p:spPr>
        <p:txBody>
          <a:bodyPr wrap="square">
            <a:spAutoFit/>
          </a:bodyPr>
          <a:lstStyle/>
          <a:p>
            <a:r>
              <a:rPr lang="en-US" altLang="zh-CN" sz="1400" dirty="0">
                <a:solidFill>
                  <a:schemeClr val="tx1">
                    <a:lumMod val="95000"/>
                    <a:lumOff val="5000"/>
                  </a:schemeClr>
                </a:solidFill>
                <a:latin typeface="Times New Roman" panose="02020503050405090304" pitchFamily="18" charset="0"/>
                <a:ea typeface="宋体" pitchFamily="2" charset="-122"/>
              </a:rPr>
              <a:t>X’’’= “ </a:t>
            </a:r>
            <a:r>
              <a:rPr lang="zh-CN" altLang="en-US" sz="1400" dirty="0">
                <a:solidFill>
                  <a:schemeClr val="tx1">
                    <a:lumMod val="95000"/>
                    <a:lumOff val="5000"/>
                  </a:schemeClr>
                </a:solidFill>
                <a:latin typeface="Times New Roman" panose="02020503050405090304" pitchFamily="18" charset="0"/>
                <a:ea typeface="宋体" pitchFamily="2" charset="-122"/>
              </a:rPr>
              <a:t>日出 </a:t>
            </a:r>
            <a:r>
              <a:rPr lang="en-US" altLang="zh-CN" sz="1400" dirty="0">
                <a:solidFill>
                  <a:schemeClr val="tx1">
                    <a:lumMod val="95000"/>
                    <a:lumOff val="5000"/>
                  </a:schemeClr>
                </a:solidFill>
                <a:latin typeface="Times New Roman" panose="02020503050405090304" pitchFamily="18" charset="0"/>
                <a:ea typeface="宋体" pitchFamily="2" charset="-122"/>
              </a:rPr>
              <a:t>“</a:t>
            </a:r>
            <a:endParaRPr lang="en-US" altLang="zh-CN" sz="1400" dirty="0">
              <a:solidFill>
                <a:schemeClr val="tx1">
                  <a:lumMod val="95000"/>
                  <a:lumOff val="5000"/>
                </a:schemeClr>
              </a:solidFill>
              <a:latin typeface="Times New Roman" panose="02020503050405090304" pitchFamily="18" charset="0"/>
              <a:ea typeface="宋体" pitchFamily="2" charset="-122"/>
            </a:endParaRPr>
          </a:p>
        </p:txBody>
      </p:sp>
      <p:cxnSp>
        <p:nvCxnSpPr>
          <p:cNvPr id="80" name="直接箭头连接符 79"/>
          <p:cNvCxnSpPr/>
          <p:nvPr/>
        </p:nvCxnSpPr>
        <p:spPr>
          <a:xfrm>
            <a:off x="7930304" y="1209855"/>
            <a:ext cx="0" cy="3934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1" name="文本框 80"/>
          <p:cNvSpPr txBox="1"/>
          <p:nvPr/>
        </p:nvSpPr>
        <p:spPr>
          <a:xfrm>
            <a:off x="7827025" y="1173194"/>
            <a:ext cx="1139411" cy="369332"/>
          </a:xfrm>
          <a:prstGeom prst="rect">
            <a:avLst/>
          </a:prstGeom>
          <a:noFill/>
        </p:spPr>
        <p:txBody>
          <a:bodyPr wrap="square">
            <a:spAutoFit/>
          </a:bodyPr>
          <a:lstStyle/>
          <a:p>
            <a:r>
              <a:rPr lang="en-US" altLang="zh-CN" sz="1800" dirty="0">
                <a:solidFill>
                  <a:schemeClr val="tx1">
                    <a:lumMod val="95000"/>
                    <a:lumOff val="5000"/>
                  </a:schemeClr>
                </a:solidFill>
                <a:latin typeface="Times New Roman" panose="02020503050405090304" pitchFamily="18" charset="0"/>
                <a:ea typeface="宋体" pitchFamily="2" charset="-122"/>
              </a:rPr>
              <a:t> </a:t>
            </a:r>
            <a:r>
              <a:rPr lang="en-US" altLang="zh-CN" sz="1000" dirty="0">
                <a:solidFill>
                  <a:schemeClr val="accent1">
                    <a:lumMod val="75000"/>
                  </a:schemeClr>
                </a:solidFill>
                <a:latin typeface="Times New Roman" panose="02020503050405090304" pitchFamily="18" charset="0"/>
                <a:ea typeface="宋体" pitchFamily="2" charset="-122"/>
              </a:rPr>
              <a:t>(</a:t>
            </a:r>
            <a:r>
              <a:rPr lang="zh-CN" altLang="zh-CN" sz="1000" dirty="0">
                <a:solidFill>
                  <a:schemeClr val="accent1">
                    <a:lumMod val="75000"/>
                  </a:schemeClr>
                </a:solidFill>
                <a:latin typeface="Times New Roman" panose="02020503050405090304" pitchFamily="18" charset="0"/>
                <a:ea typeface="宋体" pitchFamily="2" charset="-122"/>
              </a:rPr>
              <a:t>range_</a:t>
            </a:r>
            <a:r>
              <a:rPr lang="en-US" altLang="zh-CN" sz="1000" dirty="0" err="1">
                <a:solidFill>
                  <a:schemeClr val="accent1">
                    <a:lumMod val="75000"/>
                  </a:schemeClr>
                </a:solidFill>
                <a:latin typeface="Times New Roman" panose="02020503050405090304" pitchFamily="18" charset="0"/>
                <a:ea typeface="宋体" pitchFamily="2" charset="-122"/>
              </a:rPr>
              <a:t>len</a:t>
            </a:r>
            <a:r>
              <a:rPr lang="en-US" altLang="zh-CN" sz="1000" dirty="0">
                <a:solidFill>
                  <a:schemeClr val="accent1">
                    <a:lumMod val="75000"/>
                  </a:schemeClr>
                </a:solidFill>
                <a:latin typeface="Times New Roman" panose="02020503050405090304" pitchFamily="18" charset="0"/>
                <a:ea typeface="宋体" pitchFamily="2" charset="-122"/>
              </a:rPr>
              <a:t>=2)</a:t>
            </a:r>
            <a:endParaRPr lang="zh-CN" altLang="en-US" sz="1000" dirty="0">
              <a:solidFill>
                <a:schemeClr val="accent1">
                  <a:lumMod val="75000"/>
                </a:schemeClr>
              </a:solidFill>
              <a:latin typeface="Times New Roman" panose="02020503050405090304" pitchFamily="18" charset="0"/>
              <a:ea typeface="宋体" pitchFamily="2" charset="-122"/>
            </a:endParaRPr>
          </a:p>
        </p:txBody>
      </p:sp>
      <p:sp>
        <p:nvSpPr>
          <p:cNvPr id="83" name="文本框 82"/>
          <p:cNvSpPr txBox="1"/>
          <p:nvPr/>
        </p:nvSpPr>
        <p:spPr>
          <a:xfrm>
            <a:off x="6940615" y="1647808"/>
            <a:ext cx="1053074" cy="246221"/>
          </a:xfrm>
          <a:prstGeom prst="rect">
            <a:avLst/>
          </a:prstGeom>
          <a:noFill/>
        </p:spPr>
        <p:txBody>
          <a:bodyPr wrap="square">
            <a:spAutoFit/>
          </a:bodyPr>
          <a:lstStyle/>
          <a:p>
            <a:r>
              <a:rPr lang="en-US" altLang="zh-CN" sz="1000" dirty="0" err="1">
                <a:solidFill>
                  <a:schemeClr val="accent1">
                    <a:lumMod val="75000"/>
                  </a:schemeClr>
                </a:solidFill>
                <a:latin typeface="Times New Roman" panose="02020503050405090304" pitchFamily="18" charset="0"/>
                <a:ea typeface="宋体" pitchFamily="2" charset="-122"/>
              </a:rPr>
              <a:t>current_groups</a:t>
            </a:r>
            <a:endParaRPr lang="zh-CN" altLang="en-US" sz="1000" dirty="0">
              <a:solidFill>
                <a:schemeClr val="accent1">
                  <a:lumMod val="75000"/>
                </a:schemeClr>
              </a:solidFill>
              <a:latin typeface="Times New Roman" panose="02020503050405090304" pitchFamily="18" charset="0"/>
              <a:ea typeface="宋体" pitchFamily="2" charset="-122"/>
            </a:endParaRPr>
          </a:p>
        </p:txBody>
      </p:sp>
      <p:sp>
        <p:nvSpPr>
          <p:cNvPr id="84" name="矩形 83"/>
          <p:cNvSpPr/>
          <p:nvPr/>
        </p:nvSpPr>
        <p:spPr>
          <a:xfrm>
            <a:off x="7966436" y="1685867"/>
            <a:ext cx="799446" cy="213583"/>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86" name="表格 25"/>
          <p:cNvGraphicFramePr>
            <a:graphicFrameLocks noGrp="1"/>
          </p:cNvGraphicFramePr>
          <p:nvPr/>
        </p:nvGraphicFramePr>
        <p:xfrm>
          <a:off x="7738633" y="2441684"/>
          <a:ext cx="432250" cy="474409"/>
        </p:xfrm>
        <a:graphic>
          <a:graphicData uri="http://schemas.openxmlformats.org/drawingml/2006/table">
            <a:tbl>
              <a:tblPr firstRow="1" bandRow="1">
                <a:tableStyleId>{5C22544A-7EE6-4342-B048-85BDC9FD1C3A}</a:tableStyleId>
              </a:tblPr>
              <a:tblGrid>
                <a:gridCol w="216125"/>
                <a:gridCol w="216125"/>
              </a:tblGrid>
              <a:tr h="217074">
                <a:tc>
                  <a:txBody>
                    <a:bodyPr/>
                    <a:lstStyle/>
                    <a:p>
                      <a:pPr algn="ctr"/>
                      <a:r>
                        <a:rPr lang="en-US" altLang="zh-CN" dirty="0">
                          <a:latin typeface="Times New Roman" panose="02020503050405090304" pitchFamily="18" charset="0"/>
                          <a:ea typeface="宋体" pitchFamily="2" charset="-122"/>
                        </a:rPr>
                        <a:t>0</a:t>
                      </a:r>
                      <a:endParaRPr lang="zh-CN" altLang="en-US" dirty="0">
                        <a:latin typeface="Times New Roman" panose="02020503050405090304" pitchFamily="18" charset="0"/>
                        <a:ea typeface="宋体" pitchFamily="2" charset="-122"/>
                      </a:endParaRPr>
                    </a:p>
                  </a:txBody>
                  <a:tcPr/>
                </a:tc>
                <a:tc>
                  <a:txBody>
                    <a:bodyPr/>
                    <a:lstStyle/>
                    <a:p>
                      <a:pPr algn="ctr"/>
                      <a:r>
                        <a:rPr lang="en-US" altLang="zh-CN" dirty="0">
                          <a:latin typeface="Times New Roman" panose="02020503050405090304" pitchFamily="18" charset="0"/>
                          <a:ea typeface="宋体" pitchFamily="2" charset="-122"/>
                        </a:rPr>
                        <a:t>1</a:t>
                      </a:r>
                      <a:endParaRPr lang="zh-CN" altLang="en-US" dirty="0">
                        <a:latin typeface="Times New Roman" panose="02020503050405090304" pitchFamily="18" charset="0"/>
                        <a:ea typeface="宋体" pitchFamily="2" charset="-122"/>
                      </a:endParaRPr>
                    </a:p>
                  </a:txBody>
                  <a:tcPr/>
                </a:tc>
              </a:tr>
              <a:tr h="217074">
                <a:tc>
                  <a:txBody>
                    <a:bodyPr/>
                    <a:lstStyle/>
                    <a:p>
                      <a:pPr algn="ctr"/>
                      <a:r>
                        <a:rPr lang="zh-CN" altLang="en-US" sz="900" b="1" dirty="0">
                          <a:latin typeface="Times New Roman" panose="02020503050405090304" pitchFamily="18" charset="0"/>
                          <a:ea typeface="宋体" pitchFamily="2" charset="-122"/>
                        </a:rPr>
                        <a:t>日</a:t>
                      </a:r>
                      <a:endParaRPr lang="zh-CN" altLang="en-US" sz="900" b="1" dirty="0">
                        <a:latin typeface="Times New Roman" panose="02020503050405090304" pitchFamily="18" charset="0"/>
                        <a:ea typeface="宋体" pitchFamily="2" charset="-122"/>
                      </a:endParaRPr>
                    </a:p>
                  </a:txBody>
                  <a:tcPr/>
                </a:tc>
                <a:tc>
                  <a:txBody>
                    <a:bodyPr/>
                    <a:lstStyle/>
                    <a:p>
                      <a:pPr algn="ctr"/>
                      <a:r>
                        <a:rPr lang="zh-CN" altLang="en-US" sz="900" b="1" dirty="0">
                          <a:latin typeface="Times New Roman" panose="02020503050405090304" pitchFamily="18" charset="0"/>
                          <a:ea typeface="宋体" pitchFamily="2" charset="-122"/>
                        </a:rPr>
                        <a:t>出</a:t>
                      </a:r>
                      <a:endParaRPr lang="zh-CN" altLang="en-US" sz="900" b="1" dirty="0">
                        <a:latin typeface="Times New Roman" panose="02020503050405090304" pitchFamily="18" charset="0"/>
                        <a:ea typeface="宋体" pitchFamily="2" charset="-122"/>
                      </a:endParaRPr>
                    </a:p>
                  </a:txBody>
                  <a:tcPr/>
                </a:tc>
              </a:tr>
            </a:tbl>
          </a:graphicData>
        </a:graphic>
      </p:graphicFrame>
      <p:sp>
        <p:nvSpPr>
          <p:cNvPr id="94" name="文本框 93"/>
          <p:cNvSpPr txBox="1"/>
          <p:nvPr/>
        </p:nvSpPr>
        <p:spPr>
          <a:xfrm>
            <a:off x="7906493" y="2006249"/>
            <a:ext cx="1188797" cy="246221"/>
          </a:xfrm>
          <a:prstGeom prst="rect">
            <a:avLst/>
          </a:prstGeom>
          <a:noFill/>
        </p:spPr>
        <p:txBody>
          <a:bodyPr wrap="square">
            <a:spAutoFit/>
          </a:bodyPr>
          <a:lstStyle/>
          <a:p>
            <a:r>
              <a:rPr lang="zh-CN" altLang="zh-CN" sz="1000" dirty="0">
                <a:solidFill>
                  <a:schemeClr val="accent1">
                    <a:lumMod val="75000"/>
                  </a:schemeClr>
                </a:solidFill>
                <a:latin typeface="Times New Roman" panose="02020503050405090304" pitchFamily="18" charset="0"/>
                <a:ea typeface="宋体" pitchFamily="2" charset="-122"/>
              </a:rPr>
              <a:t>single_cut = True </a:t>
            </a:r>
            <a:endParaRPr lang="zh-CN" altLang="en-US" sz="1000" dirty="0">
              <a:solidFill>
                <a:schemeClr val="accent1">
                  <a:lumMod val="75000"/>
                </a:schemeClr>
              </a:solidFill>
              <a:latin typeface="Times New Roman" panose="02020503050405090304" pitchFamily="18" charset="0"/>
              <a:ea typeface="宋体" pitchFamily="2" charset="-122"/>
            </a:endParaRPr>
          </a:p>
        </p:txBody>
      </p:sp>
      <p:cxnSp>
        <p:nvCxnSpPr>
          <p:cNvPr id="95" name="直接箭头连接符 94"/>
          <p:cNvCxnSpPr/>
          <p:nvPr/>
        </p:nvCxnSpPr>
        <p:spPr>
          <a:xfrm>
            <a:off x="7930304" y="1973793"/>
            <a:ext cx="0" cy="3934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6" name="文本框 95"/>
          <p:cNvSpPr txBox="1"/>
          <p:nvPr/>
        </p:nvSpPr>
        <p:spPr>
          <a:xfrm>
            <a:off x="7976831" y="3902801"/>
            <a:ext cx="1248350" cy="246221"/>
          </a:xfrm>
          <a:prstGeom prst="rect">
            <a:avLst/>
          </a:prstGeom>
          <a:noFill/>
        </p:spPr>
        <p:txBody>
          <a:bodyPr wrap="square">
            <a:spAutoFit/>
          </a:bodyPr>
          <a:lstStyle/>
          <a:p>
            <a:r>
              <a:rPr lang="en-US" altLang="zh-CN" sz="1000" dirty="0" err="1">
                <a:solidFill>
                  <a:schemeClr val="accent1">
                    <a:lumMod val="75000"/>
                  </a:schemeClr>
                </a:solidFill>
                <a:latin typeface="Times New Roman" panose="02020503050405090304" pitchFamily="18" charset="0"/>
                <a:ea typeface="宋体" pitchFamily="2" charset="-122"/>
              </a:rPr>
              <a:t>sentence_len</a:t>
            </a:r>
            <a:r>
              <a:rPr lang="zh-CN" altLang="zh-CN" sz="1000" dirty="0">
                <a:solidFill>
                  <a:schemeClr val="accent1">
                    <a:lumMod val="75000"/>
                  </a:schemeClr>
                </a:solidFill>
                <a:latin typeface="Times New Roman" panose="02020503050405090304" pitchFamily="18" charset="0"/>
                <a:ea typeface="宋体" pitchFamily="2" charset="-122"/>
              </a:rPr>
              <a:t> = </a:t>
            </a:r>
            <a:r>
              <a:rPr lang="en-US" altLang="zh-CN" sz="1000" dirty="0">
                <a:solidFill>
                  <a:schemeClr val="accent1">
                    <a:lumMod val="75000"/>
                  </a:schemeClr>
                </a:solidFill>
                <a:latin typeface="Times New Roman" panose="02020503050405090304" pitchFamily="18" charset="0"/>
                <a:ea typeface="宋体" pitchFamily="2" charset="-122"/>
              </a:rPr>
              <a:t>2</a:t>
            </a:r>
            <a:endParaRPr lang="zh-CN" altLang="en-US" sz="1000" dirty="0">
              <a:solidFill>
                <a:schemeClr val="accent1">
                  <a:lumMod val="75000"/>
                </a:schemeClr>
              </a:solidFill>
              <a:latin typeface="Times New Roman" panose="02020503050405090304" pitchFamily="18" charset="0"/>
              <a:ea typeface="宋体" pitchFamily="2" charset="-122"/>
            </a:endParaRPr>
          </a:p>
        </p:txBody>
      </p:sp>
      <p:cxnSp>
        <p:nvCxnSpPr>
          <p:cNvPr id="97" name="直接箭头连接符 96"/>
          <p:cNvCxnSpPr/>
          <p:nvPr/>
        </p:nvCxnSpPr>
        <p:spPr>
          <a:xfrm>
            <a:off x="7966436" y="3040192"/>
            <a:ext cx="0" cy="3934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8" name="文本框 97"/>
          <p:cNvSpPr txBox="1"/>
          <p:nvPr/>
        </p:nvSpPr>
        <p:spPr>
          <a:xfrm>
            <a:off x="7097841" y="3487107"/>
            <a:ext cx="1053074" cy="246221"/>
          </a:xfrm>
          <a:prstGeom prst="rect">
            <a:avLst/>
          </a:prstGeom>
          <a:noFill/>
        </p:spPr>
        <p:txBody>
          <a:bodyPr wrap="square">
            <a:spAutoFit/>
          </a:bodyPr>
          <a:lstStyle/>
          <a:p>
            <a:r>
              <a:rPr lang="en-US" altLang="zh-CN" sz="1000" dirty="0" err="1">
                <a:solidFill>
                  <a:schemeClr val="accent1">
                    <a:lumMod val="75000"/>
                  </a:schemeClr>
                </a:solidFill>
                <a:latin typeface="Times New Roman" panose="02020503050405090304" pitchFamily="18" charset="0"/>
                <a:ea typeface="宋体" pitchFamily="2" charset="-122"/>
              </a:rPr>
              <a:t>current_groups</a:t>
            </a:r>
            <a:endParaRPr lang="zh-CN" altLang="en-US" sz="1000" dirty="0">
              <a:solidFill>
                <a:schemeClr val="accent1">
                  <a:lumMod val="75000"/>
                </a:schemeClr>
              </a:solidFill>
              <a:latin typeface="Times New Roman" panose="02020503050405090304" pitchFamily="18" charset="0"/>
              <a:ea typeface="宋体" pitchFamily="2" charset="-122"/>
            </a:endParaRPr>
          </a:p>
        </p:txBody>
      </p:sp>
      <p:sp>
        <p:nvSpPr>
          <p:cNvPr id="99" name="矩形 98"/>
          <p:cNvSpPr/>
          <p:nvPr/>
        </p:nvSpPr>
        <p:spPr>
          <a:xfrm>
            <a:off x="8112000" y="3531729"/>
            <a:ext cx="852929" cy="213583"/>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日</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出</a:t>
            </a:r>
            <a:r>
              <a:rPr lang="en-US" altLang="zh-CN" sz="1050" dirty="0">
                <a:solidFill>
                  <a:schemeClr val="tx1">
                    <a:lumMod val="95000"/>
                    <a:lumOff val="5000"/>
                  </a:schemeClr>
                </a:solidFill>
                <a:latin typeface="Times New Roman" panose="02020503050405090304" pitchFamily="18" charset="0"/>
                <a:ea typeface="宋体" pitchFamily="2" charset="-122"/>
              </a:rPr>
              <a:t>’]]</a:t>
            </a:r>
            <a:endParaRPr lang="zh-CN" altLang="en-US" sz="1050" dirty="0">
              <a:solidFill>
                <a:schemeClr val="tx1">
                  <a:lumMod val="95000"/>
                  <a:lumOff val="5000"/>
                </a:schemeClr>
              </a:solidFill>
              <a:latin typeface="Times New Roman" panose="02020503050405090304" pitchFamily="18" charset="0"/>
              <a:ea typeface="宋体" pitchFamily="2" charset="-122"/>
            </a:endParaRPr>
          </a:p>
        </p:txBody>
      </p:sp>
      <p:cxnSp>
        <p:nvCxnSpPr>
          <p:cNvPr id="100" name="直接箭头连接符 99"/>
          <p:cNvCxnSpPr/>
          <p:nvPr/>
        </p:nvCxnSpPr>
        <p:spPr>
          <a:xfrm>
            <a:off x="7966436" y="3794535"/>
            <a:ext cx="0" cy="393416"/>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102" name="文本框 101"/>
          <p:cNvSpPr txBox="1"/>
          <p:nvPr/>
        </p:nvSpPr>
        <p:spPr>
          <a:xfrm>
            <a:off x="7086700" y="4365094"/>
            <a:ext cx="1053074" cy="246221"/>
          </a:xfrm>
          <a:prstGeom prst="rect">
            <a:avLst/>
          </a:prstGeom>
          <a:noFill/>
        </p:spPr>
        <p:txBody>
          <a:bodyPr wrap="square">
            <a:spAutoFit/>
          </a:bodyPr>
          <a:lstStyle/>
          <a:p>
            <a:r>
              <a:rPr lang="en-US" altLang="zh-CN" sz="1000" dirty="0" err="1">
                <a:solidFill>
                  <a:schemeClr val="accent1">
                    <a:lumMod val="75000"/>
                  </a:schemeClr>
                </a:solidFill>
                <a:latin typeface="Times New Roman" panose="02020503050405090304" pitchFamily="18" charset="0"/>
                <a:ea typeface="宋体" pitchFamily="2" charset="-122"/>
              </a:rPr>
              <a:t>split_groups</a:t>
            </a:r>
            <a:endParaRPr lang="zh-CN" altLang="en-US" sz="1000" dirty="0">
              <a:solidFill>
                <a:schemeClr val="accent1">
                  <a:lumMod val="75000"/>
                </a:schemeClr>
              </a:solidFill>
              <a:latin typeface="Times New Roman" panose="02020503050405090304" pitchFamily="18" charset="0"/>
              <a:ea typeface="宋体" pitchFamily="2" charset="-122"/>
            </a:endParaRPr>
          </a:p>
        </p:txBody>
      </p:sp>
      <p:sp>
        <p:nvSpPr>
          <p:cNvPr id="103" name="矩形 102"/>
          <p:cNvSpPr/>
          <p:nvPr/>
        </p:nvSpPr>
        <p:spPr>
          <a:xfrm>
            <a:off x="7882220" y="4438449"/>
            <a:ext cx="1248350" cy="306581"/>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日</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出</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日出</a:t>
            </a:r>
            <a:r>
              <a:rPr lang="en-US" altLang="zh-CN" sz="1050" dirty="0">
                <a:solidFill>
                  <a:schemeClr val="tx1">
                    <a:lumMod val="95000"/>
                    <a:lumOff val="5000"/>
                  </a:schemeClr>
                </a:solidFill>
                <a:latin typeface="Times New Roman" panose="02020503050405090304" pitchFamily="18" charset="0"/>
                <a:ea typeface="宋体" pitchFamily="2" charset="-122"/>
              </a:rPr>
              <a:t>’]]</a:t>
            </a:r>
            <a:endParaRPr lang="zh-CN" altLang="en-US" sz="1050" dirty="0">
              <a:solidFill>
                <a:schemeClr val="tx1">
                  <a:lumMod val="95000"/>
                  <a:lumOff val="5000"/>
                </a:schemeClr>
              </a:solidFill>
              <a:latin typeface="Times New Roman" panose="02020503050405090304" pitchFamily="18" charset="0"/>
              <a:ea typeface="宋体" pitchFamily="2" charset="-122"/>
            </a:endParaRPr>
          </a:p>
        </p:txBody>
      </p:sp>
      <p:cxnSp>
        <p:nvCxnSpPr>
          <p:cNvPr id="106" name="直接箭头连接符 105"/>
          <p:cNvCxnSpPr/>
          <p:nvPr/>
        </p:nvCxnSpPr>
        <p:spPr>
          <a:xfrm>
            <a:off x="5969199" y="3958262"/>
            <a:ext cx="0" cy="393416"/>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107" name="文本框 106"/>
          <p:cNvSpPr txBox="1"/>
          <p:nvPr/>
        </p:nvSpPr>
        <p:spPr>
          <a:xfrm>
            <a:off x="5105346" y="4356153"/>
            <a:ext cx="1053074" cy="246221"/>
          </a:xfrm>
          <a:prstGeom prst="rect">
            <a:avLst/>
          </a:prstGeom>
          <a:noFill/>
        </p:spPr>
        <p:txBody>
          <a:bodyPr wrap="square">
            <a:spAutoFit/>
          </a:bodyPr>
          <a:lstStyle/>
          <a:p>
            <a:r>
              <a:rPr lang="en-US" altLang="zh-CN" sz="1000" dirty="0" err="1">
                <a:solidFill>
                  <a:schemeClr val="accent1">
                    <a:lumMod val="75000"/>
                  </a:schemeClr>
                </a:solidFill>
                <a:latin typeface="Times New Roman" panose="02020503050405090304" pitchFamily="18" charset="0"/>
                <a:ea typeface="宋体" pitchFamily="2" charset="-122"/>
              </a:rPr>
              <a:t>split_groups</a:t>
            </a:r>
            <a:endParaRPr lang="zh-CN" altLang="en-US" sz="1000" dirty="0">
              <a:solidFill>
                <a:schemeClr val="accent1">
                  <a:lumMod val="75000"/>
                </a:schemeClr>
              </a:solidFill>
              <a:latin typeface="Times New Roman" panose="02020503050405090304" pitchFamily="18" charset="0"/>
              <a:ea typeface="宋体" pitchFamily="2" charset="-122"/>
            </a:endParaRPr>
          </a:p>
        </p:txBody>
      </p:sp>
      <p:sp>
        <p:nvSpPr>
          <p:cNvPr id="108" name="矩形 107"/>
          <p:cNvSpPr/>
          <p:nvPr/>
        </p:nvSpPr>
        <p:spPr>
          <a:xfrm>
            <a:off x="5900872" y="4404830"/>
            <a:ext cx="1220405" cy="425082"/>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观赏</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日</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出</a:t>
            </a:r>
            <a:r>
              <a:rPr lang="en-US" altLang="zh-CN" sz="1050" dirty="0">
                <a:solidFill>
                  <a:schemeClr val="tx1">
                    <a:lumMod val="95000"/>
                    <a:lumOff val="5000"/>
                  </a:schemeClr>
                </a:solidFill>
                <a:latin typeface="Times New Roman" panose="02020503050405090304" pitchFamily="18" charset="0"/>
                <a:ea typeface="宋体" pitchFamily="2" charset="-122"/>
              </a:rPr>
              <a:t>’],</a:t>
            </a:r>
            <a:endParaRPr lang="en-US" altLang="zh-CN" sz="1050" dirty="0">
              <a:solidFill>
                <a:schemeClr val="tx1">
                  <a:lumMod val="95000"/>
                  <a:lumOff val="5000"/>
                </a:schemeClr>
              </a:solidFill>
              <a:latin typeface="Times New Roman" panose="02020503050405090304" pitchFamily="18" charset="0"/>
              <a:ea typeface="宋体" pitchFamily="2" charset="-122"/>
            </a:endParaRPr>
          </a:p>
          <a:p>
            <a:pPr algn="ct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观赏</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日出</a:t>
            </a:r>
            <a:r>
              <a:rPr lang="en-US" altLang="zh-CN" sz="1050" dirty="0">
                <a:solidFill>
                  <a:schemeClr val="tx1">
                    <a:lumMod val="95000"/>
                    <a:lumOff val="5000"/>
                  </a:schemeClr>
                </a:solidFill>
                <a:latin typeface="Times New Roman" panose="02020503050405090304" pitchFamily="18" charset="0"/>
                <a:ea typeface="宋体" pitchFamily="2" charset="-122"/>
              </a:rPr>
              <a:t>’]]</a:t>
            </a:r>
            <a:endParaRPr lang="zh-CN" altLang="en-US" sz="1050" dirty="0">
              <a:solidFill>
                <a:schemeClr val="tx1">
                  <a:lumMod val="95000"/>
                  <a:lumOff val="5000"/>
                </a:schemeClr>
              </a:solidFill>
              <a:latin typeface="Times New Roman" panose="02020503050405090304" pitchFamily="18" charset="0"/>
              <a:ea typeface="宋体" pitchFamily="2" charset="-122"/>
            </a:endParaRPr>
          </a:p>
        </p:txBody>
      </p:sp>
      <p:cxnSp>
        <p:nvCxnSpPr>
          <p:cNvPr id="112" name="连接符: 肘形 111"/>
          <p:cNvCxnSpPr/>
          <p:nvPr/>
        </p:nvCxnSpPr>
        <p:spPr>
          <a:xfrm rot="16200000" flipV="1">
            <a:off x="4501265" y="3410719"/>
            <a:ext cx="236478" cy="1672272"/>
          </a:xfrm>
          <a:prstGeom prst="bentConnector2">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118" name="直接箭头连接符 117"/>
          <p:cNvCxnSpPr/>
          <p:nvPr/>
        </p:nvCxnSpPr>
        <p:spPr>
          <a:xfrm>
            <a:off x="3738819" y="3958262"/>
            <a:ext cx="0" cy="393416"/>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119" name="文本框 118"/>
          <p:cNvSpPr txBox="1"/>
          <p:nvPr/>
        </p:nvSpPr>
        <p:spPr>
          <a:xfrm>
            <a:off x="2798102" y="4394402"/>
            <a:ext cx="1053074" cy="246221"/>
          </a:xfrm>
          <a:prstGeom prst="rect">
            <a:avLst/>
          </a:prstGeom>
          <a:noFill/>
        </p:spPr>
        <p:txBody>
          <a:bodyPr wrap="square">
            <a:spAutoFit/>
          </a:bodyPr>
          <a:lstStyle/>
          <a:p>
            <a:r>
              <a:rPr lang="en-US" altLang="zh-CN" sz="1000" dirty="0" err="1">
                <a:solidFill>
                  <a:schemeClr val="accent1">
                    <a:lumMod val="75000"/>
                  </a:schemeClr>
                </a:solidFill>
                <a:latin typeface="Times New Roman" panose="02020503050405090304" pitchFamily="18" charset="0"/>
                <a:ea typeface="宋体" pitchFamily="2" charset="-122"/>
              </a:rPr>
              <a:t>split_groups</a:t>
            </a:r>
            <a:endParaRPr lang="zh-CN" altLang="en-US" sz="1000" dirty="0">
              <a:solidFill>
                <a:schemeClr val="accent1">
                  <a:lumMod val="75000"/>
                </a:schemeClr>
              </a:solidFill>
              <a:latin typeface="Times New Roman" panose="02020503050405090304" pitchFamily="18" charset="0"/>
              <a:ea typeface="宋体" pitchFamily="2" charset="-122"/>
            </a:endParaRPr>
          </a:p>
        </p:txBody>
      </p:sp>
      <p:sp>
        <p:nvSpPr>
          <p:cNvPr id="120" name="矩形 119"/>
          <p:cNvSpPr/>
          <p:nvPr/>
        </p:nvSpPr>
        <p:spPr>
          <a:xfrm>
            <a:off x="3566688" y="4408484"/>
            <a:ext cx="1606363" cy="38571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喜欢</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观赏</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日</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出</a:t>
            </a:r>
            <a:r>
              <a:rPr lang="en-US" altLang="zh-CN" sz="1050" dirty="0">
                <a:solidFill>
                  <a:schemeClr val="tx1">
                    <a:lumMod val="95000"/>
                    <a:lumOff val="5000"/>
                  </a:schemeClr>
                </a:solidFill>
                <a:latin typeface="Times New Roman" panose="02020503050405090304" pitchFamily="18" charset="0"/>
                <a:ea typeface="宋体" pitchFamily="2" charset="-122"/>
              </a:rPr>
              <a:t>’],</a:t>
            </a:r>
            <a:endParaRPr lang="en-US" altLang="zh-CN" sz="1050" dirty="0">
              <a:solidFill>
                <a:schemeClr val="tx1">
                  <a:lumMod val="95000"/>
                  <a:lumOff val="5000"/>
                </a:schemeClr>
              </a:solidFill>
              <a:latin typeface="Times New Roman" panose="02020503050405090304" pitchFamily="18" charset="0"/>
              <a:ea typeface="宋体" pitchFamily="2" charset="-122"/>
            </a:endParaRPr>
          </a:p>
          <a:p>
            <a:pPr algn="ct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喜欢</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观赏</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日出</a:t>
            </a:r>
            <a:r>
              <a:rPr lang="en-US" altLang="zh-CN" sz="1050" dirty="0">
                <a:solidFill>
                  <a:schemeClr val="tx1">
                    <a:lumMod val="95000"/>
                    <a:lumOff val="5000"/>
                  </a:schemeClr>
                </a:solidFill>
                <a:latin typeface="Times New Roman" panose="02020503050405090304" pitchFamily="18" charset="0"/>
                <a:ea typeface="宋体" pitchFamily="2" charset="-122"/>
              </a:rPr>
              <a:t>’]]</a:t>
            </a:r>
            <a:endParaRPr lang="zh-CN" altLang="en-US" sz="1050" dirty="0">
              <a:solidFill>
                <a:schemeClr val="tx1">
                  <a:lumMod val="95000"/>
                  <a:lumOff val="5000"/>
                </a:schemeClr>
              </a:solidFill>
              <a:latin typeface="Times New Roman" panose="02020503050405090304" pitchFamily="18" charset="0"/>
              <a:ea typeface="宋体" pitchFamily="2" charset="-122"/>
            </a:endParaRPr>
          </a:p>
        </p:txBody>
      </p:sp>
      <p:cxnSp>
        <p:nvCxnSpPr>
          <p:cNvPr id="121" name="连接符: 肘形 120"/>
          <p:cNvCxnSpPr/>
          <p:nvPr/>
        </p:nvCxnSpPr>
        <p:spPr>
          <a:xfrm rot="16200000" flipV="1">
            <a:off x="6785013" y="3384232"/>
            <a:ext cx="236478" cy="1672272"/>
          </a:xfrm>
          <a:prstGeom prst="bentConnector2">
            <a:avLst/>
          </a:prstGeom>
          <a:ln>
            <a:tailEnd type="triangle"/>
          </a:ln>
        </p:spPr>
        <p:style>
          <a:lnRef idx="1">
            <a:schemeClr val="accent4"/>
          </a:lnRef>
          <a:fillRef idx="0">
            <a:schemeClr val="accent4"/>
          </a:fillRef>
          <a:effectRef idx="0">
            <a:schemeClr val="accent4"/>
          </a:effectRef>
          <a:fontRef idx="minor">
            <a:schemeClr val="tx1"/>
          </a:fontRef>
        </p:style>
      </p:cxnSp>
      <p:sp>
        <p:nvSpPr>
          <p:cNvPr id="122" name="文本框 121"/>
          <p:cNvSpPr txBox="1"/>
          <p:nvPr/>
        </p:nvSpPr>
        <p:spPr>
          <a:xfrm>
            <a:off x="63285" y="4412887"/>
            <a:ext cx="1053074" cy="246221"/>
          </a:xfrm>
          <a:prstGeom prst="rect">
            <a:avLst/>
          </a:prstGeom>
          <a:noFill/>
        </p:spPr>
        <p:txBody>
          <a:bodyPr wrap="square">
            <a:spAutoFit/>
          </a:bodyPr>
          <a:lstStyle/>
          <a:p>
            <a:r>
              <a:rPr lang="en-US" altLang="zh-CN" sz="1000" dirty="0" err="1">
                <a:solidFill>
                  <a:schemeClr val="accent1">
                    <a:lumMod val="75000"/>
                  </a:schemeClr>
                </a:solidFill>
                <a:latin typeface="Times New Roman" panose="02020503050405090304" pitchFamily="18" charset="0"/>
                <a:ea typeface="宋体" pitchFamily="2" charset="-122"/>
              </a:rPr>
              <a:t>split_groups</a:t>
            </a:r>
            <a:endParaRPr lang="zh-CN" altLang="en-US" sz="1000" dirty="0">
              <a:solidFill>
                <a:schemeClr val="accent1">
                  <a:lumMod val="75000"/>
                </a:schemeClr>
              </a:solidFill>
              <a:latin typeface="Times New Roman" panose="02020503050405090304" pitchFamily="18" charset="0"/>
              <a:ea typeface="宋体" pitchFamily="2" charset="-122"/>
            </a:endParaRPr>
          </a:p>
        </p:txBody>
      </p:sp>
      <p:sp>
        <p:nvSpPr>
          <p:cNvPr id="125" name="矩形 124"/>
          <p:cNvSpPr/>
          <p:nvPr/>
        </p:nvSpPr>
        <p:spPr>
          <a:xfrm>
            <a:off x="936428" y="4439407"/>
            <a:ext cx="1924071" cy="353041"/>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我</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喜欢</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观赏</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日</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出</a:t>
            </a:r>
            <a:r>
              <a:rPr lang="en-US" altLang="zh-CN" sz="1050" dirty="0">
                <a:solidFill>
                  <a:schemeClr val="tx1">
                    <a:lumMod val="95000"/>
                    <a:lumOff val="5000"/>
                  </a:schemeClr>
                </a:solidFill>
                <a:latin typeface="Times New Roman" panose="02020503050405090304" pitchFamily="18" charset="0"/>
                <a:ea typeface="宋体" pitchFamily="2" charset="-122"/>
              </a:rPr>
              <a:t>’],</a:t>
            </a:r>
            <a:endParaRPr lang="en-US" altLang="zh-CN" sz="1050" dirty="0">
              <a:solidFill>
                <a:schemeClr val="tx1">
                  <a:lumMod val="95000"/>
                  <a:lumOff val="5000"/>
                </a:schemeClr>
              </a:solidFill>
              <a:latin typeface="Times New Roman" panose="02020503050405090304" pitchFamily="18" charset="0"/>
              <a:ea typeface="宋体" pitchFamily="2" charset="-122"/>
            </a:endParaRPr>
          </a:p>
          <a:p>
            <a:pPr algn="ct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我</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喜欢</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观赏</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日出</a:t>
            </a:r>
            <a:r>
              <a:rPr lang="en-US" altLang="zh-CN" sz="1050" dirty="0">
                <a:solidFill>
                  <a:schemeClr val="tx1">
                    <a:lumMod val="95000"/>
                    <a:lumOff val="5000"/>
                  </a:schemeClr>
                </a:solidFill>
                <a:latin typeface="Times New Roman" panose="02020503050405090304" pitchFamily="18" charset="0"/>
                <a:ea typeface="宋体" pitchFamily="2" charset="-122"/>
              </a:rPr>
              <a:t>’]]</a:t>
            </a:r>
            <a:endParaRPr lang="zh-CN" altLang="en-US" sz="1050" dirty="0">
              <a:solidFill>
                <a:schemeClr val="tx1">
                  <a:lumMod val="95000"/>
                  <a:lumOff val="5000"/>
                </a:schemeClr>
              </a:solidFill>
              <a:latin typeface="Times New Roman" panose="02020503050405090304" pitchFamily="18" charset="0"/>
              <a:ea typeface="宋体" pitchFamily="2" charset="-122"/>
            </a:endParaRPr>
          </a:p>
        </p:txBody>
      </p:sp>
      <p:cxnSp>
        <p:nvCxnSpPr>
          <p:cNvPr id="126" name="直接箭头连接符 125"/>
          <p:cNvCxnSpPr/>
          <p:nvPr/>
        </p:nvCxnSpPr>
        <p:spPr>
          <a:xfrm>
            <a:off x="1048653" y="4033116"/>
            <a:ext cx="0" cy="366138"/>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127" name="连接符: 肘形 126"/>
          <p:cNvCxnSpPr/>
          <p:nvPr/>
        </p:nvCxnSpPr>
        <p:spPr>
          <a:xfrm rot="10800000">
            <a:off x="1114567" y="4153339"/>
            <a:ext cx="2174006" cy="236478"/>
          </a:xfrm>
          <a:prstGeom prst="bentConnector3">
            <a:avLst>
              <a:gd name="adj1" fmla="val -657"/>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4" name="直接连接符 73"/>
          <p:cNvCxnSpPr/>
          <p:nvPr/>
        </p:nvCxnSpPr>
        <p:spPr>
          <a:xfrm>
            <a:off x="7949812" y="2345240"/>
            <a:ext cx="0" cy="681271"/>
          </a:xfrm>
          <a:prstGeom prst="line">
            <a:avLst/>
          </a:prstGeom>
          <a:ln w="19050"/>
        </p:spPr>
        <p:style>
          <a:lnRef idx="1">
            <a:schemeClr val="accent2"/>
          </a:lnRef>
          <a:fillRef idx="0">
            <a:schemeClr val="accent2"/>
          </a:fillRef>
          <a:effectRef idx="0">
            <a:schemeClr val="accent2"/>
          </a:effectRef>
          <a:fontRef idx="minor">
            <a:schemeClr val="tx1"/>
          </a:fontRef>
        </p:style>
      </p:cxnSp>
      <p:sp>
        <p:nvSpPr>
          <p:cNvPr id="5" name="文本框 4"/>
          <p:cNvSpPr txBox="1"/>
          <p:nvPr/>
        </p:nvSpPr>
        <p:spPr>
          <a:xfrm>
            <a:off x="7941818" y="3116649"/>
            <a:ext cx="1188797" cy="246221"/>
          </a:xfrm>
          <a:prstGeom prst="rect">
            <a:avLst/>
          </a:prstGeom>
          <a:noFill/>
        </p:spPr>
        <p:txBody>
          <a:bodyPr wrap="square">
            <a:spAutoFit/>
          </a:bodyPr>
          <a:lstStyle/>
          <a:p>
            <a:r>
              <a:rPr lang="zh-CN" altLang="zh-CN" sz="1000" dirty="0">
                <a:solidFill>
                  <a:schemeClr val="accent1">
                    <a:lumMod val="75000"/>
                  </a:schemeClr>
                </a:solidFill>
                <a:latin typeface="Times New Roman" panose="02020503050405090304" pitchFamily="18" charset="0"/>
                <a:ea typeface="宋体" pitchFamily="2" charset="-122"/>
              </a:rPr>
              <a:t>single_cut = True </a:t>
            </a:r>
            <a:endParaRPr lang="zh-CN" altLang="en-US" sz="1000" dirty="0">
              <a:solidFill>
                <a:schemeClr val="accent1">
                  <a:lumMod val="75000"/>
                </a:schemeClr>
              </a:solidFill>
              <a:latin typeface="Times New Roman" panose="02020503050405090304" pitchFamily="18" charset="0"/>
              <a:ea typeface="宋体" pitchFamily="2" charset="-122"/>
            </a:endParaRPr>
          </a:p>
        </p:txBody>
      </p:sp>
      <p:sp>
        <p:nvSpPr>
          <p:cNvPr id="7" name="标题 6"/>
          <p:cNvSpPr>
            <a:spLocks noGrp="1"/>
          </p:cNvSpPr>
          <p:nvPr>
            <p:ph type="title"/>
          </p:nvPr>
        </p:nvSpPr>
        <p:spPr/>
        <p:txBody>
          <a:bodyPr/>
          <a:lstStyle/>
          <a:p>
            <a:r>
              <a:rPr lang="en-US" altLang="zh-CN" sz="2400" b="1">
                <a:solidFill>
                  <a:srgbClr val="004C41"/>
                </a:solidFill>
                <a:ea typeface="宋体" pitchFamily="2" charset="-122"/>
                <a:cs typeface="+mn-ea"/>
                <a:sym typeface="+mn-lt"/>
              </a:rPr>
              <a:t>3. </a:t>
            </a:r>
            <a:r>
              <a:rPr lang="zh-CN" altLang="en-US" sz="2400" b="1">
                <a:solidFill>
                  <a:srgbClr val="004C41"/>
                </a:solidFill>
                <a:ea typeface="宋体" pitchFamily="2" charset="-122"/>
                <a:cs typeface="+mn-ea"/>
                <a:sym typeface="+mn-lt"/>
              </a:rPr>
              <a:t>基于统计模型的分词案例</a:t>
            </a:r>
            <a:r>
              <a:rPr lang="en-US" altLang="zh-CN" sz="2400" b="1">
                <a:solidFill>
                  <a:srgbClr val="004C41"/>
                </a:solidFill>
                <a:ea typeface="宋体" pitchFamily="2" charset="-122"/>
                <a:cs typeface="+mn-ea"/>
                <a:sym typeface="+mn-lt"/>
              </a:rPr>
              <a:t>——</a:t>
            </a:r>
            <a:r>
              <a:rPr lang="zh-CN" altLang="en-US" sz="2400" b="1">
                <a:solidFill>
                  <a:schemeClr val="tx1">
                    <a:lumMod val="95000"/>
                    <a:lumOff val="5000"/>
                  </a:schemeClr>
                </a:solidFill>
                <a:ea typeface="宋体" pitchFamily="2" charset="-122"/>
                <a:sym typeface="+mn-ea"/>
              </a:rPr>
              <a:t>（</a:t>
            </a:r>
            <a:r>
              <a:rPr lang="en-US" altLang="zh-CN" sz="2400" b="1">
                <a:solidFill>
                  <a:schemeClr val="tx1">
                    <a:lumMod val="95000"/>
                    <a:lumOff val="5000"/>
                  </a:schemeClr>
                </a:solidFill>
                <a:ea typeface="宋体" pitchFamily="2" charset="-122"/>
                <a:sym typeface="+mn-ea"/>
              </a:rPr>
              <a:t>2</a:t>
            </a:r>
            <a:r>
              <a:rPr lang="zh-CN" altLang="en-US" sz="2400" b="1">
                <a:solidFill>
                  <a:schemeClr val="tx1">
                    <a:lumMod val="95000"/>
                    <a:lumOff val="5000"/>
                  </a:schemeClr>
                </a:solidFill>
                <a:ea typeface="宋体" pitchFamily="2" charset="-122"/>
                <a:sym typeface="+mn-ea"/>
              </a:rPr>
              <a:t>）</a:t>
            </a:r>
            <a:endParaRPr lang="zh-CN" altLang="en-US">
              <a:ea typeface="宋体" pitchFamily="2" charset="-122"/>
            </a:endParaRPr>
          </a:p>
        </p:txBody>
      </p:sp>
      <p:sp>
        <p:nvSpPr>
          <p:cNvPr id="3" name="日期占位符 2"/>
          <p:cNvSpPr>
            <a:spLocks noGrp="1"/>
          </p:cNvSpPr>
          <p:nvPr>
            <p:ph type="dt" sz="half" idx="10"/>
          </p:nvPr>
        </p:nvSpPr>
        <p:spPr/>
        <p:txBody>
          <a:bodyPr/>
          <a:lstStyle/>
          <a:p>
            <a:fld id="{86169C44-8668-4587-BCC2-D84EB78DDB7A}"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6" name="灯片编号占位符 5"/>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24"/>
                                        </p:tgtEl>
                                        <p:attrNameLst>
                                          <p:attrName>style.visibility</p:attrName>
                                        </p:attrNameLst>
                                      </p:cBhvr>
                                      <p:to>
                                        <p:strVal val="visible"/>
                                      </p:to>
                                    </p:set>
                                    <p:anim calcmode="lin" valueType="num">
                                      <p:cBhvr>
                                        <p:cTn id="7" dur="500" fill="hold"/>
                                        <p:tgtEl>
                                          <p:spTgt spid="124"/>
                                        </p:tgtEl>
                                        <p:attrNameLst>
                                          <p:attrName>ppt_w</p:attrName>
                                        </p:attrNameLst>
                                      </p:cBhvr>
                                      <p:tavLst>
                                        <p:tav tm="0">
                                          <p:val>
                                            <p:fltVal val="0"/>
                                          </p:val>
                                        </p:tav>
                                        <p:tav tm="100000">
                                          <p:val>
                                            <p:strVal val="#ppt_w"/>
                                          </p:val>
                                        </p:tav>
                                      </p:tavLst>
                                    </p:anim>
                                    <p:anim calcmode="lin" valueType="num">
                                      <p:cBhvr>
                                        <p:cTn id="8" dur="500" fill="hold"/>
                                        <p:tgtEl>
                                          <p:spTgt spid="124"/>
                                        </p:tgtEl>
                                        <p:attrNameLst>
                                          <p:attrName>ppt_h</p:attrName>
                                        </p:attrNameLst>
                                      </p:cBhvr>
                                      <p:tavLst>
                                        <p:tav tm="0">
                                          <p:val>
                                            <p:fltVal val="0"/>
                                          </p:val>
                                        </p:tav>
                                        <p:tav tm="100000">
                                          <p:val>
                                            <p:strVal val="#ppt_h"/>
                                          </p:val>
                                        </p:tav>
                                      </p:tavLst>
                                    </p:anim>
                                    <p:animEffect transition="in" filter="fade">
                                      <p:cBhvr>
                                        <p:cTn id="9" dur="500"/>
                                        <p:tgtEl>
                                          <p:spTgt spid="124"/>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500"/>
                                        <p:tgtEl>
                                          <p:spTgt spid="23"/>
                                        </p:tgtEl>
                                      </p:cBhvr>
                                    </p:animEffect>
                                  </p:childTnLst>
                                </p:cTn>
                              </p:par>
                              <p:par>
                                <p:cTn id="34" presetID="10" presetClass="entr" presetSubtype="0" fill="hold" nodeType="withEffect">
                                  <p:stCondLst>
                                    <p:cond delay="0"/>
                                  </p:stCondLst>
                                  <p:childTnLst>
                                    <p:set>
                                      <p:cBhvr>
                                        <p:cTn id="35" dur="1" fill="hold">
                                          <p:stCondLst>
                                            <p:cond delay="0"/>
                                          </p:stCondLst>
                                        </p:cTn>
                                        <p:tgtEl>
                                          <p:spTgt spid="32"/>
                                        </p:tgtEl>
                                        <p:attrNameLst>
                                          <p:attrName>style.visibility</p:attrName>
                                        </p:attrNameLst>
                                      </p:cBhvr>
                                      <p:to>
                                        <p:strVal val="visible"/>
                                      </p:to>
                                    </p:set>
                                    <p:animEffect transition="in" filter="fade">
                                      <p:cBhvr>
                                        <p:cTn id="36" dur="500"/>
                                        <p:tgtEl>
                                          <p:spTgt spid="3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500"/>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6"/>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xit" presetSubtype="0" fill="hold" nodeType="clickEffect">
                                  <p:stCondLst>
                                    <p:cond delay="0"/>
                                  </p:stCondLst>
                                  <p:childTnLst>
                                    <p:set>
                                      <p:cBhvr>
                                        <p:cTn id="49" dur="1" fill="hold">
                                          <p:stCondLst>
                                            <p:cond delay="0"/>
                                          </p:stCondLst>
                                        </p:cTn>
                                        <p:tgtEl>
                                          <p:spTgt spid="36"/>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37"/>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xit" presetSubtype="0" fill="hold" nodeType="clickEffect">
                                  <p:stCondLst>
                                    <p:cond delay="0"/>
                                  </p:stCondLst>
                                  <p:childTnLst>
                                    <p:set>
                                      <p:cBhvr>
                                        <p:cTn id="57" dur="1" fill="hold">
                                          <p:stCondLst>
                                            <p:cond delay="0"/>
                                          </p:stCondLst>
                                        </p:cTn>
                                        <p:tgtEl>
                                          <p:spTgt spid="37"/>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38"/>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xit" presetSubtype="0" fill="hold" nodeType="clickEffect">
                                  <p:stCondLst>
                                    <p:cond delay="0"/>
                                  </p:stCondLst>
                                  <p:childTnLst>
                                    <p:set>
                                      <p:cBhvr>
                                        <p:cTn id="65" dur="1" fill="hold">
                                          <p:stCondLst>
                                            <p:cond delay="0"/>
                                          </p:stCondLst>
                                        </p:cTn>
                                        <p:tgtEl>
                                          <p:spTgt spid="38"/>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39"/>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40"/>
                                        </p:tgtEl>
                                        <p:attrNameLst>
                                          <p:attrName>style.visibility</p:attrName>
                                        </p:attrNameLst>
                                      </p:cBhvr>
                                      <p:to>
                                        <p:strVal val="visible"/>
                                      </p:to>
                                    </p:set>
                                    <p:animEffect transition="in" filter="fade">
                                      <p:cBhvr>
                                        <p:cTn id="74" dur="500"/>
                                        <p:tgtEl>
                                          <p:spTgt spid="40"/>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1"/>
                                        </p:tgtEl>
                                        <p:attrNameLst>
                                          <p:attrName>style.visibility</p:attrName>
                                        </p:attrNameLst>
                                      </p:cBhvr>
                                      <p:to>
                                        <p:strVal val="visible"/>
                                      </p:to>
                                    </p:set>
                                    <p:animEffect transition="in" filter="fade">
                                      <p:cBhvr>
                                        <p:cTn id="77" dur="500"/>
                                        <p:tgtEl>
                                          <p:spTgt spid="41"/>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43"/>
                                        </p:tgtEl>
                                        <p:attrNameLst>
                                          <p:attrName>style.visibility</p:attrName>
                                        </p:attrNameLst>
                                      </p:cBhvr>
                                      <p:to>
                                        <p:strVal val="visible"/>
                                      </p:to>
                                    </p:set>
                                    <p:animEffect transition="in" filter="fade">
                                      <p:cBhvr>
                                        <p:cTn id="82" dur="500"/>
                                        <p:tgtEl>
                                          <p:spTgt spid="43"/>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44"/>
                                        </p:tgtEl>
                                        <p:attrNameLst>
                                          <p:attrName>style.visibility</p:attrName>
                                        </p:attrNameLst>
                                      </p:cBhvr>
                                      <p:to>
                                        <p:strVal val="visible"/>
                                      </p:to>
                                    </p:set>
                                    <p:animEffect transition="in" filter="fade">
                                      <p:cBhvr>
                                        <p:cTn id="85" dur="500"/>
                                        <p:tgtEl>
                                          <p:spTgt spid="44"/>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45"/>
                                        </p:tgtEl>
                                        <p:attrNameLst>
                                          <p:attrName>style.visibility</p:attrName>
                                        </p:attrNameLst>
                                      </p:cBhvr>
                                      <p:to>
                                        <p:strVal val="visible"/>
                                      </p:to>
                                    </p:set>
                                    <p:animEffect transition="in" filter="fade">
                                      <p:cBhvr>
                                        <p:cTn id="90" dur="500"/>
                                        <p:tgtEl>
                                          <p:spTgt spid="45"/>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47"/>
                                        </p:tgtEl>
                                        <p:attrNameLst>
                                          <p:attrName>style.visibility</p:attrName>
                                        </p:attrNameLst>
                                      </p:cBhvr>
                                      <p:to>
                                        <p:strVal val="visible"/>
                                      </p:to>
                                    </p:set>
                                    <p:animEffect transition="in" filter="fade">
                                      <p:cBhvr>
                                        <p:cTn id="95" dur="500"/>
                                        <p:tgtEl>
                                          <p:spTgt spid="47"/>
                                        </p:tgtEl>
                                      </p:cBhvr>
                                    </p:animEffect>
                                  </p:childTnLst>
                                </p:cTn>
                              </p:par>
                              <p:par>
                                <p:cTn id="96" presetID="10" presetClass="entr" presetSubtype="0" fill="hold" nodeType="withEffect">
                                  <p:stCondLst>
                                    <p:cond delay="0"/>
                                  </p:stCondLst>
                                  <p:childTnLst>
                                    <p:set>
                                      <p:cBhvr>
                                        <p:cTn id="97" dur="1" fill="hold">
                                          <p:stCondLst>
                                            <p:cond delay="0"/>
                                          </p:stCondLst>
                                        </p:cTn>
                                        <p:tgtEl>
                                          <p:spTgt spid="48"/>
                                        </p:tgtEl>
                                        <p:attrNameLst>
                                          <p:attrName>style.visibility</p:attrName>
                                        </p:attrNameLst>
                                      </p:cBhvr>
                                      <p:to>
                                        <p:strVal val="visible"/>
                                      </p:to>
                                    </p:set>
                                    <p:animEffect transition="in" filter="fade">
                                      <p:cBhvr>
                                        <p:cTn id="98" dur="500"/>
                                        <p:tgtEl>
                                          <p:spTgt spid="48"/>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9"/>
                                        </p:tgtEl>
                                        <p:attrNameLst>
                                          <p:attrName>style.visibility</p:attrName>
                                        </p:attrNameLst>
                                      </p:cBhvr>
                                      <p:to>
                                        <p:strVal val="visible"/>
                                      </p:to>
                                    </p:set>
                                    <p:animEffect transition="in" filter="fade">
                                      <p:cBhvr>
                                        <p:cTn id="101" dur="500"/>
                                        <p:tgtEl>
                                          <p:spTgt spid="49"/>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0"/>
                                        </p:tgtEl>
                                        <p:attrNameLst>
                                          <p:attrName>style.visibility</p:attrName>
                                        </p:attrNameLst>
                                      </p:cBhvr>
                                      <p:to>
                                        <p:strVal val="visible"/>
                                      </p:to>
                                    </p:set>
                                    <p:animEffect transition="in" filter="fade">
                                      <p:cBhvr>
                                        <p:cTn id="104" dur="500"/>
                                        <p:tgtEl>
                                          <p:spTgt spid="50"/>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51"/>
                                        </p:tgtEl>
                                        <p:attrNameLst>
                                          <p:attrName>style.visibility</p:attrName>
                                        </p:attrNameLst>
                                      </p:cBhvr>
                                      <p:to>
                                        <p:strVal val="visible"/>
                                      </p:to>
                                    </p:set>
                                    <p:animEffect transition="in" filter="fade">
                                      <p:cBhvr>
                                        <p:cTn id="107" dur="500"/>
                                        <p:tgtEl>
                                          <p:spTgt spid="51"/>
                                        </p:tgtEl>
                                      </p:cBhvr>
                                    </p:animEffect>
                                  </p:childTnLst>
                                </p:cTn>
                              </p:par>
                              <p:par>
                                <p:cTn id="108" presetID="10" presetClass="entr" presetSubtype="0" fill="hold" nodeType="withEffect">
                                  <p:stCondLst>
                                    <p:cond delay="0"/>
                                  </p:stCondLst>
                                  <p:childTnLst>
                                    <p:set>
                                      <p:cBhvr>
                                        <p:cTn id="109" dur="1" fill="hold">
                                          <p:stCondLst>
                                            <p:cond delay="0"/>
                                          </p:stCondLst>
                                        </p:cTn>
                                        <p:tgtEl>
                                          <p:spTgt spid="52"/>
                                        </p:tgtEl>
                                        <p:attrNameLst>
                                          <p:attrName>style.visibility</p:attrName>
                                        </p:attrNameLst>
                                      </p:cBhvr>
                                      <p:to>
                                        <p:strVal val="visible"/>
                                      </p:to>
                                    </p:set>
                                    <p:animEffect transition="in" filter="fade">
                                      <p:cBhvr>
                                        <p:cTn id="110" dur="500"/>
                                        <p:tgtEl>
                                          <p:spTgt spid="52"/>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nodeType="clickEffect">
                                  <p:stCondLst>
                                    <p:cond delay="0"/>
                                  </p:stCondLst>
                                  <p:childTnLst>
                                    <p:set>
                                      <p:cBhvr>
                                        <p:cTn id="114" dur="1" fill="hold">
                                          <p:stCondLst>
                                            <p:cond delay="0"/>
                                          </p:stCondLst>
                                        </p:cTn>
                                        <p:tgtEl>
                                          <p:spTgt spid="53"/>
                                        </p:tgtEl>
                                        <p:attrNameLst>
                                          <p:attrName>style.visibility</p:attrName>
                                        </p:attrNameLst>
                                      </p:cBhvr>
                                      <p:to>
                                        <p:strVal val="visible"/>
                                      </p:to>
                                    </p:set>
                                    <p:animEffect transition="in" filter="fade">
                                      <p:cBhvr>
                                        <p:cTn id="115" dur="500"/>
                                        <p:tgtEl>
                                          <p:spTgt spid="53"/>
                                        </p:tgtEl>
                                      </p:cBhvr>
                                    </p:animEffec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nodeType="clickEffect">
                                  <p:stCondLst>
                                    <p:cond delay="0"/>
                                  </p:stCondLst>
                                  <p:childTnLst>
                                    <p:set>
                                      <p:cBhvr>
                                        <p:cTn id="119" dur="1" fill="hold">
                                          <p:stCondLst>
                                            <p:cond delay="0"/>
                                          </p:stCondLst>
                                        </p:cTn>
                                        <p:tgtEl>
                                          <p:spTgt spid="56"/>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1" presetClass="exit" presetSubtype="0" fill="hold" nodeType="clickEffect">
                                  <p:stCondLst>
                                    <p:cond delay="0"/>
                                  </p:stCondLst>
                                  <p:childTnLst>
                                    <p:set>
                                      <p:cBhvr>
                                        <p:cTn id="123" dur="1" fill="hold">
                                          <p:stCondLst>
                                            <p:cond delay="0"/>
                                          </p:stCondLst>
                                        </p:cTn>
                                        <p:tgtEl>
                                          <p:spTgt spid="56"/>
                                        </p:tgtEl>
                                        <p:attrNameLst>
                                          <p:attrName>style.visibility</p:attrName>
                                        </p:attrNameLst>
                                      </p:cBhvr>
                                      <p:to>
                                        <p:strVal val="hidden"/>
                                      </p:to>
                                    </p:set>
                                  </p:childTnLst>
                                </p:cTn>
                              </p:par>
                            </p:childTnLst>
                          </p:cTn>
                        </p:par>
                      </p:childTnLst>
                    </p:cTn>
                  </p:par>
                  <p:par>
                    <p:cTn id="124" fill="hold">
                      <p:stCondLst>
                        <p:cond delay="indefinite"/>
                      </p:stCondLst>
                      <p:childTnLst>
                        <p:par>
                          <p:cTn id="125" fill="hold">
                            <p:stCondLst>
                              <p:cond delay="0"/>
                            </p:stCondLst>
                            <p:childTnLst>
                              <p:par>
                                <p:cTn id="126" presetID="1" presetClass="entr" presetSubtype="0" fill="hold" nodeType="clickEffect">
                                  <p:stCondLst>
                                    <p:cond delay="0"/>
                                  </p:stCondLst>
                                  <p:childTnLst>
                                    <p:set>
                                      <p:cBhvr>
                                        <p:cTn id="127" dur="1" fill="hold">
                                          <p:stCondLst>
                                            <p:cond delay="0"/>
                                          </p:stCondLst>
                                        </p:cTn>
                                        <p:tgtEl>
                                          <p:spTgt spid="57"/>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presetID="1" presetClass="exit" presetSubtype="0" fill="hold" nodeType="clickEffect">
                                  <p:stCondLst>
                                    <p:cond delay="0"/>
                                  </p:stCondLst>
                                  <p:childTnLst>
                                    <p:set>
                                      <p:cBhvr>
                                        <p:cTn id="131" dur="1" fill="hold">
                                          <p:stCondLst>
                                            <p:cond delay="0"/>
                                          </p:stCondLst>
                                        </p:cTn>
                                        <p:tgtEl>
                                          <p:spTgt spid="57"/>
                                        </p:tgtEl>
                                        <p:attrNameLst>
                                          <p:attrName>style.visibility</p:attrName>
                                        </p:attrNameLst>
                                      </p:cBhvr>
                                      <p:to>
                                        <p:strVal val="hidden"/>
                                      </p:to>
                                    </p:set>
                                  </p:childTnLst>
                                </p:cTn>
                              </p:par>
                            </p:childTnLst>
                          </p:cTn>
                        </p:par>
                      </p:childTnLst>
                    </p:cTn>
                  </p:par>
                  <p:par>
                    <p:cTn id="132" fill="hold">
                      <p:stCondLst>
                        <p:cond delay="indefinite"/>
                      </p:stCondLst>
                      <p:childTnLst>
                        <p:par>
                          <p:cTn id="133" fill="hold">
                            <p:stCondLst>
                              <p:cond delay="0"/>
                            </p:stCondLst>
                            <p:childTnLst>
                              <p:par>
                                <p:cTn id="134" presetID="1" presetClass="entr" presetSubtype="0" fill="hold" nodeType="clickEffect">
                                  <p:stCondLst>
                                    <p:cond delay="0"/>
                                  </p:stCondLst>
                                  <p:childTnLst>
                                    <p:set>
                                      <p:cBhvr>
                                        <p:cTn id="135" dur="1" fill="hold">
                                          <p:stCondLst>
                                            <p:cond delay="0"/>
                                          </p:stCondLst>
                                        </p:cTn>
                                        <p:tgtEl>
                                          <p:spTgt spid="58"/>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presetID="10" presetClass="entr" presetSubtype="0" fill="hold" grpId="0" nodeType="clickEffect">
                                  <p:stCondLst>
                                    <p:cond delay="0"/>
                                  </p:stCondLst>
                                  <p:childTnLst>
                                    <p:set>
                                      <p:cBhvr>
                                        <p:cTn id="139" dur="1" fill="hold">
                                          <p:stCondLst>
                                            <p:cond delay="0"/>
                                          </p:stCondLst>
                                        </p:cTn>
                                        <p:tgtEl>
                                          <p:spTgt spid="59"/>
                                        </p:tgtEl>
                                        <p:attrNameLst>
                                          <p:attrName>style.visibility</p:attrName>
                                        </p:attrNameLst>
                                      </p:cBhvr>
                                      <p:to>
                                        <p:strVal val="visible"/>
                                      </p:to>
                                    </p:set>
                                    <p:animEffect transition="in" filter="fade">
                                      <p:cBhvr>
                                        <p:cTn id="140" dur="500"/>
                                        <p:tgtEl>
                                          <p:spTgt spid="59"/>
                                        </p:tgtEl>
                                      </p:cBhvr>
                                    </p:animEffect>
                                  </p:childTnLst>
                                </p:cTn>
                              </p:par>
                              <p:par>
                                <p:cTn id="141" presetID="10" presetClass="entr" presetSubtype="0" fill="hold" nodeType="withEffect">
                                  <p:stCondLst>
                                    <p:cond delay="0"/>
                                  </p:stCondLst>
                                  <p:childTnLst>
                                    <p:set>
                                      <p:cBhvr>
                                        <p:cTn id="142" dur="1" fill="hold">
                                          <p:stCondLst>
                                            <p:cond delay="0"/>
                                          </p:stCondLst>
                                        </p:cTn>
                                        <p:tgtEl>
                                          <p:spTgt spid="60"/>
                                        </p:tgtEl>
                                        <p:attrNameLst>
                                          <p:attrName>style.visibility</p:attrName>
                                        </p:attrNameLst>
                                      </p:cBhvr>
                                      <p:to>
                                        <p:strVal val="visible"/>
                                      </p:to>
                                    </p:set>
                                    <p:animEffect transition="in" filter="fade">
                                      <p:cBhvr>
                                        <p:cTn id="143" dur="500"/>
                                        <p:tgtEl>
                                          <p:spTgt spid="60"/>
                                        </p:tgtEl>
                                      </p:cBhvr>
                                    </p:animEffect>
                                  </p:childTnLst>
                                </p:cTn>
                              </p:par>
                            </p:childTnLst>
                          </p:cTn>
                        </p:par>
                      </p:childTnLst>
                    </p:cTn>
                  </p:par>
                  <p:par>
                    <p:cTn id="144" fill="hold">
                      <p:stCondLst>
                        <p:cond delay="indefinite"/>
                      </p:stCondLst>
                      <p:childTnLst>
                        <p:par>
                          <p:cTn id="145" fill="hold">
                            <p:stCondLst>
                              <p:cond delay="0"/>
                            </p:stCondLst>
                            <p:childTnLst>
                              <p:par>
                                <p:cTn id="146" presetID="10" presetClass="entr" presetSubtype="0" fill="hold" grpId="0" nodeType="clickEffect">
                                  <p:stCondLst>
                                    <p:cond delay="0"/>
                                  </p:stCondLst>
                                  <p:childTnLst>
                                    <p:set>
                                      <p:cBhvr>
                                        <p:cTn id="147" dur="1" fill="hold">
                                          <p:stCondLst>
                                            <p:cond delay="0"/>
                                          </p:stCondLst>
                                        </p:cTn>
                                        <p:tgtEl>
                                          <p:spTgt spid="61"/>
                                        </p:tgtEl>
                                        <p:attrNameLst>
                                          <p:attrName>style.visibility</p:attrName>
                                        </p:attrNameLst>
                                      </p:cBhvr>
                                      <p:to>
                                        <p:strVal val="visible"/>
                                      </p:to>
                                    </p:set>
                                    <p:animEffect transition="in" filter="fade">
                                      <p:cBhvr>
                                        <p:cTn id="148" dur="500"/>
                                        <p:tgtEl>
                                          <p:spTgt spid="61"/>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62"/>
                                        </p:tgtEl>
                                        <p:attrNameLst>
                                          <p:attrName>style.visibility</p:attrName>
                                        </p:attrNameLst>
                                      </p:cBhvr>
                                      <p:to>
                                        <p:strVal val="visible"/>
                                      </p:to>
                                    </p:set>
                                    <p:animEffect transition="in" filter="fade">
                                      <p:cBhvr>
                                        <p:cTn id="151" dur="500"/>
                                        <p:tgtEl>
                                          <p:spTgt spid="62"/>
                                        </p:tgtEl>
                                      </p:cBhvr>
                                    </p:animEffect>
                                  </p:childTnLst>
                                </p:cTn>
                              </p:par>
                            </p:childTnLst>
                          </p:cTn>
                        </p:par>
                      </p:childTnLst>
                    </p:cTn>
                  </p:par>
                  <p:par>
                    <p:cTn id="152" fill="hold">
                      <p:stCondLst>
                        <p:cond delay="indefinite"/>
                      </p:stCondLst>
                      <p:childTnLst>
                        <p:par>
                          <p:cTn id="153" fill="hold">
                            <p:stCondLst>
                              <p:cond delay="0"/>
                            </p:stCondLst>
                            <p:childTnLst>
                              <p:par>
                                <p:cTn id="154" presetID="1" presetClass="entr" presetSubtype="0" fill="hold" grpId="0" nodeType="clickEffect">
                                  <p:stCondLst>
                                    <p:cond delay="0"/>
                                  </p:stCondLst>
                                  <p:childTnLst>
                                    <p:set>
                                      <p:cBhvr>
                                        <p:cTn id="155" dur="1" fill="hold">
                                          <p:stCondLst>
                                            <p:cond delay="0"/>
                                          </p:stCondLst>
                                        </p:cTn>
                                        <p:tgtEl>
                                          <p:spTgt spid="63"/>
                                        </p:tgtEl>
                                        <p:attrNameLst>
                                          <p:attrName>style.visibility</p:attrName>
                                        </p:attrNameLst>
                                      </p:cBhvr>
                                      <p:to>
                                        <p:strVal val="visible"/>
                                      </p:to>
                                    </p:set>
                                  </p:childTnLst>
                                </p:cTn>
                              </p:par>
                            </p:childTnLst>
                          </p:cTn>
                        </p:par>
                      </p:childTnLst>
                    </p:cTn>
                  </p:par>
                  <p:par>
                    <p:cTn id="156" fill="hold">
                      <p:stCondLst>
                        <p:cond delay="indefinite"/>
                      </p:stCondLst>
                      <p:childTnLst>
                        <p:par>
                          <p:cTn id="157" fill="hold">
                            <p:stCondLst>
                              <p:cond delay="0"/>
                            </p:stCondLst>
                            <p:childTnLst>
                              <p:par>
                                <p:cTn id="158" presetID="10" presetClass="entr" presetSubtype="0" fill="hold" grpId="0" nodeType="clickEffect">
                                  <p:stCondLst>
                                    <p:cond delay="0"/>
                                  </p:stCondLst>
                                  <p:childTnLst>
                                    <p:set>
                                      <p:cBhvr>
                                        <p:cTn id="159" dur="1" fill="hold">
                                          <p:stCondLst>
                                            <p:cond delay="0"/>
                                          </p:stCondLst>
                                        </p:cTn>
                                        <p:tgtEl>
                                          <p:spTgt spid="64"/>
                                        </p:tgtEl>
                                        <p:attrNameLst>
                                          <p:attrName>style.visibility</p:attrName>
                                        </p:attrNameLst>
                                      </p:cBhvr>
                                      <p:to>
                                        <p:strVal val="visible"/>
                                      </p:to>
                                    </p:set>
                                    <p:animEffect transition="in" filter="fade">
                                      <p:cBhvr>
                                        <p:cTn id="160" dur="500"/>
                                        <p:tgtEl>
                                          <p:spTgt spid="64"/>
                                        </p:tgtEl>
                                      </p:cBhvr>
                                    </p:animEffect>
                                  </p:childTnLst>
                                </p:cTn>
                              </p:par>
                              <p:par>
                                <p:cTn id="161" presetID="10" presetClass="entr" presetSubtype="0" fill="hold" nodeType="withEffect">
                                  <p:stCondLst>
                                    <p:cond delay="0"/>
                                  </p:stCondLst>
                                  <p:childTnLst>
                                    <p:set>
                                      <p:cBhvr>
                                        <p:cTn id="162" dur="1" fill="hold">
                                          <p:stCondLst>
                                            <p:cond delay="0"/>
                                          </p:stCondLst>
                                        </p:cTn>
                                        <p:tgtEl>
                                          <p:spTgt spid="65"/>
                                        </p:tgtEl>
                                        <p:attrNameLst>
                                          <p:attrName>style.visibility</p:attrName>
                                        </p:attrNameLst>
                                      </p:cBhvr>
                                      <p:to>
                                        <p:strVal val="visible"/>
                                      </p:to>
                                    </p:set>
                                    <p:animEffect transition="in" filter="fade">
                                      <p:cBhvr>
                                        <p:cTn id="163" dur="500"/>
                                        <p:tgtEl>
                                          <p:spTgt spid="65"/>
                                        </p:tgtEl>
                                      </p:cBhvr>
                                    </p:animEffect>
                                  </p:childTnLst>
                                </p:cTn>
                              </p:par>
                              <p:par>
                                <p:cTn id="164" presetID="10" presetClass="entr" presetSubtype="0" fill="hold" grpId="0" nodeType="withEffect">
                                  <p:stCondLst>
                                    <p:cond delay="0"/>
                                  </p:stCondLst>
                                  <p:childTnLst>
                                    <p:set>
                                      <p:cBhvr>
                                        <p:cTn id="165" dur="1" fill="hold">
                                          <p:stCondLst>
                                            <p:cond delay="0"/>
                                          </p:stCondLst>
                                        </p:cTn>
                                        <p:tgtEl>
                                          <p:spTgt spid="66"/>
                                        </p:tgtEl>
                                        <p:attrNameLst>
                                          <p:attrName>style.visibility</p:attrName>
                                        </p:attrNameLst>
                                      </p:cBhvr>
                                      <p:to>
                                        <p:strVal val="visible"/>
                                      </p:to>
                                    </p:set>
                                    <p:animEffect transition="in" filter="fade">
                                      <p:cBhvr>
                                        <p:cTn id="166" dur="500"/>
                                        <p:tgtEl>
                                          <p:spTgt spid="66"/>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67"/>
                                        </p:tgtEl>
                                        <p:attrNameLst>
                                          <p:attrName>style.visibility</p:attrName>
                                        </p:attrNameLst>
                                      </p:cBhvr>
                                      <p:to>
                                        <p:strVal val="visible"/>
                                      </p:to>
                                    </p:set>
                                    <p:animEffect transition="in" filter="fade">
                                      <p:cBhvr>
                                        <p:cTn id="169" dur="500"/>
                                        <p:tgtEl>
                                          <p:spTgt spid="67"/>
                                        </p:tgtEl>
                                      </p:cBhvr>
                                    </p:animEffect>
                                  </p:childTnLst>
                                </p:cTn>
                              </p:par>
                              <p:par>
                                <p:cTn id="170" presetID="10" presetClass="entr" presetSubtype="0" fill="hold" nodeType="withEffect">
                                  <p:stCondLst>
                                    <p:cond delay="0"/>
                                  </p:stCondLst>
                                  <p:childTnLst>
                                    <p:set>
                                      <p:cBhvr>
                                        <p:cTn id="171" dur="1" fill="hold">
                                          <p:stCondLst>
                                            <p:cond delay="0"/>
                                          </p:stCondLst>
                                        </p:cTn>
                                        <p:tgtEl>
                                          <p:spTgt spid="68"/>
                                        </p:tgtEl>
                                        <p:attrNameLst>
                                          <p:attrName>style.visibility</p:attrName>
                                        </p:attrNameLst>
                                      </p:cBhvr>
                                      <p:to>
                                        <p:strVal val="visible"/>
                                      </p:to>
                                    </p:set>
                                    <p:animEffect transition="in" filter="fade">
                                      <p:cBhvr>
                                        <p:cTn id="172" dur="500"/>
                                        <p:tgtEl>
                                          <p:spTgt spid="68"/>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69"/>
                                        </p:tgtEl>
                                        <p:attrNameLst>
                                          <p:attrName>style.visibility</p:attrName>
                                        </p:attrNameLst>
                                      </p:cBhvr>
                                      <p:to>
                                        <p:strVal val="visible"/>
                                      </p:to>
                                    </p:set>
                                    <p:animEffect transition="in" filter="fade">
                                      <p:cBhvr>
                                        <p:cTn id="175" dur="500"/>
                                        <p:tgtEl>
                                          <p:spTgt spid="69"/>
                                        </p:tgtEl>
                                      </p:cBhvr>
                                    </p:animEffect>
                                  </p:childTnLst>
                                </p:cTn>
                              </p:par>
                            </p:childTnLst>
                          </p:cTn>
                        </p:par>
                      </p:childTnLst>
                    </p:cTn>
                  </p:par>
                  <p:par>
                    <p:cTn id="176" fill="hold">
                      <p:stCondLst>
                        <p:cond delay="indefinite"/>
                      </p:stCondLst>
                      <p:childTnLst>
                        <p:par>
                          <p:cTn id="177" fill="hold">
                            <p:stCondLst>
                              <p:cond delay="0"/>
                            </p:stCondLst>
                            <p:childTnLst>
                              <p:par>
                                <p:cTn id="178" presetID="10" presetClass="entr" presetSubtype="0" fill="hold" nodeType="clickEffect">
                                  <p:stCondLst>
                                    <p:cond delay="0"/>
                                  </p:stCondLst>
                                  <p:childTnLst>
                                    <p:set>
                                      <p:cBhvr>
                                        <p:cTn id="179" dur="1" fill="hold">
                                          <p:stCondLst>
                                            <p:cond delay="0"/>
                                          </p:stCondLst>
                                        </p:cTn>
                                        <p:tgtEl>
                                          <p:spTgt spid="70"/>
                                        </p:tgtEl>
                                        <p:attrNameLst>
                                          <p:attrName>style.visibility</p:attrName>
                                        </p:attrNameLst>
                                      </p:cBhvr>
                                      <p:to>
                                        <p:strVal val="visible"/>
                                      </p:to>
                                    </p:set>
                                    <p:animEffect transition="in" filter="fade">
                                      <p:cBhvr>
                                        <p:cTn id="180" dur="500"/>
                                        <p:tgtEl>
                                          <p:spTgt spid="70"/>
                                        </p:tgtEl>
                                      </p:cBhvr>
                                    </p:animEffect>
                                  </p:childTnLst>
                                </p:cTn>
                              </p:par>
                            </p:childTnLst>
                          </p:cTn>
                        </p:par>
                      </p:childTnLst>
                    </p:cTn>
                  </p:par>
                  <p:par>
                    <p:cTn id="181" fill="hold">
                      <p:stCondLst>
                        <p:cond delay="indefinite"/>
                      </p:stCondLst>
                      <p:childTnLst>
                        <p:par>
                          <p:cTn id="182" fill="hold">
                            <p:stCondLst>
                              <p:cond delay="0"/>
                            </p:stCondLst>
                            <p:childTnLst>
                              <p:par>
                                <p:cTn id="183" presetID="1" presetClass="entr" presetSubtype="0" fill="hold" nodeType="clickEffect">
                                  <p:stCondLst>
                                    <p:cond delay="0"/>
                                  </p:stCondLst>
                                  <p:childTnLst>
                                    <p:set>
                                      <p:cBhvr>
                                        <p:cTn id="184" dur="1" fill="hold">
                                          <p:stCondLst>
                                            <p:cond delay="0"/>
                                          </p:stCondLst>
                                        </p:cTn>
                                        <p:tgtEl>
                                          <p:spTgt spid="73"/>
                                        </p:tgtEl>
                                        <p:attrNameLst>
                                          <p:attrName>style.visibility</p:attrName>
                                        </p:attrNameLst>
                                      </p:cBhvr>
                                      <p:to>
                                        <p:strVal val="visible"/>
                                      </p:to>
                                    </p:set>
                                  </p:childTnLst>
                                </p:cTn>
                              </p:par>
                            </p:childTnLst>
                          </p:cTn>
                        </p:par>
                      </p:childTnLst>
                    </p:cTn>
                  </p:par>
                  <p:par>
                    <p:cTn id="185" fill="hold">
                      <p:stCondLst>
                        <p:cond delay="indefinite"/>
                      </p:stCondLst>
                      <p:childTnLst>
                        <p:par>
                          <p:cTn id="186" fill="hold">
                            <p:stCondLst>
                              <p:cond delay="0"/>
                            </p:stCondLst>
                            <p:childTnLst>
                              <p:par>
                                <p:cTn id="187" presetID="1" presetClass="exit" presetSubtype="0" fill="hold" nodeType="clickEffect">
                                  <p:stCondLst>
                                    <p:cond delay="0"/>
                                  </p:stCondLst>
                                  <p:childTnLst>
                                    <p:set>
                                      <p:cBhvr>
                                        <p:cTn id="188" dur="1" fill="hold">
                                          <p:stCondLst>
                                            <p:cond delay="0"/>
                                          </p:stCondLst>
                                        </p:cTn>
                                        <p:tgtEl>
                                          <p:spTgt spid="73"/>
                                        </p:tgtEl>
                                        <p:attrNameLst>
                                          <p:attrName>style.visibility</p:attrName>
                                        </p:attrNameLst>
                                      </p:cBhvr>
                                      <p:to>
                                        <p:strVal val="hidden"/>
                                      </p:to>
                                    </p:set>
                                  </p:childTnLst>
                                </p:cTn>
                              </p:par>
                            </p:childTnLst>
                          </p:cTn>
                        </p:par>
                      </p:childTnLst>
                    </p:cTn>
                  </p:par>
                  <p:par>
                    <p:cTn id="189" fill="hold">
                      <p:stCondLst>
                        <p:cond delay="indefinite"/>
                      </p:stCondLst>
                      <p:childTnLst>
                        <p:par>
                          <p:cTn id="190" fill="hold">
                            <p:stCondLst>
                              <p:cond delay="0"/>
                            </p:stCondLst>
                            <p:childTnLst>
                              <p:par>
                                <p:cTn id="191" presetID="1" presetClass="entr" presetSubtype="0" fill="hold" nodeType="clickEffect">
                                  <p:stCondLst>
                                    <p:cond delay="0"/>
                                  </p:stCondLst>
                                  <p:childTnLst>
                                    <p:set>
                                      <p:cBhvr>
                                        <p:cTn id="192" dur="1" fill="hold">
                                          <p:stCondLst>
                                            <p:cond delay="0"/>
                                          </p:stCondLst>
                                        </p:cTn>
                                        <p:tgtEl>
                                          <p:spTgt spid="74"/>
                                        </p:tgtEl>
                                        <p:attrNameLst>
                                          <p:attrName>style.visibility</p:attrName>
                                        </p:attrNameLst>
                                      </p:cBhvr>
                                      <p:to>
                                        <p:strVal val="visible"/>
                                      </p:to>
                                    </p:set>
                                  </p:childTnLst>
                                </p:cTn>
                              </p:par>
                            </p:childTnLst>
                          </p:cTn>
                        </p:par>
                      </p:childTnLst>
                    </p:cTn>
                  </p:par>
                  <p:par>
                    <p:cTn id="193" fill="hold">
                      <p:stCondLst>
                        <p:cond delay="indefinite"/>
                      </p:stCondLst>
                      <p:childTnLst>
                        <p:par>
                          <p:cTn id="194" fill="hold">
                            <p:stCondLst>
                              <p:cond delay="0"/>
                            </p:stCondLst>
                            <p:childTnLst>
                              <p:par>
                                <p:cTn id="195" presetID="10" presetClass="entr" presetSubtype="0" fill="hold" grpId="0" nodeType="clickEffect">
                                  <p:stCondLst>
                                    <p:cond delay="0"/>
                                  </p:stCondLst>
                                  <p:childTnLst>
                                    <p:set>
                                      <p:cBhvr>
                                        <p:cTn id="196" dur="1" fill="hold">
                                          <p:stCondLst>
                                            <p:cond delay="0"/>
                                          </p:stCondLst>
                                        </p:cTn>
                                        <p:tgtEl>
                                          <p:spTgt spid="75"/>
                                        </p:tgtEl>
                                        <p:attrNameLst>
                                          <p:attrName>style.visibility</p:attrName>
                                        </p:attrNameLst>
                                      </p:cBhvr>
                                      <p:to>
                                        <p:strVal val="visible"/>
                                      </p:to>
                                    </p:set>
                                    <p:animEffect transition="in" filter="fade">
                                      <p:cBhvr>
                                        <p:cTn id="197" dur="500"/>
                                        <p:tgtEl>
                                          <p:spTgt spid="75"/>
                                        </p:tgtEl>
                                      </p:cBhvr>
                                    </p:animEffect>
                                  </p:childTnLst>
                                </p:cTn>
                              </p:par>
                              <p:par>
                                <p:cTn id="198" presetID="10" presetClass="entr" presetSubtype="0" fill="hold" nodeType="withEffect">
                                  <p:stCondLst>
                                    <p:cond delay="0"/>
                                  </p:stCondLst>
                                  <p:childTnLst>
                                    <p:set>
                                      <p:cBhvr>
                                        <p:cTn id="199" dur="1" fill="hold">
                                          <p:stCondLst>
                                            <p:cond delay="0"/>
                                          </p:stCondLst>
                                        </p:cTn>
                                        <p:tgtEl>
                                          <p:spTgt spid="76"/>
                                        </p:tgtEl>
                                        <p:attrNameLst>
                                          <p:attrName>style.visibility</p:attrName>
                                        </p:attrNameLst>
                                      </p:cBhvr>
                                      <p:to>
                                        <p:strVal val="visible"/>
                                      </p:to>
                                    </p:set>
                                    <p:animEffect transition="in" filter="fade">
                                      <p:cBhvr>
                                        <p:cTn id="200" dur="500"/>
                                        <p:tgtEl>
                                          <p:spTgt spid="76"/>
                                        </p:tgtEl>
                                      </p:cBhvr>
                                    </p:animEffect>
                                  </p:childTnLst>
                                </p:cTn>
                              </p:par>
                            </p:childTnLst>
                          </p:cTn>
                        </p:par>
                      </p:childTnLst>
                    </p:cTn>
                  </p:par>
                  <p:par>
                    <p:cTn id="201" fill="hold">
                      <p:stCondLst>
                        <p:cond delay="indefinite"/>
                      </p:stCondLst>
                      <p:childTnLst>
                        <p:par>
                          <p:cTn id="202" fill="hold">
                            <p:stCondLst>
                              <p:cond delay="0"/>
                            </p:stCondLst>
                            <p:childTnLst>
                              <p:par>
                                <p:cTn id="203" presetID="10" presetClass="entr" presetSubtype="0" fill="hold" grpId="0" nodeType="clickEffect">
                                  <p:stCondLst>
                                    <p:cond delay="0"/>
                                  </p:stCondLst>
                                  <p:childTnLst>
                                    <p:set>
                                      <p:cBhvr>
                                        <p:cTn id="204" dur="1" fill="hold">
                                          <p:stCondLst>
                                            <p:cond delay="0"/>
                                          </p:stCondLst>
                                        </p:cTn>
                                        <p:tgtEl>
                                          <p:spTgt spid="77"/>
                                        </p:tgtEl>
                                        <p:attrNameLst>
                                          <p:attrName>style.visibility</p:attrName>
                                        </p:attrNameLst>
                                      </p:cBhvr>
                                      <p:to>
                                        <p:strVal val="visible"/>
                                      </p:to>
                                    </p:set>
                                    <p:animEffect transition="in" filter="fade">
                                      <p:cBhvr>
                                        <p:cTn id="205" dur="500"/>
                                        <p:tgtEl>
                                          <p:spTgt spid="77"/>
                                        </p:tgtEl>
                                      </p:cBhvr>
                                    </p:animEffect>
                                  </p:childTnLst>
                                </p:cTn>
                              </p:par>
                              <p:par>
                                <p:cTn id="206" presetID="10" presetClass="entr" presetSubtype="0" fill="hold" grpId="0" nodeType="withEffect">
                                  <p:stCondLst>
                                    <p:cond delay="0"/>
                                  </p:stCondLst>
                                  <p:childTnLst>
                                    <p:set>
                                      <p:cBhvr>
                                        <p:cTn id="207" dur="1" fill="hold">
                                          <p:stCondLst>
                                            <p:cond delay="0"/>
                                          </p:stCondLst>
                                        </p:cTn>
                                        <p:tgtEl>
                                          <p:spTgt spid="78"/>
                                        </p:tgtEl>
                                        <p:attrNameLst>
                                          <p:attrName>style.visibility</p:attrName>
                                        </p:attrNameLst>
                                      </p:cBhvr>
                                      <p:to>
                                        <p:strVal val="visible"/>
                                      </p:to>
                                    </p:set>
                                    <p:animEffect transition="in" filter="fade">
                                      <p:cBhvr>
                                        <p:cTn id="208" dur="500"/>
                                        <p:tgtEl>
                                          <p:spTgt spid="78"/>
                                        </p:tgtEl>
                                      </p:cBhvr>
                                    </p:animEffect>
                                  </p:childTnLst>
                                </p:cTn>
                              </p:par>
                            </p:childTnLst>
                          </p:cTn>
                        </p:par>
                      </p:childTnLst>
                    </p:cTn>
                  </p:par>
                  <p:par>
                    <p:cTn id="209" fill="hold">
                      <p:stCondLst>
                        <p:cond delay="indefinite"/>
                      </p:stCondLst>
                      <p:childTnLst>
                        <p:par>
                          <p:cTn id="210" fill="hold">
                            <p:stCondLst>
                              <p:cond delay="0"/>
                            </p:stCondLst>
                            <p:childTnLst>
                              <p:par>
                                <p:cTn id="211" presetID="10" presetClass="entr" presetSubtype="0" fill="hold" grpId="0" nodeType="clickEffect">
                                  <p:stCondLst>
                                    <p:cond delay="0"/>
                                  </p:stCondLst>
                                  <p:childTnLst>
                                    <p:set>
                                      <p:cBhvr>
                                        <p:cTn id="212" dur="1" fill="hold">
                                          <p:stCondLst>
                                            <p:cond delay="0"/>
                                          </p:stCondLst>
                                        </p:cTn>
                                        <p:tgtEl>
                                          <p:spTgt spid="79"/>
                                        </p:tgtEl>
                                        <p:attrNameLst>
                                          <p:attrName>style.visibility</p:attrName>
                                        </p:attrNameLst>
                                      </p:cBhvr>
                                      <p:to>
                                        <p:strVal val="visible"/>
                                      </p:to>
                                    </p:set>
                                    <p:animEffect transition="in" filter="fade">
                                      <p:cBhvr>
                                        <p:cTn id="213" dur="500"/>
                                        <p:tgtEl>
                                          <p:spTgt spid="79"/>
                                        </p:tgtEl>
                                      </p:cBhvr>
                                    </p:animEffect>
                                  </p:childTnLst>
                                </p:cTn>
                              </p:par>
                            </p:childTnLst>
                          </p:cTn>
                        </p:par>
                      </p:childTnLst>
                    </p:cTn>
                  </p:par>
                  <p:par>
                    <p:cTn id="214" fill="hold">
                      <p:stCondLst>
                        <p:cond delay="indefinite"/>
                      </p:stCondLst>
                      <p:childTnLst>
                        <p:par>
                          <p:cTn id="215" fill="hold">
                            <p:stCondLst>
                              <p:cond delay="0"/>
                            </p:stCondLst>
                            <p:childTnLst>
                              <p:par>
                                <p:cTn id="216" presetID="10" presetClass="entr" presetSubtype="0" fill="hold" nodeType="clickEffect">
                                  <p:stCondLst>
                                    <p:cond delay="0"/>
                                  </p:stCondLst>
                                  <p:childTnLst>
                                    <p:set>
                                      <p:cBhvr>
                                        <p:cTn id="217" dur="1" fill="hold">
                                          <p:stCondLst>
                                            <p:cond delay="0"/>
                                          </p:stCondLst>
                                        </p:cTn>
                                        <p:tgtEl>
                                          <p:spTgt spid="80"/>
                                        </p:tgtEl>
                                        <p:attrNameLst>
                                          <p:attrName>style.visibility</p:attrName>
                                        </p:attrNameLst>
                                      </p:cBhvr>
                                      <p:to>
                                        <p:strVal val="visible"/>
                                      </p:to>
                                    </p:set>
                                    <p:animEffect transition="in" filter="fade">
                                      <p:cBhvr>
                                        <p:cTn id="218" dur="500"/>
                                        <p:tgtEl>
                                          <p:spTgt spid="80"/>
                                        </p:tgtEl>
                                      </p:cBhvr>
                                    </p:animEffect>
                                  </p:childTnLst>
                                </p:cTn>
                              </p:par>
                              <p:par>
                                <p:cTn id="219" presetID="10" presetClass="entr" presetSubtype="0" fill="hold" grpId="0" nodeType="withEffect">
                                  <p:stCondLst>
                                    <p:cond delay="0"/>
                                  </p:stCondLst>
                                  <p:childTnLst>
                                    <p:set>
                                      <p:cBhvr>
                                        <p:cTn id="220" dur="1" fill="hold">
                                          <p:stCondLst>
                                            <p:cond delay="0"/>
                                          </p:stCondLst>
                                        </p:cTn>
                                        <p:tgtEl>
                                          <p:spTgt spid="81"/>
                                        </p:tgtEl>
                                        <p:attrNameLst>
                                          <p:attrName>style.visibility</p:attrName>
                                        </p:attrNameLst>
                                      </p:cBhvr>
                                      <p:to>
                                        <p:strVal val="visible"/>
                                      </p:to>
                                    </p:set>
                                    <p:animEffect transition="in" filter="fade">
                                      <p:cBhvr>
                                        <p:cTn id="221" dur="500"/>
                                        <p:tgtEl>
                                          <p:spTgt spid="81"/>
                                        </p:tgtEl>
                                      </p:cBhvr>
                                    </p:animEffect>
                                  </p:childTnLst>
                                </p:cTn>
                              </p:par>
                              <p:par>
                                <p:cTn id="222" presetID="10" presetClass="entr" presetSubtype="0" fill="hold" grpId="0" nodeType="withEffect">
                                  <p:stCondLst>
                                    <p:cond delay="0"/>
                                  </p:stCondLst>
                                  <p:childTnLst>
                                    <p:set>
                                      <p:cBhvr>
                                        <p:cTn id="223" dur="1" fill="hold">
                                          <p:stCondLst>
                                            <p:cond delay="0"/>
                                          </p:stCondLst>
                                        </p:cTn>
                                        <p:tgtEl>
                                          <p:spTgt spid="83"/>
                                        </p:tgtEl>
                                        <p:attrNameLst>
                                          <p:attrName>style.visibility</p:attrName>
                                        </p:attrNameLst>
                                      </p:cBhvr>
                                      <p:to>
                                        <p:strVal val="visible"/>
                                      </p:to>
                                    </p:set>
                                    <p:animEffect transition="in" filter="fade">
                                      <p:cBhvr>
                                        <p:cTn id="224" dur="500"/>
                                        <p:tgtEl>
                                          <p:spTgt spid="83"/>
                                        </p:tgtEl>
                                      </p:cBhvr>
                                    </p:animEffect>
                                  </p:childTnLst>
                                </p:cTn>
                              </p:par>
                              <p:par>
                                <p:cTn id="225" presetID="10" presetClass="entr" presetSubtype="0" fill="hold" grpId="0" nodeType="withEffect">
                                  <p:stCondLst>
                                    <p:cond delay="0"/>
                                  </p:stCondLst>
                                  <p:childTnLst>
                                    <p:set>
                                      <p:cBhvr>
                                        <p:cTn id="226" dur="1" fill="hold">
                                          <p:stCondLst>
                                            <p:cond delay="0"/>
                                          </p:stCondLst>
                                        </p:cTn>
                                        <p:tgtEl>
                                          <p:spTgt spid="84"/>
                                        </p:tgtEl>
                                        <p:attrNameLst>
                                          <p:attrName>style.visibility</p:attrName>
                                        </p:attrNameLst>
                                      </p:cBhvr>
                                      <p:to>
                                        <p:strVal val="visible"/>
                                      </p:to>
                                    </p:set>
                                    <p:animEffect transition="in" filter="fade">
                                      <p:cBhvr>
                                        <p:cTn id="227" dur="500"/>
                                        <p:tgtEl>
                                          <p:spTgt spid="84"/>
                                        </p:tgtEl>
                                      </p:cBhvr>
                                    </p:animEffect>
                                  </p:childTnLst>
                                </p:cTn>
                              </p:par>
                              <p:par>
                                <p:cTn id="228" presetID="10" presetClass="entr" presetSubtype="0" fill="hold" grpId="0" nodeType="withEffect">
                                  <p:stCondLst>
                                    <p:cond delay="0"/>
                                  </p:stCondLst>
                                  <p:childTnLst>
                                    <p:set>
                                      <p:cBhvr>
                                        <p:cTn id="229" dur="1" fill="hold">
                                          <p:stCondLst>
                                            <p:cond delay="0"/>
                                          </p:stCondLst>
                                        </p:cTn>
                                        <p:tgtEl>
                                          <p:spTgt spid="94"/>
                                        </p:tgtEl>
                                        <p:attrNameLst>
                                          <p:attrName>style.visibility</p:attrName>
                                        </p:attrNameLst>
                                      </p:cBhvr>
                                      <p:to>
                                        <p:strVal val="visible"/>
                                      </p:to>
                                    </p:set>
                                    <p:animEffect transition="in" filter="fade">
                                      <p:cBhvr>
                                        <p:cTn id="230" dur="500"/>
                                        <p:tgtEl>
                                          <p:spTgt spid="94"/>
                                        </p:tgtEl>
                                      </p:cBhvr>
                                    </p:animEffect>
                                  </p:childTnLst>
                                </p:cTn>
                              </p:par>
                              <p:par>
                                <p:cTn id="231" presetID="10" presetClass="entr" presetSubtype="0" fill="hold" nodeType="withEffect">
                                  <p:stCondLst>
                                    <p:cond delay="0"/>
                                  </p:stCondLst>
                                  <p:childTnLst>
                                    <p:set>
                                      <p:cBhvr>
                                        <p:cTn id="232" dur="1" fill="hold">
                                          <p:stCondLst>
                                            <p:cond delay="0"/>
                                          </p:stCondLst>
                                        </p:cTn>
                                        <p:tgtEl>
                                          <p:spTgt spid="95"/>
                                        </p:tgtEl>
                                        <p:attrNameLst>
                                          <p:attrName>style.visibility</p:attrName>
                                        </p:attrNameLst>
                                      </p:cBhvr>
                                      <p:to>
                                        <p:strVal val="visible"/>
                                      </p:to>
                                    </p:set>
                                    <p:animEffect transition="in" filter="fade">
                                      <p:cBhvr>
                                        <p:cTn id="233" dur="500"/>
                                        <p:tgtEl>
                                          <p:spTgt spid="95"/>
                                        </p:tgtEl>
                                      </p:cBhvr>
                                    </p:animEffect>
                                  </p:childTnLst>
                                </p:cTn>
                              </p:par>
                            </p:childTnLst>
                          </p:cTn>
                        </p:par>
                      </p:childTnLst>
                    </p:cTn>
                  </p:par>
                  <p:par>
                    <p:cTn id="234" fill="hold">
                      <p:stCondLst>
                        <p:cond delay="indefinite"/>
                      </p:stCondLst>
                      <p:childTnLst>
                        <p:par>
                          <p:cTn id="235" fill="hold">
                            <p:stCondLst>
                              <p:cond delay="0"/>
                            </p:stCondLst>
                            <p:childTnLst>
                              <p:par>
                                <p:cTn id="236" presetID="10" presetClass="entr" presetSubtype="0" fill="hold" nodeType="clickEffect">
                                  <p:stCondLst>
                                    <p:cond delay="0"/>
                                  </p:stCondLst>
                                  <p:childTnLst>
                                    <p:set>
                                      <p:cBhvr>
                                        <p:cTn id="237" dur="1" fill="hold">
                                          <p:stCondLst>
                                            <p:cond delay="0"/>
                                          </p:stCondLst>
                                        </p:cTn>
                                        <p:tgtEl>
                                          <p:spTgt spid="86"/>
                                        </p:tgtEl>
                                        <p:attrNameLst>
                                          <p:attrName>style.visibility</p:attrName>
                                        </p:attrNameLst>
                                      </p:cBhvr>
                                      <p:to>
                                        <p:strVal val="visible"/>
                                      </p:to>
                                    </p:set>
                                    <p:animEffect transition="in" filter="fade">
                                      <p:cBhvr>
                                        <p:cTn id="238" dur="500"/>
                                        <p:tgtEl>
                                          <p:spTgt spid="86"/>
                                        </p:tgtEl>
                                      </p:cBhvr>
                                    </p:animEffect>
                                  </p:childTnLst>
                                </p:cTn>
                              </p:par>
                            </p:childTnLst>
                          </p:cTn>
                        </p:par>
                      </p:childTnLst>
                    </p:cTn>
                  </p:par>
                  <p:par>
                    <p:cTn id="239" fill="hold">
                      <p:stCondLst>
                        <p:cond delay="indefinite"/>
                      </p:stCondLst>
                      <p:childTnLst>
                        <p:par>
                          <p:cTn id="240" fill="hold">
                            <p:stCondLst>
                              <p:cond delay="0"/>
                            </p:stCondLst>
                            <p:childTnLst>
                              <p:par>
                                <p:cTn id="241" presetID="1" presetClass="entr" presetSubtype="0" fill="hold" nodeType="clickEffect">
                                  <p:stCondLst>
                                    <p:cond delay="0"/>
                                  </p:stCondLst>
                                  <p:childTnLst>
                                    <p:set>
                                      <p:cBhvr>
                                        <p:cTn id="242" dur="1" fill="hold">
                                          <p:stCondLst>
                                            <p:cond delay="0"/>
                                          </p:stCondLst>
                                        </p:cTn>
                                        <p:tgtEl>
                                          <p:spTgt spid="4"/>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presetID="10" presetClass="entr" presetSubtype="0" fill="hold" nodeType="clickEffect">
                                  <p:stCondLst>
                                    <p:cond delay="0"/>
                                  </p:stCondLst>
                                  <p:childTnLst>
                                    <p:set>
                                      <p:cBhvr>
                                        <p:cTn id="246" dur="1" fill="hold">
                                          <p:stCondLst>
                                            <p:cond delay="0"/>
                                          </p:stCondLst>
                                        </p:cTn>
                                        <p:tgtEl>
                                          <p:spTgt spid="97"/>
                                        </p:tgtEl>
                                        <p:attrNameLst>
                                          <p:attrName>style.visibility</p:attrName>
                                        </p:attrNameLst>
                                      </p:cBhvr>
                                      <p:to>
                                        <p:strVal val="visible"/>
                                      </p:to>
                                    </p:set>
                                    <p:animEffect transition="in" filter="fade">
                                      <p:cBhvr>
                                        <p:cTn id="247" dur="500"/>
                                        <p:tgtEl>
                                          <p:spTgt spid="97"/>
                                        </p:tgtEl>
                                      </p:cBhvr>
                                    </p:animEffect>
                                  </p:childTnLst>
                                </p:cTn>
                              </p:par>
                              <p:par>
                                <p:cTn id="248" presetID="10" presetClass="entr" presetSubtype="0" fill="hold" grpId="0" nodeType="withEffect">
                                  <p:stCondLst>
                                    <p:cond delay="0"/>
                                  </p:stCondLst>
                                  <p:childTnLst>
                                    <p:set>
                                      <p:cBhvr>
                                        <p:cTn id="249" dur="1" fill="hold">
                                          <p:stCondLst>
                                            <p:cond delay="0"/>
                                          </p:stCondLst>
                                        </p:cTn>
                                        <p:tgtEl>
                                          <p:spTgt spid="5"/>
                                        </p:tgtEl>
                                        <p:attrNameLst>
                                          <p:attrName>style.visibility</p:attrName>
                                        </p:attrNameLst>
                                      </p:cBhvr>
                                      <p:to>
                                        <p:strVal val="visible"/>
                                      </p:to>
                                    </p:set>
                                    <p:animEffect transition="in" filter="fade">
                                      <p:cBhvr>
                                        <p:cTn id="250" dur="500"/>
                                        <p:tgtEl>
                                          <p:spTgt spid="5"/>
                                        </p:tgtEl>
                                      </p:cBhvr>
                                    </p:animEffect>
                                  </p:childTnLst>
                                </p:cTn>
                              </p:par>
                            </p:childTnLst>
                          </p:cTn>
                        </p:par>
                      </p:childTnLst>
                    </p:cTn>
                  </p:par>
                  <p:par>
                    <p:cTn id="251" fill="hold">
                      <p:stCondLst>
                        <p:cond delay="indefinite"/>
                      </p:stCondLst>
                      <p:childTnLst>
                        <p:par>
                          <p:cTn id="252" fill="hold">
                            <p:stCondLst>
                              <p:cond delay="0"/>
                            </p:stCondLst>
                            <p:childTnLst>
                              <p:par>
                                <p:cTn id="253" presetID="10" presetClass="entr" presetSubtype="0" fill="hold" grpId="0" nodeType="clickEffect">
                                  <p:stCondLst>
                                    <p:cond delay="0"/>
                                  </p:stCondLst>
                                  <p:childTnLst>
                                    <p:set>
                                      <p:cBhvr>
                                        <p:cTn id="254" dur="1" fill="hold">
                                          <p:stCondLst>
                                            <p:cond delay="0"/>
                                          </p:stCondLst>
                                        </p:cTn>
                                        <p:tgtEl>
                                          <p:spTgt spid="98"/>
                                        </p:tgtEl>
                                        <p:attrNameLst>
                                          <p:attrName>style.visibility</p:attrName>
                                        </p:attrNameLst>
                                      </p:cBhvr>
                                      <p:to>
                                        <p:strVal val="visible"/>
                                      </p:to>
                                    </p:set>
                                    <p:animEffect transition="in" filter="fade">
                                      <p:cBhvr>
                                        <p:cTn id="255" dur="500"/>
                                        <p:tgtEl>
                                          <p:spTgt spid="98"/>
                                        </p:tgtEl>
                                      </p:cBhvr>
                                    </p:animEffect>
                                  </p:childTnLst>
                                </p:cTn>
                              </p:par>
                              <p:par>
                                <p:cTn id="256" presetID="10" presetClass="entr" presetSubtype="0" fill="hold" grpId="0" nodeType="withEffect">
                                  <p:stCondLst>
                                    <p:cond delay="0"/>
                                  </p:stCondLst>
                                  <p:childTnLst>
                                    <p:set>
                                      <p:cBhvr>
                                        <p:cTn id="257" dur="1" fill="hold">
                                          <p:stCondLst>
                                            <p:cond delay="0"/>
                                          </p:stCondLst>
                                        </p:cTn>
                                        <p:tgtEl>
                                          <p:spTgt spid="99"/>
                                        </p:tgtEl>
                                        <p:attrNameLst>
                                          <p:attrName>style.visibility</p:attrName>
                                        </p:attrNameLst>
                                      </p:cBhvr>
                                      <p:to>
                                        <p:strVal val="visible"/>
                                      </p:to>
                                    </p:set>
                                    <p:animEffect transition="in" filter="fade">
                                      <p:cBhvr>
                                        <p:cTn id="258" dur="500"/>
                                        <p:tgtEl>
                                          <p:spTgt spid="99"/>
                                        </p:tgtEl>
                                      </p:cBhvr>
                                    </p:animEffect>
                                  </p:childTnLst>
                                </p:cTn>
                              </p:par>
                            </p:childTnLst>
                          </p:cTn>
                        </p:par>
                      </p:childTnLst>
                    </p:cTn>
                  </p:par>
                  <p:par>
                    <p:cTn id="259" fill="hold">
                      <p:stCondLst>
                        <p:cond delay="indefinite"/>
                      </p:stCondLst>
                      <p:childTnLst>
                        <p:par>
                          <p:cTn id="260" fill="hold">
                            <p:stCondLst>
                              <p:cond delay="0"/>
                            </p:stCondLst>
                            <p:childTnLst>
                              <p:par>
                                <p:cTn id="261" presetID="10" presetClass="entr" presetSubtype="0" fill="hold" grpId="0" nodeType="clickEffect">
                                  <p:stCondLst>
                                    <p:cond delay="0"/>
                                  </p:stCondLst>
                                  <p:childTnLst>
                                    <p:set>
                                      <p:cBhvr>
                                        <p:cTn id="262" dur="1" fill="hold">
                                          <p:stCondLst>
                                            <p:cond delay="0"/>
                                          </p:stCondLst>
                                        </p:cTn>
                                        <p:tgtEl>
                                          <p:spTgt spid="96"/>
                                        </p:tgtEl>
                                        <p:attrNameLst>
                                          <p:attrName>style.visibility</p:attrName>
                                        </p:attrNameLst>
                                      </p:cBhvr>
                                      <p:to>
                                        <p:strVal val="visible"/>
                                      </p:to>
                                    </p:set>
                                    <p:animEffect transition="in" filter="fade">
                                      <p:cBhvr>
                                        <p:cTn id="263" dur="500"/>
                                        <p:tgtEl>
                                          <p:spTgt spid="96"/>
                                        </p:tgtEl>
                                      </p:cBhvr>
                                    </p:animEffect>
                                  </p:childTnLst>
                                </p:cTn>
                              </p:par>
                              <p:par>
                                <p:cTn id="264" presetID="10" presetClass="entr" presetSubtype="0" fill="hold" nodeType="withEffect">
                                  <p:stCondLst>
                                    <p:cond delay="0"/>
                                  </p:stCondLst>
                                  <p:childTnLst>
                                    <p:set>
                                      <p:cBhvr>
                                        <p:cTn id="265" dur="1" fill="hold">
                                          <p:stCondLst>
                                            <p:cond delay="0"/>
                                          </p:stCondLst>
                                        </p:cTn>
                                        <p:tgtEl>
                                          <p:spTgt spid="100"/>
                                        </p:tgtEl>
                                        <p:attrNameLst>
                                          <p:attrName>style.visibility</p:attrName>
                                        </p:attrNameLst>
                                      </p:cBhvr>
                                      <p:to>
                                        <p:strVal val="visible"/>
                                      </p:to>
                                    </p:set>
                                    <p:animEffect transition="in" filter="fade">
                                      <p:cBhvr>
                                        <p:cTn id="266" dur="500"/>
                                        <p:tgtEl>
                                          <p:spTgt spid="100"/>
                                        </p:tgtEl>
                                      </p:cBhvr>
                                    </p:animEffect>
                                  </p:childTnLst>
                                </p:cTn>
                              </p:par>
                            </p:childTnLst>
                          </p:cTn>
                        </p:par>
                      </p:childTnLst>
                    </p:cTn>
                  </p:par>
                  <p:par>
                    <p:cTn id="267" fill="hold">
                      <p:stCondLst>
                        <p:cond delay="indefinite"/>
                      </p:stCondLst>
                      <p:childTnLst>
                        <p:par>
                          <p:cTn id="268" fill="hold">
                            <p:stCondLst>
                              <p:cond delay="0"/>
                            </p:stCondLst>
                            <p:childTnLst>
                              <p:par>
                                <p:cTn id="269" presetID="10" presetClass="entr" presetSubtype="0" fill="hold" grpId="0" nodeType="clickEffect">
                                  <p:stCondLst>
                                    <p:cond delay="0"/>
                                  </p:stCondLst>
                                  <p:childTnLst>
                                    <p:set>
                                      <p:cBhvr>
                                        <p:cTn id="270" dur="1" fill="hold">
                                          <p:stCondLst>
                                            <p:cond delay="0"/>
                                          </p:stCondLst>
                                        </p:cTn>
                                        <p:tgtEl>
                                          <p:spTgt spid="102"/>
                                        </p:tgtEl>
                                        <p:attrNameLst>
                                          <p:attrName>style.visibility</p:attrName>
                                        </p:attrNameLst>
                                      </p:cBhvr>
                                      <p:to>
                                        <p:strVal val="visible"/>
                                      </p:to>
                                    </p:set>
                                    <p:animEffect transition="in" filter="fade">
                                      <p:cBhvr>
                                        <p:cTn id="271" dur="500"/>
                                        <p:tgtEl>
                                          <p:spTgt spid="102"/>
                                        </p:tgtEl>
                                      </p:cBhvr>
                                    </p:animEffect>
                                  </p:childTnLst>
                                </p:cTn>
                              </p:par>
                              <p:par>
                                <p:cTn id="272" presetID="10" presetClass="entr" presetSubtype="0" fill="hold" grpId="0" nodeType="withEffect">
                                  <p:stCondLst>
                                    <p:cond delay="0"/>
                                  </p:stCondLst>
                                  <p:childTnLst>
                                    <p:set>
                                      <p:cBhvr>
                                        <p:cTn id="273" dur="1" fill="hold">
                                          <p:stCondLst>
                                            <p:cond delay="0"/>
                                          </p:stCondLst>
                                        </p:cTn>
                                        <p:tgtEl>
                                          <p:spTgt spid="103"/>
                                        </p:tgtEl>
                                        <p:attrNameLst>
                                          <p:attrName>style.visibility</p:attrName>
                                        </p:attrNameLst>
                                      </p:cBhvr>
                                      <p:to>
                                        <p:strVal val="visible"/>
                                      </p:to>
                                    </p:set>
                                    <p:animEffect transition="in" filter="fade">
                                      <p:cBhvr>
                                        <p:cTn id="274" dur="500"/>
                                        <p:tgtEl>
                                          <p:spTgt spid="103"/>
                                        </p:tgtEl>
                                      </p:cBhvr>
                                    </p:animEffect>
                                  </p:childTnLst>
                                </p:cTn>
                              </p:par>
                            </p:childTnLst>
                          </p:cTn>
                        </p:par>
                      </p:childTnLst>
                    </p:cTn>
                  </p:par>
                  <p:par>
                    <p:cTn id="275" fill="hold">
                      <p:stCondLst>
                        <p:cond delay="indefinite"/>
                      </p:stCondLst>
                      <p:childTnLst>
                        <p:par>
                          <p:cTn id="276" fill="hold">
                            <p:stCondLst>
                              <p:cond delay="0"/>
                            </p:stCondLst>
                            <p:childTnLst>
                              <p:par>
                                <p:cTn id="277" presetID="10" presetClass="entr" presetSubtype="0" fill="hold" nodeType="clickEffect">
                                  <p:stCondLst>
                                    <p:cond delay="0"/>
                                  </p:stCondLst>
                                  <p:childTnLst>
                                    <p:set>
                                      <p:cBhvr>
                                        <p:cTn id="278" dur="1" fill="hold">
                                          <p:stCondLst>
                                            <p:cond delay="0"/>
                                          </p:stCondLst>
                                        </p:cTn>
                                        <p:tgtEl>
                                          <p:spTgt spid="121"/>
                                        </p:tgtEl>
                                        <p:attrNameLst>
                                          <p:attrName>style.visibility</p:attrName>
                                        </p:attrNameLst>
                                      </p:cBhvr>
                                      <p:to>
                                        <p:strVal val="visible"/>
                                      </p:to>
                                    </p:set>
                                    <p:animEffect transition="in" filter="fade">
                                      <p:cBhvr>
                                        <p:cTn id="279" dur="500"/>
                                        <p:tgtEl>
                                          <p:spTgt spid="121"/>
                                        </p:tgtEl>
                                      </p:cBhvr>
                                    </p:animEffect>
                                  </p:childTnLst>
                                </p:cTn>
                              </p:par>
                              <p:par>
                                <p:cTn id="280" presetID="10" presetClass="entr" presetSubtype="0" fill="hold" nodeType="withEffect">
                                  <p:stCondLst>
                                    <p:cond delay="0"/>
                                  </p:stCondLst>
                                  <p:childTnLst>
                                    <p:set>
                                      <p:cBhvr>
                                        <p:cTn id="281" dur="1" fill="hold">
                                          <p:stCondLst>
                                            <p:cond delay="0"/>
                                          </p:stCondLst>
                                        </p:cTn>
                                        <p:tgtEl>
                                          <p:spTgt spid="106"/>
                                        </p:tgtEl>
                                        <p:attrNameLst>
                                          <p:attrName>style.visibility</p:attrName>
                                        </p:attrNameLst>
                                      </p:cBhvr>
                                      <p:to>
                                        <p:strVal val="visible"/>
                                      </p:to>
                                    </p:set>
                                    <p:animEffect transition="in" filter="fade">
                                      <p:cBhvr>
                                        <p:cTn id="282" dur="500"/>
                                        <p:tgtEl>
                                          <p:spTgt spid="106"/>
                                        </p:tgtEl>
                                      </p:cBhvr>
                                    </p:animEffect>
                                  </p:childTnLst>
                                </p:cTn>
                              </p:par>
                            </p:childTnLst>
                          </p:cTn>
                        </p:par>
                      </p:childTnLst>
                    </p:cTn>
                  </p:par>
                  <p:par>
                    <p:cTn id="283" fill="hold">
                      <p:stCondLst>
                        <p:cond delay="indefinite"/>
                      </p:stCondLst>
                      <p:childTnLst>
                        <p:par>
                          <p:cTn id="284" fill="hold">
                            <p:stCondLst>
                              <p:cond delay="0"/>
                            </p:stCondLst>
                            <p:childTnLst>
                              <p:par>
                                <p:cTn id="285" presetID="10" presetClass="entr" presetSubtype="0" fill="hold" grpId="0" nodeType="clickEffect">
                                  <p:stCondLst>
                                    <p:cond delay="0"/>
                                  </p:stCondLst>
                                  <p:childTnLst>
                                    <p:set>
                                      <p:cBhvr>
                                        <p:cTn id="286" dur="1" fill="hold">
                                          <p:stCondLst>
                                            <p:cond delay="0"/>
                                          </p:stCondLst>
                                        </p:cTn>
                                        <p:tgtEl>
                                          <p:spTgt spid="107"/>
                                        </p:tgtEl>
                                        <p:attrNameLst>
                                          <p:attrName>style.visibility</p:attrName>
                                        </p:attrNameLst>
                                      </p:cBhvr>
                                      <p:to>
                                        <p:strVal val="visible"/>
                                      </p:to>
                                    </p:set>
                                    <p:animEffect transition="in" filter="fade">
                                      <p:cBhvr>
                                        <p:cTn id="287" dur="500"/>
                                        <p:tgtEl>
                                          <p:spTgt spid="107"/>
                                        </p:tgtEl>
                                      </p:cBhvr>
                                    </p:animEffect>
                                  </p:childTnLst>
                                </p:cTn>
                              </p:par>
                              <p:par>
                                <p:cTn id="288" presetID="10" presetClass="entr" presetSubtype="0" fill="hold" grpId="0" nodeType="withEffect">
                                  <p:stCondLst>
                                    <p:cond delay="0"/>
                                  </p:stCondLst>
                                  <p:childTnLst>
                                    <p:set>
                                      <p:cBhvr>
                                        <p:cTn id="289" dur="1" fill="hold">
                                          <p:stCondLst>
                                            <p:cond delay="0"/>
                                          </p:stCondLst>
                                        </p:cTn>
                                        <p:tgtEl>
                                          <p:spTgt spid="108"/>
                                        </p:tgtEl>
                                        <p:attrNameLst>
                                          <p:attrName>style.visibility</p:attrName>
                                        </p:attrNameLst>
                                      </p:cBhvr>
                                      <p:to>
                                        <p:strVal val="visible"/>
                                      </p:to>
                                    </p:set>
                                    <p:animEffect transition="in" filter="fade">
                                      <p:cBhvr>
                                        <p:cTn id="290" dur="500"/>
                                        <p:tgtEl>
                                          <p:spTgt spid="108"/>
                                        </p:tgtEl>
                                      </p:cBhvr>
                                    </p:animEffect>
                                  </p:childTnLst>
                                </p:cTn>
                              </p:par>
                            </p:childTnLst>
                          </p:cTn>
                        </p:par>
                      </p:childTnLst>
                    </p:cTn>
                  </p:par>
                  <p:par>
                    <p:cTn id="291" fill="hold">
                      <p:stCondLst>
                        <p:cond delay="indefinite"/>
                      </p:stCondLst>
                      <p:childTnLst>
                        <p:par>
                          <p:cTn id="292" fill="hold">
                            <p:stCondLst>
                              <p:cond delay="0"/>
                            </p:stCondLst>
                            <p:childTnLst>
                              <p:par>
                                <p:cTn id="293" presetID="10" presetClass="entr" presetSubtype="0" fill="hold" nodeType="clickEffect">
                                  <p:stCondLst>
                                    <p:cond delay="0"/>
                                  </p:stCondLst>
                                  <p:childTnLst>
                                    <p:set>
                                      <p:cBhvr>
                                        <p:cTn id="294" dur="1" fill="hold">
                                          <p:stCondLst>
                                            <p:cond delay="0"/>
                                          </p:stCondLst>
                                        </p:cTn>
                                        <p:tgtEl>
                                          <p:spTgt spid="112"/>
                                        </p:tgtEl>
                                        <p:attrNameLst>
                                          <p:attrName>style.visibility</p:attrName>
                                        </p:attrNameLst>
                                      </p:cBhvr>
                                      <p:to>
                                        <p:strVal val="visible"/>
                                      </p:to>
                                    </p:set>
                                    <p:animEffect transition="in" filter="fade">
                                      <p:cBhvr>
                                        <p:cTn id="295" dur="500"/>
                                        <p:tgtEl>
                                          <p:spTgt spid="112"/>
                                        </p:tgtEl>
                                      </p:cBhvr>
                                    </p:animEffect>
                                  </p:childTnLst>
                                </p:cTn>
                              </p:par>
                              <p:par>
                                <p:cTn id="296" presetID="10" presetClass="entr" presetSubtype="0" fill="hold" nodeType="withEffect">
                                  <p:stCondLst>
                                    <p:cond delay="0"/>
                                  </p:stCondLst>
                                  <p:childTnLst>
                                    <p:set>
                                      <p:cBhvr>
                                        <p:cTn id="297" dur="1" fill="hold">
                                          <p:stCondLst>
                                            <p:cond delay="0"/>
                                          </p:stCondLst>
                                        </p:cTn>
                                        <p:tgtEl>
                                          <p:spTgt spid="118"/>
                                        </p:tgtEl>
                                        <p:attrNameLst>
                                          <p:attrName>style.visibility</p:attrName>
                                        </p:attrNameLst>
                                      </p:cBhvr>
                                      <p:to>
                                        <p:strVal val="visible"/>
                                      </p:to>
                                    </p:set>
                                    <p:animEffect transition="in" filter="fade">
                                      <p:cBhvr>
                                        <p:cTn id="298" dur="500"/>
                                        <p:tgtEl>
                                          <p:spTgt spid="118"/>
                                        </p:tgtEl>
                                      </p:cBhvr>
                                    </p:animEffect>
                                  </p:childTnLst>
                                </p:cTn>
                              </p:par>
                            </p:childTnLst>
                          </p:cTn>
                        </p:par>
                      </p:childTnLst>
                    </p:cTn>
                  </p:par>
                  <p:par>
                    <p:cTn id="299" fill="hold">
                      <p:stCondLst>
                        <p:cond delay="indefinite"/>
                      </p:stCondLst>
                      <p:childTnLst>
                        <p:par>
                          <p:cTn id="300" fill="hold">
                            <p:stCondLst>
                              <p:cond delay="0"/>
                            </p:stCondLst>
                            <p:childTnLst>
                              <p:par>
                                <p:cTn id="301" presetID="10" presetClass="entr" presetSubtype="0" fill="hold" grpId="0" nodeType="clickEffect">
                                  <p:stCondLst>
                                    <p:cond delay="0"/>
                                  </p:stCondLst>
                                  <p:childTnLst>
                                    <p:set>
                                      <p:cBhvr>
                                        <p:cTn id="302" dur="1" fill="hold">
                                          <p:stCondLst>
                                            <p:cond delay="0"/>
                                          </p:stCondLst>
                                        </p:cTn>
                                        <p:tgtEl>
                                          <p:spTgt spid="119"/>
                                        </p:tgtEl>
                                        <p:attrNameLst>
                                          <p:attrName>style.visibility</p:attrName>
                                        </p:attrNameLst>
                                      </p:cBhvr>
                                      <p:to>
                                        <p:strVal val="visible"/>
                                      </p:to>
                                    </p:set>
                                    <p:animEffect transition="in" filter="fade">
                                      <p:cBhvr>
                                        <p:cTn id="303" dur="500"/>
                                        <p:tgtEl>
                                          <p:spTgt spid="119"/>
                                        </p:tgtEl>
                                      </p:cBhvr>
                                    </p:animEffect>
                                  </p:childTnLst>
                                </p:cTn>
                              </p:par>
                              <p:par>
                                <p:cTn id="304" presetID="10" presetClass="entr" presetSubtype="0" fill="hold" grpId="0" nodeType="withEffect">
                                  <p:stCondLst>
                                    <p:cond delay="0"/>
                                  </p:stCondLst>
                                  <p:childTnLst>
                                    <p:set>
                                      <p:cBhvr>
                                        <p:cTn id="305" dur="1" fill="hold">
                                          <p:stCondLst>
                                            <p:cond delay="0"/>
                                          </p:stCondLst>
                                        </p:cTn>
                                        <p:tgtEl>
                                          <p:spTgt spid="120"/>
                                        </p:tgtEl>
                                        <p:attrNameLst>
                                          <p:attrName>style.visibility</p:attrName>
                                        </p:attrNameLst>
                                      </p:cBhvr>
                                      <p:to>
                                        <p:strVal val="visible"/>
                                      </p:to>
                                    </p:set>
                                    <p:animEffect transition="in" filter="fade">
                                      <p:cBhvr>
                                        <p:cTn id="306" dur="500"/>
                                        <p:tgtEl>
                                          <p:spTgt spid="120"/>
                                        </p:tgtEl>
                                      </p:cBhvr>
                                    </p:animEffect>
                                  </p:childTnLst>
                                </p:cTn>
                              </p:par>
                            </p:childTnLst>
                          </p:cTn>
                        </p:par>
                      </p:childTnLst>
                    </p:cTn>
                  </p:par>
                  <p:par>
                    <p:cTn id="307" fill="hold">
                      <p:stCondLst>
                        <p:cond delay="indefinite"/>
                      </p:stCondLst>
                      <p:childTnLst>
                        <p:par>
                          <p:cTn id="308" fill="hold">
                            <p:stCondLst>
                              <p:cond delay="0"/>
                            </p:stCondLst>
                            <p:childTnLst>
                              <p:par>
                                <p:cTn id="309" presetID="10" presetClass="entr" presetSubtype="0" fill="hold" nodeType="clickEffect">
                                  <p:stCondLst>
                                    <p:cond delay="0"/>
                                  </p:stCondLst>
                                  <p:childTnLst>
                                    <p:set>
                                      <p:cBhvr>
                                        <p:cTn id="310" dur="1" fill="hold">
                                          <p:stCondLst>
                                            <p:cond delay="0"/>
                                          </p:stCondLst>
                                        </p:cTn>
                                        <p:tgtEl>
                                          <p:spTgt spid="127"/>
                                        </p:tgtEl>
                                        <p:attrNameLst>
                                          <p:attrName>style.visibility</p:attrName>
                                        </p:attrNameLst>
                                      </p:cBhvr>
                                      <p:to>
                                        <p:strVal val="visible"/>
                                      </p:to>
                                    </p:set>
                                    <p:animEffect transition="in" filter="fade">
                                      <p:cBhvr>
                                        <p:cTn id="311" dur="500"/>
                                        <p:tgtEl>
                                          <p:spTgt spid="127"/>
                                        </p:tgtEl>
                                      </p:cBhvr>
                                    </p:animEffect>
                                  </p:childTnLst>
                                </p:cTn>
                              </p:par>
                              <p:par>
                                <p:cTn id="312" presetID="10" presetClass="entr" presetSubtype="0" fill="hold" nodeType="withEffect">
                                  <p:stCondLst>
                                    <p:cond delay="0"/>
                                  </p:stCondLst>
                                  <p:childTnLst>
                                    <p:set>
                                      <p:cBhvr>
                                        <p:cTn id="313" dur="1" fill="hold">
                                          <p:stCondLst>
                                            <p:cond delay="0"/>
                                          </p:stCondLst>
                                        </p:cTn>
                                        <p:tgtEl>
                                          <p:spTgt spid="126"/>
                                        </p:tgtEl>
                                        <p:attrNameLst>
                                          <p:attrName>style.visibility</p:attrName>
                                        </p:attrNameLst>
                                      </p:cBhvr>
                                      <p:to>
                                        <p:strVal val="visible"/>
                                      </p:to>
                                    </p:set>
                                    <p:animEffect transition="in" filter="fade">
                                      <p:cBhvr>
                                        <p:cTn id="314" dur="500"/>
                                        <p:tgtEl>
                                          <p:spTgt spid="126"/>
                                        </p:tgtEl>
                                      </p:cBhvr>
                                    </p:animEffect>
                                  </p:childTnLst>
                                </p:cTn>
                              </p:par>
                            </p:childTnLst>
                          </p:cTn>
                        </p:par>
                      </p:childTnLst>
                    </p:cTn>
                  </p:par>
                  <p:par>
                    <p:cTn id="315" fill="hold">
                      <p:stCondLst>
                        <p:cond delay="indefinite"/>
                      </p:stCondLst>
                      <p:childTnLst>
                        <p:par>
                          <p:cTn id="316" fill="hold">
                            <p:stCondLst>
                              <p:cond delay="0"/>
                            </p:stCondLst>
                            <p:childTnLst>
                              <p:par>
                                <p:cTn id="317" presetID="10" presetClass="entr" presetSubtype="0" fill="hold" grpId="0" nodeType="clickEffect">
                                  <p:stCondLst>
                                    <p:cond delay="0"/>
                                  </p:stCondLst>
                                  <p:childTnLst>
                                    <p:set>
                                      <p:cBhvr>
                                        <p:cTn id="318" dur="1" fill="hold">
                                          <p:stCondLst>
                                            <p:cond delay="0"/>
                                          </p:stCondLst>
                                        </p:cTn>
                                        <p:tgtEl>
                                          <p:spTgt spid="122"/>
                                        </p:tgtEl>
                                        <p:attrNameLst>
                                          <p:attrName>style.visibility</p:attrName>
                                        </p:attrNameLst>
                                      </p:cBhvr>
                                      <p:to>
                                        <p:strVal val="visible"/>
                                      </p:to>
                                    </p:set>
                                    <p:animEffect transition="in" filter="fade">
                                      <p:cBhvr>
                                        <p:cTn id="319" dur="500"/>
                                        <p:tgtEl>
                                          <p:spTgt spid="122"/>
                                        </p:tgtEl>
                                      </p:cBhvr>
                                    </p:animEffect>
                                  </p:childTnLst>
                                </p:cTn>
                              </p:par>
                              <p:par>
                                <p:cTn id="320" presetID="10" presetClass="entr" presetSubtype="0" fill="hold" grpId="0" nodeType="withEffect">
                                  <p:stCondLst>
                                    <p:cond delay="0"/>
                                  </p:stCondLst>
                                  <p:childTnLst>
                                    <p:set>
                                      <p:cBhvr>
                                        <p:cTn id="321" dur="1" fill="hold">
                                          <p:stCondLst>
                                            <p:cond delay="0"/>
                                          </p:stCondLst>
                                        </p:cTn>
                                        <p:tgtEl>
                                          <p:spTgt spid="125"/>
                                        </p:tgtEl>
                                        <p:attrNameLst>
                                          <p:attrName>style.visibility</p:attrName>
                                        </p:attrNameLst>
                                      </p:cBhvr>
                                      <p:to>
                                        <p:strVal val="visible"/>
                                      </p:to>
                                    </p:set>
                                    <p:animEffect transition="in" filter="fade">
                                      <p:cBhvr>
                                        <p:cTn id="322" dur="500"/>
                                        <p:tgtEl>
                                          <p:spTgt spid="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 grpId="0"/>
      <p:bldP spid="14" grpId="0"/>
      <p:bldP spid="17" grpId="0"/>
      <p:bldP spid="12" grpId="0" bldLvl="0" animBg="1"/>
      <p:bldP spid="21" grpId="0"/>
      <p:bldP spid="23" grpId="0"/>
      <p:bldP spid="41" grpId="0"/>
      <p:bldP spid="43" grpId="0"/>
      <p:bldP spid="44" grpId="0" bldLvl="0" animBg="1"/>
      <p:bldP spid="45" grpId="0"/>
      <p:bldP spid="47" grpId="0"/>
      <p:bldP spid="49" grpId="0"/>
      <p:bldP spid="50" grpId="0"/>
      <p:bldP spid="51" grpId="0" bldLvl="0" animBg="1"/>
      <p:bldP spid="59" grpId="0"/>
      <p:bldP spid="61" grpId="0"/>
      <p:bldP spid="62" grpId="0" bldLvl="0" animBg="1"/>
      <p:bldP spid="63" grpId="0"/>
      <p:bldP spid="64" grpId="0"/>
      <p:bldP spid="66" grpId="0"/>
      <p:bldP spid="67" grpId="0" bldLvl="0" animBg="1"/>
      <p:bldP spid="69" grpId="0"/>
      <p:bldP spid="75" grpId="0"/>
      <p:bldP spid="77" grpId="0"/>
      <p:bldP spid="78" grpId="0" bldLvl="0" animBg="1"/>
      <p:bldP spid="79" grpId="0"/>
      <p:bldP spid="81" grpId="0"/>
      <p:bldP spid="83" grpId="0"/>
      <p:bldP spid="84" grpId="0" bldLvl="0" animBg="1"/>
      <p:bldP spid="94" grpId="0"/>
      <p:bldP spid="96" grpId="0"/>
      <p:bldP spid="98" grpId="0"/>
      <p:bldP spid="99" grpId="0" bldLvl="0" animBg="1"/>
      <p:bldP spid="102" grpId="0"/>
      <p:bldP spid="103" grpId="0" bldLvl="0" animBg="1"/>
      <p:bldP spid="107" grpId="0"/>
      <p:bldP spid="108" grpId="0" bldLvl="0" animBg="1"/>
      <p:bldP spid="119" grpId="0"/>
      <p:bldP spid="120" grpId="0" bldLvl="0" animBg="1"/>
      <p:bldP spid="122" grpId="0"/>
      <p:bldP spid="125" grpId="0" bldLvl="0" animBg="1"/>
      <p:bldP spid="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1"/>
          <p:cNvSpPr txBox="1">
            <a:spLocks noChangeArrowheads="1"/>
          </p:cNvSpPr>
          <p:nvPr/>
        </p:nvSpPr>
        <p:spPr bwMode="auto">
          <a:xfrm>
            <a:off x="6202378" y="930067"/>
            <a:ext cx="298021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90204" pitchFamily="34" charset="0"/>
              <a:buChar char="•"/>
              <a:defRPr sz="2800">
                <a:solidFill>
                  <a:schemeClr val="tx1"/>
                </a:solidFill>
                <a:latin typeface="Calibri" pitchFamily="34" charset="0"/>
                <a:ea typeface="宋体" pitchFamily="2" charset="-122"/>
              </a:defRPr>
            </a:lvl1pPr>
            <a:lvl2pPr marL="742950" indent="-285750">
              <a:lnSpc>
                <a:spcPct val="90000"/>
              </a:lnSpc>
              <a:spcBef>
                <a:spcPts val="500"/>
              </a:spcBef>
              <a:buFont typeface="Arial" panose="020B0604020202090204" pitchFamily="34" charset="0"/>
              <a:buChar char="•"/>
              <a:defRPr sz="2400">
                <a:solidFill>
                  <a:schemeClr val="tx1"/>
                </a:solidFill>
                <a:latin typeface="Calibri" pitchFamily="34" charset="0"/>
                <a:ea typeface="宋体" pitchFamily="2" charset="-122"/>
              </a:defRPr>
            </a:lvl2pPr>
            <a:lvl3pPr marL="1143000" indent="-228600">
              <a:lnSpc>
                <a:spcPct val="90000"/>
              </a:lnSpc>
              <a:spcBef>
                <a:spcPts val="500"/>
              </a:spcBef>
              <a:buFont typeface="Arial" panose="020B0604020202090204" pitchFamily="34" charset="0"/>
              <a:buChar char="•"/>
              <a:defRPr sz="2000">
                <a:solidFill>
                  <a:schemeClr val="tx1"/>
                </a:solidFill>
                <a:latin typeface="Calibri" pitchFamily="34" charset="0"/>
                <a:ea typeface="宋体" pitchFamily="2" charset="-122"/>
              </a:defRPr>
            </a:lvl3pPr>
            <a:lvl4pPr marL="1600200" indent="-228600">
              <a:lnSpc>
                <a:spcPct val="90000"/>
              </a:lnSpc>
              <a:spcBef>
                <a:spcPts val="500"/>
              </a:spcBef>
              <a:buFont typeface="Arial" panose="020B0604020202090204" pitchFamily="34" charset="0"/>
              <a:buChar char="•"/>
              <a:defRPr>
                <a:solidFill>
                  <a:schemeClr val="tx1"/>
                </a:solidFill>
                <a:latin typeface="Calibri" pitchFamily="34" charset="0"/>
                <a:ea typeface="宋体" pitchFamily="2" charset="-122"/>
              </a:defRPr>
            </a:lvl4pPr>
            <a:lvl5pPr marL="2057400" indent="-228600">
              <a:lnSpc>
                <a:spcPct val="90000"/>
              </a:lnSpc>
              <a:spcBef>
                <a:spcPts val="500"/>
              </a:spcBef>
              <a:buFont typeface="Arial" panose="020B0604020202090204" pitchFamily="34" charset="0"/>
              <a:buChar char="•"/>
              <a:defRPr>
                <a:solidFill>
                  <a:schemeClr val="tx1"/>
                </a:solidFill>
                <a:latin typeface="Calibri"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9pPr>
          </a:lstStyle>
          <a:p>
            <a:pPr>
              <a:lnSpc>
                <a:spcPct val="100000"/>
              </a:lnSpc>
              <a:spcBef>
                <a:spcPct val="0"/>
              </a:spcBef>
              <a:buFontTx/>
              <a:buNone/>
            </a:pPr>
            <a:r>
              <a:rPr lang="en-US" altLang="zh-CN" sz="1600" b="1">
                <a:solidFill>
                  <a:srgbClr val="FF0000"/>
                </a:solidFill>
                <a:latin typeface="Times New Roman" panose="02020503050405090304" pitchFamily="18" charset="0"/>
                <a:sym typeface="+mn-ea"/>
              </a:rPr>
              <a:t>_</a:t>
            </a:r>
            <a:r>
              <a:rPr lang="en-US" altLang="zh-CN" sz="1600" b="1" dirty="0" err="1">
                <a:solidFill>
                  <a:srgbClr val="FF0000"/>
                </a:solidFill>
                <a:latin typeface="Times New Roman" panose="02020503050405090304" pitchFamily="18" charset="0"/>
                <a:sym typeface="+mn-ea"/>
              </a:rPr>
              <a:t>maxP</a:t>
            </a:r>
            <a:r>
              <a:rPr lang="zh-CN" altLang="en-US" sz="1600" b="1" dirty="0">
                <a:latin typeface="Times New Roman" panose="02020503050405090304" pitchFamily="18" charset="0"/>
                <a:sym typeface="+mn-ea"/>
              </a:rPr>
              <a:t>函数用于计算最大概率的切分组合</a:t>
            </a:r>
            <a:endParaRPr lang="en-US" sz="1600" b="1" dirty="0">
              <a:solidFill>
                <a:srgbClr val="004C41"/>
              </a:solidFill>
              <a:latin typeface="Times New Roman" panose="02020503050405090304" pitchFamily="18" charset="0"/>
              <a:cs typeface="+mn-ea"/>
              <a:sym typeface="+mn-lt"/>
            </a:endParaRPr>
          </a:p>
        </p:txBody>
      </p:sp>
      <p:sp>
        <p:nvSpPr>
          <p:cNvPr id="11" name="Rectangle 4"/>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Arial" panose="020B0604020202090204" pitchFamily="34" charset="0"/>
            </a:endParaRPr>
          </a:p>
        </p:txBody>
      </p:sp>
      <p:sp>
        <p:nvSpPr>
          <p:cNvPr id="10" name="文本框 9"/>
          <p:cNvSpPr txBox="1"/>
          <p:nvPr/>
        </p:nvSpPr>
        <p:spPr>
          <a:xfrm>
            <a:off x="621367" y="837562"/>
            <a:ext cx="1053074" cy="246221"/>
          </a:xfrm>
          <a:prstGeom prst="rect">
            <a:avLst/>
          </a:prstGeom>
          <a:noFill/>
        </p:spPr>
        <p:txBody>
          <a:bodyPr wrap="square">
            <a:spAutoFit/>
          </a:bodyPr>
          <a:lstStyle/>
          <a:p>
            <a:r>
              <a:rPr lang="en-US" altLang="zh-CN" sz="1000" dirty="0" err="1">
                <a:solidFill>
                  <a:schemeClr val="accent1">
                    <a:lumMod val="75000"/>
                  </a:schemeClr>
                </a:solidFill>
                <a:latin typeface="Times New Roman" panose="02020503050405090304" pitchFamily="18" charset="0"/>
                <a:ea typeface="宋体" pitchFamily="2" charset="-122"/>
              </a:rPr>
              <a:t>split_groups</a:t>
            </a:r>
            <a:endParaRPr lang="zh-CN" altLang="en-US" sz="1000" dirty="0">
              <a:solidFill>
                <a:schemeClr val="accent1">
                  <a:lumMod val="75000"/>
                </a:schemeClr>
              </a:solidFill>
              <a:latin typeface="Times New Roman" panose="02020503050405090304" pitchFamily="18" charset="0"/>
              <a:ea typeface="宋体" pitchFamily="2" charset="-122"/>
            </a:endParaRPr>
          </a:p>
        </p:txBody>
      </p:sp>
      <p:sp>
        <p:nvSpPr>
          <p:cNvPr id="13" name="矩形 12"/>
          <p:cNvSpPr/>
          <p:nvPr/>
        </p:nvSpPr>
        <p:spPr>
          <a:xfrm>
            <a:off x="1504608" y="859936"/>
            <a:ext cx="1777848" cy="213583"/>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我</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喜欢</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观赏</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日出</a:t>
            </a:r>
            <a:r>
              <a:rPr lang="en-US" altLang="zh-CN" sz="1050" dirty="0">
                <a:solidFill>
                  <a:schemeClr val="tx1">
                    <a:lumMod val="95000"/>
                    <a:lumOff val="5000"/>
                  </a:schemeClr>
                </a:solidFill>
                <a:latin typeface="Times New Roman" panose="02020503050405090304" pitchFamily="18" charset="0"/>
                <a:ea typeface="宋体" pitchFamily="2" charset="-122"/>
              </a:rPr>
              <a:t>’]]</a:t>
            </a:r>
            <a:endParaRPr lang="zh-CN" altLang="en-US" sz="1050" dirty="0">
              <a:solidFill>
                <a:schemeClr val="tx1">
                  <a:lumMod val="95000"/>
                  <a:lumOff val="5000"/>
                </a:schemeClr>
              </a:solidFill>
              <a:latin typeface="Times New Roman" panose="02020503050405090304" pitchFamily="18" charset="0"/>
              <a:ea typeface="宋体" pitchFamily="2" charset="-122"/>
            </a:endParaRPr>
          </a:p>
        </p:txBody>
      </p:sp>
      <p:cxnSp>
        <p:nvCxnSpPr>
          <p:cNvPr id="4" name="直接箭头连接符 3"/>
          <p:cNvCxnSpPr/>
          <p:nvPr/>
        </p:nvCxnSpPr>
        <p:spPr>
          <a:xfrm>
            <a:off x="2274324" y="1150983"/>
            <a:ext cx="0" cy="2676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652287" y="1418627"/>
            <a:ext cx="1053074" cy="246221"/>
          </a:xfrm>
          <a:prstGeom prst="rect">
            <a:avLst/>
          </a:prstGeom>
          <a:noFill/>
        </p:spPr>
        <p:txBody>
          <a:bodyPr wrap="square">
            <a:spAutoFit/>
          </a:bodyPr>
          <a:lstStyle/>
          <a:p>
            <a:r>
              <a:rPr lang="en-US" altLang="zh-CN" sz="1000" dirty="0" err="1">
                <a:solidFill>
                  <a:schemeClr val="bg2">
                    <a:lumMod val="50000"/>
                  </a:schemeClr>
                </a:solidFill>
                <a:latin typeface="Times New Roman" panose="02020503050405090304" pitchFamily="18" charset="0"/>
                <a:ea typeface="宋体" pitchFamily="2" charset="-122"/>
              </a:rPr>
              <a:t>split_words</a:t>
            </a:r>
            <a:endParaRPr lang="zh-CN" altLang="en-US" sz="1000" dirty="0">
              <a:solidFill>
                <a:schemeClr val="bg2">
                  <a:lumMod val="50000"/>
                </a:schemeClr>
              </a:solidFill>
              <a:latin typeface="Times New Roman" panose="02020503050405090304" pitchFamily="18" charset="0"/>
              <a:ea typeface="宋体" pitchFamily="2" charset="-122"/>
            </a:endParaRPr>
          </a:p>
        </p:txBody>
      </p:sp>
      <p:sp>
        <p:nvSpPr>
          <p:cNvPr id="16" name="矩形 15"/>
          <p:cNvSpPr/>
          <p:nvPr/>
        </p:nvSpPr>
        <p:spPr>
          <a:xfrm>
            <a:off x="1504608" y="1444408"/>
            <a:ext cx="1632909" cy="213583"/>
          </a:xfrm>
          <a:prstGeom prst="rect">
            <a:avLst/>
          </a:prstGeom>
          <a:solidFill>
            <a:srgbClr val="CE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我</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喜欢</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观赏</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日出</a:t>
            </a:r>
            <a:r>
              <a:rPr lang="en-US" altLang="zh-CN" sz="1050" dirty="0">
                <a:solidFill>
                  <a:schemeClr val="tx1">
                    <a:lumMod val="95000"/>
                    <a:lumOff val="5000"/>
                  </a:schemeClr>
                </a:solidFill>
                <a:latin typeface="Times New Roman" panose="02020503050405090304" pitchFamily="18" charset="0"/>
                <a:ea typeface="宋体" pitchFamily="2" charset="-122"/>
              </a:rPr>
              <a:t>’]</a:t>
            </a:r>
            <a:endParaRPr lang="zh-CN" altLang="en-US" sz="1050" dirty="0">
              <a:solidFill>
                <a:schemeClr val="tx1">
                  <a:lumMod val="95000"/>
                  <a:lumOff val="5000"/>
                </a:schemeClr>
              </a:solidFill>
              <a:latin typeface="Times New Roman" panose="02020503050405090304" pitchFamily="18" charset="0"/>
              <a:ea typeface="宋体" pitchFamily="2" charset="-122"/>
            </a:endParaRPr>
          </a:p>
        </p:txBody>
      </p:sp>
      <p:cxnSp>
        <p:nvCxnSpPr>
          <p:cNvPr id="17" name="直接箭头连接符 16"/>
          <p:cNvCxnSpPr/>
          <p:nvPr/>
        </p:nvCxnSpPr>
        <p:spPr>
          <a:xfrm>
            <a:off x="2264377" y="1690629"/>
            <a:ext cx="0" cy="331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2295297" y="1690629"/>
            <a:ext cx="1632903" cy="246221"/>
          </a:xfrm>
          <a:prstGeom prst="rect">
            <a:avLst/>
          </a:prstGeom>
          <a:noFill/>
        </p:spPr>
        <p:txBody>
          <a:bodyPr wrap="square">
            <a:spAutoFit/>
          </a:bodyPr>
          <a:lstStyle/>
          <a:p>
            <a:r>
              <a:rPr lang="en-US" altLang="zh-CN" sz="1000" dirty="0" err="1">
                <a:solidFill>
                  <a:schemeClr val="accent1">
                    <a:lumMod val="75000"/>
                  </a:schemeClr>
                </a:solidFill>
                <a:latin typeface="Times New Roman" panose="02020503050405090304" pitchFamily="18" charset="0"/>
                <a:ea typeface="宋体" pitchFamily="2" charset="-122"/>
              </a:rPr>
              <a:t>words_p</a:t>
            </a:r>
            <a:r>
              <a:rPr lang="en-US" altLang="zh-CN" sz="1000" dirty="0">
                <a:solidFill>
                  <a:schemeClr val="accent1">
                    <a:lumMod val="75000"/>
                  </a:schemeClr>
                </a:solidFill>
                <a:latin typeface="Times New Roman" panose="02020503050405090304" pitchFamily="18" charset="0"/>
                <a:ea typeface="宋体" pitchFamily="2" charset="-122"/>
              </a:rPr>
              <a:t>=0 , </a:t>
            </a:r>
            <a:r>
              <a:rPr lang="en-US" altLang="zh-CN" sz="1000" dirty="0" err="1">
                <a:solidFill>
                  <a:schemeClr val="accent1">
                    <a:lumMod val="75000"/>
                  </a:schemeClr>
                </a:solidFill>
                <a:latin typeface="Times New Roman" panose="02020503050405090304" pitchFamily="18" charset="0"/>
                <a:ea typeface="宋体" pitchFamily="2" charset="-122"/>
              </a:rPr>
              <a:t>i</a:t>
            </a:r>
            <a:r>
              <a:rPr lang="en-US" altLang="zh-CN" sz="1000" dirty="0">
                <a:solidFill>
                  <a:schemeClr val="accent1">
                    <a:lumMod val="75000"/>
                  </a:schemeClr>
                </a:solidFill>
                <a:latin typeface="Times New Roman" panose="02020503050405090304" pitchFamily="18" charset="0"/>
                <a:ea typeface="宋体" pitchFamily="2" charset="-122"/>
              </a:rPr>
              <a:t>=0, word=‘</a:t>
            </a:r>
            <a:r>
              <a:rPr lang="zh-CN" altLang="en-US" sz="1000" dirty="0">
                <a:solidFill>
                  <a:schemeClr val="accent1">
                    <a:lumMod val="75000"/>
                  </a:schemeClr>
                </a:solidFill>
                <a:latin typeface="Times New Roman" panose="02020503050405090304" pitchFamily="18" charset="0"/>
                <a:ea typeface="宋体" pitchFamily="2" charset="-122"/>
              </a:rPr>
              <a:t>我</a:t>
            </a:r>
            <a:r>
              <a:rPr lang="en-US" altLang="zh-CN" sz="1000" dirty="0">
                <a:solidFill>
                  <a:schemeClr val="accent1">
                    <a:lumMod val="75000"/>
                  </a:schemeClr>
                </a:solidFill>
                <a:latin typeface="Times New Roman" panose="02020503050405090304" pitchFamily="18" charset="0"/>
                <a:ea typeface="宋体" pitchFamily="2" charset="-122"/>
              </a:rPr>
              <a:t>’ </a:t>
            </a:r>
            <a:endParaRPr lang="zh-CN" altLang="en-US" sz="1000" dirty="0">
              <a:solidFill>
                <a:schemeClr val="accent1">
                  <a:lumMod val="75000"/>
                </a:schemeClr>
              </a:solidFill>
              <a:latin typeface="Times New Roman" panose="02020503050405090304" pitchFamily="18" charset="0"/>
              <a:ea typeface="宋体" pitchFamily="2" charset="-122"/>
            </a:endParaRPr>
          </a:p>
        </p:txBody>
      </p:sp>
      <p:sp>
        <p:nvSpPr>
          <p:cNvPr id="20" name="矩形 19"/>
          <p:cNvSpPr/>
          <p:nvPr/>
        </p:nvSpPr>
        <p:spPr>
          <a:xfrm>
            <a:off x="1508867" y="2051613"/>
            <a:ext cx="2317545" cy="2135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dirty="0" err="1">
                <a:solidFill>
                  <a:schemeClr val="accent1">
                    <a:lumMod val="75000"/>
                  </a:schemeClr>
                </a:solidFill>
                <a:latin typeface="Times New Roman" panose="02020503050405090304" pitchFamily="18" charset="0"/>
                <a:ea typeface="宋体" pitchFamily="2" charset="-122"/>
              </a:rPr>
              <a:t>words_p</a:t>
            </a:r>
            <a:r>
              <a:rPr lang="en-US" altLang="zh-CN" sz="1050" dirty="0">
                <a:solidFill>
                  <a:schemeClr val="accent1">
                    <a:lumMod val="75000"/>
                  </a:schemeClr>
                </a:solidFill>
                <a:latin typeface="Times New Roman" panose="02020503050405090304" pitchFamily="18" charset="0"/>
                <a:ea typeface="宋体" pitchFamily="2" charset="-122"/>
              </a:rPr>
              <a:t> += </a:t>
            </a:r>
            <a:r>
              <a:rPr lang="en-US" altLang="zh-CN" sz="1050" dirty="0">
                <a:solidFill>
                  <a:schemeClr val="tx1"/>
                </a:solidFill>
                <a:latin typeface="Times New Roman" panose="02020503050405090304" pitchFamily="18" charset="0"/>
                <a:ea typeface="宋体" pitchFamily="2" charset="-122"/>
              </a:rPr>
              <a:t>log(</a:t>
            </a:r>
            <a:r>
              <a:rPr lang="en-US" altLang="zh-CN" sz="1050" dirty="0">
                <a:solidFill>
                  <a:schemeClr val="tx1">
                    <a:lumMod val="95000"/>
                    <a:lumOff val="5000"/>
                  </a:schemeClr>
                </a:solidFill>
                <a:latin typeface="Times New Roman" panose="02020503050405090304" pitchFamily="18" charset="0"/>
                <a:ea typeface="宋体" pitchFamily="2" charset="-122"/>
              </a:rPr>
              <a:t>p[‘&lt;start&gt;’][‘</a:t>
            </a:r>
            <a:r>
              <a:rPr lang="zh-CN" altLang="en-US" sz="1050" dirty="0">
                <a:solidFill>
                  <a:schemeClr val="tx1">
                    <a:lumMod val="95000"/>
                    <a:lumOff val="5000"/>
                  </a:schemeClr>
                </a:solidFill>
                <a:latin typeface="Times New Roman" panose="02020503050405090304" pitchFamily="18" charset="0"/>
                <a:ea typeface="宋体" pitchFamily="2" charset="-122"/>
              </a:rPr>
              <a:t>我</a:t>
            </a:r>
            <a:r>
              <a:rPr lang="en-US" altLang="zh-CN" sz="1050" dirty="0">
                <a:solidFill>
                  <a:schemeClr val="tx1">
                    <a:lumMod val="95000"/>
                    <a:lumOff val="5000"/>
                  </a:schemeClr>
                </a:solidFill>
                <a:latin typeface="Times New Roman" panose="02020503050405090304" pitchFamily="18" charset="0"/>
                <a:ea typeface="宋体" pitchFamily="2" charset="-122"/>
              </a:rPr>
              <a:t>’])</a:t>
            </a:r>
            <a:endParaRPr lang="zh-CN" altLang="en-US" sz="1050" dirty="0">
              <a:solidFill>
                <a:schemeClr val="tx1">
                  <a:lumMod val="95000"/>
                  <a:lumOff val="5000"/>
                </a:schemeClr>
              </a:solidFill>
              <a:latin typeface="Times New Roman" panose="02020503050405090304" pitchFamily="18" charset="0"/>
              <a:ea typeface="宋体" pitchFamily="2" charset="-122"/>
            </a:endParaRPr>
          </a:p>
        </p:txBody>
      </p:sp>
      <p:cxnSp>
        <p:nvCxnSpPr>
          <p:cNvPr id="21" name="直接箭头连接符 20"/>
          <p:cNvCxnSpPr/>
          <p:nvPr/>
        </p:nvCxnSpPr>
        <p:spPr>
          <a:xfrm>
            <a:off x="2265275" y="2265196"/>
            <a:ext cx="0" cy="392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2295297" y="2337250"/>
            <a:ext cx="1177381" cy="246221"/>
          </a:xfrm>
          <a:prstGeom prst="rect">
            <a:avLst/>
          </a:prstGeom>
          <a:noFill/>
        </p:spPr>
        <p:txBody>
          <a:bodyPr wrap="square">
            <a:spAutoFit/>
          </a:bodyPr>
          <a:lstStyle/>
          <a:p>
            <a:r>
              <a:rPr lang="en-US" altLang="zh-CN" sz="1000" dirty="0" err="1">
                <a:solidFill>
                  <a:schemeClr val="accent1">
                    <a:lumMod val="75000"/>
                  </a:schemeClr>
                </a:solidFill>
                <a:latin typeface="Times New Roman" panose="02020503050405090304" pitchFamily="18" charset="0"/>
                <a:ea typeface="宋体" pitchFamily="2" charset="-122"/>
              </a:rPr>
              <a:t>i</a:t>
            </a:r>
            <a:r>
              <a:rPr lang="en-US" altLang="zh-CN" sz="1000" dirty="0">
                <a:solidFill>
                  <a:schemeClr val="accent1">
                    <a:lumMod val="75000"/>
                  </a:schemeClr>
                </a:solidFill>
                <a:latin typeface="Times New Roman" panose="02020503050405090304" pitchFamily="18" charset="0"/>
                <a:ea typeface="宋体" pitchFamily="2" charset="-122"/>
              </a:rPr>
              <a:t>=1, word=‘</a:t>
            </a:r>
            <a:r>
              <a:rPr lang="zh-CN" altLang="en-US" sz="1000" dirty="0">
                <a:solidFill>
                  <a:schemeClr val="accent1">
                    <a:lumMod val="75000"/>
                  </a:schemeClr>
                </a:solidFill>
                <a:latin typeface="Times New Roman" panose="02020503050405090304" pitchFamily="18" charset="0"/>
                <a:ea typeface="宋体" pitchFamily="2" charset="-122"/>
              </a:rPr>
              <a:t>喜欢</a:t>
            </a:r>
            <a:r>
              <a:rPr lang="en-US" altLang="zh-CN" sz="1000" dirty="0">
                <a:solidFill>
                  <a:schemeClr val="accent1">
                    <a:lumMod val="75000"/>
                  </a:schemeClr>
                </a:solidFill>
                <a:latin typeface="Times New Roman" panose="02020503050405090304" pitchFamily="18" charset="0"/>
                <a:ea typeface="宋体" pitchFamily="2" charset="-122"/>
              </a:rPr>
              <a:t>’</a:t>
            </a:r>
            <a:endParaRPr lang="zh-CN" altLang="en-US" sz="1000" dirty="0">
              <a:solidFill>
                <a:schemeClr val="accent1">
                  <a:lumMod val="75000"/>
                </a:schemeClr>
              </a:solidFill>
              <a:latin typeface="Times New Roman" panose="02020503050405090304" pitchFamily="18" charset="0"/>
              <a:ea typeface="宋体" pitchFamily="2" charset="-122"/>
            </a:endParaRPr>
          </a:p>
        </p:txBody>
      </p:sp>
      <p:sp>
        <p:nvSpPr>
          <p:cNvPr id="24" name="矩形 23"/>
          <p:cNvSpPr/>
          <p:nvPr/>
        </p:nvSpPr>
        <p:spPr>
          <a:xfrm>
            <a:off x="1508866" y="2724938"/>
            <a:ext cx="1963812" cy="2135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dirty="0" err="1">
                <a:solidFill>
                  <a:schemeClr val="accent1">
                    <a:lumMod val="75000"/>
                  </a:schemeClr>
                </a:solidFill>
                <a:latin typeface="Times New Roman" panose="02020503050405090304" pitchFamily="18" charset="0"/>
                <a:ea typeface="宋体" pitchFamily="2" charset="-122"/>
              </a:rPr>
              <a:t>words_p</a:t>
            </a:r>
            <a:r>
              <a:rPr lang="en-US" altLang="zh-CN" sz="1050" dirty="0">
                <a:solidFill>
                  <a:schemeClr val="accent1">
                    <a:lumMod val="75000"/>
                  </a:schemeClr>
                </a:solidFill>
                <a:latin typeface="Times New Roman" panose="02020503050405090304" pitchFamily="18" charset="0"/>
                <a:ea typeface="宋体" pitchFamily="2" charset="-122"/>
              </a:rPr>
              <a:t> += </a:t>
            </a:r>
            <a:r>
              <a:rPr lang="en-US" altLang="zh-CN" sz="1050" dirty="0">
                <a:solidFill>
                  <a:schemeClr val="tx1"/>
                </a:solidFill>
                <a:latin typeface="Times New Roman" panose="02020503050405090304" pitchFamily="18" charset="0"/>
                <a:ea typeface="宋体" pitchFamily="2" charset="-122"/>
              </a:rPr>
              <a:t>log(</a:t>
            </a:r>
            <a:r>
              <a:rPr lang="en-US" altLang="zh-CN" sz="1050" dirty="0">
                <a:solidFill>
                  <a:schemeClr val="tx1">
                    <a:lumMod val="95000"/>
                    <a:lumOff val="5000"/>
                  </a:schemeClr>
                </a:solidFill>
                <a:latin typeface="Times New Roman" panose="02020503050405090304" pitchFamily="18" charset="0"/>
                <a:ea typeface="宋体" pitchFamily="2" charset="-122"/>
              </a:rPr>
              <a:t>p[‘</a:t>
            </a:r>
            <a:r>
              <a:rPr lang="zh-CN" altLang="en-US" sz="1050" dirty="0">
                <a:solidFill>
                  <a:schemeClr val="tx1">
                    <a:lumMod val="95000"/>
                    <a:lumOff val="5000"/>
                  </a:schemeClr>
                </a:solidFill>
                <a:latin typeface="Times New Roman" panose="02020503050405090304" pitchFamily="18" charset="0"/>
                <a:ea typeface="宋体" pitchFamily="2" charset="-122"/>
              </a:rPr>
              <a:t>我</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喜欢</a:t>
            </a:r>
            <a:r>
              <a:rPr lang="en-US" altLang="zh-CN" sz="1050" dirty="0">
                <a:solidFill>
                  <a:schemeClr val="tx1">
                    <a:lumMod val="95000"/>
                    <a:lumOff val="5000"/>
                  </a:schemeClr>
                </a:solidFill>
                <a:latin typeface="Times New Roman" panose="02020503050405090304" pitchFamily="18" charset="0"/>
                <a:ea typeface="宋体" pitchFamily="2" charset="-122"/>
              </a:rPr>
              <a:t>’])</a:t>
            </a:r>
            <a:endParaRPr lang="zh-CN" altLang="en-US" sz="1050" dirty="0">
              <a:solidFill>
                <a:schemeClr val="tx1">
                  <a:lumMod val="95000"/>
                  <a:lumOff val="5000"/>
                </a:schemeClr>
              </a:solidFill>
              <a:latin typeface="Times New Roman" panose="02020503050405090304" pitchFamily="18" charset="0"/>
              <a:ea typeface="宋体" pitchFamily="2" charset="-122"/>
            </a:endParaRPr>
          </a:p>
        </p:txBody>
      </p:sp>
      <p:cxnSp>
        <p:nvCxnSpPr>
          <p:cNvPr id="25" name="直接箭头连接符 24"/>
          <p:cNvCxnSpPr/>
          <p:nvPr/>
        </p:nvCxnSpPr>
        <p:spPr>
          <a:xfrm>
            <a:off x="2265275" y="2943668"/>
            <a:ext cx="0" cy="392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2295297" y="3015722"/>
            <a:ext cx="1177381" cy="246221"/>
          </a:xfrm>
          <a:prstGeom prst="rect">
            <a:avLst/>
          </a:prstGeom>
          <a:noFill/>
        </p:spPr>
        <p:txBody>
          <a:bodyPr wrap="square">
            <a:spAutoFit/>
          </a:bodyPr>
          <a:lstStyle/>
          <a:p>
            <a:r>
              <a:rPr lang="en-US" altLang="zh-CN" sz="1000" dirty="0" err="1">
                <a:solidFill>
                  <a:schemeClr val="accent1">
                    <a:lumMod val="75000"/>
                  </a:schemeClr>
                </a:solidFill>
                <a:latin typeface="Times New Roman" panose="02020503050405090304" pitchFamily="18" charset="0"/>
                <a:ea typeface="宋体" pitchFamily="2" charset="-122"/>
              </a:rPr>
              <a:t>i</a:t>
            </a:r>
            <a:r>
              <a:rPr lang="en-US" altLang="zh-CN" sz="1000" dirty="0">
                <a:solidFill>
                  <a:schemeClr val="accent1">
                    <a:lumMod val="75000"/>
                  </a:schemeClr>
                </a:solidFill>
                <a:latin typeface="Times New Roman" panose="02020503050405090304" pitchFamily="18" charset="0"/>
                <a:ea typeface="宋体" pitchFamily="2" charset="-122"/>
              </a:rPr>
              <a:t>=2, word=‘</a:t>
            </a:r>
            <a:r>
              <a:rPr lang="zh-CN" altLang="en-US" sz="1000" dirty="0">
                <a:solidFill>
                  <a:schemeClr val="accent1">
                    <a:lumMod val="75000"/>
                  </a:schemeClr>
                </a:solidFill>
                <a:latin typeface="Times New Roman" panose="02020503050405090304" pitchFamily="18" charset="0"/>
                <a:ea typeface="宋体" pitchFamily="2" charset="-122"/>
              </a:rPr>
              <a:t>观赏</a:t>
            </a:r>
            <a:r>
              <a:rPr lang="en-US" altLang="zh-CN" sz="1000" dirty="0">
                <a:solidFill>
                  <a:schemeClr val="accent1">
                    <a:lumMod val="75000"/>
                  </a:schemeClr>
                </a:solidFill>
                <a:latin typeface="Times New Roman" panose="02020503050405090304" pitchFamily="18" charset="0"/>
                <a:ea typeface="宋体" pitchFamily="2" charset="-122"/>
              </a:rPr>
              <a:t>’</a:t>
            </a:r>
            <a:endParaRPr lang="zh-CN" altLang="en-US" sz="1000" dirty="0">
              <a:solidFill>
                <a:schemeClr val="accent1">
                  <a:lumMod val="75000"/>
                </a:schemeClr>
              </a:solidFill>
              <a:latin typeface="Times New Roman" panose="02020503050405090304" pitchFamily="18" charset="0"/>
              <a:ea typeface="宋体" pitchFamily="2" charset="-122"/>
            </a:endParaRPr>
          </a:p>
        </p:txBody>
      </p:sp>
      <p:sp>
        <p:nvSpPr>
          <p:cNvPr id="28" name="矩形 27"/>
          <p:cNvSpPr/>
          <p:nvPr/>
        </p:nvSpPr>
        <p:spPr>
          <a:xfrm>
            <a:off x="1508865" y="3403410"/>
            <a:ext cx="2126159" cy="2135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dirty="0" err="1">
                <a:solidFill>
                  <a:schemeClr val="accent1">
                    <a:lumMod val="75000"/>
                  </a:schemeClr>
                </a:solidFill>
                <a:latin typeface="Times New Roman" panose="02020503050405090304" pitchFamily="18" charset="0"/>
                <a:ea typeface="宋体" pitchFamily="2" charset="-122"/>
              </a:rPr>
              <a:t>words_p</a:t>
            </a:r>
            <a:r>
              <a:rPr lang="en-US" altLang="zh-CN" sz="1050" dirty="0">
                <a:solidFill>
                  <a:schemeClr val="accent1">
                    <a:lumMod val="75000"/>
                  </a:schemeClr>
                </a:solidFill>
                <a:latin typeface="Times New Roman" panose="02020503050405090304" pitchFamily="18" charset="0"/>
                <a:ea typeface="宋体" pitchFamily="2" charset="-122"/>
              </a:rPr>
              <a:t> += </a:t>
            </a:r>
            <a:r>
              <a:rPr lang="en-US" altLang="zh-CN" sz="1050" dirty="0">
                <a:solidFill>
                  <a:schemeClr val="tx1"/>
                </a:solidFill>
                <a:latin typeface="Times New Roman" panose="02020503050405090304" pitchFamily="18" charset="0"/>
                <a:ea typeface="宋体" pitchFamily="2" charset="-122"/>
              </a:rPr>
              <a:t>log( </a:t>
            </a:r>
            <a:r>
              <a:rPr lang="en-US" altLang="zh-CN" sz="1050" dirty="0">
                <a:solidFill>
                  <a:schemeClr val="tx1">
                    <a:lumMod val="95000"/>
                    <a:lumOff val="5000"/>
                  </a:schemeClr>
                </a:solidFill>
                <a:latin typeface="Times New Roman" panose="02020503050405090304" pitchFamily="18" charset="0"/>
                <a:ea typeface="宋体" pitchFamily="2" charset="-122"/>
              </a:rPr>
              <a:t>p[‘</a:t>
            </a:r>
            <a:r>
              <a:rPr lang="zh-CN" altLang="en-US" sz="1050" dirty="0">
                <a:solidFill>
                  <a:schemeClr val="tx1">
                    <a:lumMod val="95000"/>
                    <a:lumOff val="5000"/>
                  </a:schemeClr>
                </a:solidFill>
                <a:latin typeface="Times New Roman" panose="02020503050405090304" pitchFamily="18" charset="0"/>
                <a:ea typeface="宋体" pitchFamily="2" charset="-122"/>
              </a:rPr>
              <a:t>喜欢</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观赏</a:t>
            </a:r>
            <a:r>
              <a:rPr lang="en-US" altLang="zh-CN" sz="1050" dirty="0">
                <a:solidFill>
                  <a:schemeClr val="tx1">
                    <a:lumMod val="95000"/>
                    <a:lumOff val="5000"/>
                  </a:schemeClr>
                </a:solidFill>
                <a:latin typeface="Times New Roman" panose="02020503050405090304" pitchFamily="18" charset="0"/>
                <a:ea typeface="宋体" pitchFamily="2" charset="-122"/>
              </a:rPr>
              <a:t>’])</a:t>
            </a:r>
            <a:endParaRPr lang="zh-CN" altLang="en-US" sz="1050" dirty="0">
              <a:solidFill>
                <a:schemeClr val="tx1">
                  <a:lumMod val="95000"/>
                  <a:lumOff val="5000"/>
                </a:schemeClr>
              </a:solidFill>
              <a:latin typeface="Times New Roman" panose="02020503050405090304" pitchFamily="18" charset="0"/>
              <a:ea typeface="宋体" pitchFamily="2" charset="-122"/>
            </a:endParaRPr>
          </a:p>
        </p:txBody>
      </p:sp>
      <p:cxnSp>
        <p:nvCxnSpPr>
          <p:cNvPr id="32" name="直接箭头连接符 31"/>
          <p:cNvCxnSpPr/>
          <p:nvPr/>
        </p:nvCxnSpPr>
        <p:spPr>
          <a:xfrm>
            <a:off x="2265275" y="3623685"/>
            <a:ext cx="0" cy="392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2295297" y="3695739"/>
            <a:ext cx="1177381" cy="246221"/>
          </a:xfrm>
          <a:prstGeom prst="rect">
            <a:avLst/>
          </a:prstGeom>
          <a:noFill/>
        </p:spPr>
        <p:txBody>
          <a:bodyPr wrap="square">
            <a:spAutoFit/>
          </a:bodyPr>
          <a:lstStyle/>
          <a:p>
            <a:r>
              <a:rPr lang="en-US" altLang="zh-CN" sz="1000" dirty="0" err="1">
                <a:solidFill>
                  <a:schemeClr val="accent1">
                    <a:lumMod val="75000"/>
                  </a:schemeClr>
                </a:solidFill>
                <a:latin typeface="Times New Roman" panose="02020503050405090304" pitchFamily="18" charset="0"/>
                <a:ea typeface="宋体" pitchFamily="2" charset="-122"/>
              </a:rPr>
              <a:t>i</a:t>
            </a:r>
            <a:r>
              <a:rPr lang="en-US" altLang="zh-CN" sz="1000" dirty="0">
                <a:solidFill>
                  <a:schemeClr val="accent1">
                    <a:lumMod val="75000"/>
                  </a:schemeClr>
                </a:solidFill>
                <a:latin typeface="Times New Roman" panose="02020503050405090304" pitchFamily="18" charset="0"/>
                <a:ea typeface="宋体" pitchFamily="2" charset="-122"/>
              </a:rPr>
              <a:t>=3, word=‘</a:t>
            </a:r>
            <a:r>
              <a:rPr lang="zh-CN" altLang="en-US" sz="1000" dirty="0">
                <a:solidFill>
                  <a:schemeClr val="accent1">
                    <a:lumMod val="75000"/>
                  </a:schemeClr>
                </a:solidFill>
                <a:latin typeface="Times New Roman" panose="02020503050405090304" pitchFamily="18" charset="0"/>
                <a:ea typeface="宋体" pitchFamily="2" charset="-122"/>
              </a:rPr>
              <a:t>日出</a:t>
            </a:r>
            <a:r>
              <a:rPr lang="en-US" altLang="zh-CN" sz="1000" dirty="0">
                <a:solidFill>
                  <a:schemeClr val="accent1">
                    <a:lumMod val="75000"/>
                  </a:schemeClr>
                </a:solidFill>
                <a:latin typeface="Times New Roman" panose="02020503050405090304" pitchFamily="18" charset="0"/>
                <a:ea typeface="宋体" pitchFamily="2" charset="-122"/>
              </a:rPr>
              <a:t>’</a:t>
            </a:r>
            <a:endParaRPr lang="zh-CN" altLang="en-US" sz="1000" dirty="0">
              <a:solidFill>
                <a:schemeClr val="accent1">
                  <a:lumMod val="75000"/>
                </a:schemeClr>
              </a:solidFill>
              <a:latin typeface="Times New Roman" panose="02020503050405090304" pitchFamily="18" charset="0"/>
              <a:ea typeface="宋体" pitchFamily="2" charset="-122"/>
            </a:endParaRPr>
          </a:p>
        </p:txBody>
      </p:sp>
      <p:sp>
        <p:nvSpPr>
          <p:cNvPr id="35" name="矩形 34"/>
          <p:cNvSpPr/>
          <p:nvPr/>
        </p:nvSpPr>
        <p:spPr>
          <a:xfrm>
            <a:off x="1508866" y="4083427"/>
            <a:ext cx="2083625" cy="2135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dirty="0" err="1">
                <a:solidFill>
                  <a:schemeClr val="accent1">
                    <a:lumMod val="75000"/>
                  </a:schemeClr>
                </a:solidFill>
                <a:latin typeface="Times New Roman" panose="02020503050405090304" pitchFamily="18" charset="0"/>
                <a:ea typeface="宋体" pitchFamily="2" charset="-122"/>
              </a:rPr>
              <a:t>words_p</a:t>
            </a:r>
            <a:r>
              <a:rPr lang="en-US" altLang="zh-CN" sz="1050" dirty="0">
                <a:solidFill>
                  <a:schemeClr val="accent1">
                    <a:lumMod val="75000"/>
                  </a:schemeClr>
                </a:solidFill>
                <a:latin typeface="Times New Roman" panose="02020503050405090304" pitchFamily="18" charset="0"/>
                <a:ea typeface="宋体" pitchFamily="2" charset="-122"/>
              </a:rPr>
              <a:t> += </a:t>
            </a:r>
            <a:r>
              <a:rPr lang="en-US" altLang="zh-CN" sz="1050" dirty="0">
                <a:solidFill>
                  <a:schemeClr val="tx1"/>
                </a:solidFill>
                <a:latin typeface="Times New Roman" panose="02020503050405090304" pitchFamily="18" charset="0"/>
                <a:ea typeface="宋体" pitchFamily="2" charset="-122"/>
              </a:rPr>
              <a:t>log(</a:t>
            </a:r>
            <a:r>
              <a:rPr lang="en-US" altLang="zh-CN" sz="1050" dirty="0">
                <a:solidFill>
                  <a:schemeClr val="tx1">
                    <a:lumMod val="95000"/>
                    <a:lumOff val="5000"/>
                  </a:schemeClr>
                </a:solidFill>
                <a:latin typeface="Times New Roman" panose="02020503050405090304" pitchFamily="18" charset="0"/>
                <a:ea typeface="宋体" pitchFamily="2" charset="-122"/>
              </a:rPr>
              <a:t>p[‘</a:t>
            </a:r>
            <a:r>
              <a:rPr lang="zh-CN" altLang="en-US" sz="1050" dirty="0">
                <a:solidFill>
                  <a:schemeClr val="tx1">
                    <a:lumMod val="95000"/>
                    <a:lumOff val="5000"/>
                  </a:schemeClr>
                </a:solidFill>
                <a:latin typeface="Times New Roman" panose="02020503050405090304" pitchFamily="18" charset="0"/>
                <a:ea typeface="宋体" pitchFamily="2" charset="-122"/>
              </a:rPr>
              <a:t>观赏</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日出</a:t>
            </a:r>
            <a:r>
              <a:rPr lang="en-US" altLang="zh-CN" sz="1050" dirty="0">
                <a:solidFill>
                  <a:schemeClr val="tx1">
                    <a:lumMod val="95000"/>
                    <a:lumOff val="5000"/>
                  </a:schemeClr>
                </a:solidFill>
                <a:latin typeface="Times New Roman" panose="02020503050405090304" pitchFamily="18" charset="0"/>
                <a:ea typeface="宋体" pitchFamily="2" charset="-122"/>
              </a:rPr>
              <a:t>’])</a:t>
            </a:r>
            <a:endParaRPr lang="zh-CN" altLang="en-US" sz="1050" dirty="0">
              <a:solidFill>
                <a:schemeClr val="tx1">
                  <a:lumMod val="95000"/>
                  <a:lumOff val="5000"/>
                </a:schemeClr>
              </a:solidFill>
              <a:latin typeface="Times New Roman" panose="02020503050405090304" pitchFamily="18" charset="0"/>
              <a:ea typeface="宋体" pitchFamily="2" charset="-122"/>
            </a:endParaRPr>
          </a:p>
        </p:txBody>
      </p:sp>
      <p:cxnSp>
        <p:nvCxnSpPr>
          <p:cNvPr id="36" name="直接箭头连接符 35"/>
          <p:cNvCxnSpPr/>
          <p:nvPr/>
        </p:nvCxnSpPr>
        <p:spPr>
          <a:xfrm flipH="1">
            <a:off x="2264377" y="4297010"/>
            <a:ext cx="1796" cy="2717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文本框 40"/>
          <p:cNvSpPr txBox="1"/>
          <p:nvPr/>
        </p:nvSpPr>
        <p:spPr>
          <a:xfrm>
            <a:off x="1930985" y="4539922"/>
            <a:ext cx="901284" cy="307777"/>
          </a:xfrm>
          <a:prstGeom prst="rect">
            <a:avLst/>
          </a:prstGeom>
          <a:noFill/>
        </p:spPr>
        <p:txBody>
          <a:bodyPr wrap="square">
            <a:spAutoFit/>
          </a:bodyPr>
          <a:lstStyle/>
          <a:p>
            <a:r>
              <a:rPr lang="en-US" altLang="zh-CN" sz="1400" dirty="0" err="1">
                <a:solidFill>
                  <a:schemeClr val="accent1">
                    <a:lumMod val="75000"/>
                  </a:schemeClr>
                </a:solidFill>
                <a:latin typeface="Times New Roman" panose="02020503050405090304" pitchFamily="18" charset="0"/>
                <a:ea typeface="宋体" pitchFamily="2" charset="-122"/>
              </a:rPr>
              <a:t>words_p</a:t>
            </a:r>
            <a:endParaRPr lang="zh-CN" altLang="en-US" dirty="0">
              <a:latin typeface="Times New Roman" panose="02020503050405090304" pitchFamily="18" charset="0"/>
              <a:ea typeface="宋体" pitchFamily="2" charset="-122"/>
            </a:endParaRPr>
          </a:p>
        </p:txBody>
      </p:sp>
      <p:sp>
        <p:nvSpPr>
          <p:cNvPr id="27" name="矩形 26"/>
          <p:cNvSpPr/>
          <p:nvPr/>
        </p:nvSpPr>
        <p:spPr>
          <a:xfrm>
            <a:off x="6927500" y="4494942"/>
            <a:ext cx="1699547" cy="349693"/>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我</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喜欢</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观赏</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日出</a:t>
            </a:r>
            <a:r>
              <a:rPr lang="en-US" altLang="zh-CN" sz="1050" dirty="0">
                <a:solidFill>
                  <a:schemeClr val="tx1">
                    <a:lumMod val="95000"/>
                    <a:lumOff val="5000"/>
                  </a:schemeClr>
                </a:solidFill>
                <a:latin typeface="Times New Roman" panose="02020503050405090304" pitchFamily="18" charset="0"/>
                <a:ea typeface="宋体" pitchFamily="2" charset="-122"/>
              </a:rPr>
              <a:t>’]</a:t>
            </a:r>
            <a:endParaRPr lang="zh-CN" altLang="en-US" sz="1050" dirty="0">
              <a:solidFill>
                <a:schemeClr val="tx1">
                  <a:lumMod val="95000"/>
                  <a:lumOff val="5000"/>
                </a:schemeClr>
              </a:solidFill>
              <a:latin typeface="Times New Roman" panose="02020503050405090304" pitchFamily="18" charset="0"/>
              <a:ea typeface="宋体" pitchFamily="2" charset="-122"/>
            </a:endParaRPr>
          </a:p>
        </p:txBody>
      </p:sp>
      <p:sp>
        <p:nvSpPr>
          <p:cNvPr id="3" name="文本框 2"/>
          <p:cNvSpPr txBox="1"/>
          <p:nvPr/>
        </p:nvSpPr>
        <p:spPr>
          <a:xfrm>
            <a:off x="3249249" y="843012"/>
            <a:ext cx="1053074" cy="246221"/>
          </a:xfrm>
          <a:prstGeom prst="rect">
            <a:avLst/>
          </a:prstGeom>
          <a:noFill/>
        </p:spPr>
        <p:txBody>
          <a:bodyPr wrap="square">
            <a:spAutoFit/>
          </a:bodyPr>
          <a:lstStyle/>
          <a:p>
            <a:r>
              <a:rPr lang="en-US" altLang="zh-CN" sz="1000" dirty="0" err="1">
                <a:solidFill>
                  <a:schemeClr val="accent1">
                    <a:lumMod val="75000"/>
                  </a:schemeClr>
                </a:solidFill>
                <a:latin typeface="Times New Roman" panose="02020503050405090304" pitchFamily="18" charset="0"/>
                <a:ea typeface="宋体" pitchFamily="2" charset="-122"/>
              </a:rPr>
              <a:t>split_groups</a:t>
            </a:r>
            <a:endParaRPr lang="zh-CN" altLang="en-US" sz="1000" dirty="0">
              <a:solidFill>
                <a:schemeClr val="accent1">
                  <a:lumMod val="75000"/>
                </a:schemeClr>
              </a:solidFill>
              <a:latin typeface="Times New Roman" panose="02020503050405090304" pitchFamily="18" charset="0"/>
              <a:ea typeface="宋体" pitchFamily="2" charset="-122"/>
            </a:endParaRPr>
          </a:p>
        </p:txBody>
      </p:sp>
      <p:sp>
        <p:nvSpPr>
          <p:cNvPr id="5" name="矩形 4"/>
          <p:cNvSpPr/>
          <p:nvPr/>
        </p:nvSpPr>
        <p:spPr>
          <a:xfrm>
            <a:off x="4071962" y="859937"/>
            <a:ext cx="1864222" cy="22899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我</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喜欢</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观赏</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日</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出</a:t>
            </a:r>
            <a:r>
              <a:rPr lang="en-US" altLang="zh-CN" sz="1050" dirty="0">
                <a:solidFill>
                  <a:schemeClr val="tx1">
                    <a:lumMod val="95000"/>
                    <a:lumOff val="5000"/>
                  </a:schemeClr>
                </a:solidFill>
                <a:latin typeface="Times New Roman" panose="02020503050405090304" pitchFamily="18" charset="0"/>
                <a:ea typeface="宋体" pitchFamily="2" charset="-122"/>
              </a:rPr>
              <a:t>’]]</a:t>
            </a:r>
            <a:endParaRPr lang="zh-CN" altLang="en-US" sz="1050" dirty="0">
              <a:solidFill>
                <a:schemeClr val="tx1">
                  <a:lumMod val="95000"/>
                  <a:lumOff val="5000"/>
                </a:schemeClr>
              </a:solidFill>
              <a:latin typeface="Times New Roman" panose="02020503050405090304" pitchFamily="18" charset="0"/>
              <a:ea typeface="宋体" pitchFamily="2" charset="-122"/>
            </a:endParaRPr>
          </a:p>
        </p:txBody>
      </p:sp>
      <p:cxnSp>
        <p:nvCxnSpPr>
          <p:cNvPr id="6" name="直接箭头连接符 3"/>
          <p:cNvCxnSpPr/>
          <p:nvPr/>
        </p:nvCxnSpPr>
        <p:spPr>
          <a:xfrm>
            <a:off x="4841678" y="1080646"/>
            <a:ext cx="0" cy="2676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3219641" y="1348290"/>
            <a:ext cx="1053074" cy="246221"/>
          </a:xfrm>
          <a:prstGeom prst="rect">
            <a:avLst/>
          </a:prstGeom>
          <a:noFill/>
        </p:spPr>
        <p:txBody>
          <a:bodyPr wrap="square">
            <a:spAutoFit/>
          </a:bodyPr>
          <a:lstStyle/>
          <a:p>
            <a:r>
              <a:rPr lang="en-US" altLang="zh-CN" sz="1000" dirty="0" err="1">
                <a:solidFill>
                  <a:schemeClr val="bg2">
                    <a:lumMod val="50000"/>
                  </a:schemeClr>
                </a:solidFill>
                <a:latin typeface="Times New Roman" panose="02020503050405090304" pitchFamily="18" charset="0"/>
                <a:ea typeface="宋体" pitchFamily="2" charset="-122"/>
              </a:rPr>
              <a:t>split_words</a:t>
            </a:r>
            <a:endParaRPr lang="zh-CN" altLang="en-US" sz="1000" dirty="0">
              <a:solidFill>
                <a:schemeClr val="bg2">
                  <a:lumMod val="50000"/>
                </a:schemeClr>
              </a:solidFill>
              <a:latin typeface="Times New Roman" panose="02020503050405090304" pitchFamily="18" charset="0"/>
              <a:ea typeface="宋体" pitchFamily="2" charset="-122"/>
            </a:endParaRPr>
          </a:p>
        </p:txBody>
      </p:sp>
      <p:sp>
        <p:nvSpPr>
          <p:cNvPr id="8" name="矩形 7"/>
          <p:cNvSpPr/>
          <p:nvPr/>
        </p:nvSpPr>
        <p:spPr>
          <a:xfrm>
            <a:off x="4071962" y="1374071"/>
            <a:ext cx="1780196" cy="213583"/>
          </a:xfrm>
          <a:prstGeom prst="rect">
            <a:avLst/>
          </a:prstGeom>
          <a:solidFill>
            <a:srgbClr val="CE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我</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喜欢</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观赏</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日</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出</a:t>
            </a:r>
            <a:r>
              <a:rPr lang="en-US" altLang="zh-CN" sz="1050" dirty="0">
                <a:solidFill>
                  <a:schemeClr val="tx1">
                    <a:lumMod val="95000"/>
                    <a:lumOff val="5000"/>
                  </a:schemeClr>
                </a:solidFill>
                <a:latin typeface="Times New Roman" panose="02020503050405090304" pitchFamily="18" charset="0"/>
                <a:ea typeface="宋体" pitchFamily="2" charset="-122"/>
              </a:rPr>
              <a:t>’]</a:t>
            </a:r>
            <a:endParaRPr lang="zh-CN" altLang="en-US" sz="1050" dirty="0">
              <a:solidFill>
                <a:schemeClr val="tx1">
                  <a:lumMod val="95000"/>
                  <a:lumOff val="5000"/>
                </a:schemeClr>
              </a:solidFill>
              <a:latin typeface="Times New Roman" panose="02020503050405090304" pitchFamily="18" charset="0"/>
              <a:ea typeface="宋体" pitchFamily="2" charset="-122"/>
            </a:endParaRPr>
          </a:p>
        </p:txBody>
      </p:sp>
      <p:cxnSp>
        <p:nvCxnSpPr>
          <p:cNvPr id="9" name="直接箭头连接符 16"/>
          <p:cNvCxnSpPr/>
          <p:nvPr/>
        </p:nvCxnSpPr>
        <p:spPr>
          <a:xfrm>
            <a:off x="4831731" y="1620292"/>
            <a:ext cx="0" cy="331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4862651" y="1620292"/>
            <a:ext cx="1632903" cy="246221"/>
          </a:xfrm>
          <a:prstGeom prst="rect">
            <a:avLst/>
          </a:prstGeom>
          <a:noFill/>
        </p:spPr>
        <p:txBody>
          <a:bodyPr wrap="square">
            <a:spAutoFit/>
          </a:bodyPr>
          <a:lstStyle/>
          <a:p>
            <a:r>
              <a:rPr lang="en-US" altLang="zh-CN" sz="1000" dirty="0" err="1">
                <a:solidFill>
                  <a:schemeClr val="accent1">
                    <a:lumMod val="75000"/>
                  </a:schemeClr>
                </a:solidFill>
                <a:latin typeface="Times New Roman" panose="02020503050405090304" pitchFamily="18" charset="0"/>
                <a:ea typeface="宋体" pitchFamily="2" charset="-122"/>
              </a:rPr>
              <a:t>words_p</a:t>
            </a:r>
            <a:r>
              <a:rPr lang="en-US" altLang="zh-CN" sz="1000" dirty="0">
                <a:solidFill>
                  <a:schemeClr val="accent1">
                    <a:lumMod val="75000"/>
                  </a:schemeClr>
                </a:solidFill>
                <a:latin typeface="Times New Roman" panose="02020503050405090304" pitchFamily="18" charset="0"/>
                <a:ea typeface="宋体" pitchFamily="2" charset="-122"/>
              </a:rPr>
              <a:t>=0 , </a:t>
            </a:r>
            <a:r>
              <a:rPr lang="en-US" altLang="zh-CN" sz="1000" dirty="0" err="1">
                <a:solidFill>
                  <a:schemeClr val="accent1">
                    <a:lumMod val="75000"/>
                  </a:schemeClr>
                </a:solidFill>
                <a:latin typeface="Times New Roman" panose="02020503050405090304" pitchFamily="18" charset="0"/>
                <a:ea typeface="宋体" pitchFamily="2" charset="-122"/>
              </a:rPr>
              <a:t>i</a:t>
            </a:r>
            <a:r>
              <a:rPr lang="en-US" altLang="zh-CN" sz="1000" dirty="0">
                <a:solidFill>
                  <a:schemeClr val="accent1">
                    <a:lumMod val="75000"/>
                  </a:schemeClr>
                </a:solidFill>
                <a:latin typeface="Times New Roman" panose="02020503050405090304" pitchFamily="18" charset="0"/>
                <a:ea typeface="宋体" pitchFamily="2" charset="-122"/>
              </a:rPr>
              <a:t>=0, word=‘</a:t>
            </a:r>
            <a:r>
              <a:rPr lang="zh-CN" altLang="en-US" sz="1000" dirty="0">
                <a:solidFill>
                  <a:schemeClr val="accent1">
                    <a:lumMod val="75000"/>
                  </a:schemeClr>
                </a:solidFill>
                <a:latin typeface="Times New Roman" panose="02020503050405090304" pitchFamily="18" charset="0"/>
                <a:ea typeface="宋体" pitchFamily="2" charset="-122"/>
              </a:rPr>
              <a:t>我</a:t>
            </a:r>
            <a:r>
              <a:rPr lang="en-US" altLang="zh-CN" sz="1000" dirty="0">
                <a:solidFill>
                  <a:schemeClr val="accent1">
                    <a:lumMod val="75000"/>
                  </a:schemeClr>
                </a:solidFill>
                <a:latin typeface="Times New Roman" panose="02020503050405090304" pitchFamily="18" charset="0"/>
                <a:ea typeface="宋体" pitchFamily="2" charset="-122"/>
              </a:rPr>
              <a:t>’ </a:t>
            </a:r>
            <a:endParaRPr lang="zh-CN" altLang="en-US" sz="1000" dirty="0">
              <a:solidFill>
                <a:schemeClr val="accent1">
                  <a:lumMod val="75000"/>
                </a:schemeClr>
              </a:solidFill>
              <a:latin typeface="Times New Roman" panose="02020503050405090304" pitchFamily="18" charset="0"/>
              <a:ea typeface="宋体" pitchFamily="2" charset="-122"/>
            </a:endParaRPr>
          </a:p>
        </p:txBody>
      </p:sp>
      <p:sp>
        <p:nvSpPr>
          <p:cNvPr id="14" name="矩形 13"/>
          <p:cNvSpPr/>
          <p:nvPr/>
        </p:nvSpPr>
        <p:spPr>
          <a:xfrm>
            <a:off x="4076221" y="1981276"/>
            <a:ext cx="2317545" cy="2135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dirty="0" err="1">
                <a:solidFill>
                  <a:schemeClr val="accent1">
                    <a:lumMod val="75000"/>
                  </a:schemeClr>
                </a:solidFill>
                <a:latin typeface="Times New Roman" panose="02020503050405090304" pitchFamily="18" charset="0"/>
                <a:ea typeface="宋体" pitchFamily="2" charset="-122"/>
              </a:rPr>
              <a:t>words_p</a:t>
            </a:r>
            <a:r>
              <a:rPr lang="en-US" altLang="zh-CN" sz="1050" dirty="0">
                <a:solidFill>
                  <a:schemeClr val="accent1">
                    <a:lumMod val="75000"/>
                  </a:schemeClr>
                </a:solidFill>
                <a:latin typeface="Times New Roman" panose="02020503050405090304" pitchFamily="18" charset="0"/>
                <a:ea typeface="宋体" pitchFamily="2" charset="-122"/>
              </a:rPr>
              <a:t> += </a:t>
            </a:r>
            <a:r>
              <a:rPr lang="en-US" altLang="zh-CN" sz="1050" dirty="0">
                <a:solidFill>
                  <a:schemeClr val="tx1"/>
                </a:solidFill>
                <a:latin typeface="Times New Roman" panose="02020503050405090304" pitchFamily="18" charset="0"/>
                <a:ea typeface="宋体" pitchFamily="2" charset="-122"/>
              </a:rPr>
              <a:t>log(</a:t>
            </a:r>
            <a:r>
              <a:rPr lang="en-US" altLang="zh-CN" sz="1050" dirty="0">
                <a:solidFill>
                  <a:schemeClr val="tx1">
                    <a:lumMod val="95000"/>
                    <a:lumOff val="5000"/>
                  </a:schemeClr>
                </a:solidFill>
                <a:latin typeface="Times New Roman" panose="02020503050405090304" pitchFamily="18" charset="0"/>
                <a:ea typeface="宋体" pitchFamily="2" charset="-122"/>
              </a:rPr>
              <a:t>p[‘&lt;start&gt;’][‘</a:t>
            </a:r>
            <a:r>
              <a:rPr lang="zh-CN" altLang="en-US" sz="1050" dirty="0">
                <a:solidFill>
                  <a:schemeClr val="tx1">
                    <a:lumMod val="95000"/>
                    <a:lumOff val="5000"/>
                  </a:schemeClr>
                </a:solidFill>
                <a:latin typeface="Times New Roman" panose="02020503050405090304" pitchFamily="18" charset="0"/>
                <a:ea typeface="宋体" pitchFamily="2" charset="-122"/>
              </a:rPr>
              <a:t>我</a:t>
            </a:r>
            <a:r>
              <a:rPr lang="en-US" altLang="zh-CN" sz="1050" dirty="0">
                <a:solidFill>
                  <a:schemeClr val="tx1">
                    <a:lumMod val="95000"/>
                    <a:lumOff val="5000"/>
                  </a:schemeClr>
                </a:solidFill>
                <a:latin typeface="Times New Roman" panose="02020503050405090304" pitchFamily="18" charset="0"/>
                <a:ea typeface="宋体" pitchFamily="2" charset="-122"/>
              </a:rPr>
              <a:t>’])</a:t>
            </a:r>
            <a:endParaRPr lang="zh-CN" altLang="en-US" sz="1050" dirty="0">
              <a:solidFill>
                <a:schemeClr val="tx1">
                  <a:lumMod val="95000"/>
                  <a:lumOff val="5000"/>
                </a:schemeClr>
              </a:solidFill>
              <a:latin typeface="Times New Roman" panose="02020503050405090304" pitchFamily="18" charset="0"/>
              <a:ea typeface="宋体" pitchFamily="2" charset="-122"/>
            </a:endParaRPr>
          </a:p>
        </p:txBody>
      </p:sp>
      <p:cxnSp>
        <p:nvCxnSpPr>
          <p:cNvPr id="19" name="直接箭头连接符 20"/>
          <p:cNvCxnSpPr/>
          <p:nvPr/>
        </p:nvCxnSpPr>
        <p:spPr>
          <a:xfrm>
            <a:off x="4832629" y="2194859"/>
            <a:ext cx="0" cy="392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4862651" y="2266913"/>
            <a:ext cx="1177381" cy="246221"/>
          </a:xfrm>
          <a:prstGeom prst="rect">
            <a:avLst/>
          </a:prstGeom>
          <a:noFill/>
        </p:spPr>
        <p:txBody>
          <a:bodyPr wrap="square">
            <a:spAutoFit/>
          </a:bodyPr>
          <a:lstStyle/>
          <a:p>
            <a:r>
              <a:rPr lang="en-US" altLang="zh-CN" sz="1000" dirty="0" err="1">
                <a:solidFill>
                  <a:schemeClr val="accent1">
                    <a:lumMod val="75000"/>
                  </a:schemeClr>
                </a:solidFill>
                <a:latin typeface="Times New Roman" panose="02020503050405090304" pitchFamily="18" charset="0"/>
                <a:ea typeface="宋体" pitchFamily="2" charset="-122"/>
              </a:rPr>
              <a:t>i</a:t>
            </a:r>
            <a:r>
              <a:rPr lang="en-US" altLang="zh-CN" sz="1000" dirty="0">
                <a:solidFill>
                  <a:schemeClr val="accent1">
                    <a:lumMod val="75000"/>
                  </a:schemeClr>
                </a:solidFill>
                <a:latin typeface="Times New Roman" panose="02020503050405090304" pitchFamily="18" charset="0"/>
                <a:ea typeface="宋体" pitchFamily="2" charset="-122"/>
              </a:rPr>
              <a:t>=1, word=‘</a:t>
            </a:r>
            <a:r>
              <a:rPr lang="zh-CN" altLang="en-US" sz="1000" dirty="0">
                <a:solidFill>
                  <a:schemeClr val="accent1">
                    <a:lumMod val="75000"/>
                  </a:schemeClr>
                </a:solidFill>
                <a:latin typeface="Times New Roman" panose="02020503050405090304" pitchFamily="18" charset="0"/>
                <a:ea typeface="宋体" pitchFamily="2" charset="-122"/>
              </a:rPr>
              <a:t>喜欢</a:t>
            </a:r>
            <a:r>
              <a:rPr lang="en-US" altLang="zh-CN" sz="1000" dirty="0">
                <a:solidFill>
                  <a:schemeClr val="accent1">
                    <a:lumMod val="75000"/>
                  </a:schemeClr>
                </a:solidFill>
                <a:latin typeface="Times New Roman" panose="02020503050405090304" pitchFamily="18" charset="0"/>
                <a:ea typeface="宋体" pitchFamily="2" charset="-122"/>
              </a:rPr>
              <a:t>’</a:t>
            </a:r>
            <a:endParaRPr lang="zh-CN" altLang="en-US" sz="1000" dirty="0">
              <a:solidFill>
                <a:schemeClr val="accent1">
                  <a:lumMod val="75000"/>
                </a:schemeClr>
              </a:solidFill>
              <a:latin typeface="Times New Roman" panose="02020503050405090304" pitchFamily="18" charset="0"/>
              <a:ea typeface="宋体" pitchFamily="2" charset="-122"/>
            </a:endParaRPr>
          </a:p>
        </p:txBody>
      </p:sp>
      <p:sp>
        <p:nvSpPr>
          <p:cNvPr id="29" name="矩形 28"/>
          <p:cNvSpPr/>
          <p:nvPr/>
        </p:nvSpPr>
        <p:spPr>
          <a:xfrm>
            <a:off x="4076220" y="2607709"/>
            <a:ext cx="1963812" cy="2135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dirty="0" err="1">
                <a:solidFill>
                  <a:schemeClr val="accent1">
                    <a:lumMod val="75000"/>
                  </a:schemeClr>
                </a:solidFill>
                <a:latin typeface="Times New Roman" panose="02020503050405090304" pitchFamily="18" charset="0"/>
                <a:ea typeface="宋体" pitchFamily="2" charset="-122"/>
              </a:rPr>
              <a:t>words_p</a:t>
            </a:r>
            <a:r>
              <a:rPr lang="en-US" altLang="zh-CN" sz="1050" dirty="0">
                <a:solidFill>
                  <a:schemeClr val="accent1">
                    <a:lumMod val="75000"/>
                  </a:schemeClr>
                </a:solidFill>
                <a:latin typeface="Times New Roman" panose="02020503050405090304" pitchFamily="18" charset="0"/>
                <a:ea typeface="宋体" pitchFamily="2" charset="-122"/>
              </a:rPr>
              <a:t> += </a:t>
            </a:r>
            <a:r>
              <a:rPr lang="en-US" altLang="zh-CN" sz="1050" dirty="0">
                <a:solidFill>
                  <a:schemeClr val="tx1"/>
                </a:solidFill>
                <a:latin typeface="Times New Roman" panose="02020503050405090304" pitchFamily="18" charset="0"/>
                <a:ea typeface="宋体" pitchFamily="2" charset="-122"/>
              </a:rPr>
              <a:t>log(</a:t>
            </a:r>
            <a:r>
              <a:rPr lang="en-US" altLang="zh-CN" sz="1050" dirty="0">
                <a:solidFill>
                  <a:schemeClr val="tx1">
                    <a:lumMod val="95000"/>
                    <a:lumOff val="5000"/>
                  </a:schemeClr>
                </a:solidFill>
                <a:latin typeface="Times New Roman" panose="02020503050405090304" pitchFamily="18" charset="0"/>
                <a:ea typeface="宋体" pitchFamily="2" charset="-122"/>
              </a:rPr>
              <a:t>p[‘</a:t>
            </a:r>
            <a:r>
              <a:rPr lang="zh-CN" altLang="en-US" sz="1050" dirty="0">
                <a:solidFill>
                  <a:schemeClr val="tx1">
                    <a:lumMod val="95000"/>
                    <a:lumOff val="5000"/>
                  </a:schemeClr>
                </a:solidFill>
                <a:latin typeface="Times New Roman" panose="02020503050405090304" pitchFamily="18" charset="0"/>
                <a:ea typeface="宋体" pitchFamily="2" charset="-122"/>
              </a:rPr>
              <a:t>我</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喜欢</a:t>
            </a:r>
            <a:r>
              <a:rPr lang="en-US" altLang="zh-CN" sz="1050" dirty="0">
                <a:solidFill>
                  <a:schemeClr val="tx1">
                    <a:lumMod val="95000"/>
                    <a:lumOff val="5000"/>
                  </a:schemeClr>
                </a:solidFill>
                <a:latin typeface="Times New Roman" panose="02020503050405090304" pitchFamily="18" charset="0"/>
                <a:ea typeface="宋体" pitchFamily="2" charset="-122"/>
              </a:rPr>
              <a:t>’])</a:t>
            </a:r>
            <a:endParaRPr lang="zh-CN" altLang="en-US" sz="1050" dirty="0">
              <a:solidFill>
                <a:schemeClr val="tx1">
                  <a:lumMod val="95000"/>
                  <a:lumOff val="5000"/>
                </a:schemeClr>
              </a:solidFill>
              <a:latin typeface="Times New Roman" panose="02020503050405090304" pitchFamily="18" charset="0"/>
              <a:ea typeface="宋体" pitchFamily="2" charset="-122"/>
            </a:endParaRPr>
          </a:p>
        </p:txBody>
      </p:sp>
      <p:cxnSp>
        <p:nvCxnSpPr>
          <p:cNvPr id="30" name="直接箭头连接符 24"/>
          <p:cNvCxnSpPr/>
          <p:nvPr/>
        </p:nvCxnSpPr>
        <p:spPr>
          <a:xfrm>
            <a:off x="4832629" y="2826439"/>
            <a:ext cx="0" cy="392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4862651" y="2898493"/>
            <a:ext cx="1177381" cy="246221"/>
          </a:xfrm>
          <a:prstGeom prst="rect">
            <a:avLst/>
          </a:prstGeom>
          <a:noFill/>
        </p:spPr>
        <p:txBody>
          <a:bodyPr wrap="square">
            <a:spAutoFit/>
          </a:bodyPr>
          <a:lstStyle/>
          <a:p>
            <a:r>
              <a:rPr lang="en-US" altLang="zh-CN" sz="1000" dirty="0" err="1">
                <a:solidFill>
                  <a:schemeClr val="accent1">
                    <a:lumMod val="75000"/>
                  </a:schemeClr>
                </a:solidFill>
                <a:latin typeface="Times New Roman" panose="02020503050405090304" pitchFamily="18" charset="0"/>
                <a:ea typeface="宋体" pitchFamily="2" charset="-122"/>
              </a:rPr>
              <a:t>i</a:t>
            </a:r>
            <a:r>
              <a:rPr lang="en-US" altLang="zh-CN" sz="1000" dirty="0">
                <a:solidFill>
                  <a:schemeClr val="accent1">
                    <a:lumMod val="75000"/>
                  </a:schemeClr>
                </a:solidFill>
                <a:latin typeface="Times New Roman" panose="02020503050405090304" pitchFamily="18" charset="0"/>
                <a:ea typeface="宋体" pitchFamily="2" charset="-122"/>
              </a:rPr>
              <a:t>=2, word=‘</a:t>
            </a:r>
            <a:r>
              <a:rPr lang="zh-CN" altLang="en-US" sz="1000" dirty="0">
                <a:solidFill>
                  <a:schemeClr val="accent1">
                    <a:lumMod val="75000"/>
                  </a:schemeClr>
                </a:solidFill>
                <a:latin typeface="Times New Roman" panose="02020503050405090304" pitchFamily="18" charset="0"/>
                <a:ea typeface="宋体" pitchFamily="2" charset="-122"/>
              </a:rPr>
              <a:t>观赏</a:t>
            </a:r>
            <a:r>
              <a:rPr lang="en-US" altLang="zh-CN" sz="1000" dirty="0">
                <a:solidFill>
                  <a:schemeClr val="accent1">
                    <a:lumMod val="75000"/>
                  </a:schemeClr>
                </a:solidFill>
                <a:latin typeface="Times New Roman" panose="02020503050405090304" pitchFamily="18" charset="0"/>
                <a:ea typeface="宋体" pitchFamily="2" charset="-122"/>
              </a:rPr>
              <a:t>’</a:t>
            </a:r>
            <a:endParaRPr lang="zh-CN" altLang="en-US" sz="1000" dirty="0">
              <a:solidFill>
                <a:schemeClr val="accent1">
                  <a:lumMod val="75000"/>
                </a:schemeClr>
              </a:solidFill>
              <a:latin typeface="Times New Roman" panose="02020503050405090304" pitchFamily="18" charset="0"/>
              <a:ea typeface="宋体" pitchFamily="2" charset="-122"/>
            </a:endParaRPr>
          </a:p>
        </p:txBody>
      </p:sp>
      <p:sp>
        <p:nvSpPr>
          <p:cNvPr id="33" name="矩形 32"/>
          <p:cNvSpPr/>
          <p:nvPr/>
        </p:nvSpPr>
        <p:spPr>
          <a:xfrm>
            <a:off x="4076219" y="3286181"/>
            <a:ext cx="2126159" cy="2135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dirty="0" err="1">
                <a:solidFill>
                  <a:schemeClr val="accent1">
                    <a:lumMod val="75000"/>
                  </a:schemeClr>
                </a:solidFill>
                <a:latin typeface="Times New Roman" panose="02020503050405090304" pitchFamily="18" charset="0"/>
                <a:ea typeface="宋体" pitchFamily="2" charset="-122"/>
              </a:rPr>
              <a:t>words_p</a:t>
            </a:r>
            <a:r>
              <a:rPr lang="en-US" altLang="zh-CN" sz="1050" dirty="0">
                <a:solidFill>
                  <a:schemeClr val="accent1">
                    <a:lumMod val="75000"/>
                  </a:schemeClr>
                </a:solidFill>
                <a:latin typeface="Times New Roman" panose="02020503050405090304" pitchFamily="18" charset="0"/>
                <a:ea typeface="宋体" pitchFamily="2" charset="-122"/>
              </a:rPr>
              <a:t> += </a:t>
            </a:r>
            <a:r>
              <a:rPr lang="en-US" altLang="zh-CN" sz="1050" dirty="0">
                <a:solidFill>
                  <a:schemeClr val="tx1"/>
                </a:solidFill>
                <a:latin typeface="Times New Roman" panose="02020503050405090304" pitchFamily="18" charset="0"/>
                <a:ea typeface="宋体" pitchFamily="2" charset="-122"/>
              </a:rPr>
              <a:t>log( </a:t>
            </a:r>
            <a:r>
              <a:rPr lang="en-US" altLang="zh-CN" sz="1050" dirty="0">
                <a:solidFill>
                  <a:schemeClr val="tx1">
                    <a:lumMod val="95000"/>
                    <a:lumOff val="5000"/>
                  </a:schemeClr>
                </a:solidFill>
                <a:latin typeface="Times New Roman" panose="02020503050405090304" pitchFamily="18" charset="0"/>
                <a:ea typeface="宋体" pitchFamily="2" charset="-122"/>
              </a:rPr>
              <a:t>p[‘</a:t>
            </a:r>
            <a:r>
              <a:rPr lang="zh-CN" altLang="en-US" sz="1050" dirty="0">
                <a:solidFill>
                  <a:schemeClr val="tx1">
                    <a:lumMod val="95000"/>
                    <a:lumOff val="5000"/>
                  </a:schemeClr>
                </a:solidFill>
                <a:latin typeface="Times New Roman" panose="02020503050405090304" pitchFamily="18" charset="0"/>
                <a:ea typeface="宋体" pitchFamily="2" charset="-122"/>
              </a:rPr>
              <a:t>喜欢</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观赏</a:t>
            </a:r>
            <a:r>
              <a:rPr lang="en-US" altLang="zh-CN" sz="1050" dirty="0">
                <a:solidFill>
                  <a:schemeClr val="tx1">
                    <a:lumMod val="95000"/>
                    <a:lumOff val="5000"/>
                  </a:schemeClr>
                </a:solidFill>
                <a:latin typeface="Times New Roman" panose="02020503050405090304" pitchFamily="18" charset="0"/>
                <a:ea typeface="宋体" pitchFamily="2" charset="-122"/>
              </a:rPr>
              <a:t>’])</a:t>
            </a:r>
            <a:endParaRPr lang="zh-CN" altLang="en-US" sz="1050" dirty="0">
              <a:solidFill>
                <a:schemeClr val="tx1">
                  <a:lumMod val="95000"/>
                  <a:lumOff val="5000"/>
                </a:schemeClr>
              </a:solidFill>
              <a:latin typeface="Times New Roman" panose="02020503050405090304" pitchFamily="18" charset="0"/>
              <a:ea typeface="宋体" pitchFamily="2" charset="-122"/>
            </a:endParaRPr>
          </a:p>
        </p:txBody>
      </p:sp>
      <p:cxnSp>
        <p:nvCxnSpPr>
          <p:cNvPr id="37" name="直接箭头连接符 31"/>
          <p:cNvCxnSpPr/>
          <p:nvPr/>
        </p:nvCxnSpPr>
        <p:spPr>
          <a:xfrm>
            <a:off x="4832629" y="3506456"/>
            <a:ext cx="0" cy="392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4862651" y="3578510"/>
            <a:ext cx="1177381" cy="246221"/>
          </a:xfrm>
          <a:prstGeom prst="rect">
            <a:avLst/>
          </a:prstGeom>
          <a:noFill/>
        </p:spPr>
        <p:txBody>
          <a:bodyPr wrap="square">
            <a:spAutoFit/>
          </a:bodyPr>
          <a:lstStyle/>
          <a:p>
            <a:r>
              <a:rPr lang="en-US" altLang="zh-CN" sz="1000" dirty="0" err="1">
                <a:solidFill>
                  <a:schemeClr val="accent1">
                    <a:lumMod val="75000"/>
                  </a:schemeClr>
                </a:solidFill>
                <a:latin typeface="Times New Roman" panose="02020503050405090304" pitchFamily="18" charset="0"/>
                <a:ea typeface="宋体" pitchFamily="2" charset="-122"/>
              </a:rPr>
              <a:t>i</a:t>
            </a:r>
            <a:r>
              <a:rPr lang="en-US" altLang="zh-CN" sz="1000" dirty="0">
                <a:solidFill>
                  <a:schemeClr val="accent1">
                    <a:lumMod val="75000"/>
                  </a:schemeClr>
                </a:solidFill>
                <a:latin typeface="Times New Roman" panose="02020503050405090304" pitchFamily="18" charset="0"/>
                <a:ea typeface="宋体" pitchFamily="2" charset="-122"/>
              </a:rPr>
              <a:t>=3, word=‘</a:t>
            </a:r>
            <a:r>
              <a:rPr lang="zh-CN" altLang="en-US" sz="1000" dirty="0">
                <a:solidFill>
                  <a:schemeClr val="accent1">
                    <a:lumMod val="75000"/>
                  </a:schemeClr>
                </a:solidFill>
                <a:latin typeface="Times New Roman" panose="02020503050405090304" pitchFamily="18" charset="0"/>
                <a:ea typeface="宋体" pitchFamily="2" charset="-122"/>
              </a:rPr>
              <a:t>日</a:t>
            </a:r>
            <a:r>
              <a:rPr lang="en-US" altLang="zh-CN" sz="1000" dirty="0">
                <a:solidFill>
                  <a:schemeClr val="accent1">
                    <a:lumMod val="75000"/>
                  </a:schemeClr>
                </a:solidFill>
                <a:latin typeface="Times New Roman" panose="02020503050405090304" pitchFamily="18" charset="0"/>
                <a:ea typeface="宋体" pitchFamily="2" charset="-122"/>
              </a:rPr>
              <a:t>’</a:t>
            </a:r>
            <a:endParaRPr lang="zh-CN" altLang="en-US" sz="1000" dirty="0">
              <a:solidFill>
                <a:schemeClr val="accent1">
                  <a:lumMod val="75000"/>
                </a:schemeClr>
              </a:solidFill>
              <a:latin typeface="Times New Roman" panose="02020503050405090304" pitchFamily="18" charset="0"/>
              <a:ea typeface="宋体" pitchFamily="2" charset="-122"/>
            </a:endParaRPr>
          </a:p>
        </p:txBody>
      </p:sp>
      <p:sp>
        <p:nvSpPr>
          <p:cNvPr id="39" name="矩形 38"/>
          <p:cNvSpPr/>
          <p:nvPr/>
        </p:nvSpPr>
        <p:spPr>
          <a:xfrm>
            <a:off x="4076220" y="3966198"/>
            <a:ext cx="2083625" cy="2135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dirty="0" err="1">
                <a:solidFill>
                  <a:schemeClr val="accent1">
                    <a:lumMod val="75000"/>
                  </a:schemeClr>
                </a:solidFill>
                <a:latin typeface="Times New Roman" panose="02020503050405090304" pitchFamily="18" charset="0"/>
                <a:ea typeface="宋体" pitchFamily="2" charset="-122"/>
              </a:rPr>
              <a:t>words_p</a:t>
            </a:r>
            <a:r>
              <a:rPr lang="en-US" altLang="zh-CN" sz="1050" dirty="0">
                <a:solidFill>
                  <a:schemeClr val="accent1">
                    <a:lumMod val="75000"/>
                  </a:schemeClr>
                </a:solidFill>
                <a:latin typeface="Times New Roman" panose="02020503050405090304" pitchFamily="18" charset="0"/>
                <a:ea typeface="宋体" pitchFamily="2" charset="-122"/>
              </a:rPr>
              <a:t> += </a:t>
            </a:r>
            <a:r>
              <a:rPr lang="en-US" altLang="zh-CN" sz="1050" dirty="0">
                <a:solidFill>
                  <a:schemeClr val="tx1"/>
                </a:solidFill>
                <a:latin typeface="Times New Roman" panose="02020503050405090304" pitchFamily="18" charset="0"/>
                <a:ea typeface="宋体" pitchFamily="2" charset="-122"/>
              </a:rPr>
              <a:t>log(</a:t>
            </a:r>
            <a:r>
              <a:rPr lang="en-US" altLang="zh-CN" sz="1050" dirty="0">
                <a:solidFill>
                  <a:schemeClr val="tx1">
                    <a:lumMod val="95000"/>
                    <a:lumOff val="5000"/>
                  </a:schemeClr>
                </a:solidFill>
                <a:latin typeface="Times New Roman" panose="02020503050405090304" pitchFamily="18" charset="0"/>
                <a:ea typeface="宋体" pitchFamily="2" charset="-122"/>
              </a:rPr>
              <a:t>p[‘</a:t>
            </a:r>
            <a:r>
              <a:rPr lang="zh-CN" altLang="en-US" sz="1050" dirty="0">
                <a:solidFill>
                  <a:schemeClr val="tx1">
                    <a:lumMod val="95000"/>
                    <a:lumOff val="5000"/>
                  </a:schemeClr>
                </a:solidFill>
                <a:latin typeface="Times New Roman" panose="02020503050405090304" pitchFamily="18" charset="0"/>
                <a:ea typeface="宋体" pitchFamily="2" charset="-122"/>
              </a:rPr>
              <a:t>观赏</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日</a:t>
            </a:r>
            <a:r>
              <a:rPr lang="en-US" altLang="zh-CN" sz="1050" dirty="0">
                <a:solidFill>
                  <a:schemeClr val="tx1">
                    <a:lumMod val="95000"/>
                    <a:lumOff val="5000"/>
                  </a:schemeClr>
                </a:solidFill>
                <a:latin typeface="Times New Roman" panose="02020503050405090304" pitchFamily="18" charset="0"/>
                <a:ea typeface="宋体" pitchFamily="2" charset="-122"/>
              </a:rPr>
              <a:t>’])</a:t>
            </a:r>
            <a:endParaRPr lang="zh-CN" altLang="en-US" sz="1050" dirty="0">
              <a:solidFill>
                <a:schemeClr val="tx1">
                  <a:lumMod val="95000"/>
                  <a:lumOff val="5000"/>
                </a:schemeClr>
              </a:solidFill>
              <a:latin typeface="Times New Roman" panose="02020503050405090304" pitchFamily="18" charset="0"/>
              <a:ea typeface="宋体" pitchFamily="2" charset="-122"/>
            </a:endParaRPr>
          </a:p>
        </p:txBody>
      </p:sp>
      <p:cxnSp>
        <p:nvCxnSpPr>
          <p:cNvPr id="40" name="直接箭头连接符 35"/>
          <p:cNvCxnSpPr/>
          <p:nvPr/>
        </p:nvCxnSpPr>
        <p:spPr>
          <a:xfrm flipH="1">
            <a:off x="4831731" y="4179781"/>
            <a:ext cx="1796" cy="2717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文本框 41"/>
          <p:cNvSpPr txBox="1"/>
          <p:nvPr/>
        </p:nvSpPr>
        <p:spPr>
          <a:xfrm>
            <a:off x="4498339" y="4762660"/>
            <a:ext cx="901284" cy="307777"/>
          </a:xfrm>
          <a:prstGeom prst="rect">
            <a:avLst/>
          </a:prstGeom>
          <a:noFill/>
        </p:spPr>
        <p:txBody>
          <a:bodyPr wrap="square">
            <a:spAutoFit/>
          </a:bodyPr>
          <a:lstStyle/>
          <a:p>
            <a:r>
              <a:rPr lang="en-US" altLang="zh-CN" sz="1400" dirty="0" err="1">
                <a:solidFill>
                  <a:schemeClr val="accent1">
                    <a:lumMod val="75000"/>
                  </a:schemeClr>
                </a:solidFill>
                <a:latin typeface="Times New Roman" panose="02020503050405090304" pitchFamily="18" charset="0"/>
                <a:ea typeface="宋体" pitchFamily="2" charset="-122"/>
              </a:rPr>
              <a:t>words_p</a:t>
            </a:r>
            <a:endParaRPr lang="zh-CN" altLang="en-US" dirty="0">
              <a:latin typeface="Times New Roman" panose="02020503050405090304" pitchFamily="18" charset="0"/>
              <a:ea typeface="宋体" pitchFamily="2" charset="-122"/>
            </a:endParaRPr>
          </a:p>
        </p:txBody>
      </p:sp>
      <p:sp>
        <p:nvSpPr>
          <p:cNvPr id="43" name="矩形 42"/>
          <p:cNvSpPr/>
          <p:nvPr/>
        </p:nvSpPr>
        <p:spPr>
          <a:xfrm>
            <a:off x="4087944" y="4435119"/>
            <a:ext cx="2083625" cy="2135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dirty="0" err="1">
                <a:solidFill>
                  <a:schemeClr val="accent1">
                    <a:lumMod val="75000"/>
                  </a:schemeClr>
                </a:solidFill>
                <a:latin typeface="Times New Roman" panose="02020503050405090304" pitchFamily="18" charset="0"/>
                <a:ea typeface="宋体" pitchFamily="2" charset="-122"/>
              </a:rPr>
              <a:t>words_p</a:t>
            </a:r>
            <a:r>
              <a:rPr lang="en-US" altLang="zh-CN" sz="1050" dirty="0">
                <a:solidFill>
                  <a:schemeClr val="accent1">
                    <a:lumMod val="75000"/>
                  </a:schemeClr>
                </a:solidFill>
                <a:latin typeface="Times New Roman" panose="02020503050405090304" pitchFamily="18" charset="0"/>
                <a:ea typeface="宋体" pitchFamily="2" charset="-122"/>
              </a:rPr>
              <a:t> += </a:t>
            </a:r>
            <a:r>
              <a:rPr lang="en-US" altLang="zh-CN" sz="1050" dirty="0">
                <a:solidFill>
                  <a:schemeClr val="tx1"/>
                </a:solidFill>
                <a:latin typeface="Times New Roman" panose="02020503050405090304" pitchFamily="18" charset="0"/>
                <a:ea typeface="宋体" pitchFamily="2" charset="-122"/>
              </a:rPr>
              <a:t>log(</a:t>
            </a:r>
            <a:r>
              <a:rPr lang="en-US" altLang="zh-CN" sz="1050" dirty="0">
                <a:solidFill>
                  <a:schemeClr val="tx1">
                    <a:lumMod val="95000"/>
                    <a:lumOff val="5000"/>
                  </a:schemeClr>
                </a:solidFill>
                <a:latin typeface="Times New Roman" panose="02020503050405090304" pitchFamily="18" charset="0"/>
                <a:ea typeface="宋体" pitchFamily="2" charset="-122"/>
              </a:rPr>
              <a:t>p[‘</a:t>
            </a:r>
            <a:r>
              <a:rPr lang="zh-CN" altLang="en-US" sz="1050" dirty="0">
                <a:solidFill>
                  <a:schemeClr val="tx1">
                    <a:lumMod val="95000"/>
                    <a:lumOff val="5000"/>
                  </a:schemeClr>
                </a:solidFill>
                <a:latin typeface="Times New Roman" panose="02020503050405090304" pitchFamily="18" charset="0"/>
                <a:ea typeface="宋体" pitchFamily="2" charset="-122"/>
              </a:rPr>
              <a:t>日</a:t>
            </a:r>
            <a:r>
              <a:rPr lang="en-US" altLang="zh-CN" sz="1050" dirty="0">
                <a:solidFill>
                  <a:schemeClr val="tx1">
                    <a:lumMod val="95000"/>
                    <a:lumOff val="5000"/>
                  </a:schemeClr>
                </a:solidFill>
                <a:latin typeface="Times New Roman" panose="02020503050405090304" pitchFamily="18" charset="0"/>
                <a:ea typeface="宋体" pitchFamily="2" charset="-122"/>
              </a:rPr>
              <a:t>’][’</a:t>
            </a:r>
            <a:r>
              <a:rPr lang="zh-CN" altLang="en-US" sz="1050" dirty="0">
                <a:solidFill>
                  <a:schemeClr val="tx1">
                    <a:lumMod val="95000"/>
                    <a:lumOff val="5000"/>
                  </a:schemeClr>
                </a:solidFill>
                <a:latin typeface="Times New Roman" panose="02020503050405090304" pitchFamily="18" charset="0"/>
                <a:ea typeface="宋体" pitchFamily="2" charset="-122"/>
              </a:rPr>
              <a:t>出</a:t>
            </a:r>
            <a:r>
              <a:rPr lang="en-US" altLang="zh-CN" sz="1050" dirty="0">
                <a:solidFill>
                  <a:schemeClr val="tx1">
                    <a:lumMod val="95000"/>
                    <a:lumOff val="5000"/>
                  </a:schemeClr>
                </a:solidFill>
                <a:latin typeface="Times New Roman" panose="02020503050405090304" pitchFamily="18" charset="0"/>
                <a:ea typeface="宋体" pitchFamily="2" charset="-122"/>
              </a:rPr>
              <a:t>’])</a:t>
            </a:r>
            <a:endParaRPr lang="zh-CN" altLang="en-US" sz="1050" dirty="0">
              <a:solidFill>
                <a:schemeClr val="tx1">
                  <a:lumMod val="95000"/>
                  <a:lumOff val="5000"/>
                </a:schemeClr>
              </a:solidFill>
              <a:latin typeface="Times New Roman" panose="02020503050405090304" pitchFamily="18" charset="0"/>
              <a:ea typeface="宋体" pitchFamily="2" charset="-122"/>
            </a:endParaRPr>
          </a:p>
        </p:txBody>
      </p:sp>
      <p:cxnSp>
        <p:nvCxnSpPr>
          <p:cNvPr id="44" name="直接箭头连接符 35"/>
          <p:cNvCxnSpPr/>
          <p:nvPr/>
        </p:nvCxnSpPr>
        <p:spPr>
          <a:xfrm flipH="1">
            <a:off x="4843455" y="4648702"/>
            <a:ext cx="1796" cy="2717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文本框 44"/>
          <p:cNvSpPr txBox="1"/>
          <p:nvPr/>
        </p:nvSpPr>
        <p:spPr>
          <a:xfrm>
            <a:off x="4862652" y="4211553"/>
            <a:ext cx="1177381" cy="246221"/>
          </a:xfrm>
          <a:prstGeom prst="rect">
            <a:avLst/>
          </a:prstGeom>
          <a:noFill/>
        </p:spPr>
        <p:txBody>
          <a:bodyPr wrap="square">
            <a:spAutoFit/>
          </a:bodyPr>
          <a:lstStyle/>
          <a:p>
            <a:r>
              <a:rPr lang="en-US" altLang="zh-CN" sz="1000" dirty="0" err="1">
                <a:solidFill>
                  <a:schemeClr val="accent1">
                    <a:lumMod val="75000"/>
                  </a:schemeClr>
                </a:solidFill>
                <a:latin typeface="Times New Roman" panose="02020503050405090304" pitchFamily="18" charset="0"/>
                <a:ea typeface="宋体" pitchFamily="2" charset="-122"/>
              </a:rPr>
              <a:t>i</a:t>
            </a:r>
            <a:r>
              <a:rPr lang="en-US" altLang="zh-CN" sz="1000" dirty="0">
                <a:solidFill>
                  <a:schemeClr val="accent1">
                    <a:lumMod val="75000"/>
                  </a:schemeClr>
                </a:solidFill>
                <a:latin typeface="Times New Roman" panose="02020503050405090304" pitchFamily="18" charset="0"/>
                <a:ea typeface="宋体" pitchFamily="2" charset="-122"/>
              </a:rPr>
              <a:t>=4, word=‘</a:t>
            </a:r>
            <a:r>
              <a:rPr lang="zh-CN" altLang="en-US" sz="1000" dirty="0">
                <a:solidFill>
                  <a:schemeClr val="accent1">
                    <a:lumMod val="75000"/>
                  </a:schemeClr>
                </a:solidFill>
                <a:latin typeface="Times New Roman" panose="02020503050405090304" pitchFamily="18" charset="0"/>
                <a:ea typeface="宋体" pitchFamily="2" charset="-122"/>
              </a:rPr>
              <a:t>出</a:t>
            </a:r>
            <a:r>
              <a:rPr lang="en-US" altLang="zh-CN" sz="1000" dirty="0">
                <a:solidFill>
                  <a:schemeClr val="accent1">
                    <a:lumMod val="75000"/>
                  </a:schemeClr>
                </a:solidFill>
                <a:latin typeface="Times New Roman" panose="02020503050405090304" pitchFamily="18" charset="0"/>
                <a:ea typeface="宋体" pitchFamily="2" charset="-122"/>
              </a:rPr>
              <a:t>’</a:t>
            </a:r>
            <a:endParaRPr lang="zh-CN" altLang="en-US" sz="1000" dirty="0">
              <a:solidFill>
                <a:schemeClr val="accent1">
                  <a:lumMod val="75000"/>
                </a:schemeClr>
              </a:solidFill>
              <a:latin typeface="Times New Roman" panose="02020503050405090304" pitchFamily="18" charset="0"/>
              <a:ea typeface="宋体" pitchFamily="2" charset="-122"/>
            </a:endParaRPr>
          </a:p>
        </p:txBody>
      </p:sp>
      <p:sp>
        <p:nvSpPr>
          <p:cNvPr id="48" name="标题 47"/>
          <p:cNvSpPr>
            <a:spLocks noGrp="1"/>
          </p:cNvSpPr>
          <p:nvPr>
            <p:ph type="title"/>
          </p:nvPr>
        </p:nvSpPr>
        <p:spPr/>
        <p:txBody>
          <a:bodyPr/>
          <a:lstStyle/>
          <a:p>
            <a:r>
              <a:rPr lang="en-US" altLang="zh-CN" sz="2400" b="1">
                <a:solidFill>
                  <a:srgbClr val="004C41"/>
                </a:solidFill>
                <a:ea typeface="宋体" pitchFamily="2" charset="-122"/>
                <a:cs typeface="+mn-ea"/>
                <a:sym typeface="+mn-lt"/>
              </a:rPr>
              <a:t>3. </a:t>
            </a:r>
            <a:r>
              <a:rPr lang="zh-CN" altLang="en-US" sz="2400" b="1">
                <a:solidFill>
                  <a:srgbClr val="004C41"/>
                </a:solidFill>
                <a:ea typeface="宋体" pitchFamily="2" charset="-122"/>
                <a:cs typeface="+mn-ea"/>
                <a:sym typeface="+mn-lt"/>
              </a:rPr>
              <a:t>基于统计模型的分词案例</a:t>
            </a:r>
            <a:r>
              <a:rPr lang="en-US" altLang="zh-CN" sz="2400" b="1">
                <a:solidFill>
                  <a:srgbClr val="004C41"/>
                </a:solidFill>
                <a:ea typeface="宋体" pitchFamily="2" charset="-122"/>
                <a:cs typeface="+mn-ea"/>
                <a:sym typeface="+mn-lt"/>
              </a:rPr>
              <a:t>——</a:t>
            </a:r>
            <a:r>
              <a:rPr lang="zh-CN" altLang="en-US" sz="2400" b="1">
                <a:ea typeface="宋体" pitchFamily="2" charset="-122"/>
                <a:sym typeface="+mn-ea"/>
              </a:rPr>
              <a:t>（</a:t>
            </a:r>
            <a:r>
              <a:rPr lang="en-US" altLang="zh-CN" sz="2400" b="1">
                <a:ea typeface="宋体" pitchFamily="2" charset="-122"/>
                <a:sym typeface="+mn-ea"/>
              </a:rPr>
              <a:t>4</a:t>
            </a:r>
            <a:r>
              <a:rPr lang="zh-CN" altLang="en-US" sz="2400" b="1">
                <a:ea typeface="宋体" pitchFamily="2" charset="-122"/>
                <a:sym typeface="+mn-ea"/>
              </a:rPr>
              <a:t>）</a:t>
            </a:r>
            <a:endParaRPr lang="zh-CN" altLang="en-US">
              <a:ea typeface="宋体" pitchFamily="2" charset="-122"/>
            </a:endParaRPr>
          </a:p>
        </p:txBody>
      </p:sp>
      <p:sp>
        <p:nvSpPr>
          <p:cNvPr id="46" name="日期占位符 45"/>
          <p:cNvSpPr>
            <a:spLocks noGrp="1"/>
          </p:cNvSpPr>
          <p:nvPr>
            <p:ph type="dt" sz="half" idx="10"/>
          </p:nvPr>
        </p:nvSpPr>
        <p:spPr/>
        <p:txBody>
          <a:bodyPr/>
          <a:lstStyle/>
          <a:p>
            <a:fld id="{9F872BA7-DDF7-42B3-8350-2ED8F7E28047}"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47" name="灯片编号占位符 46"/>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24"/>
                                        </p:tgtEl>
                                        <p:attrNameLst>
                                          <p:attrName>style.visibility</p:attrName>
                                        </p:attrNameLst>
                                      </p:cBhvr>
                                      <p:to>
                                        <p:strVal val="visible"/>
                                      </p:to>
                                    </p:set>
                                    <p:anim calcmode="lin" valueType="num">
                                      <p:cBhvr>
                                        <p:cTn id="7" dur="500" fill="hold"/>
                                        <p:tgtEl>
                                          <p:spTgt spid="124"/>
                                        </p:tgtEl>
                                        <p:attrNameLst>
                                          <p:attrName>ppt_w</p:attrName>
                                        </p:attrNameLst>
                                      </p:cBhvr>
                                      <p:tavLst>
                                        <p:tav tm="0">
                                          <p:val>
                                            <p:fltVal val="0"/>
                                          </p:val>
                                        </p:tav>
                                        <p:tav tm="100000">
                                          <p:val>
                                            <p:strVal val="#ppt_w"/>
                                          </p:val>
                                        </p:tav>
                                      </p:tavLst>
                                    </p:anim>
                                    <p:anim calcmode="lin" valueType="num">
                                      <p:cBhvr>
                                        <p:cTn id="8" dur="500" fill="hold"/>
                                        <p:tgtEl>
                                          <p:spTgt spid="124"/>
                                        </p:tgtEl>
                                        <p:attrNameLst>
                                          <p:attrName>ppt_h</p:attrName>
                                        </p:attrNameLst>
                                      </p:cBhvr>
                                      <p:tavLst>
                                        <p:tav tm="0">
                                          <p:val>
                                            <p:fltVal val="0"/>
                                          </p:val>
                                        </p:tav>
                                        <p:tav tm="100000">
                                          <p:val>
                                            <p:strVal val="#ppt_h"/>
                                          </p:val>
                                        </p:tav>
                                      </p:tavLst>
                                    </p:anim>
                                    <p:animEffect transition="in" filter="fade">
                                      <p:cBhvr>
                                        <p:cTn id="9" dur="500"/>
                                        <p:tgtEl>
                                          <p:spTgt spid="124"/>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500"/>
                                        <p:tgtEl>
                                          <p:spTgt spid="1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5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500"/>
                                        <p:tgtEl>
                                          <p:spTgt spid="20"/>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500"/>
                                        <p:tgtEl>
                                          <p:spTgt spid="2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500"/>
                                        <p:tgtEl>
                                          <p:spTgt spid="22"/>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500"/>
                                        <p:tgtEl>
                                          <p:spTgt spid="24"/>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fade">
                                      <p:cBhvr>
                                        <p:cTn id="59" dur="500"/>
                                        <p:tgtEl>
                                          <p:spTgt spid="25"/>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500"/>
                                        <p:tgtEl>
                                          <p:spTgt spid="26"/>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500"/>
                                        <p:tgtEl>
                                          <p:spTgt spid="28"/>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32"/>
                                        </p:tgtEl>
                                        <p:attrNameLst>
                                          <p:attrName>style.visibility</p:attrName>
                                        </p:attrNameLst>
                                      </p:cBhvr>
                                      <p:to>
                                        <p:strVal val="visible"/>
                                      </p:to>
                                    </p:set>
                                    <p:animEffect transition="in" filter="fade">
                                      <p:cBhvr>
                                        <p:cTn id="72" dur="500"/>
                                        <p:tgtEl>
                                          <p:spTgt spid="32"/>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4"/>
                                        </p:tgtEl>
                                        <p:attrNameLst>
                                          <p:attrName>style.visibility</p:attrName>
                                        </p:attrNameLst>
                                      </p:cBhvr>
                                      <p:to>
                                        <p:strVal val="visible"/>
                                      </p:to>
                                    </p:set>
                                    <p:animEffect transition="in" filter="fade">
                                      <p:cBhvr>
                                        <p:cTn id="75" dur="500"/>
                                        <p:tgtEl>
                                          <p:spTgt spid="34"/>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35"/>
                                        </p:tgtEl>
                                        <p:attrNameLst>
                                          <p:attrName>style.visibility</p:attrName>
                                        </p:attrNameLst>
                                      </p:cBhvr>
                                      <p:to>
                                        <p:strVal val="visible"/>
                                      </p:to>
                                    </p:set>
                                    <p:animEffect transition="in" filter="fade">
                                      <p:cBhvr>
                                        <p:cTn id="80" dur="500"/>
                                        <p:tgtEl>
                                          <p:spTgt spid="35"/>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36"/>
                                        </p:tgtEl>
                                        <p:attrNameLst>
                                          <p:attrName>style.visibility</p:attrName>
                                        </p:attrNameLst>
                                      </p:cBhvr>
                                      <p:to>
                                        <p:strVal val="visible"/>
                                      </p:to>
                                    </p:set>
                                    <p:animEffect transition="in" filter="fade">
                                      <p:cBhvr>
                                        <p:cTn id="85" dur="500"/>
                                        <p:tgtEl>
                                          <p:spTgt spid="36"/>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41"/>
                                        </p:tgtEl>
                                        <p:attrNameLst>
                                          <p:attrName>style.visibility</p:attrName>
                                        </p:attrNameLst>
                                      </p:cBhvr>
                                      <p:to>
                                        <p:strVal val="visible"/>
                                      </p:to>
                                    </p:set>
                                    <p:animEffect transition="in" filter="fade">
                                      <p:cBhvr>
                                        <p:cTn id="88" dur="500"/>
                                        <p:tgtEl>
                                          <p:spTgt spid="41"/>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3"/>
                                        </p:tgtEl>
                                        <p:attrNameLst>
                                          <p:attrName>style.visibility</p:attrName>
                                        </p:attrNameLst>
                                      </p:cBhvr>
                                      <p:to>
                                        <p:strVal val="visible"/>
                                      </p:to>
                                    </p:set>
                                    <p:animEffect transition="in" filter="fade">
                                      <p:cBhvr>
                                        <p:cTn id="93" dur="500"/>
                                        <p:tgtEl>
                                          <p:spTgt spid="3"/>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5"/>
                                        </p:tgtEl>
                                        <p:attrNameLst>
                                          <p:attrName>style.visibility</p:attrName>
                                        </p:attrNameLst>
                                      </p:cBhvr>
                                      <p:to>
                                        <p:strVal val="visible"/>
                                      </p:to>
                                    </p:set>
                                    <p:animEffect transition="in" filter="fade">
                                      <p:cBhvr>
                                        <p:cTn id="96" dur="500"/>
                                        <p:tgtEl>
                                          <p:spTgt spid="5"/>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6"/>
                                        </p:tgtEl>
                                        <p:attrNameLst>
                                          <p:attrName>style.visibility</p:attrName>
                                        </p:attrNameLst>
                                      </p:cBhvr>
                                      <p:to>
                                        <p:strVal val="visible"/>
                                      </p:to>
                                    </p:set>
                                    <p:animEffect transition="in" filter="fade">
                                      <p:cBhvr>
                                        <p:cTn id="101" dur="500"/>
                                        <p:tgtEl>
                                          <p:spTgt spid="6"/>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7"/>
                                        </p:tgtEl>
                                        <p:attrNameLst>
                                          <p:attrName>style.visibility</p:attrName>
                                        </p:attrNameLst>
                                      </p:cBhvr>
                                      <p:to>
                                        <p:strVal val="visible"/>
                                      </p:to>
                                    </p:set>
                                    <p:animEffect transition="in" filter="fade">
                                      <p:cBhvr>
                                        <p:cTn id="104" dur="500"/>
                                        <p:tgtEl>
                                          <p:spTgt spid="7"/>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8"/>
                                        </p:tgtEl>
                                        <p:attrNameLst>
                                          <p:attrName>style.visibility</p:attrName>
                                        </p:attrNameLst>
                                      </p:cBhvr>
                                      <p:to>
                                        <p:strVal val="visible"/>
                                      </p:to>
                                    </p:set>
                                    <p:animEffect transition="in" filter="fade">
                                      <p:cBhvr>
                                        <p:cTn id="107" dur="500"/>
                                        <p:tgtEl>
                                          <p:spTgt spid="8"/>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nodeType="clickEffect">
                                  <p:stCondLst>
                                    <p:cond delay="0"/>
                                  </p:stCondLst>
                                  <p:childTnLst>
                                    <p:set>
                                      <p:cBhvr>
                                        <p:cTn id="111" dur="1" fill="hold">
                                          <p:stCondLst>
                                            <p:cond delay="0"/>
                                          </p:stCondLst>
                                        </p:cTn>
                                        <p:tgtEl>
                                          <p:spTgt spid="9"/>
                                        </p:tgtEl>
                                        <p:attrNameLst>
                                          <p:attrName>style.visibility</p:attrName>
                                        </p:attrNameLst>
                                      </p:cBhvr>
                                      <p:to>
                                        <p:strVal val="visible"/>
                                      </p:to>
                                    </p:set>
                                    <p:animEffect transition="in" filter="fade">
                                      <p:cBhvr>
                                        <p:cTn id="112" dur="500"/>
                                        <p:tgtEl>
                                          <p:spTgt spid="9"/>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12"/>
                                        </p:tgtEl>
                                        <p:attrNameLst>
                                          <p:attrName>style.visibility</p:attrName>
                                        </p:attrNameLst>
                                      </p:cBhvr>
                                      <p:to>
                                        <p:strVal val="visible"/>
                                      </p:to>
                                    </p:set>
                                    <p:animEffect transition="in" filter="fade">
                                      <p:cBhvr>
                                        <p:cTn id="115" dur="500"/>
                                        <p:tgtEl>
                                          <p:spTgt spid="12"/>
                                        </p:tgtEl>
                                      </p:cBhvr>
                                    </p:animEffect>
                                  </p:childTnLst>
                                </p:cTn>
                              </p:par>
                            </p:childTnLst>
                          </p:cTn>
                        </p:par>
                      </p:childTnLst>
                    </p:cTn>
                  </p:par>
                  <p:par>
                    <p:cTn id="116" fill="hold">
                      <p:stCondLst>
                        <p:cond delay="indefinite"/>
                      </p:stCondLst>
                      <p:childTnLst>
                        <p:par>
                          <p:cTn id="117" fill="hold">
                            <p:stCondLst>
                              <p:cond delay="0"/>
                            </p:stCondLst>
                            <p:childTnLst>
                              <p:par>
                                <p:cTn id="118" presetID="10" presetClass="entr" presetSubtype="0" fill="hold" grpId="0" nodeType="clickEffect">
                                  <p:stCondLst>
                                    <p:cond delay="0"/>
                                  </p:stCondLst>
                                  <p:childTnLst>
                                    <p:set>
                                      <p:cBhvr>
                                        <p:cTn id="119" dur="1" fill="hold">
                                          <p:stCondLst>
                                            <p:cond delay="0"/>
                                          </p:stCondLst>
                                        </p:cTn>
                                        <p:tgtEl>
                                          <p:spTgt spid="14"/>
                                        </p:tgtEl>
                                        <p:attrNameLst>
                                          <p:attrName>style.visibility</p:attrName>
                                        </p:attrNameLst>
                                      </p:cBhvr>
                                      <p:to>
                                        <p:strVal val="visible"/>
                                      </p:to>
                                    </p:set>
                                    <p:animEffect transition="in" filter="fade">
                                      <p:cBhvr>
                                        <p:cTn id="120" dur="500"/>
                                        <p:tgtEl>
                                          <p:spTgt spid="14"/>
                                        </p:tgtEl>
                                      </p:cBhvr>
                                    </p:animEffect>
                                  </p:childTnLst>
                                </p:cTn>
                              </p:par>
                            </p:childTnLst>
                          </p:cTn>
                        </p:par>
                      </p:childTnLst>
                    </p:cTn>
                  </p:par>
                  <p:par>
                    <p:cTn id="121" fill="hold">
                      <p:stCondLst>
                        <p:cond delay="indefinite"/>
                      </p:stCondLst>
                      <p:childTnLst>
                        <p:par>
                          <p:cTn id="122" fill="hold">
                            <p:stCondLst>
                              <p:cond delay="0"/>
                            </p:stCondLst>
                            <p:childTnLst>
                              <p:par>
                                <p:cTn id="123" presetID="10" presetClass="entr" presetSubtype="0" fill="hold" nodeType="clickEffect">
                                  <p:stCondLst>
                                    <p:cond delay="0"/>
                                  </p:stCondLst>
                                  <p:childTnLst>
                                    <p:set>
                                      <p:cBhvr>
                                        <p:cTn id="124" dur="1" fill="hold">
                                          <p:stCondLst>
                                            <p:cond delay="0"/>
                                          </p:stCondLst>
                                        </p:cTn>
                                        <p:tgtEl>
                                          <p:spTgt spid="19"/>
                                        </p:tgtEl>
                                        <p:attrNameLst>
                                          <p:attrName>style.visibility</p:attrName>
                                        </p:attrNameLst>
                                      </p:cBhvr>
                                      <p:to>
                                        <p:strVal val="visible"/>
                                      </p:to>
                                    </p:set>
                                    <p:animEffect transition="in" filter="fade">
                                      <p:cBhvr>
                                        <p:cTn id="125" dur="500"/>
                                        <p:tgtEl>
                                          <p:spTgt spid="19"/>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23"/>
                                        </p:tgtEl>
                                        <p:attrNameLst>
                                          <p:attrName>style.visibility</p:attrName>
                                        </p:attrNameLst>
                                      </p:cBhvr>
                                      <p:to>
                                        <p:strVal val="visible"/>
                                      </p:to>
                                    </p:set>
                                    <p:animEffect transition="in" filter="fade">
                                      <p:cBhvr>
                                        <p:cTn id="128" dur="500"/>
                                        <p:tgtEl>
                                          <p:spTgt spid="23"/>
                                        </p:tgtEl>
                                      </p:cBhvr>
                                    </p:animEffect>
                                  </p:childTnLst>
                                </p:cTn>
                              </p:par>
                            </p:childTnLst>
                          </p:cTn>
                        </p:par>
                      </p:childTnLst>
                    </p:cTn>
                  </p:par>
                  <p:par>
                    <p:cTn id="129" fill="hold">
                      <p:stCondLst>
                        <p:cond delay="indefinite"/>
                      </p:stCondLst>
                      <p:childTnLst>
                        <p:par>
                          <p:cTn id="130" fill="hold">
                            <p:stCondLst>
                              <p:cond delay="0"/>
                            </p:stCondLst>
                            <p:childTnLst>
                              <p:par>
                                <p:cTn id="131" presetID="10" presetClass="entr" presetSubtype="0" fill="hold" grpId="0" nodeType="clickEffect">
                                  <p:stCondLst>
                                    <p:cond delay="0"/>
                                  </p:stCondLst>
                                  <p:childTnLst>
                                    <p:set>
                                      <p:cBhvr>
                                        <p:cTn id="132" dur="1" fill="hold">
                                          <p:stCondLst>
                                            <p:cond delay="0"/>
                                          </p:stCondLst>
                                        </p:cTn>
                                        <p:tgtEl>
                                          <p:spTgt spid="29"/>
                                        </p:tgtEl>
                                        <p:attrNameLst>
                                          <p:attrName>style.visibility</p:attrName>
                                        </p:attrNameLst>
                                      </p:cBhvr>
                                      <p:to>
                                        <p:strVal val="visible"/>
                                      </p:to>
                                    </p:set>
                                    <p:animEffect transition="in" filter="fade">
                                      <p:cBhvr>
                                        <p:cTn id="133" dur="500"/>
                                        <p:tgtEl>
                                          <p:spTgt spid="29"/>
                                        </p:tgtEl>
                                      </p:cBhvr>
                                    </p:animEffect>
                                  </p:childTnLst>
                                </p:cTn>
                              </p:par>
                            </p:childTnLst>
                          </p:cTn>
                        </p:par>
                      </p:childTnLst>
                    </p:cTn>
                  </p:par>
                  <p:par>
                    <p:cTn id="134" fill="hold">
                      <p:stCondLst>
                        <p:cond delay="indefinite"/>
                      </p:stCondLst>
                      <p:childTnLst>
                        <p:par>
                          <p:cTn id="135" fill="hold">
                            <p:stCondLst>
                              <p:cond delay="0"/>
                            </p:stCondLst>
                            <p:childTnLst>
                              <p:par>
                                <p:cTn id="136" presetID="10" presetClass="entr" presetSubtype="0" fill="hold" nodeType="clickEffect">
                                  <p:stCondLst>
                                    <p:cond delay="0"/>
                                  </p:stCondLst>
                                  <p:childTnLst>
                                    <p:set>
                                      <p:cBhvr>
                                        <p:cTn id="137" dur="1" fill="hold">
                                          <p:stCondLst>
                                            <p:cond delay="0"/>
                                          </p:stCondLst>
                                        </p:cTn>
                                        <p:tgtEl>
                                          <p:spTgt spid="30"/>
                                        </p:tgtEl>
                                        <p:attrNameLst>
                                          <p:attrName>style.visibility</p:attrName>
                                        </p:attrNameLst>
                                      </p:cBhvr>
                                      <p:to>
                                        <p:strVal val="visible"/>
                                      </p:to>
                                    </p:set>
                                    <p:animEffect transition="in" filter="fade">
                                      <p:cBhvr>
                                        <p:cTn id="138" dur="500"/>
                                        <p:tgtEl>
                                          <p:spTgt spid="30"/>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31"/>
                                        </p:tgtEl>
                                        <p:attrNameLst>
                                          <p:attrName>style.visibility</p:attrName>
                                        </p:attrNameLst>
                                      </p:cBhvr>
                                      <p:to>
                                        <p:strVal val="visible"/>
                                      </p:to>
                                    </p:set>
                                    <p:animEffect transition="in" filter="fade">
                                      <p:cBhvr>
                                        <p:cTn id="141" dur="500"/>
                                        <p:tgtEl>
                                          <p:spTgt spid="31"/>
                                        </p:tgtEl>
                                      </p:cBhvr>
                                    </p:animEffect>
                                  </p:childTnLst>
                                </p:cTn>
                              </p:par>
                            </p:childTnLst>
                          </p:cTn>
                        </p:par>
                      </p:childTnLst>
                    </p:cTn>
                  </p:par>
                  <p:par>
                    <p:cTn id="142" fill="hold">
                      <p:stCondLst>
                        <p:cond delay="indefinite"/>
                      </p:stCondLst>
                      <p:childTnLst>
                        <p:par>
                          <p:cTn id="143" fill="hold">
                            <p:stCondLst>
                              <p:cond delay="0"/>
                            </p:stCondLst>
                            <p:childTnLst>
                              <p:par>
                                <p:cTn id="144" presetID="10" presetClass="entr" presetSubtype="0" fill="hold" grpId="0" nodeType="clickEffect">
                                  <p:stCondLst>
                                    <p:cond delay="0"/>
                                  </p:stCondLst>
                                  <p:childTnLst>
                                    <p:set>
                                      <p:cBhvr>
                                        <p:cTn id="145" dur="1" fill="hold">
                                          <p:stCondLst>
                                            <p:cond delay="0"/>
                                          </p:stCondLst>
                                        </p:cTn>
                                        <p:tgtEl>
                                          <p:spTgt spid="33"/>
                                        </p:tgtEl>
                                        <p:attrNameLst>
                                          <p:attrName>style.visibility</p:attrName>
                                        </p:attrNameLst>
                                      </p:cBhvr>
                                      <p:to>
                                        <p:strVal val="visible"/>
                                      </p:to>
                                    </p:set>
                                    <p:animEffect transition="in" filter="fade">
                                      <p:cBhvr>
                                        <p:cTn id="146" dur="500"/>
                                        <p:tgtEl>
                                          <p:spTgt spid="33"/>
                                        </p:tgtEl>
                                      </p:cBhvr>
                                    </p:animEffect>
                                  </p:childTnLst>
                                </p:cTn>
                              </p:par>
                            </p:childTnLst>
                          </p:cTn>
                        </p:par>
                      </p:childTnLst>
                    </p:cTn>
                  </p:par>
                  <p:par>
                    <p:cTn id="147" fill="hold">
                      <p:stCondLst>
                        <p:cond delay="indefinite"/>
                      </p:stCondLst>
                      <p:childTnLst>
                        <p:par>
                          <p:cTn id="148" fill="hold">
                            <p:stCondLst>
                              <p:cond delay="0"/>
                            </p:stCondLst>
                            <p:childTnLst>
                              <p:par>
                                <p:cTn id="149" presetID="10" presetClass="entr" presetSubtype="0" fill="hold" nodeType="clickEffect">
                                  <p:stCondLst>
                                    <p:cond delay="0"/>
                                  </p:stCondLst>
                                  <p:childTnLst>
                                    <p:set>
                                      <p:cBhvr>
                                        <p:cTn id="150" dur="1" fill="hold">
                                          <p:stCondLst>
                                            <p:cond delay="0"/>
                                          </p:stCondLst>
                                        </p:cTn>
                                        <p:tgtEl>
                                          <p:spTgt spid="37"/>
                                        </p:tgtEl>
                                        <p:attrNameLst>
                                          <p:attrName>style.visibility</p:attrName>
                                        </p:attrNameLst>
                                      </p:cBhvr>
                                      <p:to>
                                        <p:strVal val="visible"/>
                                      </p:to>
                                    </p:set>
                                    <p:animEffect transition="in" filter="fade">
                                      <p:cBhvr>
                                        <p:cTn id="151" dur="500"/>
                                        <p:tgtEl>
                                          <p:spTgt spid="37"/>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38"/>
                                        </p:tgtEl>
                                        <p:attrNameLst>
                                          <p:attrName>style.visibility</p:attrName>
                                        </p:attrNameLst>
                                      </p:cBhvr>
                                      <p:to>
                                        <p:strVal val="visible"/>
                                      </p:to>
                                    </p:set>
                                    <p:animEffect transition="in" filter="fade">
                                      <p:cBhvr>
                                        <p:cTn id="154" dur="500"/>
                                        <p:tgtEl>
                                          <p:spTgt spid="38"/>
                                        </p:tgtEl>
                                      </p:cBhvr>
                                    </p:animEffect>
                                  </p:childTnLst>
                                </p:cTn>
                              </p:par>
                            </p:childTnLst>
                          </p:cTn>
                        </p:par>
                      </p:childTnLst>
                    </p:cTn>
                  </p:par>
                  <p:par>
                    <p:cTn id="155" fill="hold">
                      <p:stCondLst>
                        <p:cond delay="indefinite"/>
                      </p:stCondLst>
                      <p:childTnLst>
                        <p:par>
                          <p:cTn id="156" fill="hold">
                            <p:stCondLst>
                              <p:cond delay="0"/>
                            </p:stCondLst>
                            <p:childTnLst>
                              <p:par>
                                <p:cTn id="157" presetID="10" presetClass="entr" presetSubtype="0" fill="hold" grpId="0" nodeType="clickEffect">
                                  <p:stCondLst>
                                    <p:cond delay="0"/>
                                  </p:stCondLst>
                                  <p:childTnLst>
                                    <p:set>
                                      <p:cBhvr>
                                        <p:cTn id="158" dur="1" fill="hold">
                                          <p:stCondLst>
                                            <p:cond delay="0"/>
                                          </p:stCondLst>
                                        </p:cTn>
                                        <p:tgtEl>
                                          <p:spTgt spid="39"/>
                                        </p:tgtEl>
                                        <p:attrNameLst>
                                          <p:attrName>style.visibility</p:attrName>
                                        </p:attrNameLst>
                                      </p:cBhvr>
                                      <p:to>
                                        <p:strVal val="visible"/>
                                      </p:to>
                                    </p:set>
                                    <p:animEffect transition="in" filter="fade">
                                      <p:cBhvr>
                                        <p:cTn id="159" dur="500"/>
                                        <p:tgtEl>
                                          <p:spTgt spid="39"/>
                                        </p:tgtEl>
                                      </p:cBhvr>
                                    </p:animEffect>
                                  </p:childTnLst>
                                </p:cTn>
                              </p:par>
                            </p:childTnLst>
                          </p:cTn>
                        </p:par>
                      </p:childTnLst>
                    </p:cTn>
                  </p:par>
                  <p:par>
                    <p:cTn id="160" fill="hold">
                      <p:stCondLst>
                        <p:cond delay="indefinite"/>
                      </p:stCondLst>
                      <p:childTnLst>
                        <p:par>
                          <p:cTn id="161" fill="hold">
                            <p:stCondLst>
                              <p:cond delay="0"/>
                            </p:stCondLst>
                            <p:childTnLst>
                              <p:par>
                                <p:cTn id="162" presetID="10" presetClass="entr" presetSubtype="0" fill="hold" nodeType="clickEffect">
                                  <p:stCondLst>
                                    <p:cond delay="0"/>
                                  </p:stCondLst>
                                  <p:childTnLst>
                                    <p:set>
                                      <p:cBhvr>
                                        <p:cTn id="163" dur="1" fill="hold">
                                          <p:stCondLst>
                                            <p:cond delay="0"/>
                                          </p:stCondLst>
                                        </p:cTn>
                                        <p:tgtEl>
                                          <p:spTgt spid="40"/>
                                        </p:tgtEl>
                                        <p:attrNameLst>
                                          <p:attrName>style.visibility</p:attrName>
                                        </p:attrNameLst>
                                      </p:cBhvr>
                                      <p:to>
                                        <p:strVal val="visible"/>
                                      </p:to>
                                    </p:set>
                                    <p:animEffect transition="in" filter="fade">
                                      <p:cBhvr>
                                        <p:cTn id="164" dur="500"/>
                                        <p:tgtEl>
                                          <p:spTgt spid="40"/>
                                        </p:tgtEl>
                                      </p:cBhvr>
                                    </p:animEffect>
                                  </p:childTnLst>
                                </p:cTn>
                              </p:par>
                              <p:par>
                                <p:cTn id="165" presetID="10" presetClass="entr" presetSubtype="0" fill="hold" grpId="0" nodeType="withEffect">
                                  <p:stCondLst>
                                    <p:cond delay="0"/>
                                  </p:stCondLst>
                                  <p:childTnLst>
                                    <p:set>
                                      <p:cBhvr>
                                        <p:cTn id="166" dur="1" fill="hold">
                                          <p:stCondLst>
                                            <p:cond delay="0"/>
                                          </p:stCondLst>
                                        </p:cTn>
                                        <p:tgtEl>
                                          <p:spTgt spid="45"/>
                                        </p:tgtEl>
                                        <p:attrNameLst>
                                          <p:attrName>style.visibility</p:attrName>
                                        </p:attrNameLst>
                                      </p:cBhvr>
                                      <p:to>
                                        <p:strVal val="visible"/>
                                      </p:to>
                                    </p:set>
                                    <p:animEffect transition="in" filter="fade">
                                      <p:cBhvr>
                                        <p:cTn id="167" dur="500"/>
                                        <p:tgtEl>
                                          <p:spTgt spid="45"/>
                                        </p:tgtEl>
                                      </p:cBhvr>
                                    </p:animEffect>
                                  </p:childTnLst>
                                </p:cTn>
                              </p:par>
                            </p:childTnLst>
                          </p:cTn>
                        </p:par>
                      </p:childTnLst>
                    </p:cTn>
                  </p:par>
                  <p:par>
                    <p:cTn id="168" fill="hold">
                      <p:stCondLst>
                        <p:cond delay="indefinite"/>
                      </p:stCondLst>
                      <p:childTnLst>
                        <p:par>
                          <p:cTn id="169" fill="hold">
                            <p:stCondLst>
                              <p:cond delay="0"/>
                            </p:stCondLst>
                            <p:childTnLst>
                              <p:par>
                                <p:cTn id="170" presetID="10" presetClass="entr" presetSubtype="0" fill="hold" grpId="0" nodeType="clickEffect">
                                  <p:stCondLst>
                                    <p:cond delay="0"/>
                                  </p:stCondLst>
                                  <p:childTnLst>
                                    <p:set>
                                      <p:cBhvr>
                                        <p:cTn id="171" dur="1" fill="hold">
                                          <p:stCondLst>
                                            <p:cond delay="0"/>
                                          </p:stCondLst>
                                        </p:cTn>
                                        <p:tgtEl>
                                          <p:spTgt spid="43"/>
                                        </p:tgtEl>
                                        <p:attrNameLst>
                                          <p:attrName>style.visibility</p:attrName>
                                        </p:attrNameLst>
                                      </p:cBhvr>
                                      <p:to>
                                        <p:strVal val="visible"/>
                                      </p:to>
                                    </p:set>
                                    <p:animEffect transition="in" filter="fade">
                                      <p:cBhvr>
                                        <p:cTn id="172" dur="500"/>
                                        <p:tgtEl>
                                          <p:spTgt spid="43"/>
                                        </p:tgtEl>
                                      </p:cBhvr>
                                    </p:animEffect>
                                  </p:childTnLst>
                                </p:cTn>
                              </p:par>
                            </p:childTnLst>
                          </p:cTn>
                        </p:par>
                      </p:childTnLst>
                    </p:cTn>
                  </p:par>
                  <p:par>
                    <p:cTn id="173" fill="hold">
                      <p:stCondLst>
                        <p:cond delay="indefinite"/>
                      </p:stCondLst>
                      <p:childTnLst>
                        <p:par>
                          <p:cTn id="174" fill="hold">
                            <p:stCondLst>
                              <p:cond delay="0"/>
                            </p:stCondLst>
                            <p:childTnLst>
                              <p:par>
                                <p:cTn id="175" presetID="10" presetClass="entr" presetSubtype="0" fill="hold" nodeType="clickEffect">
                                  <p:stCondLst>
                                    <p:cond delay="0"/>
                                  </p:stCondLst>
                                  <p:childTnLst>
                                    <p:set>
                                      <p:cBhvr>
                                        <p:cTn id="176" dur="1" fill="hold">
                                          <p:stCondLst>
                                            <p:cond delay="0"/>
                                          </p:stCondLst>
                                        </p:cTn>
                                        <p:tgtEl>
                                          <p:spTgt spid="44"/>
                                        </p:tgtEl>
                                        <p:attrNameLst>
                                          <p:attrName>style.visibility</p:attrName>
                                        </p:attrNameLst>
                                      </p:cBhvr>
                                      <p:to>
                                        <p:strVal val="visible"/>
                                      </p:to>
                                    </p:set>
                                    <p:animEffect transition="in" filter="fade">
                                      <p:cBhvr>
                                        <p:cTn id="177" dur="500"/>
                                        <p:tgtEl>
                                          <p:spTgt spid="44"/>
                                        </p:tgtEl>
                                      </p:cBhvr>
                                    </p:animEffect>
                                  </p:childTnLst>
                                </p:cTn>
                              </p:par>
                              <p:par>
                                <p:cTn id="178" presetID="10" presetClass="entr" presetSubtype="0" fill="hold" grpId="0" nodeType="withEffect">
                                  <p:stCondLst>
                                    <p:cond delay="0"/>
                                  </p:stCondLst>
                                  <p:childTnLst>
                                    <p:set>
                                      <p:cBhvr>
                                        <p:cTn id="179" dur="1" fill="hold">
                                          <p:stCondLst>
                                            <p:cond delay="0"/>
                                          </p:stCondLst>
                                        </p:cTn>
                                        <p:tgtEl>
                                          <p:spTgt spid="42"/>
                                        </p:tgtEl>
                                        <p:attrNameLst>
                                          <p:attrName>style.visibility</p:attrName>
                                        </p:attrNameLst>
                                      </p:cBhvr>
                                      <p:to>
                                        <p:strVal val="visible"/>
                                      </p:to>
                                    </p:set>
                                    <p:animEffect transition="in" filter="fade">
                                      <p:cBhvr>
                                        <p:cTn id="180" dur="500"/>
                                        <p:tgtEl>
                                          <p:spTgt spid="42"/>
                                        </p:tgtEl>
                                      </p:cBhvr>
                                    </p:animEffect>
                                  </p:childTnLst>
                                </p:cTn>
                              </p:par>
                            </p:childTnLst>
                          </p:cTn>
                        </p:par>
                      </p:childTnLst>
                    </p:cTn>
                  </p:par>
                  <p:par>
                    <p:cTn id="181" fill="hold">
                      <p:stCondLst>
                        <p:cond delay="indefinite"/>
                      </p:stCondLst>
                      <p:childTnLst>
                        <p:par>
                          <p:cTn id="182" fill="hold">
                            <p:stCondLst>
                              <p:cond delay="0"/>
                            </p:stCondLst>
                            <p:childTnLst>
                              <p:par>
                                <p:cTn id="183" presetID="10" presetClass="entr" presetSubtype="0" fill="hold" grpId="1" nodeType="clickEffect">
                                  <p:stCondLst>
                                    <p:cond delay="0"/>
                                  </p:stCondLst>
                                  <p:childTnLst>
                                    <p:set>
                                      <p:cBhvr>
                                        <p:cTn id="184" dur="1" fill="hold">
                                          <p:stCondLst>
                                            <p:cond delay="0"/>
                                          </p:stCondLst>
                                        </p:cTn>
                                        <p:tgtEl>
                                          <p:spTgt spid="27"/>
                                        </p:tgtEl>
                                        <p:attrNameLst>
                                          <p:attrName>style.visibility</p:attrName>
                                        </p:attrNameLst>
                                      </p:cBhvr>
                                      <p:to>
                                        <p:strVal val="visible"/>
                                      </p:to>
                                    </p:set>
                                    <p:animEffect transition="in" filter="fade">
                                      <p:cBhvr>
                                        <p:cTn id="185"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 grpId="0"/>
      <p:bldP spid="10" grpId="0"/>
      <p:bldP spid="13" grpId="0" bldLvl="0" animBg="1"/>
      <p:bldP spid="15" grpId="0"/>
      <p:bldP spid="16" grpId="0" bldLvl="0" animBg="1"/>
      <p:bldP spid="18" grpId="0"/>
      <p:bldP spid="20" grpId="0" bldLvl="0" animBg="1"/>
      <p:bldP spid="22" grpId="0"/>
      <p:bldP spid="24" grpId="0" bldLvl="0" animBg="1"/>
      <p:bldP spid="26" grpId="0"/>
      <p:bldP spid="28" grpId="0" bldLvl="0" animBg="1"/>
      <p:bldP spid="34" grpId="0"/>
      <p:bldP spid="35" grpId="0" bldLvl="0" animBg="1"/>
      <p:bldP spid="41" grpId="0"/>
      <p:bldP spid="27" grpId="1" bldLvl="0" animBg="1"/>
      <p:bldP spid="3" grpId="0"/>
      <p:bldP spid="5" grpId="0" bldLvl="0" animBg="1"/>
      <p:bldP spid="7" grpId="0"/>
      <p:bldP spid="8" grpId="0" bldLvl="0" animBg="1"/>
      <p:bldP spid="12" grpId="0"/>
      <p:bldP spid="14" grpId="0" bldLvl="0" animBg="1"/>
      <p:bldP spid="23" grpId="0"/>
      <p:bldP spid="29" grpId="0" bldLvl="0" animBg="1"/>
      <p:bldP spid="31" grpId="0"/>
      <p:bldP spid="33" grpId="0" bldLvl="0" animBg="1"/>
      <p:bldP spid="38" grpId="0"/>
      <p:bldP spid="39" grpId="0" bldLvl="0" animBg="1"/>
      <p:bldP spid="42" grpId="0"/>
      <p:bldP spid="43" grpId="0" bldLvl="0" animBg="1"/>
      <p:bldP spid="4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b="1">
                <a:solidFill>
                  <a:srgbClr val="004C41"/>
                </a:solidFill>
                <a:ea typeface="宋体" pitchFamily="2" charset="-122"/>
                <a:cs typeface="+mn-ea"/>
                <a:sym typeface="+mn-lt"/>
              </a:rPr>
              <a:t>3. </a:t>
            </a:r>
            <a:r>
              <a:rPr lang="zh-CN" altLang="en-US" sz="2400" b="1">
                <a:solidFill>
                  <a:srgbClr val="004C41"/>
                </a:solidFill>
                <a:ea typeface="宋体" pitchFamily="2" charset="-122"/>
                <a:cs typeface="+mn-ea"/>
                <a:sym typeface="+mn-lt"/>
              </a:rPr>
              <a:t>基于统计模型的分词案例</a:t>
            </a:r>
            <a:r>
              <a:rPr lang="en-US" altLang="zh-CN" sz="2400" b="1">
                <a:solidFill>
                  <a:srgbClr val="004C41"/>
                </a:solidFill>
                <a:ea typeface="宋体" pitchFamily="2" charset="-122"/>
                <a:cs typeface="+mn-ea"/>
                <a:sym typeface="+mn-lt"/>
              </a:rPr>
              <a:t>——</a:t>
            </a:r>
            <a:r>
              <a:rPr lang="zh-CN" altLang="en-US" sz="2400" b="1">
                <a:ea typeface="宋体" pitchFamily="2" charset="-122"/>
                <a:sym typeface="+mn-ea"/>
              </a:rPr>
              <a:t>（</a:t>
            </a:r>
            <a:r>
              <a:rPr lang="en-US" altLang="zh-CN" sz="2400" b="1">
                <a:ea typeface="宋体" pitchFamily="2" charset="-122"/>
                <a:sym typeface="+mn-ea"/>
              </a:rPr>
              <a:t>4</a:t>
            </a:r>
            <a:r>
              <a:rPr lang="zh-CN" altLang="en-US" sz="2400" b="1">
                <a:ea typeface="宋体" pitchFamily="2" charset="-122"/>
                <a:sym typeface="+mn-ea"/>
              </a:rPr>
              <a:t>）</a:t>
            </a:r>
            <a:endParaRPr lang="zh-CN" altLang="en-US"/>
          </a:p>
        </p:txBody>
      </p:sp>
      <p:sp>
        <p:nvSpPr>
          <p:cNvPr id="3" name="日期占位符 2"/>
          <p:cNvSpPr>
            <a:spLocks noGrp="1"/>
          </p:cNvSpPr>
          <p:nvPr>
            <p:ph type="dt" sz="half" idx="10"/>
          </p:nvPr>
        </p:nvSpPr>
        <p:spPr/>
        <p:txBody>
          <a:bodyPr/>
          <a:lstStyle/>
          <a:p>
            <a:fld id="{B5EB4023-B692-41B2-93C3-32315200AA94}"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9" name="文本框 8"/>
          <p:cNvSpPr txBox="1"/>
          <p:nvPr/>
        </p:nvSpPr>
        <p:spPr>
          <a:xfrm>
            <a:off x="577517" y="1036535"/>
            <a:ext cx="7349575" cy="2238177"/>
          </a:xfrm>
          <a:prstGeom prst="rect">
            <a:avLst/>
          </a:prstGeom>
          <a:noFill/>
        </p:spPr>
        <p:txBody>
          <a:bodyPr wrap="square">
            <a:spAutoFit/>
          </a:bodyPr>
          <a:lstStyle/>
          <a:p>
            <a:pPr>
              <a:lnSpc>
                <a:spcPct val="150000"/>
              </a:lnSpc>
            </a:pPr>
            <a:r>
              <a:rPr lang="en-US" altLang="zh-CN"/>
              <a:t>if single_cut or self.DICT.__contains__(sentence[1:3]):</a:t>
            </a:r>
            <a:endParaRPr lang="en-US" altLang="zh-CN"/>
          </a:p>
          <a:p>
            <a:pPr>
              <a:lnSpc>
                <a:spcPct val="150000"/>
              </a:lnSpc>
            </a:pPr>
            <a:r>
              <a:rPr lang="zh-CN" altLang="en-US"/>
              <a:t>此判断用于处理两种情况：</a:t>
            </a:r>
            <a:endParaRPr lang="zh-CN" altLang="en-US"/>
          </a:p>
          <a:p>
            <a:pPr marL="285750" indent="-285750">
              <a:lnSpc>
                <a:spcPct val="150000"/>
              </a:lnSpc>
              <a:buClr>
                <a:srgbClr val="0070C0"/>
              </a:buClr>
              <a:buFont typeface="Wingdings" panose="05000000000000000000" pitchFamily="2" charset="2"/>
              <a:buChar char="n"/>
            </a:pPr>
            <a:r>
              <a:rPr lang="zh-CN" altLang="en-US"/>
              <a:t>​</a:t>
            </a:r>
            <a:r>
              <a:rPr lang="zh-CN" altLang="en-US" b="0" i="0">
                <a:solidFill>
                  <a:srgbClr val="333333"/>
                </a:solidFill>
                <a:effectLst/>
                <a:latin typeface="PingFang SC" panose="020B0400000000000000" charset="-122"/>
              </a:rPr>
              <a:t>当循环遍历所有可能词长后仍未找到有效匹配</a:t>
            </a:r>
            <a:r>
              <a:rPr lang="zh-CN" altLang="en-US"/>
              <a:t>​（</a:t>
            </a:r>
            <a:r>
              <a:rPr lang="en-US" altLang="zh-CN"/>
              <a:t>single_cut=True</a:t>
            </a:r>
            <a:r>
              <a:rPr lang="zh-CN" altLang="en-US"/>
              <a:t>）：此时必须从第一个字后切分，避免遗漏所有可能</a:t>
            </a:r>
            <a:endParaRPr lang="zh-CN" altLang="en-US"/>
          </a:p>
          <a:p>
            <a:pPr marL="285750" indent="-285750">
              <a:lnSpc>
                <a:spcPct val="150000"/>
              </a:lnSpc>
              <a:buClr>
                <a:srgbClr val="0070C0"/>
              </a:buClr>
              <a:buFont typeface="Wingdings" panose="05000000000000000000" pitchFamily="2" charset="2"/>
              <a:buChar char="n"/>
            </a:pPr>
            <a:r>
              <a:rPr lang="zh-CN" altLang="en-US"/>
              <a:t>​</a:t>
            </a:r>
            <a:r>
              <a:rPr lang="en-US" altLang="zh-CN"/>
              <a:t>self.DICT.__contains__(sentence[1:3])</a:t>
            </a:r>
            <a:r>
              <a:rPr lang="zh-CN" altLang="en-US"/>
              <a:t>：</a:t>
            </a:r>
            <a:r>
              <a:rPr lang="zh-CN" altLang="en-US" b="0" i="0">
                <a:solidFill>
                  <a:srgbClr val="333333"/>
                </a:solidFill>
                <a:effectLst/>
                <a:latin typeface="PingFang SC" panose="020B0400000000000000" charset="-122"/>
              </a:rPr>
              <a:t>检查第二、三字组合是否在词典，实际是隐式判断</a:t>
            </a:r>
            <a:r>
              <a:rPr lang="en-US" altLang="zh-CN" b="0">
                <a:solidFill>
                  <a:srgbClr val="333333"/>
                </a:solidFill>
                <a:effectLst/>
                <a:latin typeface="KaTeX_Main"/>
              </a:rPr>
              <a:t>P(w2∣w1)</a:t>
            </a:r>
            <a:r>
              <a:rPr lang="en-US" altLang="zh-CN" b="0" i="1">
                <a:solidFill>
                  <a:srgbClr val="333333"/>
                </a:solidFill>
                <a:effectLst/>
                <a:latin typeface="KaTeX_Math"/>
              </a:rPr>
              <a:t> </a:t>
            </a:r>
            <a:r>
              <a:rPr lang="zh-CN" altLang="en-US" b="0" i="0">
                <a:solidFill>
                  <a:srgbClr val="333333"/>
                </a:solidFill>
                <a:effectLst/>
                <a:latin typeface="PingFang SC" panose="020B0400000000000000" charset="-122"/>
              </a:rPr>
              <a:t>的合理性。例如句子“长江大桥”中若存在“江大”组合，则首字切分为“长</a:t>
            </a:r>
            <a:r>
              <a:rPr lang="en-US" altLang="zh-CN" b="0" i="0">
                <a:solidFill>
                  <a:srgbClr val="333333"/>
                </a:solidFill>
                <a:effectLst/>
                <a:latin typeface="PingFang SC" panose="020B0400000000000000" charset="-122"/>
              </a:rPr>
              <a:t>/</a:t>
            </a:r>
            <a:r>
              <a:rPr lang="zh-CN" altLang="en-US" b="0" i="0">
                <a:solidFill>
                  <a:srgbClr val="333333"/>
                </a:solidFill>
                <a:effectLst/>
                <a:latin typeface="PingFang SC" panose="020B0400000000000000" charset="-122"/>
              </a:rPr>
              <a:t>江大桥”比“长江</a:t>
            </a:r>
            <a:r>
              <a:rPr lang="en-US" altLang="zh-CN" b="0" i="0">
                <a:solidFill>
                  <a:srgbClr val="333333"/>
                </a:solidFill>
                <a:effectLst/>
                <a:latin typeface="PingFang SC" panose="020B0400000000000000" charset="-122"/>
              </a:rPr>
              <a:t>/</a:t>
            </a:r>
            <a:r>
              <a:rPr lang="zh-CN" altLang="en-US" b="0" i="0">
                <a:solidFill>
                  <a:srgbClr val="333333"/>
                </a:solidFill>
                <a:effectLst/>
                <a:latin typeface="PingFang SC" panose="020B0400000000000000" charset="-122"/>
              </a:rPr>
              <a:t>大桥”更可能保留有效二元关系‌</a:t>
            </a:r>
            <a:endParaRPr lang="en-US" altLang="zh-CN" b="0" i="0">
              <a:solidFill>
                <a:srgbClr val="333333"/>
              </a:solidFill>
              <a:effectLst/>
              <a:latin typeface="PingFang SC" panose="020B04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b="1">
                <a:solidFill>
                  <a:srgbClr val="004C41"/>
                </a:solidFill>
                <a:ea typeface="宋体" pitchFamily="2" charset="-122"/>
                <a:cs typeface="+mn-ea"/>
                <a:sym typeface="+mn-lt"/>
              </a:rPr>
              <a:t>3. </a:t>
            </a:r>
            <a:r>
              <a:rPr lang="zh-CN" altLang="en-US" sz="2400" b="1">
                <a:solidFill>
                  <a:srgbClr val="004C41"/>
                </a:solidFill>
                <a:ea typeface="宋体" pitchFamily="2" charset="-122"/>
                <a:cs typeface="+mn-ea"/>
                <a:sym typeface="+mn-lt"/>
              </a:rPr>
              <a:t>基于统计模型的分词案例</a:t>
            </a:r>
            <a:r>
              <a:rPr lang="en-US" altLang="zh-CN" sz="2400" b="1">
                <a:solidFill>
                  <a:srgbClr val="004C41"/>
                </a:solidFill>
                <a:ea typeface="宋体" pitchFamily="2" charset="-122"/>
                <a:cs typeface="+mn-ea"/>
                <a:sym typeface="+mn-lt"/>
              </a:rPr>
              <a:t>——</a:t>
            </a:r>
            <a:r>
              <a:rPr lang="zh-CN" altLang="en-US" sz="2400" b="1">
                <a:ea typeface="宋体" pitchFamily="2" charset="-122"/>
                <a:sym typeface="+mn-ea"/>
              </a:rPr>
              <a:t>（</a:t>
            </a:r>
            <a:r>
              <a:rPr lang="en-US" altLang="zh-CN" sz="2400" b="1">
                <a:ea typeface="宋体" pitchFamily="2" charset="-122"/>
                <a:sym typeface="+mn-ea"/>
              </a:rPr>
              <a:t>4</a:t>
            </a:r>
            <a:r>
              <a:rPr lang="zh-CN" altLang="en-US" sz="2400" b="1">
                <a:ea typeface="宋体" pitchFamily="2" charset="-122"/>
                <a:sym typeface="+mn-ea"/>
              </a:rPr>
              <a:t>）</a:t>
            </a:r>
            <a:endParaRPr lang="zh-CN" altLang="en-US"/>
          </a:p>
        </p:txBody>
      </p:sp>
      <p:sp>
        <p:nvSpPr>
          <p:cNvPr id="3" name="日期占位符 2"/>
          <p:cNvSpPr>
            <a:spLocks noGrp="1"/>
          </p:cNvSpPr>
          <p:nvPr>
            <p:ph type="dt" sz="half" idx="10"/>
          </p:nvPr>
        </p:nvSpPr>
        <p:spPr/>
        <p:txBody>
          <a:bodyPr/>
          <a:lstStyle/>
          <a:p>
            <a:fld id="{B5EB4023-B692-41B2-93C3-32315200AA94}"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5" name="文本框 4"/>
          <p:cNvSpPr txBox="1"/>
          <p:nvPr/>
        </p:nvSpPr>
        <p:spPr>
          <a:xfrm>
            <a:off x="585788" y="1100138"/>
            <a:ext cx="8212505" cy="1286250"/>
          </a:xfrm>
          <a:prstGeom prst="rect">
            <a:avLst/>
          </a:prstGeom>
          <a:noFill/>
        </p:spPr>
        <p:txBody>
          <a:bodyPr wrap="none" rtlCol="0">
            <a:spAutoFit/>
          </a:bodyPr>
          <a:lstStyle/>
          <a:p>
            <a:pPr marL="285750" indent="-285750">
              <a:lnSpc>
                <a:spcPct val="150000"/>
              </a:lnSpc>
              <a:buClr>
                <a:srgbClr val="0070C0"/>
              </a:buClr>
              <a:buFont typeface="Wingdings" panose="05000000000000000000" pitchFamily="2" charset="2"/>
              <a:buChar char="n"/>
            </a:pPr>
            <a:r>
              <a:rPr lang="zh-CN" altLang="en-US" sz="1800"/>
              <a:t>本案例中要读取字典</a:t>
            </a:r>
            <a:r>
              <a:rPr lang="en-US" altLang="zh-CN" sz="1800"/>
              <a:t>wordSet.json</a:t>
            </a:r>
            <a:r>
              <a:rPr lang="zh-CN" altLang="en-US" sz="1800"/>
              <a:t>，根据字典来生成多种切分方案</a:t>
            </a:r>
            <a:endParaRPr lang="en-US" altLang="zh-CN" sz="1800"/>
          </a:p>
          <a:p>
            <a:pPr marL="285750" indent="-285750">
              <a:lnSpc>
                <a:spcPct val="150000"/>
              </a:lnSpc>
              <a:buClr>
                <a:srgbClr val="0070C0"/>
              </a:buClr>
              <a:buFont typeface="Wingdings" panose="05000000000000000000" pitchFamily="2" charset="2"/>
              <a:buChar char="n"/>
            </a:pPr>
            <a:r>
              <a:rPr lang="zh-CN" altLang="en-US" sz="1800"/>
              <a:t>基于已有的前向词后向词表</a:t>
            </a:r>
            <a:r>
              <a:rPr lang="en-US" altLang="zh-CN" sz="1800"/>
              <a:t>word_distri.json</a:t>
            </a:r>
            <a:r>
              <a:rPr lang="zh-CN" altLang="en-US" sz="1800"/>
              <a:t>来计算机它们组成一个词语的概率</a:t>
            </a:r>
            <a:endParaRPr lang="en-US" altLang="zh-CN" sz="1800"/>
          </a:p>
          <a:p>
            <a:pPr marL="285750" indent="-285750">
              <a:lnSpc>
                <a:spcPct val="150000"/>
              </a:lnSpc>
              <a:buClr>
                <a:srgbClr val="0070C0"/>
              </a:buClr>
              <a:buFont typeface="Wingdings" panose="05000000000000000000" pitchFamily="2" charset="2"/>
              <a:buChar char="n"/>
            </a:pPr>
            <a:r>
              <a:rPr lang="zh-CN" altLang="en-US" sz="1800"/>
              <a:t>计算每种方案的概率</a:t>
            </a:r>
            <a:endParaRPr lang="zh-CN" altLang="en-US" sz="180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b="1">
                <a:solidFill>
                  <a:srgbClr val="004C41"/>
                </a:solidFill>
                <a:ea typeface="宋体" pitchFamily="2" charset="-122"/>
                <a:cs typeface="+mn-ea"/>
                <a:sym typeface="+mn-lt"/>
              </a:rPr>
              <a:t>3. </a:t>
            </a:r>
            <a:r>
              <a:rPr lang="zh-CN" altLang="en-US" sz="2400" b="1">
                <a:solidFill>
                  <a:srgbClr val="004C41"/>
                </a:solidFill>
                <a:ea typeface="宋体" pitchFamily="2" charset="-122"/>
                <a:cs typeface="+mn-ea"/>
                <a:sym typeface="+mn-lt"/>
              </a:rPr>
              <a:t>基于统计模型的分词案例</a:t>
            </a:r>
            <a:r>
              <a:rPr lang="en-US" altLang="zh-CN" sz="2400" b="1">
                <a:solidFill>
                  <a:srgbClr val="004C41"/>
                </a:solidFill>
                <a:ea typeface="宋体" pitchFamily="2" charset="-122"/>
                <a:cs typeface="+mn-ea"/>
                <a:sym typeface="+mn-lt"/>
              </a:rPr>
              <a:t>——</a:t>
            </a:r>
            <a:r>
              <a:rPr lang="zh-CN" altLang="en-US" sz="2400" b="1">
                <a:ea typeface="宋体" pitchFamily="2" charset="-122"/>
                <a:sym typeface="+mn-ea"/>
              </a:rPr>
              <a:t>（</a:t>
            </a:r>
            <a:r>
              <a:rPr lang="en-US" altLang="zh-CN" sz="2400" b="1">
                <a:ea typeface="宋体" pitchFamily="2" charset="-122"/>
                <a:sym typeface="+mn-ea"/>
              </a:rPr>
              <a:t>4</a:t>
            </a:r>
            <a:r>
              <a:rPr lang="zh-CN" altLang="en-US" sz="2400" b="1">
                <a:ea typeface="宋体" pitchFamily="2" charset="-122"/>
                <a:sym typeface="+mn-ea"/>
              </a:rPr>
              <a:t>）</a:t>
            </a:r>
            <a:endParaRPr lang="zh-CN" altLang="en-US"/>
          </a:p>
        </p:txBody>
      </p:sp>
      <p:sp>
        <p:nvSpPr>
          <p:cNvPr id="3" name="日期占位符 2"/>
          <p:cNvSpPr>
            <a:spLocks noGrp="1"/>
          </p:cNvSpPr>
          <p:nvPr>
            <p:ph type="dt" sz="half" idx="10"/>
          </p:nvPr>
        </p:nvSpPr>
        <p:spPr/>
        <p:txBody>
          <a:bodyPr/>
          <a:lstStyle/>
          <a:p>
            <a:fld id="{B5EB4023-B692-41B2-93C3-32315200AA94}"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6" name="文本框 5"/>
          <p:cNvSpPr txBox="1"/>
          <p:nvPr/>
        </p:nvSpPr>
        <p:spPr>
          <a:xfrm>
            <a:off x="457199" y="1285053"/>
            <a:ext cx="8272463" cy="1522917"/>
          </a:xfrm>
          <a:prstGeom prst="rect">
            <a:avLst/>
          </a:prstGeom>
          <a:noFill/>
        </p:spPr>
        <p:txBody>
          <a:bodyPr wrap="square">
            <a:spAutoFit/>
          </a:bodyPr>
          <a:lstStyle/>
          <a:p>
            <a:pPr indent="457200">
              <a:lnSpc>
                <a:spcPct val="150000"/>
              </a:lnSpc>
            </a:pPr>
            <a:r>
              <a:rPr lang="zh-CN" altLang="en-US" sz="1600"/>
              <a:t>人民日报标注语料库</a:t>
            </a:r>
            <a:r>
              <a:rPr lang="en-US" altLang="zh-CN" sz="1600"/>
              <a:t>(</a:t>
            </a:r>
            <a:r>
              <a:rPr lang="zh-CN" altLang="en-US" sz="1600"/>
              <a:t>版本</a:t>
            </a:r>
            <a:r>
              <a:rPr lang="en-US" altLang="zh-CN" sz="1600"/>
              <a:t>1.0</a:t>
            </a:r>
            <a:r>
              <a:rPr lang="zh-CN" altLang="en-US" sz="1600"/>
              <a:t>，下面简称</a:t>
            </a:r>
            <a:r>
              <a:rPr lang="en-US" altLang="zh-CN" sz="1600"/>
              <a:t>PFR</a:t>
            </a:r>
            <a:r>
              <a:rPr lang="zh-CN" altLang="en-US" sz="1600"/>
              <a:t>语料库</a:t>
            </a:r>
            <a:r>
              <a:rPr lang="en-US" altLang="zh-CN" sz="1600"/>
              <a:t>)</a:t>
            </a:r>
            <a:r>
              <a:rPr lang="zh-CN" altLang="en-US" sz="1600"/>
              <a:t>是在得到人民日报社新闻信息中心许可的条件下，以</a:t>
            </a:r>
            <a:r>
              <a:rPr lang="en-US" altLang="zh-CN" sz="1600"/>
              <a:t>1998</a:t>
            </a:r>
            <a:r>
              <a:rPr lang="zh-CN" altLang="en-US" sz="1600"/>
              <a:t>年人民日报语料为对象，由北京大学计算语言学研究所和富士通研究开发中心有限公司共同制作的标注语料库。该语料库对</a:t>
            </a:r>
            <a:r>
              <a:rPr lang="en-US" altLang="zh-CN" sz="1600"/>
              <a:t>600</a:t>
            </a:r>
            <a:r>
              <a:rPr lang="zh-CN" altLang="en-US" sz="1600"/>
              <a:t>多万字节的中文文章进行了分词及词性标注，其被作为原始数据应用于大量的研究和论文中。</a:t>
            </a:r>
            <a:endParaRPr lang="zh-CN" altLang="en-US" sz="1600"/>
          </a:p>
        </p:txBody>
      </p:sp>
      <p:sp>
        <p:nvSpPr>
          <p:cNvPr id="8" name="文本框 7"/>
          <p:cNvSpPr txBox="1"/>
          <p:nvPr/>
        </p:nvSpPr>
        <p:spPr>
          <a:xfrm>
            <a:off x="457200" y="905024"/>
            <a:ext cx="2133918" cy="369332"/>
          </a:xfrm>
          <a:prstGeom prst="rect">
            <a:avLst/>
          </a:prstGeom>
          <a:noFill/>
        </p:spPr>
        <p:txBody>
          <a:bodyPr wrap="none" rtlCol="0">
            <a:spAutoFit/>
          </a:bodyPr>
          <a:lstStyle/>
          <a:p>
            <a:r>
              <a:rPr lang="en-US" altLang="zh-CN" sz="1800" b="1">
                <a:solidFill>
                  <a:srgbClr val="0000FF"/>
                </a:solidFill>
              </a:rPr>
              <a:t>199801.txt</a:t>
            </a:r>
            <a:r>
              <a:rPr lang="zh-CN" altLang="en-US" sz="1800" b="1">
                <a:solidFill>
                  <a:srgbClr val="0000FF"/>
                </a:solidFill>
              </a:rPr>
              <a:t>文件说明</a:t>
            </a:r>
            <a:endParaRPr lang="zh-CN" altLang="en-US" sz="1800" b="1">
              <a:solidFill>
                <a:srgbClr val="0000FF"/>
              </a:solidFill>
            </a:endParaRPr>
          </a:p>
        </p:txBody>
      </p:sp>
      <p:pic>
        <p:nvPicPr>
          <p:cNvPr id="10" name="图片 9"/>
          <p:cNvPicPr>
            <a:picLocks noChangeAspect="1"/>
          </p:cNvPicPr>
          <p:nvPr/>
        </p:nvPicPr>
        <p:blipFill rotWithShape="1">
          <a:blip r:embed="rId1"/>
          <a:srcRect r="74794"/>
          <a:stretch>
            <a:fillRect/>
          </a:stretch>
        </p:blipFill>
        <p:spPr>
          <a:xfrm>
            <a:off x="3400653" y="2927467"/>
            <a:ext cx="1352561" cy="1670136"/>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2"/>
          <p:cNvGrpSpPr/>
          <p:nvPr/>
        </p:nvGrpSpPr>
        <p:grpSpPr>
          <a:xfrm>
            <a:off x="963929" y="2186794"/>
            <a:ext cx="7587258" cy="1263015"/>
            <a:chOff x="31445" y="161947"/>
            <a:chExt cx="2545609" cy="318131"/>
          </a:xfrm>
          <a:solidFill>
            <a:srgbClr val="004C41"/>
          </a:solidFill>
        </p:grpSpPr>
        <p:sp>
          <p:nvSpPr>
            <p:cNvPr id="16" name="12"/>
            <p:cNvSpPr/>
            <p:nvPr/>
          </p:nvSpPr>
          <p:spPr>
            <a:xfrm>
              <a:off x="31445" y="174470"/>
              <a:ext cx="2268640" cy="293086"/>
            </a:xfrm>
            <a:prstGeom prst="rect">
              <a:avLst/>
            </a:prstGeom>
            <a:grpFill/>
            <a:ln w="25400" cap="flat" cmpd="sng" algn="ctr">
              <a:noFill/>
              <a:prstDash val="solid"/>
            </a:ln>
            <a:effectLst/>
          </p:spPr>
          <p:txBody>
            <a:bodyPr rtlCol="0" anchor="ctr"/>
            <a:lstStyle/>
            <a:p>
              <a:pPr algn="ctr">
                <a:defRPr/>
              </a:pPr>
              <a:endParaRPr lang="zh-CN" altLang="en-US" sz="1800" kern="0">
                <a:solidFill>
                  <a:prstClr val="white"/>
                </a:solidFill>
                <a:cs typeface="+mn-ea"/>
                <a:sym typeface="+mn-lt"/>
              </a:endParaRPr>
            </a:p>
          </p:txBody>
        </p:sp>
        <p:sp>
          <p:nvSpPr>
            <p:cNvPr id="17" name="等腰三角形 16"/>
            <p:cNvSpPr/>
            <p:nvPr/>
          </p:nvSpPr>
          <p:spPr>
            <a:xfrm rot="5400000">
              <a:off x="2257111" y="204921"/>
              <a:ext cx="318131" cy="232184"/>
            </a:xfrm>
            <a:prstGeom prst="triangle">
              <a:avLst/>
            </a:prstGeom>
            <a:grpFill/>
            <a:ln w="25400" cap="flat" cmpd="sng" algn="ctr">
              <a:noFill/>
              <a:prstDash val="solid"/>
            </a:ln>
            <a:effectLst/>
          </p:spPr>
          <p:txBody>
            <a:bodyPr rtlCol="0" anchor="ctr"/>
            <a:lstStyle/>
            <a:p>
              <a:pPr algn="ctr">
                <a:defRPr/>
              </a:pPr>
              <a:endParaRPr lang="zh-CN" altLang="en-US" sz="1800" kern="0">
                <a:solidFill>
                  <a:prstClr val="white"/>
                </a:solidFill>
                <a:cs typeface="+mn-ea"/>
                <a:sym typeface="+mn-lt"/>
              </a:endParaRPr>
            </a:p>
          </p:txBody>
        </p:sp>
        <p:sp>
          <p:nvSpPr>
            <p:cNvPr id="18" name="TextBox 8"/>
            <p:cNvSpPr txBox="1"/>
            <p:nvPr/>
          </p:nvSpPr>
          <p:spPr>
            <a:xfrm>
              <a:off x="1002713" y="252515"/>
              <a:ext cx="1574341" cy="131790"/>
            </a:xfrm>
            <a:prstGeom prst="rect">
              <a:avLst/>
            </a:prstGeom>
            <a:noFill/>
            <a:ln>
              <a:noFill/>
            </a:ln>
          </p:spPr>
          <p:txBody>
            <a:bodyPr wrap="square" rtlCol="0">
              <a:spAutoFit/>
            </a:bodyPr>
            <a:lstStyle/>
            <a:p>
              <a:pPr algn="just">
                <a:spcBef>
                  <a:spcPct val="0"/>
                </a:spcBef>
              </a:pPr>
              <a:r>
                <a:rPr lang="zh-CN" altLang="en-US" sz="2800" b="1" kern="0" dirty="0">
                  <a:solidFill>
                    <a:prstClr val="white"/>
                  </a:solidFill>
                  <a:latin typeface="Times New Roman" panose="02020503050405090304" pitchFamily="18" charset="0"/>
                  <a:ea typeface="宋体" pitchFamily="2" charset="-122"/>
                  <a:cs typeface="+mn-ea"/>
                  <a:sym typeface="+mn-lt"/>
                </a:rPr>
                <a:t>基于序列标注的分词算法</a:t>
              </a:r>
              <a:endParaRPr lang="zh-CN" altLang="en-US" sz="2800" b="1" kern="0" dirty="0">
                <a:solidFill>
                  <a:prstClr val="white"/>
                </a:solidFill>
                <a:latin typeface="Times New Roman" panose="02020503050405090304" pitchFamily="18" charset="0"/>
                <a:ea typeface="宋体" pitchFamily="2" charset="-122"/>
                <a:cs typeface="+mn-ea"/>
                <a:sym typeface="+mn-lt"/>
              </a:endParaRPr>
            </a:p>
          </p:txBody>
        </p:sp>
      </p:grpSp>
      <p:grpSp>
        <p:nvGrpSpPr>
          <p:cNvPr id="19" name="1"/>
          <p:cNvGrpSpPr/>
          <p:nvPr/>
        </p:nvGrpSpPr>
        <p:grpSpPr>
          <a:xfrm>
            <a:off x="1130587" y="1409891"/>
            <a:ext cx="2619916" cy="2619916"/>
            <a:chOff x="267453" y="94709"/>
            <a:chExt cx="454824" cy="454824"/>
          </a:xfrm>
        </p:grpSpPr>
        <p:sp>
          <p:nvSpPr>
            <p:cNvPr id="20" name="4"/>
            <p:cNvSpPr/>
            <p:nvPr/>
          </p:nvSpPr>
          <p:spPr>
            <a:xfrm>
              <a:off x="301756" y="114952"/>
              <a:ext cx="390525" cy="395287"/>
            </a:xfrm>
            <a:prstGeom prst="ellipse">
              <a:avLst/>
            </a:prstGeom>
            <a:solidFill>
              <a:sysClr val="window" lastClr="FFFFFF"/>
            </a:solidFill>
            <a:ln w="25400" cap="flat" cmpd="sng" algn="ctr">
              <a:solidFill>
                <a:sysClr val="window" lastClr="FFFFFF"/>
              </a:solidFill>
              <a:prstDash val="solid"/>
            </a:ln>
            <a:effectLst/>
          </p:spPr>
          <p:txBody>
            <a:bodyPr rtlCol="0" anchor="ctr"/>
            <a:lstStyle/>
            <a:p>
              <a:pPr algn="ctr">
                <a:defRPr/>
              </a:pPr>
              <a:endParaRPr lang="zh-CN" altLang="en-US" sz="1800" kern="0">
                <a:solidFill>
                  <a:prstClr val="white"/>
                </a:solidFill>
                <a:cs typeface="+mn-ea"/>
                <a:sym typeface="+mn-lt"/>
              </a:endParaRPr>
            </a:p>
          </p:txBody>
        </p:sp>
        <p:sp>
          <p:nvSpPr>
            <p:cNvPr id="23" name="3"/>
            <p:cNvSpPr/>
            <p:nvPr/>
          </p:nvSpPr>
          <p:spPr>
            <a:xfrm>
              <a:off x="343738" y="170570"/>
              <a:ext cx="302255" cy="302255"/>
            </a:xfrm>
            <a:prstGeom prst="ellipse">
              <a:avLst/>
            </a:prstGeom>
            <a:solidFill>
              <a:srgbClr val="004C41"/>
            </a:solidFill>
            <a:ln w="25400" cap="flat" cmpd="sng" algn="ctr">
              <a:noFill/>
              <a:prstDash val="solid"/>
            </a:ln>
            <a:effectLst/>
          </p:spPr>
          <p:txBody>
            <a:bodyPr rtlCol="0" anchor="ctr"/>
            <a:lstStyle/>
            <a:p>
              <a:pPr algn="ctr">
                <a:defRPr/>
              </a:pPr>
              <a:endParaRPr lang="zh-CN" altLang="en-US" sz="1800" kern="0">
                <a:solidFill>
                  <a:prstClr val="white"/>
                </a:solidFill>
                <a:cs typeface="+mn-ea"/>
                <a:sym typeface="+mn-lt"/>
              </a:endParaRPr>
            </a:p>
          </p:txBody>
        </p:sp>
        <p:sp>
          <p:nvSpPr>
            <p:cNvPr id="24" name="同心圆 23"/>
            <p:cNvSpPr/>
            <p:nvPr/>
          </p:nvSpPr>
          <p:spPr>
            <a:xfrm>
              <a:off x="267453" y="94709"/>
              <a:ext cx="454824" cy="454824"/>
            </a:xfrm>
            <a:prstGeom prst="donut">
              <a:avLst>
                <a:gd name="adj" fmla="val 8567"/>
              </a:avLst>
            </a:prstGeom>
            <a:solidFill>
              <a:sysClr val="window" lastClr="FFFFFF"/>
            </a:solidFill>
            <a:ln w="9525" cap="flat" cmpd="sng" algn="ctr">
              <a:noFill/>
              <a:prstDash val="solid"/>
            </a:ln>
            <a:effectLst>
              <a:outerShdw blurRad="63500" sx="102000" sy="102000" algn="ctr" rotWithShape="0">
                <a:prstClr val="black">
                  <a:alpha val="20000"/>
                </a:prstClr>
              </a:outerShdw>
            </a:effectLst>
          </p:spPr>
          <p:txBody>
            <a:bodyPr rtlCol="0" anchor="ctr"/>
            <a:lstStyle/>
            <a:p>
              <a:pPr algn="ctr">
                <a:defRPr/>
              </a:pPr>
              <a:endParaRPr lang="zh-CN" altLang="en-US" sz="1200" kern="0">
                <a:solidFill>
                  <a:prstClr val="black"/>
                </a:solidFill>
                <a:cs typeface="+mn-ea"/>
                <a:sym typeface="+mn-lt"/>
              </a:endParaRPr>
            </a:p>
          </p:txBody>
        </p:sp>
        <p:sp>
          <p:nvSpPr>
            <p:cNvPr id="25" name="TextBox 9"/>
            <p:cNvSpPr txBox="1"/>
            <p:nvPr/>
          </p:nvSpPr>
          <p:spPr>
            <a:xfrm>
              <a:off x="370583" y="176347"/>
              <a:ext cx="245782" cy="272497"/>
            </a:xfrm>
            <a:prstGeom prst="rect">
              <a:avLst/>
            </a:prstGeom>
            <a:noFill/>
          </p:spPr>
          <p:txBody>
            <a:bodyPr wrap="none" rtlCol="0">
              <a:spAutoFit/>
            </a:bodyPr>
            <a:lstStyle/>
            <a:p>
              <a:pPr>
                <a:defRPr/>
              </a:pPr>
              <a:r>
                <a:rPr lang="en-US" altLang="zh-CN" sz="9600" kern="0" dirty="0">
                  <a:solidFill>
                    <a:prstClr val="white"/>
                  </a:solidFill>
                  <a:latin typeface="Times New Roman" panose="02020503050405090304" pitchFamily="18" charset="0"/>
                  <a:ea typeface="宋体" pitchFamily="2" charset="-122"/>
                  <a:cs typeface="+mn-ea"/>
                  <a:sym typeface="+mn-lt"/>
                </a:rPr>
                <a:t>03</a:t>
              </a:r>
              <a:endParaRPr lang="zh-CN" altLang="en-US" sz="9600" kern="0" dirty="0">
                <a:solidFill>
                  <a:prstClr val="white"/>
                </a:solidFill>
                <a:latin typeface="Times New Roman" panose="02020503050405090304" pitchFamily="18" charset="0"/>
                <a:ea typeface="宋体" pitchFamily="2" charset="-122"/>
                <a:cs typeface="+mn-ea"/>
                <a:sym typeface="+mn-lt"/>
              </a:endParaRPr>
            </a:p>
          </p:txBody>
        </p:sp>
      </p:grpSp>
      <p:sp>
        <p:nvSpPr>
          <p:cNvPr id="2" name="标题 1"/>
          <p:cNvSpPr>
            <a:spLocks noGrp="1"/>
          </p:cNvSpPr>
          <p:nvPr>
            <p:ph type="title"/>
          </p:nvPr>
        </p:nvSpPr>
        <p:spPr/>
        <p:txBody>
          <a:bodyPr/>
          <a:lstStyle/>
          <a:p>
            <a:endParaRPr lang="zh-CN" altLang="en-US"/>
          </a:p>
        </p:txBody>
      </p:sp>
      <p:sp>
        <p:nvSpPr>
          <p:cNvPr id="3" name="日期占位符 2"/>
          <p:cNvSpPr>
            <a:spLocks noGrp="1"/>
          </p:cNvSpPr>
          <p:nvPr>
            <p:ph type="dt" sz="half" idx="10"/>
          </p:nvPr>
        </p:nvSpPr>
        <p:spPr/>
        <p:txBody>
          <a:bodyPr/>
          <a:lstStyle/>
          <a:p>
            <a:fld id="{609FBB6C-312B-49E3-B78C-222AF413D57C}"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4" name="灯片编号占位符 3"/>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left)">
                                      <p:cBhvr>
                                        <p:cTn id="11"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lstStyle/>
          <a:p>
            <a:r>
              <a:rPr lang="en-US" altLang="zh-CN" sz="2400" b="1">
                <a:solidFill>
                  <a:srgbClr val="004C41"/>
                </a:solidFill>
                <a:ea typeface="宋体" pitchFamily="2" charset="-122"/>
                <a:cs typeface="+mn-ea"/>
                <a:sym typeface="+mn-lt"/>
              </a:rPr>
              <a:t>1. </a:t>
            </a:r>
            <a:r>
              <a:rPr lang="zh-CN" altLang="en-US" sz="2400" b="1">
                <a:solidFill>
                  <a:srgbClr val="004C41"/>
                </a:solidFill>
                <a:ea typeface="宋体" pitchFamily="2" charset="-122"/>
                <a:cs typeface="+mn-ea"/>
                <a:sym typeface="+mn-lt"/>
              </a:rPr>
              <a:t>隐马尔可夫模型</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1</a:t>
            </a:r>
            <a:r>
              <a:rPr lang="zh-CN" altLang="en-US" sz="2400" b="1">
                <a:solidFill>
                  <a:srgbClr val="004C41"/>
                </a:solidFill>
                <a:ea typeface="宋体" pitchFamily="2" charset="-122"/>
                <a:cs typeface="+mn-ea"/>
                <a:sym typeface="+mn-lt"/>
              </a:rPr>
              <a:t>）概述</a:t>
            </a:r>
            <a:endParaRPr lang="zh-CN" altLang="en-US">
              <a:ea typeface="宋体" pitchFamily="2" charset="-122"/>
            </a:endParaRPr>
          </a:p>
        </p:txBody>
      </p:sp>
      <p:sp>
        <p:nvSpPr>
          <p:cNvPr id="8" name="日期占位符 7"/>
          <p:cNvSpPr>
            <a:spLocks noGrp="1"/>
          </p:cNvSpPr>
          <p:nvPr>
            <p:ph type="dt" sz="half" idx="10"/>
          </p:nvPr>
        </p:nvSpPr>
        <p:spPr/>
        <p:txBody>
          <a:bodyPr/>
          <a:lstStyle/>
          <a:p>
            <a:fld id="{6D4EF4E8-1922-46FE-AB60-107E9E21EBC6}"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9" name="灯片编号占位符 8"/>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3" name="内容占位符 2"/>
          <p:cNvSpPr>
            <a:spLocks noGrp="1"/>
          </p:cNvSpPr>
          <p:nvPr>
            <p:ph idx="4294967295"/>
          </p:nvPr>
        </p:nvSpPr>
        <p:spPr>
          <a:xfrm>
            <a:off x="444739" y="881441"/>
            <a:ext cx="8616950" cy="3236246"/>
          </a:xfrm>
        </p:spPr>
        <p:txBody>
          <a:bodyPr>
            <a:noAutofit/>
          </a:bodyPr>
          <a:lstStyle/>
          <a:p>
            <a:r>
              <a:rPr lang="zh-CN" altLang="en-US" sz="1600" dirty="0">
                <a:solidFill>
                  <a:srgbClr val="FF0000"/>
                </a:solidFill>
                <a:latin typeface="Times New Roman" panose="02020503050405090304" pitchFamily="18" charset="0"/>
                <a:ea typeface="宋体" pitchFamily="2" charset="-122"/>
              </a:rPr>
              <a:t>概率图</a:t>
            </a:r>
            <a:r>
              <a:rPr lang="zh-CN" altLang="en-US" sz="1600">
                <a:solidFill>
                  <a:srgbClr val="FF0000"/>
                </a:solidFill>
                <a:latin typeface="Times New Roman" panose="02020503050405090304" pitchFamily="18" charset="0"/>
                <a:ea typeface="宋体" pitchFamily="2" charset="-122"/>
              </a:rPr>
              <a:t>模型</a:t>
            </a:r>
            <a:r>
              <a:rPr lang="en-US" altLang="zh-CN" sz="1600">
                <a:solidFill>
                  <a:srgbClr val="FF0000"/>
                </a:solidFill>
                <a:latin typeface="Times New Roman" panose="02020503050405090304" pitchFamily="18" charset="0"/>
                <a:ea typeface="宋体" pitchFamily="2" charset="-122"/>
              </a:rPr>
              <a:t>(Probabilistic Graphical Model)</a:t>
            </a:r>
            <a:r>
              <a:rPr lang="zh-CN" altLang="en-US" sz="1600">
                <a:latin typeface="Times New Roman" panose="02020503050405090304" pitchFamily="18" charset="0"/>
                <a:ea typeface="宋体" pitchFamily="2" charset="-122"/>
              </a:rPr>
              <a:t> </a:t>
            </a:r>
            <a:r>
              <a:rPr lang="zh-CN" altLang="en-US" sz="1600" b="1" i="0">
                <a:solidFill>
                  <a:srgbClr val="191B1F"/>
                </a:solidFill>
                <a:effectLst/>
                <a:latin typeface="-apple-system"/>
              </a:rPr>
              <a:t>是指一种用图结构来描述多元随机变量之间条件独立关系的概率模型</a:t>
            </a:r>
            <a:r>
              <a:rPr lang="zh-CN" altLang="en-US" sz="1600" b="0" i="0">
                <a:solidFill>
                  <a:srgbClr val="191B1F"/>
                </a:solidFill>
                <a:effectLst/>
                <a:latin typeface="-apple-system"/>
              </a:rPr>
              <a:t>。</a:t>
            </a:r>
            <a:endParaRPr lang="en-US" altLang="zh-CN" sz="1600" dirty="0">
              <a:latin typeface="Times New Roman" panose="02020503050405090304" pitchFamily="18" charset="0"/>
              <a:ea typeface="宋体" pitchFamily="2" charset="-122"/>
            </a:endParaRPr>
          </a:p>
          <a:p>
            <a:r>
              <a:rPr lang="zh-CN" altLang="en-US" sz="1600" dirty="0">
                <a:latin typeface="Times New Roman" panose="02020503050405090304" pitchFamily="18" charset="0"/>
                <a:ea typeface="宋体" pitchFamily="2" charset="-122"/>
              </a:rPr>
              <a:t>概率图模型提供了一种</a:t>
            </a:r>
            <a:r>
              <a:rPr lang="zh-CN" altLang="en-US" sz="1600" b="1" dirty="0">
                <a:latin typeface="Times New Roman" panose="02020503050405090304" pitchFamily="18" charset="0"/>
                <a:ea typeface="宋体" pitchFamily="2" charset="-122"/>
              </a:rPr>
              <a:t>描述框架</a:t>
            </a:r>
            <a:endParaRPr lang="en-US" altLang="zh-CN" sz="1600" dirty="0">
              <a:latin typeface="Times New Roman" panose="02020503050405090304" pitchFamily="18" charset="0"/>
              <a:ea typeface="宋体" pitchFamily="2" charset="-122"/>
            </a:endParaRPr>
          </a:p>
          <a:p>
            <a:pPr lvl="1"/>
            <a:r>
              <a:rPr lang="zh-CN" altLang="en-US" sz="1600" dirty="0">
                <a:ea typeface="宋体" pitchFamily="2" charset="-122"/>
              </a:rPr>
              <a:t>结点：随机变量（集合）</a:t>
            </a:r>
            <a:endParaRPr lang="en-US" altLang="zh-CN" sz="1600" dirty="0">
              <a:ea typeface="宋体" pitchFamily="2" charset="-122"/>
            </a:endParaRPr>
          </a:p>
          <a:p>
            <a:pPr lvl="1"/>
            <a:r>
              <a:rPr lang="zh-CN" altLang="en-US" sz="1600" dirty="0">
                <a:ea typeface="宋体" pitchFamily="2" charset="-122"/>
              </a:rPr>
              <a:t>边：变量之间的依赖关系</a:t>
            </a:r>
            <a:endParaRPr lang="en-US" altLang="zh-CN" sz="1600" dirty="0">
              <a:ea typeface="宋体" pitchFamily="2" charset="-122"/>
            </a:endParaRPr>
          </a:p>
          <a:p>
            <a:r>
              <a:rPr lang="zh-CN" altLang="en-US" sz="1600" dirty="0">
                <a:latin typeface="Times New Roman" panose="02020503050405090304" pitchFamily="18" charset="0"/>
                <a:ea typeface="宋体" pitchFamily="2" charset="-122"/>
              </a:rPr>
              <a:t>分类：</a:t>
            </a:r>
            <a:endParaRPr lang="en-US" altLang="zh-CN" sz="1600" dirty="0">
              <a:latin typeface="Times New Roman" panose="02020503050405090304" pitchFamily="18" charset="0"/>
              <a:ea typeface="宋体" pitchFamily="2" charset="-122"/>
            </a:endParaRPr>
          </a:p>
          <a:p>
            <a:pPr lvl="1"/>
            <a:r>
              <a:rPr lang="zh-CN" altLang="en-US" sz="1600" dirty="0">
                <a:solidFill>
                  <a:srgbClr val="FF0000"/>
                </a:solidFill>
                <a:ea typeface="宋体" pitchFamily="2" charset="-122"/>
              </a:rPr>
              <a:t>有向图</a:t>
            </a:r>
            <a:r>
              <a:rPr lang="zh-CN" altLang="en-US" sz="1600" dirty="0">
                <a:ea typeface="宋体" pitchFamily="2" charset="-122"/>
              </a:rPr>
              <a:t>：</a:t>
            </a:r>
            <a:endParaRPr lang="en-US" altLang="zh-CN" sz="1600" dirty="0">
              <a:ea typeface="宋体" pitchFamily="2" charset="-122"/>
            </a:endParaRPr>
          </a:p>
          <a:p>
            <a:pPr lvl="2"/>
            <a:r>
              <a:rPr lang="zh-CN" altLang="en-US" sz="1600" dirty="0">
                <a:ea typeface="宋体" pitchFamily="2" charset="-122"/>
              </a:rPr>
              <a:t>使用有向无环图表示变量之间的依赖关系</a:t>
            </a:r>
            <a:endParaRPr lang="en-US" altLang="zh-CN" sz="1600" dirty="0">
              <a:ea typeface="宋体" pitchFamily="2" charset="-122"/>
            </a:endParaRPr>
          </a:p>
          <a:p>
            <a:pPr lvl="1"/>
            <a:r>
              <a:rPr lang="zh-CN" altLang="en-US" sz="1600" dirty="0">
                <a:solidFill>
                  <a:srgbClr val="FF0000"/>
                </a:solidFill>
                <a:ea typeface="宋体" pitchFamily="2" charset="-122"/>
              </a:rPr>
              <a:t>无向图</a:t>
            </a:r>
            <a:r>
              <a:rPr lang="zh-CN" altLang="en-US" sz="1600" dirty="0">
                <a:ea typeface="宋体" pitchFamily="2" charset="-122"/>
              </a:rPr>
              <a:t>：</a:t>
            </a:r>
            <a:endParaRPr lang="en-US" altLang="zh-CN" sz="1600" dirty="0">
              <a:ea typeface="宋体" pitchFamily="2" charset="-122"/>
            </a:endParaRPr>
          </a:p>
          <a:p>
            <a:pPr lvl="2"/>
            <a:r>
              <a:rPr lang="zh-CN" altLang="en-US" sz="1600" dirty="0">
                <a:ea typeface="宋体" pitchFamily="2" charset="-122"/>
              </a:rPr>
              <a:t>使用无向图表示变量间的</a:t>
            </a:r>
            <a:r>
              <a:rPr lang="zh-CN" altLang="en-US" sz="1600">
                <a:ea typeface="宋体" pitchFamily="2" charset="-122"/>
              </a:rPr>
              <a:t>相关关系</a:t>
            </a:r>
            <a:endParaRPr lang="en-US" altLang="zh-CN" sz="1600" dirty="0">
              <a:ea typeface="宋体" pitchFamily="2" charset="-122"/>
            </a:endParaRPr>
          </a:p>
        </p:txBody>
      </p:sp>
      <p:pic>
        <p:nvPicPr>
          <p:cNvPr id="4" name="图片 370"/>
          <p:cNvPicPr>
            <a:picLocks noChangeAspect="1"/>
          </p:cNvPicPr>
          <p:nvPr/>
        </p:nvPicPr>
        <p:blipFill>
          <a:blip r:embed="rId1"/>
          <a:stretch>
            <a:fillRect/>
          </a:stretch>
        </p:blipFill>
        <p:spPr>
          <a:xfrm>
            <a:off x="4983480" y="2368209"/>
            <a:ext cx="3214370" cy="1085850"/>
          </a:xfrm>
          <a:prstGeom prst="rect">
            <a:avLst/>
          </a:prstGeom>
          <a:noFill/>
          <a:ln w="9525">
            <a:noFill/>
          </a:ln>
        </p:spPr>
      </p:pic>
      <p:sp>
        <p:nvSpPr>
          <p:cNvPr id="5" name="文本框 4"/>
          <p:cNvSpPr txBox="1"/>
          <p:nvPr/>
        </p:nvSpPr>
        <p:spPr>
          <a:xfrm>
            <a:off x="457200" y="4059158"/>
            <a:ext cx="8290732" cy="784254"/>
          </a:xfrm>
          <a:prstGeom prst="rect">
            <a:avLst/>
          </a:prstGeom>
          <a:noFill/>
        </p:spPr>
        <p:txBody>
          <a:bodyPr wrap="square" rtlCol="0">
            <a:spAutoFit/>
          </a:bodyPr>
          <a:lstStyle/>
          <a:p>
            <a:pPr>
              <a:lnSpc>
                <a:spcPct val="150000"/>
              </a:lnSpc>
            </a:pPr>
            <a:r>
              <a:rPr lang="zh-CN" altLang="en-US" sz="1600" dirty="0">
                <a:latin typeface="Times New Roman" panose="02020503050405090304" pitchFamily="18" charset="0"/>
                <a:ea typeface="宋体" pitchFamily="2" charset="-122"/>
              </a:rPr>
              <a:t>常见的概率图模型包括：</a:t>
            </a:r>
            <a:r>
              <a:rPr lang="zh-CN" altLang="en-US" sz="1600" dirty="0">
                <a:solidFill>
                  <a:srgbClr val="FF0000"/>
                </a:solidFill>
                <a:latin typeface="Times New Roman" panose="02020503050405090304" pitchFamily="18" charset="0"/>
                <a:ea typeface="宋体" pitchFamily="2" charset="-122"/>
              </a:rPr>
              <a:t>隐马尔可夫模型（</a:t>
            </a:r>
            <a:r>
              <a:rPr lang="en-US" altLang="zh-CN" sz="1600">
                <a:solidFill>
                  <a:srgbClr val="FF0000"/>
                </a:solidFill>
                <a:latin typeface="Times New Roman" panose="02020503050405090304" pitchFamily="18" charset="0"/>
                <a:ea typeface="宋体" pitchFamily="2" charset="-122"/>
              </a:rPr>
              <a:t>HMM</a:t>
            </a:r>
            <a:r>
              <a:rPr lang="zh-CN" altLang="en-US" sz="1600">
                <a:solidFill>
                  <a:srgbClr val="FF0000"/>
                </a:solidFill>
                <a:latin typeface="Times New Roman" panose="02020503050405090304" pitchFamily="18" charset="0"/>
                <a:ea typeface="宋体" pitchFamily="2" charset="-122"/>
              </a:rPr>
              <a:t>）</a:t>
            </a:r>
            <a:r>
              <a:rPr lang="zh-CN" altLang="en-US" sz="1600">
                <a:latin typeface="Times New Roman" panose="02020503050405090304" pitchFamily="18" charset="0"/>
                <a:ea typeface="宋体" pitchFamily="2" charset="-122"/>
              </a:rPr>
              <a:t>，</a:t>
            </a:r>
            <a:r>
              <a:rPr lang="zh-CN" altLang="en-US" sz="1600">
                <a:solidFill>
                  <a:schemeClr val="accent1"/>
                </a:solidFill>
                <a:latin typeface="Times New Roman" panose="02020503050405090304" pitchFamily="18" charset="0"/>
                <a:ea typeface="宋体" pitchFamily="2" charset="-122"/>
              </a:rPr>
              <a:t>条件</a:t>
            </a:r>
            <a:r>
              <a:rPr lang="zh-CN" altLang="en-US" sz="1600" dirty="0">
                <a:solidFill>
                  <a:schemeClr val="accent1"/>
                </a:solidFill>
                <a:latin typeface="Times New Roman" panose="02020503050405090304" pitchFamily="18" charset="0"/>
                <a:ea typeface="宋体" pitchFamily="2" charset="-122"/>
              </a:rPr>
              <a:t>随机场模型（</a:t>
            </a:r>
            <a:r>
              <a:rPr lang="en-US" altLang="zh-CN" sz="1600" dirty="0">
                <a:solidFill>
                  <a:schemeClr val="accent1"/>
                </a:solidFill>
                <a:latin typeface="Times New Roman" panose="02020503050405090304" pitchFamily="18" charset="0"/>
                <a:ea typeface="宋体" pitchFamily="2" charset="-122"/>
              </a:rPr>
              <a:t>CRF</a:t>
            </a:r>
            <a:r>
              <a:rPr lang="zh-CN" altLang="en-US" sz="1600" dirty="0">
                <a:solidFill>
                  <a:schemeClr val="accent1"/>
                </a:solidFill>
                <a:latin typeface="Times New Roman" panose="02020503050405090304" pitchFamily="18" charset="0"/>
                <a:ea typeface="宋体" pitchFamily="2" charset="-122"/>
              </a:rPr>
              <a:t>）</a:t>
            </a:r>
            <a:r>
              <a:rPr lang="zh-CN" altLang="en-US" sz="1600">
                <a:latin typeface="Times New Roman" panose="02020503050405090304" pitchFamily="18" charset="0"/>
                <a:ea typeface="宋体" pitchFamily="2" charset="-122"/>
              </a:rPr>
              <a:t>和</a:t>
            </a:r>
            <a:r>
              <a:rPr lang="en-US" altLang="zh-CN" sz="1600">
                <a:solidFill>
                  <a:schemeClr val="accent1"/>
                </a:solidFill>
                <a:latin typeface="Times New Roman" panose="02020503050405090304" pitchFamily="18" charset="0"/>
                <a:ea typeface="宋体" pitchFamily="2" charset="-122"/>
              </a:rPr>
              <a:t>LDA</a:t>
            </a:r>
            <a:r>
              <a:rPr lang="zh-CN" altLang="en-US" sz="1600">
                <a:solidFill>
                  <a:schemeClr val="accent1"/>
                </a:solidFill>
                <a:latin typeface="Times New Roman" panose="02020503050405090304" pitchFamily="18" charset="0"/>
                <a:ea typeface="宋体" pitchFamily="2" charset="-122"/>
              </a:rPr>
              <a:t>（</a:t>
            </a:r>
            <a:r>
              <a:rPr lang="en-US" altLang="zh-CN" sz="1600">
                <a:solidFill>
                  <a:schemeClr val="accent1"/>
                </a:solidFill>
                <a:latin typeface="Times New Roman" panose="02020503050405090304" pitchFamily="18" charset="0"/>
                <a:ea typeface="宋体" pitchFamily="2" charset="-122"/>
              </a:rPr>
              <a:t>Latent Dirichlet Allocation</a:t>
            </a:r>
            <a:r>
              <a:rPr lang="zh-CN" altLang="en-US" sz="1600">
                <a:solidFill>
                  <a:schemeClr val="accent1"/>
                </a:solidFill>
                <a:latin typeface="Times New Roman" panose="02020503050405090304" pitchFamily="18" charset="0"/>
                <a:ea typeface="宋体" pitchFamily="2" charset="-122"/>
              </a:rPr>
              <a:t>，潜在狄利克雷分配）模型</a:t>
            </a:r>
            <a:r>
              <a:rPr lang="zh-CN" altLang="en-US" sz="1600" dirty="0">
                <a:latin typeface="Times New Roman" panose="02020503050405090304" pitchFamily="18" charset="0"/>
                <a:ea typeface="宋体" pitchFamily="2" charset="-122"/>
              </a:rPr>
              <a:t>。</a:t>
            </a:r>
            <a:endParaRPr lang="zh-CN" altLang="en-US" sz="1600" dirty="0">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en-US" altLang="zh-CN" sz="2400" b="1">
                <a:solidFill>
                  <a:srgbClr val="004C41"/>
                </a:solidFill>
                <a:ea typeface="宋体" pitchFamily="2" charset="-122"/>
                <a:cs typeface="+mn-ea"/>
                <a:sym typeface="+mn-lt"/>
              </a:rPr>
              <a:t>1. </a:t>
            </a:r>
            <a:r>
              <a:rPr lang="zh-CN" altLang="en-US" sz="2400" b="1">
                <a:solidFill>
                  <a:srgbClr val="004C41"/>
                </a:solidFill>
                <a:ea typeface="宋体" pitchFamily="2" charset="-122"/>
                <a:cs typeface="+mn-ea"/>
                <a:sym typeface="+mn-lt"/>
              </a:rPr>
              <a:t>隐马尔可夫模型</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1</a:t>
            </a:r>
            <a:r>
              <a:rPr lang="zh-CN" altLang="en-US" sz="2400" b="1">
                <a:solidFill>
                  <a:srgbClr val="004C41"/>
                </a:solidFill>
                <a:ea typeface="宋体" pitchFamily="2" charset="-122"/>
                <a:cs typeface="+mn-ea"/>
                <a:sym typeface="+mn-lt"/>
              </a:rPr>
              <a:t>）概述</a:t>
            </a:r>
            <a:endParaRPr lang="zh-CN" altLang="en-US">
              <a:ea typeface="宋体" pitchFamily="2" charset="-122"/>
            </a:endParaRPr>
          </a:p>
        </p:txBody>
      </p:sp>
      <p:sp>
        <p:nvSpPr>
          <p:cNvPr id="5" name="日期占位符 4"/>
          <p:cNvSpPr>
            <a:spLocks noGrp="1"/>
          </p:cNvSpPr>
          <p:nvPr>
            <p:ph type="dt" sz="half" idx="10"/>
          </p:nvPr>
        </p:nvSpPr>
        <p:spPr/>
        <p:txBody>
          <a:bodyPr/>
          <a:lstStyle/>
          <a:p>
            <a:fld id="{55B6F266-3600-4061-A565-6B1080C2B672}"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6" name="灯片编号占位符 5"/>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67586" name="内容占位符 1"/>
          <p:cNvSpPr>
            <a:spLocks noGrp="1"/>
          </p:cNvSpPr>
          <p:nvPr>
            <p:ph idx="4294967295"/>
          </p:nvPr>
        </p:nvSpPr>
        <p:spPr>
          <a:xfrm>
            <a:off x="525916" y="936918"/>
            <a:ext cx="8358188" cy="3354095"/>
          </a:xfrm>
        </p:spPr>
        <p:txBody>
          <a:bodyPr>
            <a:noAutofit/>
          </a:bodyPr>
          <a:lstStyle/>
          <a:p>
            <a:pPr>
              <a:lnSpc>
                <a:spcPct val="150000"/>
              </a:lnSpc>
            </a:pPr>
            <a:r>
              <a:rPr lang="zh-CN" altLang="en-US" dirty="0">
                <a:latin typeface="Times New Roman" panose="02020503050405090304" pitchFamily="18" charset="0"/>
                <a:ea typeface="宋体" pitchFamily="2" charset="-122"/>
              </a:rPr>
              <a:t>隐</a:t>
            </a:r>
            <a:r>
              <a:rPr lang="zh-CN" altLang="en-US">
                <a:latin typeface="Times New Roman" panose="02020503050405090304" pitchFamily="18" charset="0"/>
                <a:ea typeface="宋体" pitchFamily="2" charset="-122"/>
              </a:rPr>
              <a:t>马尔可夫模型（</a:t>
            </a:r>
            <a:r>
              <a:rPr lang="en-US" altLang="zh-CN">
                <a:latin typeface="Times New Roman" panose="02020503050405090304" pitchFamily="18" charset="0"/>
                <a:ea typeface="宋体" pitchFamily="2" charset="-122"/>
              </a:rPr>
              <a:t>Hidden Markov Model</a:t>
            </a:r>
            <a:r>
              <a:rPr lang="zh-CN" altLang="en-US">
                <a:latin typeface="Times New Roman" panose="02020503050405090304" pitchFamily="18" charset="0"/>
                <a:ea typeface="宋体" pitchFamily="2" charset="-122"/>
              </a:rPr>
              <a:t>，HMM）是</a:t>
            </a:r>
            <a:r>
              <a:rPr lang="zh-CN" altLang="en-US" dirty="0">
                <a:latin typeface="Times New Roman" panose="02020503050405090304" pitchFamily="18" charset="0"/>
                <a:ea typeface="宋体" pitchFamily="2" charset="-122"/>
              </a:rPr>
              <a:t>关于</a:t>
            </a:r>
            <a:r>
              <a:rPr lang="zh-CN" altLang="en-US" dirty="0">
                <a:solidFill>
                  <a:srgbClr val="FF0000"/>
                </a:solidFill>
                <a:latin typeface="Times New Roman" panose="02020503050405090304" pitchFamily="18" charset="0"/>
                <a:ea typeface="宋体" pitchFamily="2" charset="-122"/>
              </a:rPr>
              <a:t>时序的</a:t>
            </a:r>
            <a:r>
              <a:rPr lang="zh-CN" altLang="en-US">
                <a:solidFill>
                  <a:srgbClr val="FF0000"/>
                </a:solidFill>
                <a:latin typeface="Times New Roman" panose="02020503050405090304" pitchFamily="18" charset="0"/>
                <a:ea typeface="宋体" pitchFamily="2" charset="-122"/>
              </a:rPr>
              <a:t>概率模型，</a:t>
            </a:r>
            <a:r>
              <a:rPr lang="zh-CN" altLang="en-US">
                <a:latin typeface="Times New Roman" panose="02020503050405090304" pitchFamily="18" charset="0"/>
                <a:ea typeface="宋体" pitchFamily="2" charset="-122"/>
              </a:rPr>
              <a:t>描述</a:t>
            </a:r>
            <a:r>
              <a:rPr lang="zh-CN" altLang="en-US" dirty="0">
                <a:latin typeface="Times New Roman" panose="02020503050405090304" pitchFamily="18" charset="0"/>
                <a:ea typeface="宋体" pitchFamily="2" charset="-122"/>
              </a:rPr>
              <a:t>由一个隐藏的马尔可夫链随机生成不可观测（或称为隐状态）的状态随机序列，再由各个状态生成一个观测从而产生观测随机序列的</a:t>
            </a:r>
            <a:r>
              <a:rPr lang="zh-CN" altLang="en-US">
                <a:latin typeface="Times New Roman" panose="02020503050405090304" pitchFamily="18" charset="0"/>
                <a:ea typeface="宋体" pitchFamily="2" charset="-122"/>
              </a:rPr>
              <a:t>过程。</a:t>
            </a:r>
            <a:endParaRPr lang="en-US" altLang="zh-CN">
              <a:latin typeface="Times New Roman" panose="02020503050405090304" pitchFamily="18" charset="0"/>
              <a:ea typeface="宋体" pitchFamily="2" charset="-122"/>
            </a:endParaRPr>
          </a:p>
          <a:p>
            <a:pPr>
              <a:lnSpc>
                <a:spcPct val="150000"/>
              </a:lnSpc>
            </a:pPr>
            <a:r>
              <a:rPr lang="zh-CN" altLang="en-US">
                <a:latin typeface="Times New Roman" panose="02020503050405090304" pitchFamily="18" charset="0"/>
                <a:ea typeface="宋体" pitchFamily="2" charset="-122"/>
              </a:rPr>
              <a:t>隐藏</a:t>
            </a:r>
            <a:r>
              <a:rPr lang="zh-CN" altLang="en-US" dirty="0">
                <a:latin typeface="Times New Roman" panose="02020503050405090304" pitchFamily="18" charset="0"/>
                <a:ea typeface="宋体" pitchFamily="2" charset="-122"/>
              </a:rPr>
              <a:t>的马尔可夫链随机生成的状态的序列， 称为</a:t>
            </a:r>
            <a:r>
              <a:rPr lang="zh-CN" altLang="en-US" dirty="0">
                <a:solidFill>
                  <a:srgbClr val="FF0000"/>
                </a:solidFill>
                <a:latin typeface="Times New Roman" panose="02020503050405090304" pitchFamily="18" charset="0"/>
                <a:ea typeface="宋体" pitchFamily="2" charset="-122"/>
              </a:rPr>
              <a:t>状态序列 </a:t>
            </a:r>
            <a:r>
              <a:rPr lang="zh-CN" altLang="en-US" dirty="0">
                <a:latin typeface="Times New Roman" panose="02020503050405090304" pitchFamily="18" charset="0"/>
                <a:ea typeface="宋体" pitchFamily="2" charset="-122"/>
              </a:rPr>
              <a:t>(state sequence) ；每个状态生成一个观测，而由此产生的观测的随机序列，称为</a:t>
            </a:r>
            <a:r>
              <a:rPr lang="zh-CN" altLang="en-US" dirty="0">
                <a:solidFill>
                  <a:srgbClr val="FF0000"/>
                </a:solidFill>
                <a:latin typeface="Times New Roman" panose="02020503050405090304" pitchFamily="18" charset="0"/>
                <a:ea typeface="宋体" pitchFamily="2" charset="-122"/>
              </a:rPr>
              <a:t>观测序列</a:t>
            </a:r>
            <a:r>
              <a:rPr lang="zh-CN" altLang="en-US" dirty="0">
                <a:latin typeface="Times New Roman" panose="02020503050405090304" pitchFamily="18" charset="0"/>
                <a:ea typeface="宋体" pitchFamily="2" charset="-122"/>
              </a:rPr>
              <a:t>(observation sequence )</a:t>
            </a:r>
            <a:r>
              <a:rPr lang="zh-CN" altLang="en-US">
                <a:latin typeface="Times New Roman" panose="02020503050405090304" pitchFamily="18" charset="0"/>
                <a:ea typeface="宋体" pitchFamily="2" charset="-122"/>
              </a:rPr>
              <a:t>。 </a:t>
            </a:r>
            <a:endParaRPr lang="en-US" altLang="zh-CN">
              <a:latin typeface="Times New Roman" panose="02020503050405090304" pitchFamily="18" charset="0"/>
              <a:ea typeface="宋体" pitchFamily="2" charset="-122"/>
            </a:endParaRPr>
          </a:p>
          <a:p>
            <a:pPr>
              <a:lnSpc>
                <a:spcPct val="150000"/>
              </a:lnSpc>
            </a:pPr>
            <a:r>
              <a:rPr lang="zh-CN" altLang="en-US">
                <a:latin typeface="Times New Roman" panose="02020503050405090304" pitchFamily="18" charset="0"/>
                <a:ea typeface="宋体" pitchFamily="2" charset="-122"/>
              </a:rPr>
              <a:t>序列</a:t>
            </a:r>
            <a:r>
              <a:rPr lang="zh-CN" altLang="en-US" dirty="0">
                <a:latin typeface="Times New Roman" panose="02020503050405090304" pitchFamily="18" charset="0"/>
                <a:ea typeface="宋体" pitchFamily="2" charset="-122"/>
              </a:rPr>
              <a:t>的每一个位置可以看作是一个</a:t>
            </a:r>
            <a:r>
              <a:rPr lang="zh-CN" altLang="en-US">
                <a:latin typeface="Times New Roman" panose="02020503050405090304" pitchFamily="18" charset="0"/>
                <a:ea typeface="宋体" pitchFamily="2" charset="-122"/>
              </a:rPr>
              <a:t>时刻。一般来说，</a:t>
            </a:r>
            <a:r>
              <a:rPr lang="en-US" altLang="zh-CN">
                <a:latin typeface="Times New Roman" panose="02020503050405090304" pitchFamily="18" charset="0"/>
                <a:ea typeface="宋体" pitchFamily="2" charset="-122"/>
              </a:rPr>
              <a:t>HMM</a:t>
            </a:r>
            <a:r>
              <a:rPr lang="zh-CN" altLang="en-US">
                <a:latin typeface="Times New Roman" panose="02020503050405090304" pitchFamily="18" charset="0"/>
                <a:ea typeface="宋体" pitchFamily="2" charset="-122"/>
              </a:rPr>
              <a:t>中说到的马尔可夫链其实是指隐含状态链，因为隐含状态之间存在转换概率（</a:t>
            </a:r>
            <a:r>
              <a:rPr lang="en-US" altLang="zh-CN">
                <a:latin typeface="Times New Roman" panose="02020503050405090304" pitchFamily="18" charset="0"/>
                <a:ea typeface="宋体" pitchFamily="2" charset="-122"/>
              </a:rPr>
              <a:t>transition probability</a:t>
            </a:r>
            <a:r>
              <a:rPr lang="zh-CN" altLang="en-US">
                <a:latin typeface="Times New Roman" panose="02020503050405090304" pitchFamily="18" charset="0"/>
                <a:ea typeface="宋体" pitchFamily="2" charset="-122"/>
              </a:rPr>
              <a:t>）。</a:t>
            </a:r>
            <a:endParaRPr lang="zh-CN" altLang="en-US" dirty="0">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b="1">
                <a:solidFill>
                  <a:srgbClr val="004C41"/>
                </a:solidFill>
                <a:ea typeface="宋体" pitchFamily="2" charset="-122"/>
                <a:cs typeface="+mn-ea"/>
                <a:sym typeface="+mn-lt"/>
              </a:rPr>
              <a:t>1. </a:t>
            </a:r>
            <a:r>
              <a:rPr lang="zh-CN" altLang="en-US" sz="2400" b="1">
                <a:solidFill>
                  <a:srgbClr val="004C41"/>
                </a:solidFill>
                <a:ea typeface="宋体" pitchFamily="2" charset="-122"/>
                <a:cs typeface="+mn-ea"/>
                <a:sym typeface="+mn-lt"/>
              </a:rPr>
              <a:t>隐马尔可夫模型</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1</a:t>
            </a:r>
            <a:r>
              <a:rPr lang="zh-CN" altLang="en-US" sz="2400" b="1">
                <a:solidFill>
                  <a:srgbClr val="004C41"/>
                </a:solidFill>
                <a:ea typeface="宋体" pitchFamily="2" charset="-122"/>
                <a:cs typeface="+mn-ea"/>
                <a:sym typeface="+mn-lt"/>
              </a:rPr>
              <a:t>）概述</a:t>
            </a:r>
            <a:endParaRPr lang="zh-CN" altLang="en-US"/>
          </a:p>
        </p:txBody>
      </p:sp>
      <p:sp>
        <p:nvSpPr>
          <p:cNvPr id="3" name="日期占位符 2"/>
          <p:cNvSpPr>
            <a:spLocks noGrp="1"/>
          </p:cNvSpPr>
          <p:nvPr>
            <p:ph type="dt" sz="half" idx="10"/>
          </p:nvPr>
        </p:nvSpPr>
        <p:spPr/>
        <p:txBody>
          <a:bodyPr/>
          <a:lstStyle/>
          <a:p>
            <a:fld id="{B5EB4023-B692-41B2-93C3-32315200AA94}"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pic>
        <p:nvPicPr>
          <p:cNvPr id="6" name="图片 5"/>
          <p:cNvPicPr>
            <a:picLocks noChangeAspect="1"/>
          </p:cNvPicPr>
          <p:nvPr/>
        </p:nvPicPr>
        <p:blipFill rotWithShape="1">
          <a:blip r:embed="rId1"/>
          <a:srcRect b="8476"/>
          <a:stretch>
            <a:fillRect/>
          </a:stretch>
        </p:blipFill>
        <p:spPr>
          <a:xfrm>
            <a:off x="1524000" y="904007"/>
            <a:ext cx="5893684" cy="1902292"/>
          </a:xfrm>
          <a:prstGeom prst="rect">
            <a:avLst/>
          </a:prstGeom>
        </p:spPr>
      </p:pic>
      <p:sp>
        <p:nvSpPr>
          <p:cNvPr id="8" name="文本框 7"/>
          <p:cNvSpPr txBox="1"/>
          <p:nvPr/>
        </p:nvSpPr>
        <p:spPr>
          <a:xfrm>
            <a:off x="3152771" y="2798182"/>
            <a:ext cx="2411353" cy="300082"/>
          </a:xfrm>
          <a:prstGeom prst="rect">
            <a:avLst/>
          </a:prstGeom>
          <a:noFill/>
        </p:spPr>
        <p:txBody>
          <a:bodyPr wrap="square">
            <a:spAutoFit/>
          </a:bodyPr>
          <a:lstStyle/>
          <a:p>
            <a:r>
              <a:rPr lang="zh-CN" altLang="en-US" b="1" i="0">
                <a:solidFill>
                  <a:srgbClr val="333333"/>
                </a:solidFill>
                <a:effectLst/>
                <a:latin typeface="Open Sans" panose="020B0606030504020204" pitchFamily="34" charset="0"/>
              </a:rPr>
              <a:t>图</a:t>
            </a:r>
            <a:r>
              <a:rPr lang="en-US" altLang="zh-CN" b="1" i="0">
                <a:solidFill>
                  <a:srgbClr val="333333"/>
                </a:solidFill>
                <a:effectLst/>
                <a:latin typeface="Open Sans" panose="020B0606030504020204" pitchFamily="34" charset="0"/>
              </a:rPr>
              <a:t>1 </a:t>
            </a:r>
            <a:r>
              <a:rPr lang="zh-CN" altLang="en-US" b="0" i="0">
                <a:solidFill>
                  <a:srgbClr val="333333"/>
                </a:solidFill>
                <a:effectLst/>
                <a:latin typeface="Open Sans" panose="020B0606030504020204" pitchFamily="34" charset="0"/>
              </a:rPr>
              <a:t>隐马尔可夫模型</a:t>
            </a:r>
            <a:endParaRPr lang="zh-CN" altLang="en-US"/>
          </a:p>
        </p:txBody>
      </p:sp>
      <p:sp>
        <p:nvSpPr>
          <p:cNvPr id="10" name="文本框 9"/>
          <p:cNvSpPr txBox="1"/>
          <p:nvPr/>
        </p:nvSpPr>
        <p:spPr>
          <a:xfrm>
            <a:off x="457200" y="3082188"/>
            <a:ext cx="8348472" cy="1157305"/>
          </a:xfrm>
          <a:prstGeom prst="rect">
            <a:avLst/>
          </a:prstGeom>
          <a:noFill/>
        </p:spPr>
        <p:txBody>
          <a:bodyPr wrap="square">
            <a:spAutoFit/>
          </a:bodyPr>
          <a:lstStyle/>
          <a:p>
            <a:pPr>
              <a:lnSpc>
                <a:spcPct val="150000"/>
              </a:lnSpc>
            </a:pPr>
            <a:r>
              <a:rPr lang="zh-CN" altLang="en-US" sz="1600" b="0" i="0">
                <a:effectLst/>
              </a:rPr>
              <a:t>如图</a:t>
            </a:r>
            <a:r>
              <a:rPr lang="en-US" altLang="zh-CN" sz="1600" b="0" i="0" u="none" strike="noStrike">
                <a:effectLst/>
              </a:rPr>
              <a:t>1</a:t>
            </a:r>
            <a:r>
              <a:rPr lang="zh-CN" altLang="en-US" sz="1600" b="0" i="0">
                <a:effectLst/>
              </a:rPr>
              <a:t>中，</a:t>
            </a:r>
            <a:r>
              <a:rPr lang="en-US" altLang="zh-CN" sz="1600" b="0" i="0">
                <a:effectLst/>
              </a:rPr>
              <a:t>Z</a:t>
            </a:r>
            <a:r>
              <a:rPr lang="en-US" altLang="zh-CN" sz="1600" b="0" i="0" baseline="-25000">
                <a:effectLst/>
              </a:rPr>
              <a:t>i</a:t>
            </a:r>
            <a:r>
              <a:rPr lang="zh-CN" altLang="en-US" sz="1600" b="0" i="0">
                <a:effectLst/>
              </a:rPr>
              <a:t>为状态随机序列，简称状态序列。</a:t>
            </a:r>
            <a:r>
              <a:rPr lang="en-US" altLang="zh-CN" sz="1600" b="0" i="0">
                <a:effectLst/>
              </a:rPr>
              <a:t>X</a:t>
            </a:r>
            <a:r>
              <a:rPr lang="en-US" altLang="zh-CN" sz="1600" b="0" i="0" baseline="-25000">
                <a:effectLst/>
              </a:rPr>
              <a:t>i</a:t>
            </a:r>
            <a:r>
              <a:rPr lang="zh-CN" altLang="en-US" sz="1600" b="0" i="0">
                <a:effectLst/>
              </a:rPr>
              <a:t>为状态序列生成的观测随机序列，简称观测序列。状态序列</a:t>
            </a:r>
            <a:r>
              <a:rPr lang="en-US" altLang="zh-CN" sz="1600" b="0" i="0">
                <a:effectLst/>
              </a:rPr>
              <a:t>Z</a:t>
            </a:r>
            <a:r>
              <a:rPr lang="en-US" altLang="zh-CN" sz="1600" b="0" i="0" baseline="-25000">
                <a:effectLst/>
              </a:rPr>
              <a:t>i</a:t>
            </a:r>
            <a:r>
              <a:rPr lang="zh-CN" altLang="en-US" sz="1600" b="0" i="0">
                <a:effectLst/>
              </a:rPr>
              <a:t>满足马尔科夫过程的要求，并且观测序列</a:t>
            </a:r>
            <a:r>
              <a:rPr lang="en-US" altLang="zh-CN" sz="1600" b="0" i="0">
                <a:effectLst/>
              </a:rPr>
              <a:t>X</a:t>
            </a:r>
            <a:r>
              <a:rPr lang="en-US" altLang="zh-CN" sz="1600" b="0" i="0" baseline="-25000">
                <a:effectLst/>
              </a:rPr>
              <a:t>i</a:t>
            </a:r>
            <a:r>
              <a:rPr lang="zh-CN" altLang="en-US" sz="1600" b="0" i="0">
                <a:effectLst/>
              </a:rPr>
              <a:t>受制于</a:t>
            </a:r>
            <a:r>
              <a:rPr lang="en-US" altLang="zh-CN" sz="1600" b="0" i="0">
                <a:effectLst/>
              </a:rPr>
              <a:t>Z</a:t>
            </a:r>
            <a:r>
              <a:rPr lang="en-US" altLang="zh-CN" sz="1600" b="0" i="0" baseline="-25000">
                <a:effectLst/>
              </a:rPr>
              <a:t>i </a:t>
            </a:r>
            <a:r>
              <a:rPr lang="zh-CN" altLang="en-US" sz="1600" b="0" i="0">
                <a:effectLst/>
              </a:rPr>
              <a:t>。在</a:t>
            </a:r>
            <a:r>
              <a:rPr lang="en-US" altLang="zh-CN" sz="1600" b="0" i="0">
                <a:effectLst/>
              </a:rPr>
              <a:t>Z</a:t>
            </a:r>
            <a:r>
              <a:rPr lang="en-US" altLang="zh-CN" sz="1600" b="0" i="0" baseline="-25000">
                <a:effectLst/>
              </a:rPr>
              <a:t>i</a:t>
            </a:r>
            <a:r>
              <a:rPr lang="zh-CN" altLang="en-US" sz="1600" b="0" i="0">
                <a:effectLst/>
              </a:rPr>
              <a:t>不可知的情况下，该模型中的</a:t>
            </a:r>
            <a:r>
              <a:rPr lang="en-US" altLang="zh-CN" sz="1600" b="0" i="0">
                <a:effectLst/>
              </a:rPr>
              <a:t>X</a:t>
            </a:r>
            <a:r>
              <a:rPr lang="en-US" altLang="zh-CN" sz="1600" b="0" i="0" baseline="-25000">
                <a:effectLst/>
              </a:rPr>
              <a:t>i</a:t>
            </a:r>
            <a:r>
              <a:rPr lang="zh-CN" altLang="en-US" sz="1600" b="0" i="0">
                <a:effectLst/>
              </a:rPr>
              <a:t>与</a:t>
            </a:r>
            <a:r>
              <a:rPr lang="en-US" altLang="zh-CN" sz="1600" b="0" i="0">
                <a:effectLst/>
              </a:rPr>
              <a:t>X</a:t>
            </a:r>
            <a:r>
              <a:rPr lang="en-US" altLang="zh-CN" sz="1600" b="0" i="0" baseline="-25000">
                <a:effectLst/>
              </a:rPr>
              <a:t>i+1</a:t>
            </a:r>
            <a:r>
              <a:rPr lang="zh-CN" altLang="en-US" sz="1600" b="0" i="0">
                <a:effectLst/>
              </a:rPr>
              <a:t>是不独立的。</a:t>
            </a:r>
            <a:endParaRPr lang="zh-CN" altLang="en-US" sz="1600"/>
          </a:p>
        </p:txBody>
      </p:sp>
      <mc:AlternateContent xmlns:mc="http://schemas.openxmlformats.org/markup-compatibility/2006">
        <mc:Choice xmlns:a14="http://schemas.microsoft.com/office/drawing/2010/main" Requires="a14">
          <p:sp>
            <p:nvSpPr>
              <p:cNvPr id="12" name="文本框 11"/>
              <p:cNvSpPr txBox="1"/>
              <p:nvPr/>
            </p:nvSpPr>
            <p:spPr>
              <a:xfrm>
                <a:off x="1524000" y="4273726"/>
                <a:ext cx="6531864" cy="339388"/>
              </a:xfrm>
              <a:prstGeom prst="rect">
                <a:avLst/>
              </a:prstGeom>
              <a:noFill/>
            </p:spPr>
            <p:txBody>
              <a:bodyPr wrap="square">
                <a:spAutoFit/>
              </a:bodyPr>
              <a:lstStyle/>
              <a:p>
                <a:r>
                  <a:rPr lang="en-US" altLang="zh-CN" sz="1600">
                    <a:solidFill>
                      <a:schemeClr val="tx1"/>
                    </a:solidFill>
                  </a:rPr>
                  <a:t>p</a:t>
                </a:r>
                <a14:m>
                  <m:oMath xmlns:m="http://schemas.openxmlformats.org/officeDocument/2006/math">
                    <m:d>
                      <m:dPr>
                        <m:ctrlPr>
                          <a:rPr lang="zh-CN" altLang="en-US" sz="1600" i="1" smtClean="0">
                            <a:solidFill>
                              <a:schemeClr val="tx1"/>
                            </a:solidFill>
                            <a:latin typeface="Cambria Math" panose="02040503050406030204" pitchFamily="18" charset="0"/>
                          </a:rPr>
                        </m:ctrlPr>
                      </m:dPr>
                      <m:e>
                        <m:sSub>
                          <m:sSubPr>
                            <m:ctrlPr>
                              <a:rPr lang="zh-CN" altLang="en-US" sz="1600" i="1">
                                <a:solidFill>
                                  <a:schemeClr val="tx1"/>
                                </a:solidFill>
                                <a:latin typeface="Cambria Math" panose="02040503050406030204" pitchFamily="18" charset="0"/>
                              </a:rPr>
                            </m:ctrlPr>
                          </m:sSubPr>
                          <m:e>
                            <m:r>
                              <a:rPr lang="zh-CN" altLang="en-US" sz="1600" i="1">
                                <a:solidFill>
                                  <a:schemeClr val="tx1"/>
                                </a:solidFill>
                                <a:latin typeface="Cambria Math" panose="02040503050406030204" pitchFamily="18" charset="0"/>
                              </a:rPr>
                              <m:t>𝑥</m:t>
                            </m:r>
                          </m:e>
                          <m:sub>
                            <m:r>
                              <a:rPr lang="zh-CN" altLang="en-US" sz="1600" i="0">
                                <a:solidFill>
                                  <a:schemeClr val="tx1"/>
                                </a:solidFill>
                                <a:latin typeface="Cambria Math" panose="02040503050406030204" pitchFamily="18" charset="0"/>
                              </a:rPr>
                              <m:t>1</m:t>
                            </m:r>
                          </m:sub>
                        </m:sSub>
                        <m:r>
                          <a:rPr lang="zh-CN" altLang="en-US" sz="1600" i="0">
                            <a:solidFill>
                              <a:schemeClr val="tx1"/>
                            </a:solidFill>
                            <a:latin typeface="Cambria Math" panose="02040503050406030204" pitchFamily="18" charset="0"/>
                          </a:rPr>
                          <m:t>,</m:t>
                        </m:r>
                        <m:sSub>
                          <m:sSubPr>
                            <m:ctrlPr>
                              <a:rPr lang="zh-CN" altLang="en-US" sz="1600" i="1">
                                <a:solidFill>
                                  <a:schemeClr val="tx1"/>
                                </a:solidFill>
                                <a:latin typeface="Cambria Math" panose="02040503050406030204" pitchFamily="18" charset="0"/>
                              </a:rPr>
                            </m:ctrlPr>
                          </m:sSubPr>
                          <m:e>
                            <m:r>
                              <a:rPr lang="zh-CN" altLang="en-US" sz="1600" i="1">
                                <a:solidFill>
                                  <a:schemeClr val="tx1"/>
                                </a:solidFill>
                                <a:latin typeface="Cambria Math" panose="02040503050406030204" pitchFamily="18" charset="0"/>
                              </a:rPr>
                              <m:t>𝑧</m:t>
                            </m:r>
                          </m:e>
                          <m:sub>
                            <m:r>
                              <a:rPr lang="zh-CN" altLang="en-US" sz="1600" i="0">
                                <a:solidFill>
                                  <a:schemeClr val="tx1"/>
                                </a:solidFill>
                                <a:latin typeface="Cambria Math" panose="02040503050406030204" pitchFamily="18" charset="0"/>
                              </a:rPr>
                              <m:t>1</m:t>
                            </m:r>
                          </m:sub>
                        </m:sSub>
                        <m:r>
                          <a:rPr lang="zh-CN" altLang="en-US" sz="1600" i="0">
                            <a:solidFill>
                              <a:schemeClr val="tx1"/>
                            </a:solidFill>
                            <a:latin typeface="Cambria Math" panose="02040503050406030204" pitchFamily="18" charset="0"/>
                          </a:rPr>
                          <m:t>,…,</m:t>
                        </m:r>
                        <m:sSub>
                          <m:sSubPr>
                            <m:ctrlPr>
                              <a:rPr lang="zh-CN" altLang="en-US" sz="1600" i="1">
                                <a:solidFill>
                                  <a:schemeClr val="tx1"/>
                                </a:solidFill>
                                <a:latin typeface="Cambria Math" panose="02040503050406030204" pitchFamily="18" charset="0"/>
                              </a:rPr>
                            </m:ctrlPr>
                          </m:sSubPr>
                          <m:e>
                            <m:r>
                              <a:rPr lang="zh-CN" altLang="en-US" sz="1600" i="1">
                                <a:solidFill>
                                  <a:schemeClr val="tx1"/>
                                </a:solidFill>
                                <a:latin typeface="Cambria Math" panose="02040503050406030204" pitchFamily="18" charset="0"/>
                              </a:rPr>
                              <m:t>𝑥</m:t>
                            </m:r>
                          </m:e>
                          <m:sub>
                            <m:r>
                              <a:rPr lang="zh-CN" altLang="en-US" sz="1600" i="1">
                                <a:solidFill>
                                  <a:schemeClr val="tx1"/>
                                </a:solidFill>
                                <a:latin typeface="Cambria Math" panose="02040503050406030204" pitchFamily="18" charset="0"/>
                              </a:rPr>
                              <m:t>𝑛</m:t>
                            </m:r>
                          </m:sub>
                        </m:sSub>
                        <m:r>
                          <a:rPr lang="zh-CN" altLang="en-US" sz="1600" i="0">
                            <a:solidFill>
                              <a:schemeClr val="tx1"/>
                            </a:solidFill>
                            <a:latin typeface="Cambria Math" panose="02040503050406030204" pitchFamily="18" charset="0"/>
                          </a:rPr>
                          <m:t>,</m:t>
                        </m:r>
                        <m:sSub>
                          <m:sSubPr>
                            <m:ctrlPr>
                              <a:rPr lang="zh-CN" altLang="en-US" sz="1600" i="1">
                                <a:solidFill>
                                  <a:schemeClr val="tx1"/>
                                </a:solidFill>
                                <a:latin typeface="Cambria Math" panose="02040503050406030204" pitchFamily="18" charset="0"/>
                              </a:rPr>
                            </m:ctrlPr>
                          </m:sSubPr>
                          <m:e>
                            <m:r>
                              <a:rPr lang="zh-CN" altLang="en-US" sz="1600" i="1">
                                <a:solidFill>
                                  <a:schemeClr val="tx1"/>
                                </a:solidFill>
                                <a:latin typeface="Cambria Math" panose="02040503050406030204" pitchFamily="18" charset="0"/>
                              </a:rPr>
                              <m:t>𝑧</m:t>
                            </m:r>
                          </m:e>
                          <m:sub>
                            <m:r>
                              <a:rPr lang="zh-CN" altLang="en-US" sz="1600" i="1">
                                <a:solidFill>
                                  <a:schemeClr val="tx1"/>
                                </a:solidFill>
                                <a:latin typeface="Cambria Math" panose="02040503050406030204" pitchFamily="18" charset="0"/>
                              </a:rPr>
                              <m:t>𝑛</m:t>
                            </m:r>
                          </m:sub>
                        </m:sSub>
                      </m:e>
                    </m:d>
                    <m:r>
                      <a:rPr lang="zh-CN" altLang="en-US" sz="1600" i="0">
                        <a:solidFill>
                          <a:schemeClr val="tx1"/>
                        </a:solidFill>
                        <a:latin typeface="Cambria Math" panose="02040503050406030204" pitchFamily="18" charset="0"/>
                      </a:rPr>
                      <m:t>=</m:t>
                    </m:r>
                    <m:r>
                      <a:rPr lang="zh-CN" altLang="en-US" sz="1600" i="1">
                        <a:solidFill>
                          <a:schemeClr val="tx1"/>
                        </a:solidFill>
                        <a:latin typeface="Cambria Math" panose="02040503050406030204" pitchFamily="18" charset="0"/>
                      </a:rPr>
                      <m:t>𝑃</m:t>
                    </m:r>
                    <m:d>
                      <m:dPr>
                        <m:ctrlPr>
                          <a:rPr lang="zh-CN" altLang="en-US" sz="1600" i="1">
                            <a:solidFill>
                              <a:schemeClr val="tx1"/>
                            </a:solidFill>
                            <a:latin typeface="Cambria Math" panose="02040503050406030204" pitchFamily="18" charset="0"/>
                          </a:rPr>
                        </m:ctrlPr>
                      </m:dPr>
                      <m:e>
                        <m:sSub>
                          <m:sSubPr>
                            <m:ctrlPr>
                              <a:rPr lang="zh-CN" altLang="en-US" sz="1600" i="1">
                                <a:solidFill>
                                  <a:schemeClr val="tx1"/>
                                </a:solidFill>
                                <a:latin typeface="Cambria Math" panose="02040503050406030204" pitchFamily="18" charset="0"/>
                              </a:rPr>
                            </m:ctrlPr>
                          </m:sSubPr>
                          <m:e>
                            <m:r>
                              <m:rPr>
                                <m:sty m:val="p"/>
                              </m:rPr>
                              <a:rPr lang="en-US" altLang="zh-CN" sz="1600" i="1">
                                <a:latin typeface="Cambria Math" panose="02040503050406030204" pitchFamily="18" charset="0"/>
                              </a:rPr>
                              <m:t>z</m:t>
                            </m:r>
                          </m:e>
                          <m:sub>
                            <m:r>
                              <a:rPr lang="zh-CN" altLang="en-US" sz="1600" i="0">
                                <a:solidFill>
                                  <a:schemeClr val="tx1"/>
                                </a:solidFill>
                                <a:latin typeface="Cambria Math" panose="02040503050406030204" pitchFamily="18" charset="0"/>
                              </a:rPr>
                              <m:t>1</m:t>
                            </m:r>
                          </m:sub>
                        </m:sSub>
                      </m:e>
                    </m:d>
                    <m:r>
                      <a:rPr lang="zh-CN" altLang="en-US" sz="1600" i="1">
                        <a:solidFill>
                          <a:schemeClr val="tx1"/>
                        </a:solidFill>
                        <a:latin typeface="Cambria Math" panose="02040503050406030204" pitchFamily="18" charset="0"/>
                      </a:rPr>
                      <m:t>𝑃</m:t>
                    </m:r>
                    <m:d>
                      <m:dPr>
                        <m:ctrlPr>
                          <a:rPr lang="zh-CN" altLang="en-US" sz="1600" i="1">
                            <a:solidFill>
                              <a:schemeClr val="tx1"/>
                            </a:solidFill>
                            <a:latin typeface="Cambria Math" panose="02040503050406030204" pitchFamily="18" charset="0"/>
                          </a:rPr>
                        </m:ctrlPr>
                      </m:dPr>
                      <m:e>
                        <m:sSub>
                          <m:sSubPr>
                            <m:ctrlPr>
                              <a:rPr lang="zh-CN" altLang="en-US" sz="1600" i="1">
                                <a:solidFill>
                                  <a:schemeClr val="tx1"/>
                                </a:solidFill>
                                <a:latin typeface="Cambria Math" panose="02040503050406030204" pitchFamily="18" charset="0"/>
                              </a:rPr>
                            </m:ctrlPr>
                          </m:sSubPr>
                          <m:e>
                            <m:r>
                              <a:rPr lang="zh-CN" altLang="en-US" sz="1600" i="1">
                                <a:solidFill>
                                  <a:schemeClr val="tx1"/>
                                </a:solidFill>
                                <a:latin typeface="Cambria Math" panose="02040503050406030204" pitchFamily="18" charset="0"/>
                              </a:rPr>
                              <m:t>𝑥</m:t>
                            </m:r>
                          </m:e>
                          <m:sub>
                            <m:r>
                              <a:rPr lang="zh-CN" altLang="en-US" sz="1600" i="0">
                                <a:solidFill>
                                  <a:schemeClr val="tx1"/>
                                </a:solidFill>
                                <a:latin typeface="Cambria Math" panose="02040503050406030204" pitchFamily="18" charset="0"/>
                              </a:rPr>
                              <m:t>1</m:t>
                            </m:r>
                          </m:sub>
                        </m:sSub>
                        <m:r>
                          <a:rPr lang="zh-CN" altLang="en-US" sz="1600" i="0">
                            <a:solidFill>
                              <a:schemeClr val="tx1"/>
                            </a:solidFill>
                            <a:latin typeface="Cambria Math" panose="02040503050406030204" pitchFamily="18" charset="0"/>
                          </a:rPr>
                          <m:t>∣</m:t>
                        </m:r>
                        <m:sSub>
                          <m:sSubPr>
                            <m:ctrlPr>
                              <a:rPr lang="zh-CN" altLang="en-US" sz="1600" i="1">
                                <a:solidFill>
                                  <a:schemeClr val="tx1"/>
                                </a:solidFill>
                                <a:latin typeface="Cambria Math" panose="02040503050406030204" pitchFamily="18" charset="0"/>
                              </a:rPr>
                            </m:ctrlPr>
                          </m:sSubPr>
                          <m:e>
                            <m:r>
                              <a:rPr lang="zh-CN" altLang="en-US" sz="1600" i="1">
                                <a:solidFill>
                                  <a:schemeClr val="tx1"/>
                                </a:solidFill>
                                <a:latin typeface="Cambria Math" panose="02040503050406030204" pitchFamily="18" charset="0"/>
                              </a:rPr>
                              <m:t>𝑧</m:t>
                            </m:r>
                          </m:e>
                          <m:sub>
                            <m:r>
                              <a:rPr lang="zh-CN" altLang="en-US" sz="1600" i="0">
                                <a:solidFill>
                                  <a:schemeClr val="tx1"/>
                                </a:solidFill>
                                <a:latin typeface="Cambria Math" panose="02040503050406030204" pitchFamily="18" charset="0"/>
                              </a:rPr>
                              <m:t>1</m:t>
                            </m:r>
                          </m:sub>
                        </m:sSub>
                      </m:e>
                    </m:d>
                    <m:nary>
                      <m:naryPr>
                        <m:chr m:val="∏"/>
                        <m:limLoc m:val="undOvr"/>
                        <m:ctrlPr>
                          <a:rPr lang="zh-CN" altLang="en-US" sz="1600" i="1">
                            <a:solidFill>
                              <a:schemeClr val="tx1"/>
                            </a:solidFill>
                            <a:latin typeface="Cambria Math" panose="02040503050406030204" pitchFamily="18" charset="0"/>
                          </a:rPr>
                        </m:ctrlPr>
                      </m:naryPr>
                      <m:sub>
                        <m:r>
                          <a:rPr lang="zh-CN" altLang="en-US" sz="1600" i="1">
                            <a:solidFill>
                              <a:schemeClr val="tx1"/>
                            </a:solidFill>
                            <a:latin typeface="Cambria Math" panose="02040503050406030204" pitchFamily="18" charset="0"/>
                          </a:rPr>
                          <m:t>𝑖</m:t>
                        </m:r>
                        <m:r>
                          <a:rPr lang="zh-CN" altLang="en-US" sz="1600" i="0">
                            <a:solidFill>
                              <a:schemeClr val="tx1"/>
                            </a:solidFill>
                            <a:latin typeface="Cambria Math" panose="02040503050406030204" pitchFamily="18" charset="0"/>
                          </a:rPr>
                          <m:t>=</m:t>
                        </m:r>
                        <m:r>
                          <a:rPr lang="zh-CN" altLang="en-US" sz="1600" i="0">
                            <a:solidFill>
                              <a:schemeClr val="tx1"/>
                            </a:solidFill>
                            <a:latin typeface="Cambria Math" panose="02040503050406030204" pitchFamily="18" charset="0"/>
                          </a:rPr>
                          <m:t>2</m:t>
                        </m:r>
                      </m:sub>
                      <m:sup>
                        <m:r>
                          <a:rPr lang="zh-CN" altLang="en-US" sz="1600" i="1">
                            <a:solidFill>
                              <a:schemeClr val="tx1"/>
                            </a:solidFill>
                            <a:latin typeface="Cambria Math" panose="02040503050406030204" pitchFamily="18" charset="0"/>
                          </a:rPr>
                          <m:t>𝑛</m:t>
                        </m:r>
                      </m:sup>
                      <m:e>
                        <m:r>
                          <a:rPr lang="zh-CN" altLang="en-US" sz="1600" i="1">
                            <a:solidFill>
                              <a:schemeClr val="tx1"/>
                            </a:solidFill>
                            <a:latin typeface="Cambria Math" panose="02040503050406030204" pitchFamily="18" charset="0"/>
                          </a:rPr>
                          <m:t>𝑃</m:t>
                        </m:r>
                      </m:e>
                    </m:nary>
                    <m:d>
                      <m:dPr>
                        <m:ctrlPr>
                          <a:rPr lang="zh-CN" altLang="en-US" sz="1600" i="1">
                            <a:solidFill>
                              <a:schemeClr val="tx1"/>
                            </a:solidFill>
                            <a:latin typeface="Cambria Math" panose="02040503050406030204" pitchFamily="18" charset="0"/>
                          </a:rPr>
                        </m:ctrlPr>
                      </m:dPr>
                      <m:e>
                        <m:sSub>
                          <m:sSubPr>
                            <m:ctrlPr>
                              <a:rPr lang="zh-CN" altLang="en-US" sz="1600" i="1">
                                <a:solidFill>
                                  <a:schemeClr val="tx1"/>
                                </a:solidFill>
                                <a:latin typeface="Cambria Math" panose="02040503050406030204" pitchFamily="18" charset="0"/>
                              </a:rPr>
                            </m:ctrlPr>
                          </m:sSubPr>
                          <m:e>
                            <m:r>
                              <a:rPr lang="zh-CN" altLang="en-US" sz="1600" i="1">
                                <a:solidFill>
                                  <a:schemeClr val="tx1"/>
                                </a:solidFill>
                                <a:latin typeface="Cambria Math" panose="02040503050406030204" pitchFamily="18" charset="0"/>
                              </a:rPr>
                              <m:t>𝑧</m:t>
                            </m:r>
                          </m:e>
                          <m:sub>
                            <m:r>
                              <a:rPr lang="zh-CN" altLang="en-US" sz="1600" i="1">
                                <a:solidFill>
                                  <a:schemeClr val="tx1"/>
                                </a:solidFill>
                                <a:latin typeface="Cambria Math" panose="02040503050406030204" pitchFamily="18" charset="0"/>
                              </a:rPr>
                              <m:t>𝑖</m:t>
                            </m:r>
                          </m:sub>
                        </m:sSub>
                        <m:r>
                          <a:rPr lang="zh-CN" altLang="en-US" sz="1600" i="0">
                            <a:solidFill>
                              <a:schemeClr val="tx1"/>
                            </a:solidFill>
                            <a:latin typeface="Cambria Math" panose="02040503050406030204" pitchFamily="18" charset="0"/>
                          </a:rPr>
                          <m:t>∣</m:t>
                        </m:r>
                        <m:sSub>
                          <m:sSubPr>
                            <m:ctrlPr>
                              <a:rPr lang="zh-CN" altLang="en-US" sz="1600" i="1">
                                <a:solidFill>
                                  <a:schemeClr val="tx1"/>
                                </a:solidFill>
                                <a:latin typeface="Cambria Math" panose="02040503050406030204" pitchFamily="18" charset="0"/>
                              </a:rPr>
                            </m:ctrlPr>
                          </m:sSubPr>
                          <m:e>
                            <m:r>
                              <a:rPr lang="en-US" altLang="zh-CN" sz="1600" b="0" i="1" smtClean="0">
                                <a:solidFill>
                                  <a:schemeClr val="tx1"/>
                                </a:solidFill>
                                <a:latin typeface="Cambria Math" panose="02040503050406030204" pitchFamily="18" charset="0"/>
                              </a:rPr>
                              <m:t>𝑧</m:t>
                            </m:r>
                          </m:e>
                          <m:sub>
                            <m:r>
                              <a:rPr lang="zh-CN" altLang="en-US" sz="1600" i="1">
                                <a:solidFill>
                                  <a:schemeClr val="tx1"/>
                                </a:solidFill>
                                <a:latin typeface="Cambria Math" panose="02040503050406030204" pitchFamily="18" charset="0"/>
                              </a:rPr>
                              <m:t>𝑖</m:t>
                            </m:r>
                            <m:r>
                              <a:rPr lang="zh-CN" altLang="en-US" sz="1600" i="0">
                                <a:solidFill>
                                  <a:schemeClr val="tx1"/>
                                </a:solidFill>
                                <a:latin typeface="Cambria Math" panose="02040503050406030204" pitchFamily="18" charset="0"/>
                              </a:rPr>
                              <m:t>−</m:t>
                            </m:r>
                            <m:r>
                              <a:rPr lang="zh-CN" altLang="en-US" sz="1600" i="0">
                                <a:solidFill>
                                  <a:schemeClr val="tx1"/>
                                </a:solidFill>
                                <a:latin typeface="Cambria Math" panose="02040503050406030204" pitchFamily="18" charset="0"/>
                              </a:rPr>
                              <m:t>1</m:t>
                            </m:r>
                          </m:sub>
                        </m:sSub>
                      </m:e>
                    </m:d>
                    <m:r>
                      <a:rPr lang="zh-CN" altLang="en-US" sz="1600" i="1">
                        <a:solidFill>
                          <a:schemeClr val="tx1"/>
                        </a:solidFill>
                        <a:latin typeface="Cambria Math" panose="02040503050406030204" pitchFamily="18" charset="0"/>
                      </a:rPr>
                      <m:t>𝑃</m:t>
                    </m:r>
                    <m:d>
                      <m:dPr>
                        <m:ctrlPr>
                          <a:rPr lang="zh-CN" altLang="en-US" sz="1600" i="1">
                            <a:solidFill>
                              <a:schemeClr val="tx1"/>
                            </a:solidFill>
                            <a:latin typeface="Cambria Math" panose="02040503050406030204" pitchFamily="18" charset="0"/>
                          </a:rPr>
                        </m:ctrlPr>
                      </m:dPr>
                      <m:e>
                        <m:sSub>
                          <m:sSubPr>
                            <m:ctrlPr>
                              <a:rPr lang="zh-CN" altLang="en-US" sz="1600" i="1">
                                <a:solidFill>
                                  <a:schemeClr val="tx1"/>
                                </a:solidFill>
                                <a:latin typeface="Cambria Math" panose="02040503050406030204" pitchFamily="18" charset="0"/>
                              </a:rPr>
                            </m:ctrlPr>
                          </m:sSubPr>
                          <m:e>
                            <m:r>
                              <a:rPr lang="zh-CN" altLang="en-US" sz="1600" i="1">
                                <a:solidFill>
                                  <a:schemeClr val="tx1"/>
                                </a:solidFill>
                                <a:latin typeface="Cambria Math" panose="02040503050406030204" pitchFamily="18" charset="0"/>
                              </a:rPr>
                              <m:t>𝑥</m:t>
                            </m:r>
                          </m:e>
                          <m:sub>
                            <m:r>
                              <a:rPr lang="zh-CN" altLang="en-US" sz="1600" i="1">
                                <a:solidFill>
                                  <a:schemeClr val="tx1"/>
                                </a:solidFill>
                                <a:latin typeface="Cambria Math" panose="02040503050406030204" pitchFamily="18" charset="0"/>
                              </a:rPr>
                              <m:t>𝑖</m:t>
                            </m:r>
                          </m:sub>
                        </m:sSub>
                        <m:r>
                          <a:rPr lang="zh-CN" altLang="en-US" sz="1600" i="0">
                            <a:solidFill>
                              <a:schemeClr val="tx1"/>
                            </a:solidFill>
                            <a:latin typeface="Cambria Math" panose="02040503050406030204" pitchFamily="18" charset="0"/>
                          </a:rPr>
                          <m:t>∣</m:t>
                        </m:r>
                        <m:sSub>
                          <m:sSubPr>
                            <m:ctrlPr>
                              <a:rPr lang="zh-CN" altLang="en-US" sz="1600" i="1">
                                <a:solidFill>
                                  <a:schemeClr val="tx1"/>
                                </a:solidFill>
                                <a:latin typeface="Cambria Math" panose="02040503050406030204" pitchFamily="18" charset="0"/>
                              </a:rPr>
                            </m:ctrlPr>
                          </m:sSubPr>
                          <m:e>
                            <m:r>
                              <a:rPr lang="zh-CN" altLang="en-US" sz="1600" i="1">
                                <a:solidFill>
                                  <a:schemeClr val="tx1"/>
                                </a:solidFill>
                                <a:latin typeface="Cambria Math" panose="02040503050406030204" pitchFamily="18" charset="0"/>
                              </a:rPr>
                              <m:t>𝑧</m:t>
                            </m:r>
                          </m:e>
                          <m:sub>
                            <m:r>
                              <a:rPr lang="zh-CN" altLang="en-US" sz="1600" i="1">
                                <a:solidFill>
                                  <a:schemeClr val="tx1"/>
                                </a:solidFill>
                                <a:latin typeface="Cambria Math" panose="02040503050406030204" pitchFamily="18" charset="0"/>
                              </a:rPr>
                              <m:t>𝑖</m:t>
                            </m:r>
                          </m:sub>
                        </m:sSub>
                      </m:e>
                    </m:d>
                  </m:oMath>
                </a14:m>
                <a:endParaRPr lang="zh-CN" altLang="en-US" sz="1600">
                  <a:solidFill>
                    <a:schemeClr val="tx1"/>
                  </a:solidFill>
                </a:endParaRPr>
              </a:p>
            </p:txBody>
          </p:sp>
        </mc:Choice>
        <mc:Fallback>
          <p:sp>
            <p:nvSpPr>
              <p:cNvPr id="12" name="文本框 11"/>
              <p:cNvSpPr txBox="1">
                <a:spLocks noRot="1" noChangeAspect="1" noMove="1" noResize="1" noEditPoints="1" noAdjustHandles="1" noChangeArrowheads="1" noChangeShapeType="1" noTextEdit="1"/>
              </p:cNvSpPr>
              <p:nvPr/>
            </p:nvSpPr>
            <p:spPr>
              <a:xfrm>
                <a:off x="1524000" y="4273726"/>
                <a:ext cx="6531864" cy="339388"/>
              </a:xfrm>
              <a:prstGeom prst="rect">
                <a:avLst/>
              </a:prstGeom>
              <a:blipFill rotWithShape="1">
                <a:blip r:embed="rId2"/>
                <a:stretch>
                  <a:fillRect t="-52" r="4" b="-609"/>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1"/>
          <p:cNvPicPr>
            <a:picLocks noChangeAspect="1"/>
          </p:cNvPicPr>
          <p:nvPr/>
        </p:nvPicPr>
        <p:blipFill>
          <a:blip r:embed="rId1"/>
          <a:srcRect b="57220"/>
          <a:stretch>
            <a:fillRect/>
          </a:stretch>
        </p:blipFill>
        <p:spPr>
          <a:xfrm>
            <a:off x="1365353" y="2798026"/>
            <a:ext cx="6024245" cy="1398270"/>
          </a:xfrm>
          <a:prstGeom prst="rect">
            <a:avLst/>
          </a:prstGeom>
        </p:spPr>
      </p:pic>
      <p:sp>
        <p:nvSpPr>
          <p:cNvPr id="6" name="文本框 5"/>
          <p:cNvSpPr txBox="1"/>
          <p:nvPr/>
        </p:nvSpPr>
        <p:spPr>
          <a:xfrm>
            <a:off x="279401" y="1005459"/>
            <a:ext cx="8407400" cy="1522917"/>
          </a:xfrm>
          <a:prstGeom prst="rect">
            <a:avLst/>
          </a:prstGeom>
          <a:noFill/>
        </p:spPr>
        <p:txBody>
          <a:bodyPr wrap="square" rtlCol="0">
            <a:spAutoFit/>
          </a:bodyPr>
          <a:lstStyle/>
          <a:p>
            <a:pPr indent="457200">
              <a:lnSpc>
                <a:spcPct val="150000"/>
              </a:lnSpc>
            </a:pPr>
            <a:r>
              <a:rPr lang="zh-CN" altLang="en-US" sz="1600" dirty="0">
                <a:latin typeface="Times New Roman" panose="02020503050405090304" pitchFamily="18" charset="0"/>
                <a:ea typeface="宋体" pitchFamily="2" charset="-122"/>
              </a:rPr>
              <a:t>假设有</a:t>
            </a:r>
            <a:r>
              <a:rPr lang="en-US" altLang="zh-CN" sz="1600" dirty="0">
                <a:latin typeface="Times New Roman" panose="02020503050405090304" pitchFamily="18" charset="0"/>
                <a:ea typeface="宋体" pitchFamily="2" charset="-122"/>
              </a:rPr>
              <a:t>3</a:t>
            </a:r>
            <a:r>
              <a:rPr lang="zh-CN" altLang="en-US" sz="1600" dirty="0">
                <a:latin typeface="Times New Roman" panose="02020503050405090304" pitchFamily="18" charset="0"/>
                <a:ea typeface="宋体" pitchFamily="2" charset="-122"/>
              </a:rPr>
              <a:t>种不同</a:t>
            </a:r>
            <a:r>
              <a:rPr lang="zh-CN" altLang="en-US" sz="1600">
                <a:latin typeface="Times New Roman" panose="02020503050405090304" pitchFamily="18" charset="0"/>
                <a:ea typeface="宋体" pitchFamily="2" charset="-122"/>
              </a:rPr>
              <a:t>的骰（</a:t>
            </a:r>
            <a:r>
              <a:rPr lang="en-US" altLang="zh-CN" sz="1600">
                <a:latin typeface="Times New Roman" panose="02020503050405090304" pitchFamily="18" charset="0"/>
                <a:ea typeface="宋体" pitchFamily="2" charset="-122"/>
              </a:rPr>
              <a:t>tóu</a:t>
            </a:r>
            <a:r>
              <a:rPr lang="zh-CN" altLang="en-US" sz="1600">
                <a:latin typeface="Times New Roman" panose="02020503050405090304" pitchFamily="18" charset="0"/>
                <a:ea typeface="宋体" pitchFamily="2" charset="-122"/>
              </a:rPr>
              <a:t>）子</a:t>
            </a:r>
            <a:r>
              <a:rPr lang="zh-CN" altLang="en-US" sz="1600" dirty="0">
                <a:latin typeface="Times New Roman" panose="02020503050405090304" pitchFamily="18" charset="0"/>
                <a:ea typeface="宋体" pitchFamily="2" charset="-122"/>
              </a:rPr>
              <a:t>，第一个骰子</a:t>
            </a:r>
            <a:r>
              <a:rPr lang="zh-CN" altLang="en-US" sz="1600">
                <a:latin typeface="Times New Roman" panose="02020503050405090304" pitchFamily="18" charset="0"/>
                <a:ea typeface="宋体" pitchFamily="2" charset="-122"/>
              </a:rPr>
              <a:t>是我们常见</a:t>
            </a:r>
            <a:r>
              <a:rPr lang="zh-CN" altLang="en-US" sz="1600" dirty="0">
                <a:latin typeface="Times New Roman" panose="02020503050405090304" pitchFamily="18" charset="0"/>
                <a:ea typeface="宋体" pitchFamily="2" charset="-122"/>
              </a:rPr>
              <a:t>的骰子（称这个骰子为</a:t>
            </a:r>
            <a:r>
              <a:rPr lang="zh-CN" altLang="en-US" sz="1600" dirty="0">
                <a:solidFill>
                  <a:schemeClr val="accent1"/>
                </a:solidFill>
                <a:latin typeface="Times New Roman" panose="02020503050405090304" pitchFamily="18" charset="0"/>
                <a:ea typeface="宋体" pitchFamily="2" charset="-122"/>
              </a:rPr>
              <a:t>D6</a:t>
            </a:r>
            <a:r>
              <a:rPr lang="zh-CN" altLang="en-US" sz="1600" dirty="0">
                <a:latin typeface="Times New Roman" panose="02020503050405090304" pitchFamily="18" charset="0"/>
                <a:ea typeface="宋体" pitchFamily="2" charset="-122"/>
              </a:rPr>
              <a:t>），6个面，每个面（1，2，3，4，5，6）出现的概率是1/6。第二个骰子是个四面体（称这个骰子为</a:t>
            </a:r>
            <a:r>
              <a:rPr lang="zh-CN" altLang="en-US" sz="1600" dirty="0">
                <a:solidFill>
                  <a:schemeClr val="accent1"/>
                </a:solidFill>
                <a:latin typeface="Times New Roman" panose="02020503050405090304" pitchFamily="18" charset="0"/>
                <a:ea typeface="宋体" pitchFamily="2" charset="-122"/>
              </a:rPr>
              <a:t>D4</a:t>
            </a:r>
            <a:r>
              <a:rPr lang="zh-CN" altLang="en-US" sz="1600" dirty="0">
                <a:latin typeface="Times New Roman" panose="02020503050405090304" pitchFamily="18" charset="0"/>
                <a:ea typeface="宋体" pitchFamily="2" charset="-122"/>
              </a:rPr>
              <a:t>），每个面（1，2，3，4）出现的概率是1/4。第三个骰子有八个面（称这个骰子为</a:t>
            </a:r>
            <a:r>
              <a:rPr lang="zh-CN" altLang="en-US" sz="1600" dirty="0">
                <a:solidFill>
                  <a:schemeClr val="accent1"/>
                </a:solidFill>
                <a:latin typeface="Times New Roman" panose="02020503050405090304" pitchFamily="18" charset="0"/>
                <a:ea typeface="宋体" pitchFamily="2" charset="-122"/>
              </a:rPr>
              <a:t>D8</a:t>
            </a:r>
            <a:r>
              <a:rPr lang="zh-CN" altLang="en-US" sz="1600" dirty="0">
                <a:latin typeface="Times New Roman" panose="02020503050405090304" pitchFamily="18" charset="0"/>
                <a:ea typeface="宋体" pitchFamily="2" charset="-122"/>
              </a:rPr>
              <a:t>），每个面（1，2，3，4，5，6，7，8）出现的概率是1/8。</a:t>
            </a:r>
            <a:endParaRPr lang="zh-CN" altLang="en-US" sz="1600" dirty="0">
              <a:latin typeface="Times New Roman" panose="02020503050405090304" pitchFamily="18" charset="0"/>
              <a:ea typeface="宋体" pitchFamily="2" charset="-122"/>
            </a:endParaRPr>
          </a:p>
        </p:txBody>
      </p:sp>
      <p:sp>
        <p:nvSpPr>
          <p:cNvPr id="3" name="文本框 2"/>
          <p:cNvSpPr txBox="1"/>
          <p:nvPr/>
        </p:nvSpPr>
        <p:spPr>
          <a:xfrm>
            <a:off x="1678305" y="4274461"/>
            <a:ext cx="6076315" cy="299085"/>
          </a:xfrm>
          <a:prstGeom prst="rect">
            <a:avLst/>
          </a:prstGeom>
          <a:noFill/>
        </p:spPr>
        <p:txBody>
          <a:bodyPr wrap="square" rtlCol="0">
            <a:spAutoFit/>
          </a:bodyPr>
          <a:lstStyle/>
          <a:p>
            <a:r>
              <a:rPr lang="en-US" altLang="zh-CN" b="1">
                <a:solidFill>
                  <a:schemeClr val="accent1"/>
                </a:solidFill>
                <a:latin typeface="Times New Roman" panose="02020503050405090304" pitchFamily="18" charset="0"/>
                <a:ea typeface="宋体" pitchFamily="2" charset="-122"/>
              </a:rPr>
              <a:t>D6(</a:t>
            </a:r>
            <a:r>
              <a:rPr lang="en-US" altLang="zh-CN" b="1">
                <a:solidFill>
                  <a:srgbClr val="C00000"/>
                </a:solidFill>
                <a:latin typeface="Times New Roman" panose="02020503050405090304" pitchFamily="18" charset="0"/>
                <a:ea typeface="宋体" pitchFamily="2" charset="-122"/>
              </a:rPr>
              <a:t>1,2,3,4,5,6</a:t>
            </a:r>
            <a:r>
              <a:rPr lang="en-US" altLang="zh-CN" b="1">
                <a:solidFill>
                  <a:schemeClr val="accent1"/>
                </a:solidFill>
                <a:latin typeface="Times New Roman" panose="02020503050405090304" pitchFamily="18" charset="0"/>
                <a:ea typeface="宋体" pitchFamily="2" charset="-122"/>
              </a:rPr>
              <a:t>)                      D4(</a:t>
            </a:r>
            <a:r>
              <a:rPr lang="en-US" altLang="zh-CN" b="1">
                <a:solidFill>
                  <a:srgbClr val="C00000"/>
                </a:solidFill>
                <a:latin typeface="Times New Roman" panose="02020503050405090304" pitchFamily="18" charset="0"/>
                <a:ea typeface="宋体" pitchFamily="2" charset="-122"/>
              </a:rPr>
              <a:t>1,2,3,4</a:t>
            </a:r>
            <a:r>
              <a:rPr lang="en-US" altLang="zh-CN" b="1">
                <a:solidFill>
                  <a:schemeClr val="accent1"/>
                </a:solidFill>
                <a:latin typeface="Times New Roman" panose="02020503050405090304" pitchFamily="18" charset="0"/>
                <a:ea typeface="宋体" pitchFamily="2" charset="-122"/>
              </a:rPr>
              <a:t>)                    D8(</a:t>
            </a:r>
            <a:r>
              <a:rPr lang="en-US" altLang="zh-CN" b="1">
                <a:solidFill>
                  <a:srgbClr val="C00000"/>
                </a:solidFill>
                <a:latin typeface="Times New Roman" panose="02020503050405090304" pitchFamily="18" charset="0"/>
                <a:ea typeface="宋体" pitchFamily="2" charset="-122"/>
              </a:rPr>
              <a:t>1,2,3,4,5,6,7,8</a:t>
            </a:r>
            <a:r>
              <a:rPr lang="en-US" altLang="zh-CN" b="1">
                <a:solidFill>
                  <a:schemeClr val="accent1"/>
                </a:solidFill>
                <a:latin typeface="Times New Roman" panose="02020503050405090304" pitchFamily="18" charset="0"/>
                <a:ea typeface="宋体" pitchFamily="2" charset="-122"/>
              </a:rPr>
              <a:t>)</a:t>
            </a:r>
            <a:endParaRPr lang="en-US" altLang="zh-CN" b="1">
              <a:solidFill>
                <a:schemeClr val="accent1"/>
              </a:solidFill>
              <a:latin typeface="Times New Roman" panose="02020503050405090304" pitchFamily="18" charset="0"/>
              <a:ea typeface="宋体" pitchFamily="2" charset="-122"/>
            </a:endParaRPr>
          </a:p>
        </p:txBody>
      </p:sp>
      <p:sp>
        <p:nvSpPr>
          <p:cNvPr id="10" name="标题 9"/>
          <p:cNvSpPr>
            <a:spLocks noGrp="1"/>
          </p:cNvSpPr>
          <p:nvPr>
            <p:ph type="title"/>
          </p:nvPr>
        </p:nvSpPr>
        <p:spPr/>
        <p:txBody>
          <a:bodyPr/>
          <a:lstStyle/>
          <a:p>
            <a:r>
              <a:rPr lang="en-US" altLang="zh-CN" sz="2400" b="1">
                <a:solidFill>
                  <a:srgbClr val="004C41"/>
                </a:solidFill>
                <a:ea typeface="宋体" pitchFamily="2" charset="-122"/>
                <a:cs typeface="+mn-ea"/>
                <a:sym typeface="+mn-lt"/>
              </a:rPr>
              <a:t>1. </a:t>
            </a:r>
            <a:r>
              <a:rPr lang="zh-CN" altLang="en-US" sz="2400" b="1">
                <a:solidFill>
                  <a:srgbClr val="004C41"/>
                </a:solidFill>
                <a:ea typeface="宋体" pitchFamily="2" charset="-122"/>
                <a:cs typeface="+mn-ea"/>
                <a:sym typeface="+mn-lt"/>
              </a:rPr>
              <a:t>隐马尔可夫模型</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）示例</a:t>
            </a:r>
            <a:endParaRPr lang="zh-CN" altLang="en-US">
              <a:ea typeface="宋体" pitchFamily="2" charset="-122"/>
            </a:endParaRPr>
          </a:p>
        </p:txBody>
      </p:sp>
      <p:sp>
        <p:nvSpPr>
          <p:cNvPr id="8" name="日期占位符 7"/>
          <p:cNvSpPr>
            <a:spLocks noGrp="1"/>
          </p:cNvSpPr>
          <p:nvPr>
            <p:ph type="dt" sz="half" idx="10"/>
          </p:nvPr>
        </p:nvSpPr>
        <p:spPr/>
        <p:txBody>
          <a:bodyPr/>
          <a:lstStyle/>
          <a:p>
            <a:fld id="{60F57EC4-2DB1-4803-8A3C-62F7F551EDF1}"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9" name="灯片编号占位符 8"/>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480621" y="1085850"/>
            <a:ext cx="7851308" cy="3413612"/>
          </a:xfrm>
          <a:prstGeom prst="rect">
            <a:avLst/>
          </a:prstGeom>
        </p:spPr>
      </p:pic>
      <p:sp>
        <p:nvSpPr>
          <p:cNvPr id="9" name="矩形 8"/>
          <p:cNvSpPr/>
          <p:nvPr/>
        </p:nvSpPr>
        <p:spPr>
          <a:xfrm>
            <a:off x="7520940" y="3718560"/>
            <a:ext cx="723900" cy="6324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标题 5"/>
          <p:cNvSpPr>
            <a:spLocks noGrp="1"/>
          </p:cNvSpPr>
          <p:nvPr>
            <p:ph type="title"/>
          </p:nvPr>
        </p:nvSpPr>
        <p:spPr/>
        <p:txBody>
          <a:bodyPr/>
          <a:lstStyle/>
          <a:p>
            <a:r>
              <a:rPr lang="en-US" altLang="zh-CN" sz="2400" b="1">
                <a:solidFill>
                  <a:srgbClr val="004C41"/>
                </a:solidFill>
                <a:ea typeface="宋体" pitchFamily="2" charset="-122"/>
                <a:cs typeface="+mn-ea"/>
                <a:sym typeface="+mn-lt"/>
              </a:rPr>
              <a:t>1. </a:t>
            </a:r>
            <a:r>
              <a:rPr lang="zh-CN" altLang="en-US" sz="2400" b="1">
                <a:solidFill>
                  <a:srgbClr val="004C41"/>
                </a:solidFill>
                <a:ea typeface="宋体" pitchFamily="2" charset="-122"/>
                <a:cs typeface="+mn-ea"/>
                <a:sym typeface="+mn-lt"/>
              </a:rPr>
              <a:t>隐马尔可夫模型</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）示例</a:t>
            </a:r>
            <a:endParaRPr lang="zh-CN" altLang="en-US">
              <a:ea typeface="宋体" pitchFamily="2" charset="-122"/>
            </a:endParaRPr>
          </a:p>
        </p:txBody>
      </p:sp>
      <p:sp>
        <p:nvSpPr>
          <p:cNvPr id="3" name="日期占位符 2"/>
          <p:cNvSpPr>
            <a:spLocks noGrp="1"/>
          </p:cNvSpPr>
          <p:nvPr>
            <p:ph type="dt" sz="half" idx="10"/>
          </p:nvPr>
        </p:nvSpPr>
        <p:spPr/>
        <p:txBody>
          <a:bodyPr/>
          <a:lstStyle/>
          <a:p>
            <a:fld id="{027F3F2E-6B11-4541-A93E-1F112690E0EB}"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5" name="灯片编号占位符 4"/>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7520940" y="3718560"/>
            <a:ext cx="723900" cy="6324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3" name="图片 2"/>
          <p:cNvPicPr>
            <a:picLocks noChangeAspect="1"/>
          </p:cNvPicPr>
          <p:nvPr/>
        </p:nvPicPr>
        <p:blipFill rotWithShape="1">
          <a:blip r:embed="rId1"/>
          <a:srcRect l="1993" r="5707" b="19596"/>
          <a:stretch>
            <a:fillRect/>
          </a:stretch>
        </p:blipFill>
        <p:spPr>
          <a:xfrm>
            <a:off x="1202436" y="1169445"/>
            <a:ext cx="6606540" cy="2549115"/>
          </a:xfrm>
          <a:prstGeom prst="rect">
            <a:avLst/>
          </a:prstGeom>
        </p:spPr>
      </p:pic>
      <p:sp>
        <p:nvSpPr>
          <p:cNvPr id="7" name="标题 6"/>
          <p:cNvSpPr>
            <a:spLocks noGrp="1"/>
          </p:cNvSpPr>
          <p:nvPr>
            <p:ph type="title"/>
          </p:nvPr>
        </p:nvSpPr>
        <p:spPr/>
        <p:txBody>
          <a:bodyPr/>
          <a:lstStyle/>
          <a:p>
            <a:r>
              <a:rPr lang="en-US" altLang="zh-CN" sz="2400" b="1">
                <a:solidFill>
                  <a:srgbClr val="004C41"/>
                </a:solidFill>
                <a:ea typeface="宋体" pitchFamily="2" charset="-122"/>
                <a:cs typeface="+mn-ea"/>
                <a:sym typeface="+mn-lt"/>
              </a:rPr>
              <a:t>1. </a:t>
            </a:r>
            <a:r>
              <a:rPr lang="zh-CN" altLang="en-US" sz="2400" b="1">
                <a:solidFill>
                  <a:srgbClr val="004C41"/>
                </a:solidFill>
                <a:ea typeface="宋体" pitchFamily="2" charset="-122"/>
                <a:cs typeface="+mn-ea"/>
                <a:sym typeface="+mn-lt"/>
              </a:rPr>
              <a:t>隐马尔可夫模型</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）示例</a:t>
            </a:r>
            <a:endParaRPr lang="zh-CN" altLang="en-US">
              <a:ea typeface="宋体" pitchFamily="2" charset="-122"/>
            </a:endParaRPr>
          </a:p>
        </p:txBody>
      </p:sp>
      <p:sp>
        <p:nvSpPr>
          <p:cNvPr id="5" name="日期占位符 4"/>
          <p:cNvSpPr>
            <a:spLocks noGrp="1"/>
          </p:cNvSpPr>
          <p:nvPr>
            <p:ph type="dt" sz="half" idx="10"/>
          </p:nvPr>
        </p:nvSpPr>
        <p:spPr/>
        <p:txBody>
          <a:bodyPr/>
          <a:lstStyle/>
          <a:p>
            <a:fld id="{782B2FA8-B4F7-452E-8F88-E6F3F0CC7D8C}"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6" name="灯片编号占位符 5"/>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7520940" y="3718560"/>
            <a:ext cx="723900" cy="6324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p:cNvPicPr>
            <a:picLocks noChangeAspect="1"/>
          </p:cNvPicPr>
          <p:nvPr/>
        </p:nvPicPr>
        <p:blipFill>
          <a:blip r:embed="rId1"/>
          <a:stretch>
            <a:fillRect/>
          </a:stretch>
        </p:blipFill>
        <p:spPr>
          <a:xfrm>
            <a:off x="493821" y="1330328"/>
            <a:ext cx="7820809" cy="2728636"/>
          </a:xfrm>
          <a:prstGeom prst="rect">
            <a:avLst/>
          </a:prstGeom>
        </p:spPr>
      </p:pic>
      <p:sp>
        <p:nvSpPr>
          <p:cNvPr id="7" name="标题 6"/>
          <p:cNvSpPr>
            <a:spLocks noGrp="1"/>
          </p:cNvSpPr>
          <p:nvPr>
            <p:ph type="title"/>
          </p:nvPr>
        </p:nvSpPr>
        <p:spPr/>
        <p:txBody>
          <a:bodyPr/>
          <a:lstStyle/>
          <a:p>
            <a:r>
              <a:rPr lang="en-US" altLang="zh-CN" sz="2400" b="1">
                <a:solidFill>
                  <a:srgbClr val="004C41"/>
                </a:solidFill>
                <a:ea typeface="宋体" pitchFamily="2" charset="-122"/>
                <a:cs typeface="+mn-ea"/>
                <a:sym typeface="+mn-lt"/>
              </a:rPr>
              <a:t>1. </a:t>
            </a:r>
            <a:r>
              <a:rPr lang="zh-CN" altLang="en-US" sz="2400" b="1">
                <a:solidFill>
                  <a:srgbClr val="004C41"/>
                </a:solidFill>
                <a:ea typeface="宋体" pitchFamily="2" charset="-122"/>
                <a:cs typeface="+mn-ea"/>
                <a:sym typeface="+mn-lt"/>
              </a:rPr>
              <a:t>隐马尔可夫模型</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）示例</a:t>
            </a:r>
            <a:endParaRPr lang="zh-CN" altLang="en-US">
              <a:ea typeface="宋体" pitchFamily="2" charset="-122"/>
            </a:endParaRPr>
          </a:p>
        </p:txBody>
      </p:sp>
      <p:sp>
        <p:nvSpPr>
          <p:cNvPr id="3" name="日期占位符 2"/>
          <p:cNvSpPr>
            <a:spLocks noGrp="1"/>
          </p:cNvSpPr>
          <p:nvPr>
            <p:ph type="dt" sz="half" idx="10"/>
          </p:nvPr>
        </p:nvSpPr>
        <p:spPr/>
        <p:txBody>
          <a:bodyPr/>
          <a:lstStyle/>
          <a:p>
            <a:fld id="{C489BF27-B999-42DD-9AEF-094CFE07D62B}"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6" name="灯片编号占位符 5"/>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7520940" y="3718560"/>
            <a:ext cx="723900" cy="6324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3" name="图片 2"/>
          <p:cNvPicPr>
            <a:picLocks noChangeAspect="1"/>
          </p:cNvPicPr>
          <p:nvPr/>
        </p:nvPicPr>
        <p:blipFill rotWithShape="1">
          <a:blip r:embed="rId1"/>
          <a:srcRect b="29296"/>
          <a:stretch>
            <a:fillRect/>
          </a:stretch>
        </p:blipFill>
        <p:spPr>
          <a:xfrm>
            <a:off x="832105" y="1372553"/>
            <a:ext cx="7479790" cy="1937385"/>
          </a:xfrm>
          <a:prstGeom prst="rect">
            <a:avLst/>
          </a:prstGeom>
        </p:spPr>
      </p:pic>
      <p:sp>
        <p:nvSpPr>
          <p:cNvPr id="7" name="标题 6"/>
          <p:cNvSpPr>
            <a:spLocks noGrp="1"/>
          </p:cNvSpPr>
          <p:nvPr>
            <p:ph type="title"/>
          </p:nvPr>
        </p:nvSpPr>
        <p:spPr/>
        <p:txBody>
          <a:bodyPr/>
          <a:lstStyle/>
          <a:p>
            <a:r>
              <a:rPr lang="en-US" altLang="zh-CN" sz="2400" b="1">
                <a:solidFill>
                  <a:srgbClr val="004C41"/>
                </a:solidFill>
                <a:ea typeface="宋体" pitchFamily="2" charset="-122"/>
                <a:cs typeface="+mn-ea"/>
                <a:sym typeface="+mn-lt"/>
              </a:rPr>
              <a:t>1. </a:t>
            </a:r>
            <a:r>
              <a:rPr lang="zh-CN" altLang="en-US" sz="2400" b="1">
                <a:solidFill>
                  <a:srgbClr val="004C41"/>
                </a:solidFill>
                <a:ea typeface="宋体" pitchFamily="2" charset="-122"/>
                <a:cs typeface="+mn-ea"/>
                <a:sym typeface="+mn-lt"/>
              </a:rPr>
              <a:t>隐马尔可夫模型</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）示例</a:t>
            </a:r>
            <a:endParaRPr lang="zh-CN" altLang="en-US">
              <a:ea typeface="宋体" pitchFamily="2" charset="-122"/>
            </a:endParaRPr>
          </a:p>
        </p:txBody>
      </p:sp>
      <p:sp>
        <p:nvSpPr>
          <p:cNvPr id="5" name="日期占位符 4"/>
          <p:cNvSpPr>
            <a:spLocks noGrp="1"/>
          </p:cNvSpPr>
          <p:nvPr>
            <p:ph type="dt" sz="half" idx="10"/>
          </p:nvPr>
        </p:nvSpPr>
        <p:spPr/>
        <p:txBody>
          <a:bodyPr/>
          <a:lstStyle/>
          <a:p>
            <a:fld id="{B2C63737-02E1-4057-BF38-E07E3A648560}"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6" name="灯片编号占位符 5"/>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7520940" y="3718560"/>
            <a:ext cx="723900" cy="6324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标题 6"/>
          <p:cNvSpPr>
            <a:spLocks noGrp="1"/>
          </p:cNvSpPr>
          <p:nvPr>
            <p:ph type="title"/>
          </p:nvPr>
        </p:nvSpPr>
        <p:spPr/>
        <p:txBody>
          <a:bodyPr/>
          <a:lstStyle/>
          <a:p>
            <a:r>
              <a:rPr lang="en-US" altLang="zh-CN" sz="2400" b="1">
                <a:solidFill>
                  <a:srgbClr val="004C41"/>
                </a:solidFill>
                <a:ea typeface="宋体" pitchFamily="2" charset="-122"/>
                <a:cs typeface="+mn-ea"/>
                <a:sym typeface="+mn-lt"/>
              </a:rPr>
              <a:t>1. </a:t>
            </a:r>
            <a:r>
              <a:rPr lang="zh-CN" altLang="en-US" sz="2400" b="1">
                <a:solidFill>
                  <a:srgbClr val="004C41"/>
                </a:solidFill>
                <a:ea typeface="宋体" pitchFamily="2" charset="-122"/>
                <a:cs typeface="+mn-ea"/>
                <a:sym typeface="+mn-lt"/>
              </a:rPr>
              <a:t>隐马尔可夫模型</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）示例</a:t>
            </a:r>
            <a:endParaRPr lang="zh-CN" altLang="en-US">
              <a:ea typeface="宋体" pitchFamily="2" charset="-122"/>
            </a:endParaRPr>
          </a:p>
        </p:txBody>
      </p:sp>
      <p:sp>
        <p:nvSpPr>
          <p:cNvPr id="3" name="日期占位符 2"/>
          <p:cNvSpPr>
            <a:spLocks noGrp="1"/>
          </p:cNvSpPr>
          <p:nvPr>
            <p:ph type="dt" sz="half" idx="10"/>
          </p:nvPr>
        </p:nvSpPr>
        <p:spPr/>
        <p:txBody>
          <a:bodyPr/>
          <a:lstStyle/>
          <a:p>
            <a:fld id="{537DB259-8D63-4D0B-B48A-BB8260EBDDE3}"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6" name="灯片编号占位符 5"/>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99160" y="1174700"/>
            <a:ext cx="7036308" cy="326654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7520940" y="3718560"/>
            <a:ext cx="723900" cy="6324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3" name="图片 2"/>
          <p:cNvPicPr>
            <a:picLocks noChangeAspect="1"/>
          </p:cNvPicPr>
          <p:nvPr/>
        </p:nvPicPr>
        <p:blipFill>
          <a:blip r:embed="rId1"/>
          <a:stretch>
            <a:fillRect/>
          </a:stretch>
        </p:blipFill>
        <p:spPr>
          <a:xfrm>
            <a:off x="1316673" y="1478189"/>
            <a:ext cx="6717164" cy="2384071"/>
          </a:xfrm>
          <a:prstGeom prst="rect">
            <a:avLst/>
          </a:prstGeom>
        </p:spPr>
      </p:pic>
      <p:sp>
        <p:nvSpPr>
          <p:cNvPr id="6" name="矩形 5"/>
          <p:cNvSpPr/>
          <p:nvPr/>
        </p:nvSpPr>
        <p:spPr>
          <a:xfrm>
            <a:off x="7543868" y="3620108"/>
            <a:ext cx="723900" cy="6324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标题 7"/>
          <p:cNvSpPr>
            <a:spLocks noGrp="1"/>
          </p:cNvSpPr>
          <p:nvPr>
            <p:ph type="title"/>
          </p:nvPr>
        </p:nvSpPr>
        <p:spPr/>
        <p:txBody>
          <a:bodyPr/>
          <a:lstStyle/>
          <a:p>
            <a:r>
              <a:rPr lang="en-US" altLang="zh-CN" sz="2400" b="1">
                <a:solidFill>
                  <a:srgbClr val="004C41"/>
                </a:solidFill>
                <a:ea typeface="宋体" pitchFamily="2" charset="-122"/>
                <a:cs typeface="+mn-ea"/>
                <a:sym typeface="+mn-lt"/>
              </a:rPr>
              <a:t>1. </a:t>
            </a:r>
            <a:r>
              <a:rPr lang="zh-CN" altLang="en-US" sz="2400" b="1">
                <a:solidFill>
                  <a:srgbClr val="004C41"/>
                </a:solidFill>
                <a:ea typeface="宋体" pitchFamily="2" charset="-122"/>
                <a:cs typeface="+mn-ea"/>
                <a:sym typeface="+mn-lt"/>
              </a:rPr>
              <a:t>隐马尔可夫模型</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）示例</a:t>
            </a:r>
            <a:endParaRPr lang="zh-CN" altLang="en-US">
              <a:ea typeface="宋体" pitchFamily="2" charset="-122"/>
            </a:endParaRPr>
          </a:p>
        </p:txBody>
      </p:sp>
      <p:sp>
        <p:nvSpPr>
          <p:cNvPr id="5" name="日期占位符 4"/>
          <p:cNvSpPr>
            <a:spLocks noGrp="1"/>
          </p:cNvSpPr>
          <p:nvPr>
            <p:ph type="dt" sz="half" idx="10"/>
          </p:nvPr>
        </p:nvSpPr>
        <p:spPr/>
        <p:txBody>
          <a:bodyPr/>
          <a:lstStyle/>
          <a:p>
            <a:fld id="{E633186D-0E52-4972-AF3F-46090E04385A}"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7" name="灯片编号占位符 6"/>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7520940" y="3718560"/>
            <a:ext cx="723900" cy="6324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p:cNvPicPr>
            <a:picLocks noChangeAspect="1"/>
          </p:cNvPicPr>
          <p:nvPr/>
        </p:nvPicPr>
        <p:blipFill>
          <a:blip r:embed="rId1"/>
          <a:stretch>
            <a:fillRect/>
          </a:stretch>
        </p:blipFill>
        <p:spPr>
          <a:xfrm>
            <a:off x="1005840" y="1024183"/>
            <a:ext cx="6933694" cy="3495499"/>
          </a:xfrm>
          <a:prstGeom prst="rect">
            <a:avLst/>
          </a:prstGeom>
        </p:spPr>
      </p:pic>
      <p:sp>
        <p:nvSpPr>
          <p:cNvPr id="7" name="标题 6"/>
          <p:cNvSpPr>
            <a:spLocks noGrp="1"/>
          </p:cNvSpPr>
          <p:nvPr>
            <p:ph type="title"/>
          </p:nvPr>
        </p:nvSpPr>
        <p:spPr/>
        <p:txBody>
          <a:bodyPr/>
          <a:lstStyle/>
          <a:p>
            <a:r>
              <a:rPr lang="en-US" altLang="zh-CN" sz="2400" b="1">
                <a:solidFill>
                  <a:srgbClr val="004C41"/>
                </a:solidFill>
                <a:ea typeface="宋体" pitchFamily="2" charset="-122"/>
                <a:cs typeface="+mn-ea"/>
                <a:sym typeface="+mn-lt"/>
              </a:rPr>
              <a:t>1. </a:t>
            </a:r>
            <a:r>
              <a:rPr lang="zh-CN" altLang="en-US" sz="2400" b="1">
                <a:solidFill>
                  <a:srgbClr val="004C41"/>
                </a:solidFill>
                <a:ea typeface="宋体" pitchFamily="2" charset="-122"/>
                <a:cs typeface="+mn-ea"/>
                <a:sym typeface="+mn-lt"/>
              </a:rPr>
              <a:t>隐马尔可夫模型</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）示例</a:t>
            </a:r>
            <a:endParaRPr lang="zh-CN" altLang="en-US">
              <a:ea typeface="宋体" pitchFamily="2" charset="-122"/>
            </a:endParaRPr>
          </a:p>
        </p:txBody>
      </p:sp>
      <p:sp>
        <p:nvSpPr>
          <p:cNvPr id="3" name="日期占位符 2"/>
          <p:cNvSpPr>
            <a:spLocks noGrp="1"/>
          </p:cNvSpPr>
          <p:nvPr>
            <p:ph type="dt" sz="half" idx="10"/>
          </p:nvPr>
        </p:nvSpPr>
        <p:spPr/>
        <p:txBody>
          <a:bodyPr/>
          <a:lstStyle/>
          <a:p>
            <a:fld id="{47B21AC5-2AA5-4633-AFE4-5D6F0D992E2A}"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6" name="灯片编号占位符 5"/>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7520940" y="3718560"/>
            <a:ext cx="723900" cy="6324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标题 6"/>
          <p:cNvSpPr>
            <a:spLocks noGrp="1"/>
          </p:cNvSpPr>
          <p:nvPr>
            <p:ph type="title"/>
          </p:nvPr>
        </p:nvSpPr>
        <p:spPr/>
        <p:txBody>
          <a:bodyPr/>
          <a:lstStyle/>
          <a:p>
            <a:r>
              <a:rPr lang="en-US" altLang="zh-CN" sz="2400" b="1">
                <a:solidFill>
                  <a:srgbClr val="004C41"/>
                </a:solidFill>
                <a:ea typeface="宋体" pitchFamily="2" charset="-122"/>
                <a:cs typeface="+mn-ea"/>
                <a:sym typeface="+mn-lt"/>
              </a:rPr>
              <a:t>1. </a:t>
            </a:r>
            <a:r>
              <a:rPr lang="zh-CN" altLang="en-US" sz="2400" b="1">
                <a:solidFill>
                  <a:srgbClr val="004C41"/>
                </a:solidFill>
                <a:ea typeface="宋体" pitchFamily="2" charset="-122"/>
                <a:cs typeface="+mn-ea"/>
                <a:sym typeface="+mn-lt"/>
              </a:rPr>
              <a:t>隐马尔可夫模型</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）示例</a:t>
            </a:r>
            <a:endParaRPr lang="zh-CN" altLang="en-US">
              <a:ea typeface="宋体" pitchFamily="2" charset="-122"/>
            </a:endParaRPr>
          </a:p>
        </p:txBody>
      </p:sp>
      <p:sp>
        <p:nvSpPr>
          <p:cNvPr id="5" name="日期占位符 4"/>
          <p:cNvSpPr>
            <a:spLocks noGrp="1"/>
          </p:cNvSpPr>
          <p:nvPr>
            <p:ph type="dt" sz="half" idx="10"/>
          </p:nvPr>
        </p:nvSpPr>
        <p:spPr/>
        <p:txBody>
          <a:bodyPr/>
          <a:lstStyle/>
          <a:p>
            <a:fld id="{0886D448-9CD0-402A-84A5-F04C3F395CEC}"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6" name="灯片编号占位符 5"/>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77483" y="893023"/>
            <a:ext cx="8389034" cy="3357453"/>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 name="图片 9" descr="2"/>
          <p:cNvPicPr>
            <a:picLocks noChangeAspect="1"/>
          </p:cNvPicPr>
          <p:nvPr/>
        </p:nvPicPr>
        <p:blipFill>
          <a:blip r:embed="rId1"/>
          <a:stretch>
            <a:fillRect/>
          </a:stretch>
        </p:blipFill>
        <p:spPr>
          <a:xfrm>
            <a:off x="669925" y="1189355"/>
            <a:ext cx="5567045" cy="2941320"/>
          </a:xfrm>
          <a:prstGeom prst="rect">
            <a:avLst/>
          </a:prstGeom>
        </p:spPr>
      </p:pic>
      <p:pic>
        <p:nvPicPr>
          <p:cNvPr id="11" name="图片 10" descr="3"/>
          <p:cNvPicPr>
            <a:picLocks noChangeAspect="1"/>
          </p:cNvPicPr>
          <p:nvPr/>
        </p:nvPicPr>
        <p:blipFill>
          <a:blip r:embed="rId2"/>
          <a:stretch>
            <a:fillRect/>
          </a:stretch>
        </p:blipFill>
        <p:spPr>
          <a:xfrm>
            <a:off x="6352540" y="1270000"/>
            <a:ext cx="2409190" cy="2249805"/>
          </a:xfrm>
          <a:prstGeom prst="rect">
            <a:avLst/>
          </a:prstGeom>
        </p:spPr>
      </p:pic>
      <p:sp>
        <p:nvSpPr>
          <p:cNvPr id="7" name="矩形 6"/>
          <p:cNvSpPr/>
          <p:nvPr/>
        </p:nvSpPr>
        <p:spPr>
          <a:xfrm>
            <a:off x="374650" y="945515"/>
            <a:ext cx="8533765" cy="3648075"/>
          </a:xfrm>
          <a:prstGeom prst="rect">
            <a:avLst/>
          </a:prstGeom>
          <a:noFill/>
          <a:ln w="19050"/>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标题 5"/>
          <p:cNvSpPr>
            <a:spLocks noGrp="1"/>
          </p:cNvSpPr>
          <p:nvPr>
            <p:ph type="title"/>
          </p:nvPr>
        </p:nvSpPr>
        <p:spPr/>
        <p:txBody>
          <a:bodyPr/>
          <a:lstStyle/>
          <a:p>
            <a:r>
              <a:rPr lang="en-US" altLang="zh-CN" sz="2400" b="1">
                <a:solidFill>
                  <a:srgbClr val="004C41"/>
                </a:solidFill>
                <a:ea typeface="宋体" pitchFamily="2" charset="-122"/>
                <a:cs typeface="+mn-ea"/>
                <a:sym typeface="+mn-lt"/>
              </a:rPr>
              <a:t>1. </a:t>
            </a:r>
            <a:r>
              <a:rPr lang="zh-CN" altLang="en-US" sz="2400" b="1">
                <a:solidFill>
                  <a:srgbClr val="004C41"/>
                </a:solidFill>
                <a:ea typeface="宋体" pitchFamily="2" charset="-122"/>
                <a:cs typeface="+mn-ea"/>
                <a:sym typeface="+mn-lt"/>
              </a:rPr>
              <a:t>隐马尔可夫模型</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）示例</a:t>
            </a:r>
            <a:endParaRPr lang="zh-CN" altLang="en-US">
              <a:ea typeface="宋体" pitchFamily="2" charset="-122"/>
            </a:endParaRPr>
          </a:p>
        </p:txBody>
      </p:sp>
      <p:sp>
        <p:nvSpPr>
          <p:cNvPr id="3" name="日期占位符 2"/>
          <p:cNvSpPr>
            <a:spLocks noGrp="1"/>
          </p:cNvSpPr>
          <p:nvPr>
            <p:ph type="dt" sz="half" idx="10"/>
          </p:nvPr>
        </p:nvSpPr>
        <p:spPr/>
        <p:txBody>
          <a:bodyPr/>
          <a:lstStyle/>
          <a:p>
            <a:fld id="{1D3B674C-0A16-490E-8184-FDF1D3172B9D}"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5" name="灯片编号占位符 4"/>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4" name="图片 3"/>
          <p:cNvPicPr>
            <a:picLocks noChangeAspect="1"/>
          </p:cNvPicPr>
          <p:nvPr/>
        </p:nvPicPr>
        <p:blipFill>
          <a:blip r:embed="rId1"/>
          <a:stretch>
            <a:fillRect/>
          </a:stretch>
        </p:blipFill>
        <p:spPr>
          <a:xfrm>
            <a:off x="1793851" y="808476"/>
            <a:ext cx="4730993" cy="1162110"/>
          </a:xfrm>
          <a:prstGeom prst="rect">
            <a:avLst/>
          </a:prstGeom>
        </p:spPr>
      </p:pic>
      <p:pic>
        <p:nvPicPr>
          <p:cNvPr id="7" name="图片 6"/>
          <p:cNvPicPr>
            <a:picLocks noChangeAspect="1"/>
          </p:cNvPicPr>
          <p:nvPr/>
        </p:nvPicPr>
        <p:blipFill>
          <a:blip r:embed="rId2"/>
          <a:stretch>
            <a:fillRect/>
          </a:stretch>
        </p:blipFill>
        <p:spPr>
          <a:xfrm>
            <a:off x="1793851" y="1772951"/>
            <a:ext cx="4813547" cy="1384371"/>
          </a:xfrm>
          <a:prstGeom prst="rect">
            <a:avLst/>
          </a:prstGeom>
        </p:spPr>
      </p:pic>
      <p:sp>
        <p:nvSpPr>
          <p:cNvPr id="12" name="椭圆 11"/>
          <p:cNvSpPr/>
          <p:nvPr/>
        </p:nvSpPr>
        <p:spPr>
          <a:xfrm>
            <a:off x="2193937" y="3413512"/>
            <a:ext cx="279180" cy="279180"/>
          </a:xfrm>
          <a:prstGeom prst="ellipse">
            <a:avLst/>
          </a:prstGeom>
          <a:solidFill>
            <a:srgbClr val="DF5451"/>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Times New Roman" panose="02020503050405090304" pitchFamily="18" charset="0"/>
                <a:ea typeface="宋体" pitchFamily="2" charset="-122"/>
              </a:rPr>
              <a:t>1</a:t>
            </a:r>
            <a:endParaRPr lang="zh-CN" altLang="en-US" dirty="0">
              <a:latin typeface="Times New Roman" panose="02020503050405090304" pitchFamily="18" charset="0"/>
              <a:ea typeface="宋体" pitchFamily="2" charset="-122"/>
            </a:endParaRPr>
          </a:p>
        </p:txBody>
      </p:sp>
      <p:sp>
        <p:nvSpPr>
          <p:cNvPr id="17" name="椭圆 16"/>
          <p:cNvSpPr/>
          <p:nvPr/>
        </p:nvSpPr>
        <p:spPr>
          <a:xfrm>
            <a:off x="2650061" y="3423780"/>
            <a:ext cx="280256" cy="268912"/>
          </a:xfrm>
          <a:prstGeom prst="ellipse">
            <a:avLst/>
          </a:prstGeom>
          <a:solidFill>
            <a:srgbClr val="DF5451"/>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Times New Roman" panose="02020503050405090304" pitchFamily="18" charset="0"/>
                <a:ea typeface="宋体" pitchFamily="2" charset="-122"/>
              </a:rPr>
              <a:t>6</a:t>
            </a:r>
            <a:endParaRPr lang="zh-CN" altLang="en-US" dirty="0">
              <a:latin typeface="Times New Roman" panose="02020503050405090304" pitchFamily="18" charset="0"/>
              <a:ea typeface="宋体" pitchFamily="2" charset="-122"/>
            </a:endParaRPr>
          </a:p>
        </p:txBody>
      </p:sp>
      <p:sp>
        <p:nvSpPr>
          <p:cNvPr id="18" name="椭圆 17"/>
          <p:cNvSpPr/>
          <p:nvPr/>
        </p:nvSpPr>
        <p:spPr>
          <a:xfrm>
            <a:off x="3095527" y="3422340"/>
            <a:ext cx="279180" cy="279180"/>
          </a:xfrm>
          <a:prstGeom prst="ellipse">
            <a:avLst/>
          </a:prstGeom>
          <a:solidFill>
            <a:srgbClr val="DF5451"/>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Times New Roman" panose="02020503050405090304" pitchFamily="18" charset="0"/>
                <a:ea typeface="宋体" pitchFamily="2" charset="-122"/>
              </a:rPr>
              <a:t>3</a:t>
            </a:r>
            <a:endParaRPr lang="zh-CN" altLang="en-US" dirty="0">
              <a:latin typeface="Times New Roman" panose="02020503050405090304" pitchFamily="18" charset="0"/>
              <a:ea typeface="宋体" pitchFamily="2" charset="-122"/>
            </a:endParaRPr>
          </a:p>
        </p:txBody>
      </p:sp>
      <p:sp>
        <p:nvSpPr>
          <p:cNvPr id="19" name="椭圆 18"/>
          <p:cNvSpPr/>
          <p:nvPr/>
        </p:nvSpPr>
        <p:spPr>
          <a:xfrm>
            <a:off x="3552727" y="3422340"/>
            <a:ext cx="279180" cy="279180"/>
          </a:xfrm>
          <a:prstGeom prst="ellipse">
            <a:avLst/>
          </a:prstGeom>
          <a:solidFill>
            <a:srgbClr val="DF5451"/>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Times New Roman" panose="02020503050405090304" pitchFamily="18" charset="0"/>
                <a:ea typeface="宋体" pitchFamily="2" charset="-122"/>
              </a:rPr>
              <a:t>5</a:t>
            </a:r>
            <a:endParaRPr lang="zh-CN" altLang="en-US" dirty="0">
              <a:latin typeface="Times New Roman" panose="02020503050405090304" pitchFamily="18" charset="0"/>
              <a:ea typeface="宋体" pitchFamily="2" charset="-122"/>
            </a:endParaRPr>
          </a:p>
        </p:txBody>
      </p:sp>
      <p:sp>
        <p:nvSpPr>
          <p:cNvPr id="20" name="椭圆 19"/>
          <p:cNvSpPr/>
          <p:nvPr/>
        </p:nvSpPr>
        <p:spPr>
          <a:xfrm>
            <a:off x="3992568" y="3421238"/>
            <a:ext cx="279180" cy="279180"/>
          </a:xfrm>
          <a:prstGeom prst="ellipse">
            <a:avLst/>
          </a:prstGeom>
          <a:solidFill>
            <a:srgbClr val="DF5451"/>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Times New Roman" panose="02020503050405090304" pitchFamily="18" charset="0"/>
                <a:ea typeface="宋体" pitchFamily="2" charset="-122"/>
              </a:rPr>
              <a:t>2</a:t>
            </a:r>
            <a:endParaRPr lang="zh-CN" altLang="en-US" dirty="0">
              <a:latin typeface="Times New Roman" panose="02020503050405090304" pitchFamily="18" charset="0"/>
              <a:ea typeface="宋体" pitchFamily="2" charset="-122"/>
            </a:endParaRPr>
          </a:p>
        </p:txBody>
      </p:sp>
      <p:sp>
        <p:nvSpPr>
          <p:cNvPr id="21" name="椭圆 20"/>
          <p:cNvSpPr/>
          <p:nvPr/>
        </p:nvSpPr>
        <p:spPr>
          <a:xfrm>
            <a:off x="4432409" y="3421238"/>
            <a:ext cx="279180" cy="279180"/>
          </a:xfrm>
          <a:prstGeom prst="ellipse">
            <a:avLst/>
          </a:prstGeom>
          <a:solidFill>
            <a:srgbClr val="DF5451"/>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Times New Roman" panose="02020503050405090304" pitchFamily="18" charset="0"/>
                <a:ea typeface="宋体" pitchFamily="2" charset="-122"/>
              </a:rPr>
              <a:t>7</a:t>
            </a:r>
            <a:endParaRPr lang="zh-CN" altLang="en-US" dirty="0">
              <a:latin typeface="Times New Roman" panose="02020503050405090304" pitchFamily="18" charset="0"/>
              <a:ea typeface="宋体" pitchFamily="2" charset="-122"/>
            </a:endParaRPr>
          </a:p>
        </p:txBody>
      </p:sp>
      <p:sp>
        <p:nvSpPr>
          <p:cNvPr id="22" name="椭圆 21"/>
          <p:cNvSpPr/>
          <p:nvPr/>
        </p:nvSpPr>
        <p:spPr>
          <a:xfrm>
            <a:off x="4889609" y="3423149"/>
            <a:ext cx="279180" cy="279180"/>
          </a:xfrm>
          <a:prstGeom prst="ellipse">
            <a:avLst/>
          </a:prstGeom>
          <a:solidFill>
            <a:srgbClr val="DF5451"/>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Times New Roman" panose="02020503050405090304" pitchFamily="18" charset="0"/>
                <a:ea typeface="宋体" pitchFamily="2" charset="-122"/>
              </a:rPr>
              <a:t>3</a:t>
            </a:r>
            <a:endParaRPr lang="zh-CN" altLang="en-US" dirty="0">
              <a:latin typeface="Times New Roman" panose="02020503050405090304" pitchFamily="18" charset="0"/>
              <a:ea typeface="宋体" pitchFamily="2" charset="-122"/>
            </a:endParaRPr>
          </a:p>
        </p:txBody>
      </p:sp>
      <p:sp>
        <p:nvSpPr>
          <p:cNvPr id="23" name="椭圆 22"/>
          <p:cNvSpPr/>
          <p:nvPr/>
        </p:nvSpPr>
        <p:spPr>
          <a:xfrm>
            <a:off x="5335436" y="3413512"/>
            <a:ext cx="279180" cy="279180"/>
          </a:xfrm>
          <a:prstGeom prst="ellipse">
            <a:avLst/>
          </a:prstGeom>
          <a:solidFill>
            <a:srgbClr val="DF5451"/>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Times New Roman" panose="02020503050405090304" pitchFamily="18" charset="0"/>
                <a:ea typeface="宋体" pitchFamily="2" charset="-122"/>
              </a:rPr>
              <a:t>5</a:t>
            </a:r>
            <a:endParaRPr lang="zh-CN" altLang="en-US" dirty="0">
              <a:latin typeface="Times New Roman" panose="02020503050405090304" pitchFamily="18" charset="0"/>
              <a:ea typeface="宋体" pitchFamily="2" charset="-122"/>
            </a:endParaRPr>
          </a:p>
        </p:txBody>
      </p:sp>
      <p:sp>
        <p:nvSpPr>
          <p:cNvPr id="24" name="椭圆 23"/>
          <p:cNvSpPr/>
          <p:nvPr/>
        </p:nvSpPr>
        <p:spPr>
          <a:xfrm>
            <a:off x="5779108" y="3421238"/>
            <a:ext cx="279180" cy="279180"/>
          </a:xfrm>
          <a:prstGeom prst="ellipse">
            <a:avLst/>
          </a:prstGeom>
          <a:solidFill>
            <a:srgbClr val="DF5451"/>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Times New Roman" panose="02020503050405090304" pitchFamily="18" charset="0"/>
                <a:ea typeface="宋体" pitchFamily="2" charset="-122"/>
              </a:rPr>
              <a:t>2</a:t>
            </a:r>
            <a:endParaRPr lang="zh-CN" altLang="en-US" dirty="0">
              <a:latin typeface="Times New Roman" panose="02020503050405090304" pitchFamily="18" charset="0"/>
              <a:ea typeface="宋体" pitchFamily="2" charset="-122"/>
            </a:endParaRPr>
          </a:p>
        </p:txBody>
      </p:sp>
      <p:sp>
        <p:nvSpPr>
          <p:cNvPr id="25" name="椭圆 24"/>
          <p:cNvSpPr/>
          <p:nvPr/>
        </p:nvSpPr>
        <p:spPr>
          <a:xfrm>
            <a:off x="6232477" y="3413512"/>
            <a:ext cx="279180" cy="279180"/>
          </a:xfrm>
          <a:prstGeom prst="ellipse">
            <a:avLst/>
          </a:prstGeom>
          <a:solidFill>
            <a:srgbClr val="DF5451"/>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Times New Roman" panose="02020503050405090304" pitchFamily="18" charset="0"/>
                <a:ea typeface="宋体" pitchFamily="2" charset="-122"/>
              </a:rPr>
              <a:t>4</a:t>
            </a:r>
            <a:endParaRPr lang="zh-CN" altLang="en-US" dirty="0">
              <a:latin typeface="Times New Roman" panose="02020503050405090304" pitchFamily="18" charset="0"/>
              <a:ea typeface="宋体" pitchFamily="2" charset="-122"/>
            </a:endParaRPr>
          </a:p>
        </p:txBody>
      </p:sp>
      <p:sp>
        <p:nvSpPr>
          <p:cNvPr id="27" name="文本框 26"/>
          <p:cNvSpPr txBox="1"/>
          <p:nvPr/>
        </p:nvSpPr>
        <p:spPr>
          <a:xfrm>
            <a:off x="525439" y="3392610"/>
            <a:ext cx="1139588" cy="300082"/>
          </a:xfrm>
          <a:prstGeom prst="rect">
            <a:avLst/>
          </a:prstGeom>
          <a:noFill/>
        </p:spPr>
        <p:txBody>
          <a:bodyPr wrap="square">
            <a:spAutoFit/>
          </a:bodyPr>
          <a:lstStyle/>
          <a:p>
            <a:r>
              <a:rPr lang="zh-CN" altLang="en-US" dirty="0">
                <a:solidFill>
                  <a:srgbClr val="FF0000"/>
                </a:solidFill>
                <a:latin typeface="Times New Roman" panose="02020503050405090304" pitchFamily="18" charset="0"/>
                <a:ea typeface="宋体" pitchFamily="2" charset="-122"/>
              </a:rPr>
              <a:t>可见状态链</a:t>
            </a:r>
            <a:r>
              <a:rPr lang="en-US" altLang="zh-CN" dirty="0">
                <a:solidFill>
                  <a:srgbClr val="FF0000"/>
                </a:solidFill>
                <a:latin typeface="Times New Roman" panose="02020503050405090304" pitchFamily="18" charset="0"/>
                <a:ea typeface="宋体" pitchFamily="2" charset="-122"/>
              </a:rPr>
              <a:t>:</a:t>
            </a:r>
            <a:endParaRPr lang="zh-CN" altLang="en-US" dirty="0">
              <a:solidFill>
                <a:srgbClr val="FF0000"/>
              </a:solidFill>
              <a:latin typeface="Times New Roman" panose="02020503050405090304" pitchFamily="18" charset="0"/>
              <a:ea typeface="宋体" pitchFamily="2" charset="-122"/>
            </a:endParaRPr>
          </a:p>
        </p:txBody>
      </p:sp>
      <p:sp>
        <p:nvSpPr>
          <p:cNvPr id="16" name="矩形 15"/>
          <p:cNvSpPr/>
          <p:nvPr/>
        </p:nvSpPr>
        <p:spPr>
          <a:xfrm>
            <a:off x="2193937" y="3954068"/>
            <a:ext cx="275768" cy="2757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dirty="0">
              <a:latin typeface="Times New Roman" panose="02020503050405090304" pitchFamily="18" charset="0"/>
              <a:cs typeface="Times New Roman" panose="02020503050405090304" pitchFamily="18" charset="0"/>
            </a:endParaRPr>
          </a:p>
        </p:txBody>
      </p:sp>
      <p:sp>
        <p:nvSpPr>
          <p:cNvPr id="29" name="矩形 28"/>
          <p:cNvSpPr/>
          <p:nvPr/>
        </p:nvSpPr>
        <p:spPr>
          <a:xfrm>
            <a:off x="2654877" y="3950057"/>
            <a:ext cx="275768" cy="2757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3098939" y="3947886"/>
            <a:ext cx="275768" cy="2757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3550034" y="3943864"/>
            <a:ext cx="275768" cy="2757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4439270" y="3943864"/>
            <a:ext cx="275768" cy="2757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4895595" y="3943639"/>
            <a:ext cx="275768" cy="2757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3995980" y="3943864"/>
            <a:ext cx="275768" cy="2757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p:nvSpPr>
        <p:spPr>
          <a:xfrm>
            <a:off x="5351920" y="3943639"/>
            <a:ext cx="275768" cy="2757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5786619" y="3932114"/>
            <a:ext cx="275768" cy="2757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6236698" y="3943639"/>
            <a:ext cx="275768" cy="2757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2142774" y="3943639"/>
            <a:ext cx="402609" cy="276999"/>
          </a:xfrm>
          <a:prstGeom prst="rect">
            <a:avLst/>
          </a:prstGeom>
          <a:noFill/>
        </p:spPr>
        <p:txBody>
          <a:bodyPr wrap="square" rtlCol="0">
            <a:spAutoFit/>
          </a:bodyPr>
          <a:lstStyle/>
          <a:p>
            <a:r>
              <a:rPr lang="en-US" altLang="zh-CN" sz="1200" dirty="0">
                <a:solidFill>
                  <a:schemeClr val="bg1"/>
                </a:solidFill>
                <a:latin typeface="Times New Roman" panose="02020503050405090304" pitchFamily="18" charset="0"/>
                <a:ea typeface="宋体" pitchFamily="2" charset="-122"/>
              </a:rPr>
              <a:t>D6</a:t>
            </a:r>
            <a:endParaRPr lang="zh-CN" altLang="en-US" sz="1200" dirty="0">
              <a:solidFill>
                <a:schemeClr val="bg1"/>
              </a:solidFill>
              <a:latin typeface="Times New Roman" panose="02020503050405090304" pitchFamily="18" charset="0"/>
              <a:ea typeface="宋体" pitchFamily="2" charset="-122"/>
            </a:endParaRPr>
          </a:p>
        </p:txBody>
      </p:sp>
      <p:sp>
        <p:nvSpPr>
          <p:cNvPr id="39" name="文本框 38"/>
          <p:cNvSpPr txBox="1"/>
          <p:nvPr/>
        </p:nvSpPr>
        <p:spPr>
          <a:xfrm>
            <a:off x="2599377" y="3944481"/>
            <a:ext cx="402609" cy="276999"/>
          </a:xfrm>
          <a:prstGeom prst="rect">
            <a:avLst/>
          </a:prstGeom>
          <a:noFill/>
        </p:spPr>
        <p:txBody>
          <a:bodyPr wrap="square" rtlCol="0">
            <a:spAutoFit/>
          </a:bodyPr>
          <a:lstStyle/>
          <a:p>
            <a:r>
              <a:rPr lang="en-US" altLang="zh-CN" sz="1200" dirty="0">
                <a:solidFill>
                  <a:schemeClr val="bg1"/>
                </a:solidFill>
                <a:latin typeface="Times New Roman" panose="02020503050405090304" pitchFamily="18" charset="0"/>
                <a:ea typeface="宋体" pitchFamily="2" charset="-122"/>
              </a:rPr>
              <a:t>D8</a:t>
            </a:r>
            <a:endParaRPr lang="zh-CN" altLang="en-US" sz="1200" dirty="0">
              <a:solidFill>
                <a:schemeClr val="bg1"/>
              </a:solidFill>
              <a:latin typeface="Times New Roman" panose="02020503050405090304" pitchFamily="18" charset="0"/>
              <a:ea typeface="宋体" pitchFamily="2" charset="-122"/>
            </a:endParaRPr>
          </a:p>
        </p:txBody>
      </p:sp>
      <p:sp>
        <p:nvSpPr>
          <p:cNvPr id="40" name="文本框 39"/>
          <p:cNvSpPr txBox="1"/>
          <p:nvPr/>
        </p:nvSpPr>
        <p:spPr>
          <a:xfrm>
            <a:off x="3050018" y="3950544"/>
            <a:ext cx="402609" cy="276999"/>
          </a:xfrm>
          <a:prstGeom prst="rect">
            <a:avLst/>
          </a:prstGeom>
          <a:noFill/>
        </p:spPr>
        <p:txBody>
          <a:bodyPr wrap="square" rtlCol="0">
            <a:spAutoFit/>
          </a:bodyPr>
          <a:lstStyle/>
          <a:p>
            <a:r>
              <a:rPr lang="en-US" altLang="zh-CN" sz="1200" dirty="0">
                <a:solidFill>
                  <a:schemeClr val="bg1"/>
                </a:solidFill>
                <a:latin typeface="Times New Roman" panose="02020503050405090304" pitchFamily="18" charset="0"/>
                <a:ea typeface="宋体" pitchFamily="2" charset="-122"/>
              </a:rPr>
              <a:t>D8</a:t>
            </a:r>
            <a:endParaRPr lang="zh-CN" altLang="en-US" sz="1200" dirty="0">
              <a:solidFill>
                <a:schemeClr val="bg1"/>
              </a:solidFill>
              <a:latin typeface="Times New Roman" panose="02020503050405090304" pitchFamily="18" charset="0"/>
              <a:ea typeface="宋体" pitchFamily="2" charset="-122"/>
            </a:endParaRPr>
          </a:p>
        </p:txBody>
      </p:sp>
      <p:sp>
        <p:nvSpPr>
          <p:cNvPr id="41" name="文本框 40"/>
          <p:cNvSpPr txBox="1"/>
          <p:nvPr/>
        </p:nvSpPr>
        <p:spPr>
          <a:xfrm>
            <a:off x="3500659" y="3942408"/>
            <a:ext cx="402609" cy="276999"/>
          </a:xfrm>
          <a:prstGeom prst="rect">
            <a:avLst/>
          </a:prstGeom>
          <a:noFill/>
        </p:spPr>
        <p:txBody>
          <a:bodyPr wrap="square" rtlCol="0">
            <a:spAutoFit/>
          </a:bodyPr>
          <a:lstStyle/>
          <a:p>
            <a:r>
              <a:rPr lang="en-US" altLang="zh-CN" sz="1200" dirty="0">
                <a:solidFill>
                  <a:schemeClr val="bg1"/>
                </a:solidFill>
                <a:latin typeface="Times New Roman" panose="02020503050405090304" pitchFamily="18" charset="0"/>
                <a:ea typeface="宋体" pitchFamily="2" charset="-122"/>
              </a:rPr>
              <a:t>D6</a:t>
            </a:r>
            <a:endParaRPr lang="zh-CN" altLang="en-US" sz="1200" dirty="0">
              <a:solidFill>
                <a:schemeClr val="bg1"/>
              </a:solidFill>
              <a:latin typeface="Times New Roman" panose="02020503050405090304" pitchFamily="18" charset="0"/>
              <a:ea typeface="宋体" pitchFamily="2" charset="-122"/>
            </a:endParaRPr>
          </a:p>
        </p:txBody>
      </p:sp>
      <p:sp>
        <p:nvSpPr>
          <p:cNvPr id="42" name="文本框 41"/>
          <p:cNvSpPr txBox="1"/>
          <p:nvPr/>
        </p:nvSpPr>
        <p:spPr>
          <a:xfrm>
            <a:off x="3958044" y="3942408"/>
            <a:ext cx="402609" cy="276999"/>
          </a:xfrm>
          <a:prstGeom prst="rect">
            <a:avLst/>
          </a:prstGeom>
          <a:noFill/>
        </p:spPr>
        <p:txBody>
          <a:bodyPr wrap="square" rtlCol="0">
            <a:spAutoFit/>
          </a:bodyPr>
          <a:lstStyle/>
          <a:p>
            <a:r>
              <a:rPr lang="en-US" altLang="zh-CN" sz="1200" dirty="0">
                <a:solidFill>
                  <a:schemeClr val="bg1"/>
                </a:solidFill>
                <a:latin typeface="Times New Roman" panose="02020503050405090304" pitchFamily="18" charset="0"/>
                <a:ea typeface="宋体" pitchFamily="2" charset="-122"/>
              </a:rPr>
              <a:t>D4</a:t>
            </a:r>
            <a:endParaRPr lang="zh-CN" altLang="en-US" sz="1200" dirty="0">
              <a:solidFill>
                <a:schemeClr val="bg1"/>
              </a:solidFill>
              <a:latin typeface="Times New Roman" panose="02020503050405090304" pitchFamily="18" charset="0"/>
              <a:ea typeface="宋体" pitchFamily="2" charset="-122"/>
            </a:endParaRPr>
          </a:p>
        </p:txBody>
      </p:sp>
      <p:sp>
        <p:nvSpPr>
          <p:cNvPr id="43" name="文本框 42"/>
          <p:cNvSpPr txBox="1"/>
          <p:nvPr/>
        </p:nvSpPr>
        <p:spPr>
          <a:xfrm>
            <a:off x="4393180" y="3942634"/>
            <a:ext cx="402609" cy="276999"/>
          </a:xfrm>
          <a:prstGeom prst="rect">
            <a:avLst/>
          </a:prstGeom>
          <a:noFill/>
        </p:spPr>
        <p:txBody>
          <a:bodyPr wrap="square" rtlCol="0">
            <a:spAutoFit/>
          </a:bodyPr>
          <a:lstStyle/>
          <a:p>
            <a:r>
              <a:rPr lang="en-US" altLang="zh-CN" sz="1200" dirty="0">
                <a:solidFill>
                  <a:schemeClr val="bg1"/>
                </a:solidFill>
                <a:latin typeface="Times New Roman" panose="02020503050405090304" pitchFamily="18" charset="0"/>
                <a:ea typeface="宋体" pitchFamily="2" charset="-122"/>
              </a:rPr>
              <a:t>D8</a:t>
            </a:r>
            <a:endParaRPr lang="zh-CN" altLang="en-US" sz="1200" dirty="0">
              <a:solidFill>
                <a:schemeClr val="bg1"/>
              </a:solidFill>
              <a:latin typeface="Times New Roman" panose="02020503050405090304" pitchFamily="18" charset="0"/>
              <a:ea typeface="宋体" pitchFamily="2" charset="-122"/>
            </a:endParaRPr>
          </a:p>
        </p:txBody>
      </p:sp>
      <p:sp>
        <p:nvSpPr>
          <p:cNvPr id="44" name="文本框 43"/>
          <p:cNvSpPr txBox="1"/>
          <p:nvPr/>
        </p:nvSpPr>
        <p:spPr>
          <a:xfrm>
            <a:off x="4848219" y="3942408"/>
            <a:ext cx="402609" cy="276999"/>
          </a:xfrm>
          <a:prstGeom prst="rect">
            <a:avLst/>
          </a:prstGeom>
          <a:noFill/>
        </p:spPr>
        <p:txBody>
          <a:bodyPr wrap="square" rtlCol="0">
            <a:spAutoFit/>
          </a:bodyPr>
          <a:lstStyle/>
          <a:p>
            <a:r>
              <a:rPr lang="en-US" altLang="zh-CN" sz="1200" dirty="0">
                <a:solidFill>
                  <a:schemeClr val="bg1"/>
                </a:solidFill>
                <a:latin typeface="Times New Roman" panose="02020503050405090304" pitchFamily="18" charset="0"/>
                <a:ea typeface="宋体" pitchFamily="2" charset="-122"/>
              </a:rPr>
              <a:t>D6</a:t>
            </a:r>
            <a:endParaRPr lang="zh-CN" altLang="en-US" sz="1200" dirty="0">
              <a:solidFill>
                <a:schemeClr val="bg1"/>
              </a:solidFill>
              <a:latin typeface="Times New Roman" panose="02020503050405090304" pitchFamily="18" charset="0"/>
              <a:ea typeface="宋体" pitchFamily="2" charset="-122"/>
            </a:endParaRPr>
          </a:p>
        </p:txBody>
      </p:sp>
      <p:sp>
        <p:nvSpPr>
          <p:cNvPr id="45" name="文本框 44"/>
          <p:cNvSpPr txBox="1"/>
          <p:nvPr/>
        </p:nvSpPr>
        <p:spPr>
          <a:xfrm>
            <a:off x="5304799" y="3932917"/>
            <a:ext cx="402609" cy="276999"/>
          </a:xfrm>
          <a:prstGeom prst="rect">
            <a:avLst/>
          </a:prstGeom>
          <a:noFill/>
        </p:spPr>
        <p:txBody>
          <a:bodyPr wrap="square" rtlCol="0">
            <a:spAutoFit/>
          </a:bodyPr>
          <a:lstStyle/>
          <a:p>
            <a:r>
              <a:rPr lang="en-US" altLang="zh-CN" sz="1200" dirty="0">
                <a:solidFill>
                  <a:schemeClr val="bg1"/>
                </a:solidFill>
                <a:latin typeface="Times New Roman" panose="02020503050405090304" pitchFamily="18" charset="0"/>
                <a:ea typeface="宋体" pitchFamily="2" charset="-122"/>
              </a:rPr>
              <a:t>D6</a:t>
            </a:r>
            <a:endParaRPr lang="zh-CN" altLang="en-US" sz="1200" dirty="0">
              <a:solidFill>
                <a:schemeClr val="bg1"/>
              </a:solidFill>
              <a:latin typeface="Times New Roman" panose="02020503050405090304" pitchFamily="18" charset="0"/>
              <a:ea typeface="宋体" pitchFamily="2" charset="-122"/>
            </a:endParaRPr>
          </a:p>
        </p:txBody>
      </p:sp>
      <p:sp>
        <p:nvSpPr>
          <p:cNvPr id="46" name="文本框 45"/>
          <p:cNvSpPr txBox="1"/>
          <p:nvPr/>
        </p:nvSpPr>
        <p:spPr>
          <a:xfrm>
            <a:off x="5727033" y="3930883"/>
            <a:ext cx="402609" cy="276999"/>
          </a:xfrm>
          <a:prstGeom prst="rect">
            <a:avLst/>
          </a:prstGeom>
          <a:noFill/>
        </p:spPr>
        <p:txBody>
          <a:bodyPr wrap="square" rtlCol="0">
            <a:spAutoFit/>
          </a:bodyPr>
          <a:lstStyle/>
          <a:p>
            <a:r>
              <a:rPr lang="en-US" altLang="zh-CN" sz="1200" dirty="0">
                <a:solidFill>
                  <a:schemeClr val="bg1"/>
                </a:solidFill>
                <a:latin typeface="Times New Roman" panose="02020503050405090304" pitchFamily="18" charset="0"/>
                <a:ea typeface="宋体" pitchFamily="2" charset="-122"/>
              </a:rPr>
              <a:t>D4</a:t>
            </a:r>
            <a:endParaRPr lang="zh-CN" altLang="en-US" sz="1200" dirty="0">
              <a:solidFill>
                <a:schemeClr val="bg1"/>
              </a:solidFill>
              <a:latin typeface="Times New Roman" panose="02020503050405090304" pitchFamily="18" charset="0"/>
              <a:ea typeface="宋体" pitchFamily="2" charset="-122"/>
            </a:endParaRPr>
          </a:p>
        </p:txBody>
      </p:sp>
      <p:sp>
        <p:nvSpPr>
          <p:cNvPr id="47" name="文本框 46"/>
          <p:cNvSpPr txBox="1"/>
          <p:nvPr/>
        </p:nvSpPr>
        <p:spPr>
          <a:xfrm>
            <a:off x="6177674" y="3942408"/>
            <a:ext cx="402609" cy="276999"/>
          </a:xfrm>
          <a:prstGeom prst="rect">
            <a:avLst/>
          </a:prstGeom>
          <a:noFill/>
        </p:spPr>
        <p:txBody>
          <a:bodyPr wrap="square" rtlCol="0">
            <a:spAutoFit/>
          </a:bodyPr>
          <a:lstStyle/>
          <a:p>
            <a:r>
              <a:rPr lang="en-US" altLang="zh-CN" sz="1200" dirty="0">
                <a:solidFill>
                  <a:schemeClr val="bg1"/>
                </a:solidFill>
                <a:latin typeface="Times New Roman" panose="02020503050405090304" pitchFamily="18" charset="0"/>
                <a:ea typeface="宋体" pitchFamily="2" charset="-122"/>
              </a:rPr>
              <a:t>D8</a:t>
            </a:r>
            <a:endParaRPr lang="zh-CN" altLang="en-US" sz="1200" dirty="0">
              <a:solidFill>
                <a:schemeClr val="bg1"/>
              </a:solidFill>
              <a:latin typeface="Times New Roman" panose="02020503050405090304" pitchFamily="18" charset="0"/>
              <a:ea typeface="宋体" pitchFamily="2" charset="-122"/>
            </a:endParaRPr>
          </a:p>
        </p:txBody>
      </p:sp>
      <p:sp>
        <p:nvSpPr>
          <p:cNvPr id="48" name="文本框 47"/>
          <p:cNvSpPr txBox="1"/>
          <p:nvPr/>
        </p:nvSpPr>
        <p:spPr>
          <a:xfrm>
            <a:off x="512734" y="3947695"/>
            <a:ext cx="1139588" cy="300082"/>
          </a:xfrm>
          <a:prstGeom prst="rect">
            <a:avLst/>
          </a:prstGeom>
          <a:noFill/>
        </p:spPr>
        <p:txBody>
          <a:bodyPr wrap="square">
            <a:spAutoFit/>
          </a:bodyPr>
          <a:lstStyle/>
          <a:p>
            <a:r>
              <a:rPr lang="zh-CN" altLang="en-US" dirty="0">
                <a:solidFill>
                  <a:schemeClr val="accent1">
                    <a:lumMod val="75000"/>
                  </a:schemeClr>
                </a:solidFill>
                <a:latin typeface="Times New Roman" panose="02020503050405090304" pitchFamily="18" charset="0"/>
                <a:ea typeface="宋体" pitchFamily="2" charset="-122"/>
              </a:rPr>
              <a:t>隐含状态链</a:t>
            </a:r>
            <a:r>
              <a:rPr lang="en-US" altLang="zh-CN" dirty="0">
                <a:solidFill>
                  <a:schemeClr val="accent1">
                    <a:lumMod val="75000"/>
                  </a:schemeClr>
                </a:solidFill>
                <a:latin typeface="Times New Roman" panose="02020503050405090304" pitchFamily="18" charset="0"/>
                <a:ea typeface="宋体" pitchFamily="2" charset="-122"/>
              </a:rPr>
              <a:t>:</a:t>
            </a:r>
            <a:endParaRPr lang="zh-CN" altLang="en-US" dirty="0">
              <a:solidFill>
                <a:schemeClr val="accent1">
                  <a:lumMod val="75000"/>
                </a:schemeClr>
              </a:solidFill>
              <a:latin typeface="Times New Roman" panose="02020503050405090304" pitchFamily="18" charset="0"/>
              <a:ea typeface="宋体" pitchFamily="2" charset="-122"/>
            </a:endParaRPr>
          </a:p>
        </p:txBody>
      </p:sp>
      <p:sp>
        <p:nvSpPr>
          <p:cNvPr id="50" name="文本框 49"/>
          <p:cNvSpPr txBox="1"/>
          <p:nvPr/>
        </p:nvSpPr>
        <p:spPr>
          <a:xfrm>
            <a:off x="351049" y="4196902"/>
            <a:ext cx="1610164" cy="261610"/>
          </a:xfrm>
          <a:prstGeom prst="rect">
            <a:avLst/>
          </a:prstGeom>
          <a:noFill/>
        </p:spPr>
        <p:txBody>
          <a:bodyPr wrap="square">
            <a:spAutoFit/>
          </a:bodyPr>
          <a:lstStyle/>
          <a:p>
            <a:r>
              <a:rPr lang="zh-CN" altLang="en-US" sz="1100" dirty="0">
                <a:latin typeface="Times New Roman" panose="02020503050405090304" pitchFamily="18" charset="0"/>
                <a:ea typeface="宋体" pitchFamily="2" charset="-122"/>
              </a:rPr>
              <a:t>（骰子序号的序列）</a:t>
            </a:r>
            <a:endParaRPr lang="zh-CN" altLang="en-US" sz="1100" dirty="0">
              <a:latin typeface="Times New Roman" panose="02020503050405090304" pitchFamily="18" charset="0"/>
              <a:ea typeface="宋体" pitchFamily="2" charset="-122"/>
            </a:endParaRPr>
          </a:p>
        </p:txBody>
      </p:sp>
      <p:sp>
        <p:nvSpPr>
          <p:cNvPr id="51" name="文本框 50"/>
          <p:cNvSpPr txBox="1"/>
          <p:nvPr/>
        </p:nvSpPr>
        <p:spPr>
          <a:xfrm>
            <a:off x="345168" y="3621662"/>
            <a:ext cx="1587374" cy="261610"/>
          </a:xfrm>
          <a:prstGeom prst="rect">
            <a:avLst/>
          </a:prstGeom>
          <a:noFill/>
        </p:spPr>
        <p:txBody>
          <a:bodyPr wrap="square">
            <a:spAutoFit/>
          </a:bodyPr>
          <a:lstStyle/>
          <a:p>
            <a:r>
              <a:rPr lang="zh-CN" altLang="en-US" sz="1100" dirty="0">
                <a:latin typeface="Times New Roman" panose="02020503050405090304" pitchFamily="18" charset="0"/>
                <a:ea typeface="宋体" pitchFamily="2" charset="-122"/>
              </a:rPr>
              <a:t>（骰子点数的序列）</a:t>
            </a:r>
            <a:endParaRPr lang="zh-CN" altLang="en-US" sz="1100" dirty="0">
              <a:latin typeface="Times New Roman" panose="02020503050405090304" pitchFamily="18" charset="0"/>
              <a:ea typeface="宋体" pitchFamily="2" charset="-122"/>
            </a:endParaRPr>
          </a:p>
        </p:txBody>
      </p:sp>
      <p:sp>
        <p:nvSpPr>
          <p:cNvPr id="10" name="标题 9"/>
          <p:cNvSpPr>
            <a:spLocks noGrp="1"/>
          </p:cNvSpPr>
          <p:nvPr>
            <p:ph type="title"/>
          </p:nvPr>
        </p:nvSpPr>
        <p:spPr/>
        <p:txBody>
          <a:bodyPr/>
          <a:lstStyle/>
          <a:p>
            <a:r>
              <a:rPr lang="en-US" altLang="zh-CN" sz="2400" b="1">
                <a:solidFill>
                  <a:srgbClr val="004C41"/>
                </a:solidFill>
                <a:ea typeface="宋体" pitchFamily="2" charset="-122"/>
                <a:cs typeface="+mn-ea"/>
                <a:sym typeface="+mn-lt"/>
              </a:rPr>
              <a:t>1. </a:t>
            </a:r>
            <a:r>
              <a:rPr lang="zh-CN" altLang="en-US" sz="2400" b="1">
                <a:solidFill>
                  <a:srgbClr val="004C41"/>
                </a:solidFill>
                <a:ea typeface="宋体" pitchFamily="2" charset="-122"/>
                <a:cs typeface="+mn-ea"/>
                <a:sym typeface="+mn-lt"/>
              </a:rPr>
              <a:t>隐马尔可夫模型</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）示例</a:t>
            </a:r>
            <a:endParaRPr lang="zh-CN" altLang="en-US">
              <a:ea typeface="宋体" pitchFamily="2" charset="-122"/>
            </a:endParaRPr>
          </a:p>
        </p:txBody>
      </p:sp>
      <p:sp>
        <p:nvSpPr>
          <p:cNvPr id="6" name="日期占位符 5"/>
          <p:cNvSpPr>
            <a:spLocks noGrp="1"/>
          </p:cNvSpPr>
          <p:nvPr>
            <p:ph type="dt" sz="half" idx="10"/>
          </p:nvPr>
        </p:nvSpPr>
        <p:spPr/>
        <p:txBody>
          <a:bodyPr/>
          <a:lstStyle/>
          <a:p>
            <a:fld id="{5E0CE054-414A-4C4E-AECA-5AC502521719}"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8" name="灯片编号占位符 7"/>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500"/>
                                        <p:tgtEl>
                                          <p:spTgt spid="1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500"/>
                                        <p:tgtEl>
                                          <p:spTgt spid="1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500"/>
                                        <p:tgtEl>
                                          <p:spTgt spid="1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500"/>
                                        <p:tgtEl>
                                          <p:spTgt spid="2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500"/>
                                        <p:tgtEl>
                                          <p:spTgt spid="2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500"/>
                                        <p:tgtEl>
                                          <p:spTgt spid="2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500"/>
                                        <p:tgtEl>
                                          <p:spTgt spid="2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500"/>
                                        <p:tgtEl>
                                          <p:spTgt spid="2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fade">
                                      <p:cBhvr>
                                        <p:cTn id="44" dur="500"/>
                                        <p:tgtEl>
                                          <p:spTgt spid="2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500"/>
                                        <p:tgtEl>
                                          <p:spTgt spid="2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51"/>
                                        </p:tgtEl>
                                        <p:attrNameLst>
                                          <p:attrName>style.visibility</p:attrName>
                                        </p:attrNameLst>
                                      </p:cBhvr>
                                      <p:to>
                                        <p:strVal val="visible"/>
                                      </p:to>
                                    </p:set>
                                    <p:animEffect transition="in" filter="fade">
                                      <p:cBhvr>
                                        <p:cTn id="50" dur="500"/>
                                        <p:tgtEl>
                                          <p:spTgt spid="51"/>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500"/>
                                        <p:tgtEl>
                                          <p:spTgt spid="16"/>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9"/>
                                        </p:tgtEl>
                                        <p:attrNameLst>
                                          <p:attrName>style.visibility</p:attrName>
                                        </p:attrNameLst>
                                      </p:cBhvr>
                                      <p:to>
                                        <p:strVal val="visible"/>
                                      </p:to>
                                    </p:set>
                                    <p:animEffect transition="in" filter="fade">
                                      <p:cBhvr>
                                        <p:cTn id="58" dur="500"/>
                                        <p:tgtEl>
                                          <p:spTgt spid="2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0"/>
                                        </p:tgtEl>
                                        <p:attrNameLst>
                                          <p:attrName>style.visibility</p:attrName>
                                        </p:attrNameLst>
                                      </p:cBhvr>
                                      <p:to>
                                        <p:strVal val="visible"/>
                                      </p:to>
                                    </p:set>
                                    <p:animEffect transition="in" filter="fade">
                                      <p:cBhvr>
                                        <p:cTn id="61" dur="500"/>
                                        <p:tgtEl>
                                          <p:spTgt spid="30"/>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1"/>
                                        </p:tgtEl>
                                        <p:attrNameLst>
                                          <p:attrName>style.visibility</p:attrName>
                                        </p:attrNameLst>
                                      </p:cBhvr>
                                      <p:to>
                                        <p:strVal val="visible"/>
                                      </p:to>
                                    </p:set>
                                    <p:animEffect transition="in" filter="fade">
                                      <p:cBhvr>
                                        <p:cTn id="64" dur="500"/>
                                        <p:tgtEl>
                                          <p:spTgt spid="31"/>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2"/>
                                        </p:tgtEl>
                                        <p:attrNameLst>
                                          <p:attrName>style.visibility</p:attrName>
                                        </p:attrNameLst>
                                      </p:cBhvr>
                                      <p:to>
                                        <p:strVal val="visible"/>
                                      </p:to>
                                    </p:set>
                                    <p:animEffect transition="in" filter="fade">
                                      <p:cBhvr>
                                        <p:cTn id="67" dur="500"/>
                                        <p:tgtEl>
                                          <p:spTgt spid="32"/>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3"/>
                                        </p:tgtEl>
                                        <p:attrNameLst>
                                          <p:attrName>style.visibility</p:attrName>
                                        </p:attrNameLst>
                                      </p:cBhvr>
                                      <p:to>
                                        <p:strVal val="visible"/>
                                      </p:to>
                                    </p:set>
                                    <p:animEffect transition="in" filter="fade">
                                      <p:cBhvr>
                                        <p:cTn id="70" dur="500"/>
                                        <p:tgtEl>
                                          <p:spTgt spid="33"/>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4"/>
                                        </p:tgtEl>
                                        <p:attrNameLst>
                                          <p:attrName>style.visibility</p:attrName>
                                        </p:attrNameLst>
                                      </p:cBhvr>
                                      <p:to>
                                        <p:strVal val="visible"/>
                                      </p:to>
                                    </p:set>
                                    <p:animEffect transition="in" filter="fade">
                                      <p:cBhvr>
                                        <p:cTn id="73" dur="500"/>
                                        <p:tgtEl>
                                          <p:spTgt spid="34"/>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5"/>
                                        </p:tgtEl>
                                        <p:attrNameLst>
                                          <p:attrName>style.visibility</p:attrName>
                                        </p:attrNameLst>
                                      </p:cBhvr>
                                      <p:to>
                                        <p:strVal val="visible"/>
                                      </p:to>
                                    </p:set>
                                    <p:animEffect transition="in" filter="fade">
                                      <p:cBhvr>
                                        <p:cTn id="76" dur="500"/>
                                        <p:tgtEl>
                                          <p:spTgt spid="35"/>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6"/>
                                        </p:tgtEl>
                                        <p:attrNameLst>
                                          <p:attrName>style.visibility</p:attrName>
                                        </p:attrNameLst>
                                      </p:cBhvr>
                                      <p:to>
                                        <p:strVal val="visible"/>
                                      </p:to>
                                    </p:set>
                                    <p:animEffect transition="in" filter="fade">
                                      <p:cBhvr>
                                        <p:cTn id="79" dur="500"/>
                                        <p:tgtEl>
                                          <p:spTgt spid="36"/>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7"/>
                                        </p:tgtEl>
                                        <p:attrNameLst>
                                          <p:attrName>style.visibility</p:attrName>
                                        </p:attrNameLst>
                                      </p:cBhvr>
                                      <p:to>
                                        <p:strVal val="visible"/>
                                      </p:to>
                                    </p:set>
                                    <p:animEffect transition="in" filter="fade">
                                      <p:cBhvr>
                                        <p:cTn id="82" dur="500"/>
                                        <p:tgtEl>
                                          <p:spTgt spid="37"/>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6"/>
                                        </p:tgtEl>
                                        <p:attrNameLst>
                                          <p:attrName>style.visibility</p:attrName>
                                        </p:attrNameLst>
                                      </p:cBhvr>
                                      <p:to>
                                        <p:strVal val="visible"/>
                                      </p:to>
                                    </p:set>
                                    <p:animEffect transition="in" filter="fade">
                                      <p:cBhvr>
                                        <p:cTn id="85" dur="500"/>
                                        <p:tgtEl>
                                          <p:spTgt spid="26"/>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9"/>
                                        </p:tgtEl>
                                        <p:attrNameLst>
                                          <p:attrName>style.visibility</p:attrName>
                                        </p:attrNameLst>
                                      </p:cBhvr>
                                      <p:to>
                                        <p:strVal val="visible"/>
                                      </p:to>
                                    </p:set>
                                    <p:animEffect transition="in" filter="fade">
                                      <p:cBhvr>
                                        <p:cTn id="88" dur="500"/>
                                        <p:tgtEl>
                                          <p:spTgt spid="39"/>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40"/>
                                        </p:tgtEl>
                                        <p:attrNameLst>
                                          <p:attrName>style.visibility</p:attrName>
                                        </p:attrNameLst>
                                      </p:cBhvr>
                                      <p:to>
                                        <p:strVal val="visible"/>
                                      </p:to>
                                    </p:set>
                                    <p:animEffect transition="in" filter="fade">
                                      <p:cBhvr>
                                        <p:cTn id="91" dur="500"/>
                                        <p:tgtEl>
                                          <p:spTgt spid="40"/>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41"/>
                                        </p:tgtEl>
                                        <p:attrNameLst>
                                          <p:attrName>style.visibility</p:attrName>
                                        </p:attrNameLst>
                                      </p:cBhvr>
                                      <p:to>
                                        <p:strVal val="visible"/>
                                      </p:to>
                                    </p:set>
                                    <p:animEffect transition="in" filter="fade">
                                      <p:cBhvr>
                                        <p:cTn id="94" dur="500"/>
                                        <p:tgtEl>
                                          <p:spTgt spid="41"/>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2"/>
                                        </p:tgtEl>
                                        <p:attrNameLst>
                                          <p:attrName>style.visibility</p:attrName>
                                        </p:attrNameLst>
                                      </p:cBhvr>
                                      <p:to>
                                        <p:strVal val="visible"/>
                                      </p:to>
                                    </p:set>
                                    <p:animEffect transition="in" filter="fade">
                                      <p:cBhvr>
                                        <p:cTn id="97" dur="500"/>
                                        <p:tgtEl>
                                          <p:spTgt spid="42"/>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3"/>
                                        </p:tgtEl>
                                        <p:attrNameLst>
                                          <p:attrName>style.visibility</p:attrName>
                                        </p:attrNameLst>
                                      </p:cBhvr>
                                      <p:to>
                                        <p:strVal val="visible"/>
                                      </p:to>
                                    </p:set>
                                    <p:animEffect transition="in" filter="fade">
                                      <p:cBhvr>
                                        <p:cTn id="100" dur="500"/>
                                        <p:tgtEl>
                                          <p:spTgt spid="43"/>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44"/>
                                        </p:tgtEl>
                                        <p:attrNameLst>
                                          <p:attrName>style.visibility</p:attrName>
                                        </p:attrNameLst>
                                      </p:cBhvr>
                                      <p:to>
                                        <p:strVal val="visible"/>
                                      </p:to>
                                    </p:set>
                                    <p:animEffect transition="in" filter="fade">
                                      <p:cBhvr>
                                        <p:cTn id="103" dur="500"/>
                                        <p:tgtEl>
                                          <p:spTgt spid="44"/>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45"/>
                                        </p:tgtEl>
                                        <p:attrNameLst>
                                          <p:attrName>style.visibility</p:attrName>
                                        </p:attrNameLst>
                                      </p:cBhvr>
                                      <p:to>
                                        <p:strVal val="visible"/>
                                      </p:to>
                                    </p:set>
                                    <p:animEffect transition="in" filter="fade">
                                      <p:cBhvr>
                                        <p:cTn id="106" dur="500"/>
                                        <p:tgtEl>
                                          <p:spTgt spid="45"/>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6"/>
                                        </p:tgtEl>
                                        <p:attrNameLst>
                                          <p:attrName>style.visibility</p:attrName>
                                        </p:attrNameLst>
                                      </p:cBhvr>
                                      <p:to>
                                        <p:strVal val="visible"/>
                                      </p:to>
                                    </p:set>
                                    <p:animEffect transition="in" filter="fade">
                                      <p:cBhvr>
                                        <p:cTn id="109" dur="500"/>
                                        <p:tgtEl>
                                          <p:spTgt spid="46"/>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7"/>
                                        </p:tgtEl>
                                        <p:attrNameLst>
                                          <p:attrName>style.visibility</p:attrName>
                                        </p:attrNameLst>
                                      </p:cBhvr>
                                      <p:to>
                                        <p:strVal val="visible"/>
                                      </p:to>
                                    </p:set>
                                    <p:animEffect transition="in" filter="fade">
                                      <p:cBhvr>
                                        <p:cTn id="112" dur="500"/>
                                        <p:tgtEl>
                                          <p:spTgt spid="47"/>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48"/>
                                        </p:tgtEl>
                                        <p:attrNameLst>
                                          <p:attrName>style.visibility</p:attrName>
                                        </p:attrNameLst>
                                      </p:cBhvr>
                                      <p:to>
                                        <p:strVal val="visible"/>
                                      </p:to>
                                    </p:set>
                                    <p:animEffect transition="in" filter="fade">
                                      <p:cBhvr>
                                        <p:cTn id="115" dur="500"/>
                                        <p:tgtEl>
                                          <p:spTgt spid="48"/>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50"/>
                                        </p:tgtEl>
                                        <p:attrNameLst>
                                          <p:attrName>style.visibility</p:attrName>
                                        </p:attrNameLst>
                                      </p:cBhvr>
                                      <p:to>
                                        <p:strVal val="visible"/>
                                      </p:to>
                                    </p:set>
                                    <p:animEffect transition="in" filter="fade">
                                      <p:cBhvr>
                                        <p:cTn id="118"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7" grpId="0" bldLvl="0" animBg="1"/>
      <p:bldP spid="18" grpId="0" bldLvl="0" animBg="1"/>
      <p:bldP spid="19" grpId="0" bldLvl="0" animBg="1"/>
      <p:bldP spid="20" grpId="0" bldLvl="0" animBg="1"/>
      <p:bldP spid="21" grpId="0" bldLvl="0" animBg="1"/>
      <p:bldP spid="22" grpId="0" bldLvl="0" animBg="1"/>
      <p:bldP spid="23" grpId="0" bldLvl="0" animBg="1"/>
      <p:bldP spid="24" grpId="0" bldLvl="0" animBg="1"/>
      <p:bldP spid="25" grpId="0" bldLvl="0" animBg="1"/>
      <p:bldP spid="27" grpId="0"/>
      <p:bldP spid="16" grpId="0" bldLvl="0" animBg="1"/>
      <p:bldP spid="29" grpId="0" bldLvl="0" animBg="1"/>
      <p:bldP spid="30" grpId="0" bldLvl="0" animBg="1"/>
      <p:bldP spid="31" grpId="0" bldLvl="0" animBg="1"/>
      <p:bldP spid="32" grpId="0" bldLvl="0" animBg="1"/>
      <p:bldP spid="33" grpId="0" bldLvl="0" animBg="1"/>
      <p:bldP spid="34" grpId="0" bldLvl="0" animBg="1"/>
      <p:bldP spid="35" grpId="0" bldLvl="0" animBg="1"/>
      <p:bldP spid="36" grpId="0" bldLvl="0" animBg="1"/>
      <p:bldP spid="37" grpId="0" bldLvl="0" animBg="1"/>
      <p:bldP spid="26" grpId="0"/>
      <p:bldP spid="39" grpId="0"/>
      <p:bldP spid="40" grpId="0"/>
      <p:bldP spid="41" grpId="0"/>
      <p:bldP spid="42" grpId="0"/>
      <p:bldP spid="43" grpId="0"/>
      <p:bldP spid="44" grpId="0"/>
      <p:bldP spid="45" grpId="0"/>
      <p:bldP spid="46" grpId="0"/>
      <p:bldP spid="47" grpId="0"/>
      <p:bldP spid="48" grpId="0"/>
      <p:bldP spid="50" grpId="0"/>
      <p:bldP spid="51"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组合 52"/>
          <p:cNvGrpSpPr/>
          <p:nvPr/>
        </p:nvGrpSpPr>
        <p:grpSpPr>
          <a:xfrm>
            <a:off x="1459700" y="1961748"/>
            <a:ext cx="500309" cy="774476"/>
            <a:chOff x="2052030" y="3002321"/>
            <a:chExt cx="1163638" cy="1747838"/>
          </a:xfrm>
        </p:grpSpPr>
        <p:sp>
          <p:nvSpPr>
            <p:cNvPr id="54" name="任意多边形 53"/>
            <p:cNvSpPr/>
            <p:nvPr/>
          </p:nvSpPr>
          <p:spPr>
            <a:xfrm rot="12966304">
              <a:off x="2052030" y="3718284"/>
              <a:ext cx="1163638" cy="1031875"/>
            </a:xfrm>
            <a:custGeom>
              <a:avLst/>
              <a:gdLst>
                <a:gd name="connsiteX0" fmla="*/ 1052874 w 1164173"/>
                <a:gd name="connsiteY0" fmla="*/ 962340 h 1031654"/>
                <a:gd name="connsiteX1" fmla="*/ 1069057 w 1164173"/>
                <a:gd name="connsiteY1" fmla="*/ 858943 h 1031654"/>
                <a:gd name="connsiteX2" fmla="*/ 965659 w 1164173"/>
                <a:gd name="connsiteY2" fmla="*/ 842761 h 1031654"/>
                <a:gd name="connsiteX3" fmla="*/ 949477 w 1164173"/>
                <a:gd name="connsiteY3" fmla="*/ 946158 h 1031654"/>
                <a:gd name="connsiteX4" fmla="*/ 1052874 w 1164173"/>
                <a:gd name="connsiteY4" fmla="*/ 962340 h 1031654"/>
                <a:gd name="connsiteX5" fmla="*/ 1135899 w 1164173"/>
                <a:gd name="connsiteY5" fmla="*/ 1003380 h 1031654"/>
                <a:gd name="connsiteX6" fmla="*/ 1067640 w 1164173"/>
                <a:gd name="connsiteY6" fmla="*/ 1031654 h 1031654"/>
                <a:gd name="connsiteX7" fmla="*/ 102307 w 1164173"/>
                <a:gd name="connsiteY7" fmla="*/ 1031654 h 1031654"/>
                <a:gd name="connsiteX8" fmla="*/ 64732 w 1164173"/>
                <a:gd name="connsiteY8" fmla="*/ 1024068 h 1031654"/>
                <a:gd name="connsiteX9" fmla="*/ 59198 w 1164173"/>
                <a:gd name="connsiteY9" fmla="*/ 1020337 h 1031654"/>
                <a:gd name="connsiteX10" fmla="*/ 48283 w 1164173"/>
                <a:gd name="connsiteY10" fmla="*/ 1015422 h 1031654"/>
                <a:gd name="connsiteX11" fmla="*/ 36524 w 1164173"/>
                <a:gd name="connsiteY11" fmla="*/ 1005050 h 1031654"/>
                <a:gd name="connsiteX12" fmla="*/ 34048 w 1164173"/>
                <a:gd name="connsiteY12" fmla="*/ 1003380 h 1031654"/>
                <a:gd name="connsiteX13" fmla="*/ 33191 w 1164173"/>
                <a:gd name="connsiteY13" fmla="*/ 1002110 h 1031654"/>
                <a:gd name="connsiteX14" fmla="*/ 19535 w 1164173"/>
                <a:gd name="connsiteY14" fmla="*/ 990064 h 1031654"/>
                <a:gd name="connsiteX15" fmla="*/ 12949 w 1164173"/>
                <a:gd name="connsiteY15" fmla="*/ 883555 h 1031654"/>
                <a:gd name="connsiteX16" fmla="*/ 495615 w 1164173"/>
                <a:gd name="connsiteY16" fmla="*/ 47552 h 1031654"/>
                <a:gd name="connsiteX17" fmla="*/ 520972 w 1164173"/>
                <a:gd name="connsiteY17" fmla="*/ 18805 h 1031654"/>
                <a:gd name="connsiteX18" fmla="*/ 534039 w 1164173"/>
                <a:gd name="connsiteY18" fmla="*/ 12428 h 1031654"/>
                <a:gd name="connsiteX19" fmla="*/ 534278 w 1164173"/>
                <a:gd name="connsiteY19" fmla="*/ 12218 h 1031654"/>
                <a:gd name="connsiteX20" fmla="*/ 536772 w 1164173"/>
                <a:gd name="connsiteY20" fmla="*/ 11095 h 1031654"/>
                <a:gd name="connsiteX21" fmla="*/ 554231 w 1164173"/>
                <a:gd name="connsiteY21" fmla="*/ 2574 h 1031654"/>
                <a:gd name="connsiteX22" fmla="*/ 561466 w 1164173"/>
                <a:gd name="connsiteY22" fmla="*/ 2070 h 1031654"/>
                <a:gd name="connsiteX23" fmla="*/ 570612 w 1164173"/>
                <a:gd name="connsiteY23" fmla="*/ 0 h 1031654"/>
                <a:gd name="connsiteX24" fmla="*/ 580884 w 1164173"/>
                <a:gd name="connsiteY24" fmla="*/ 716 h 1031654"/>
                <a:gd name="connsiteX25" fmla="*/ 591149 w 1164173"/>
                <a:gd name="connsiteY25" fmla="*/ 1 h 1031654"/>
                <a:gd name="connsiteX26" fmla="*/ 600288 w 1164173"/>
                <a:gd name="connsiteY26" fmla="*/ 2070 h 1031654"/>
                <a:gd name="connsiteX27" fmla="*/ 607528 w 1164173"/>
                <a:gd name="connsiteY27" fmla="*/ 2574 h 1031654"/>
                <a:gd name="connsiteX28" fmla="*/ 625016 w 1164173"/>
                <a:gd name="connsiteY28" fmla="*/ 11107 h 1031654"/>
                <a:gd name="connsiteX29" fmla="*/ 627483 w 1164173"/>
                <a:gd name="connsiteY29" fmla="*/ 12218 h 1031654"/>
                <a:gd name="connsiteX30" fmla="*/ 627718 w 1164173"/>
                <a:gd name="connsiteY30" fmla="*/ 12426 h 1031654"/>
                <a:gd name="connsiteX31" fmla="*/ 640787 w 1164173"/>
                <a:gd name="connsiteY31" fmla="*/ 18804 h 1031654"/>
                <a:gd name="connsiteX32" fmla="*/ 666144 w 1164173"/>
                <a:gd name="connsiteY32" fmla="*/ 47552 h 1031654"/>
                <a:gd name="connsiteX33" fmla="*/ 1148811 w 1164173"/>
                <a:gd name="connsiteY33" fmla="*/ 883554 h 1031654"/>
                <a:gd name="connsiteX34" fmla="*/ 1150460 w 1164173"/>
                <a:gd name="connsiteY34" fmla="*/ 888458 h 1031654"/>
                <a:gd name="connsiteX35" fmla="*/ 1156587 w 1164173"/>
                <a:gd name="connsiteY35" fmla="*/ 897546 h 1031654"/>
                <a:gd name="connsiteX36" fmla="*/ 1164173 w 1164173"/>
                <a:gd name="connsiteY36" fmla="*/ 935121 h 1031654"/>
                <a:gd name="connsiteX37" fmla="*/ 1135899 w 1164173"/>
                <a:gd name="connsiteY37" fmla="*/ 1003380 h 1031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64173" h="1031654">
                  <a:moveTo>
                    <a:pt x="1052874" y="962340"/>
                  </a:moveTo>
                  <a:cubicBezTo>
                    <a:pt x="1085896" y="938256"/>
                    <a:pt x="1093141" y="891964"/>
                    <a:pt x="1069057" y="858943"/>
                  </a:cubicBezTo>
                  <a:cubicBezTo>
                    <a:pt x="1044973" y="825922"/>
                    <a:pt x="998680" y="818677"/>
                    <a:pt x="965659" y="842761"/>
                  </a:cubicBezTo>
                  <a:cubicBezTo>
                    <a:pt x="932638" y="866845"/>
                    <a:pt x="925393" y="913137"/>
                    <a:pt x="949477" y="946158"/>
                  </a:cubicBezTo>
                  <a:cubicBezTo>
                    <a:pt x="973561" y="979179"/>
                    <a:pt x="1019853" y="986424"/>
                    <a:pt x="1052874" y="962340"/>
                  </a:cubicBezTo>
                  <a:close/>
                  <a:moveTo>
                    <a:pt x="1135899" y="1003380"/>
                  </a:moveTo>
                  <a:cubicBezTo>
                    <a:pt x="1118430" y="1020849"/>
                    <a:pt x="1094297" y="1031654"/>
                    <a:pt x="1067640" y="1031654"/>
                  </a:cubicBezTo>
                  <a:lnTo>
                    <a:pt x="102307" y="1031654"/>
                  </a:lnTo>
                  <a:cubicBezTo>
                    <a:pt x="88978" y="1031654"/>
                    <a:pt x="76281" y="1028953"/>
                    <a:pt x="64732" y="1024068"/>
                  </a:cubicBezTo>
                  <a:lnTo>
                    <a:pt x="59198" y="1020337"/>
                  </a:lnTo>
                  <a:lnTo>
                    <a:pt x="48283" y="1015422"/>
                  </a:lnTo>
                  <a:lnTo>
                    <a:pt x="36524" y="1005050"/>
                  </a:lnTo>
                  <a:lnTo>
                    <a:pt x="34048" y="1003380"/>
                  </a:lnTo>
                  <a:lnTo>
                    <a:pt x="33191" y="1002110"/>
                  </a:lnTo>
                  <a:lnTo>
                    <a:pt x="19535" y="990064"/>
                  </a:lnTo>
                  <a:cubicBezTo>
                    <a:pt x="-3144" y="960050"/>
                    <a:pt x="-7044" y="918183"/>
                    <a:pt x="12949" y="883555"/>
                  </a:cubicBezTo>
                  <a:lnTo>
                    <a:pt x="495615" y="47552"/>
                  </a:lnTo>
                  <a:cubicBezTo>
                    <a:pt x="502280" y="36009"/>
                    <a:pt x="510968" y="26364"/>
                    <a:pt x="520972" y="18805"/>
                  </a:cubicBezTo>
                  <a:lnTo>
                    <a:pt x="534039" y="12428"/>
                  </a:lnTo>
                  <a:lnTo>
                    <a:pt x="534278" y="12218"/>
                  </a:lnTo>
                  <a:lnTo>
                    <a:pt x="536772" y="11095"/>
                  </a:lnTo>
                  <a:lnTo>
                    <a:pt x="554231" y="2574"/>
                  </a:lnTo>
                  <a:lnTo>
                    <a:pt x="561466" y="2070"/>
                  </a:lnTo>
                  <a:lnTo>
                    <a:pt x="570612" y="0"/>
                  </a:lnTo>
                  <a:lnTo>
                    <a:pt x="580884" y="716"/>
                  </a:lnTo>
                  <a:lnTo>
                    <a:pt x="591149" y="1"/>
                  </a:lnTo>
                  <a:lnTo>
                    <a:pt x="600288" y="2070"/>
                  </a:lnTo>
                  <a:lnTo>
                    <a:pt x="607528" y="2574"/>
                  </a:lnTo>
                  <a:lnTo>
                    <a:pt x="625016" y="11107"/>
                  </a:lnTo>
                  <a:lnTo>
                    <a:pt x="627483" y="12218"/>
                  </a:lnTo>
                  <a:lnTo>
                    <a:pt x="627718" y="12426"/>
                  </a:lnTo>
                  <a:lnTo>
                    <a:pt x="640787" y="18804"/>
                  </a:lnTo>
                  <a:cubicBezTo>
                    <a:pt x="650792" y="26363"/>
                    <a:pt x="659480" y="36009"/>
                    <a:pt x="666144" y="47552"/>
                  </a:cubicBezTo>
                  <a:lnTo>
                    <a:pt x="1148811" y="883554"/>
                  </a:lnTo>
                  <a:lnTo>
                    <a:pt x="1150460" y="888458"/>
                  </a:lnTo>
                  <a:lnTo>
                    <a:pt x="1156587" y="897546"/>
                  </a:lnTo>
                  <a:cubicBezTo>
                    <a:pt x="1161472" y="909095"/>
                    <a:pt x="1164173" y="921792"/>
                    <a:pt x="1164173" y="935121"/>
                  </a:cubicBezTo>
                  <a:cubicBezTo>
                    <a:pt x="1164173" y="961778"/>
                    <a:pt x="1153368" y="985911"/>
                    <a:pt x="1135899" y="1003380"/>
                  </a:cubicBezTo>
                  <a:close/>
                </a:path>
              </a:pathLst>
            </a:custGeom>
            <a:solidFill>
              <a:srgbClr val="0099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15">
                <a:cs typeface="+mn-ea"/>
                <a:sym typeface="+mn-lt"/>
              </a:endParaRPr>
            </a:p>
          </p:txBody>
        </p:sp>
        <p:cxnSp>
          <p:nvCxnSpPr>
            <p:cNvPr id="55" name="直接箭头连接符 54"/>
            <p:cNvCxnSpPr/>
            <p:nvPr/>
          </p:nvCxnSpPr>
          <p:spPr>
            <a:xfrm flipV="1">
              <a:off x="2494943" y="3002321"/>
              <a:ext cx="0" cy="504825"/>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6" name="文本框 5"/>
            <p:cNvSpPr txBox="1">
              <a:spLocks noChangeArrowheads="1"/>
            </p:cNvSpPr>
            <p:nvPr/>
          </p:nvSpPr>
          <p:spPr bwMode="auto">
            <a:xfrm>
              <a:off x="2326963" y="3850418"/>
              <a:ext cx="821054" cy="625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90204" pitchFamily="34" charset="0"/>
                <a:buChar char="•"/>
                <a:defRPr sz="2800">
                  <a:solidFill>
                    <a:schemeClr val="tx1"/>
                  </a:solidFill>
                  <a:latin typeface="Calibri" pitchFamily="34" charset="0"/>
                  <a:ea typeface="微软雅黑" panose="020B0503020204020204" pitchFamily="34" charset="-122"/>
                </a:defRPr>
              </a:lvl1pPr>
              <a:lvl2pPr marL="742950" indent="-285750">
                <a:lnSpc>
                  <a:spcPct val="90000"/>
                </a:lnSpc>
                <a:spcBef>
                  <a:spcPts val="500"/>
                </a:spcBef>
                <a:buFont typeface="Arial" panose="020B0604020202090204" pitchFamily="34" charset="0"/>
                <a:buChar char="•"/>
                <a:defRPr sz="2400">
                  <a:solidFill>
                    <a:schemeClr val="tx1"/>
                  </a:solidFill>
                  <a:latin typeface="Calibri" pitchFamily="34" charset="0"/>
                  <a:ea typeface="微软雅黑" panose="020B0503020204020204" pitchFamily="34" charset="-122"/>
                </a:defRPr>
              </a:lvl2pPr>
              <a:lvl3pPr marL="1143000" indent="-228600">
                <a:lnSpc>
                  <a:spcPct val="90000"/>
                </a:lnSpc>
                <a:spcBef>
                  <a:spcPts val="500"/>
                </a:spcBef>
                <a:buFont typeface="Arial" panose="020B0604020202090204" pitchFamily="34" charset="0"/>
                <a:buChar char="•"/>
                <a:defRPr sz="2000">
                  <a:solidFill>
                    <a:schemeClr val="tx1"/>
                  </a:solidFill>
                  <a:latin typeface="Calibri" pitchFamily="34" charset="0"/>
                  <a:ea typeface="微软雅黑" panose="020B0503020204020204" pitchFamily="34" charset="-122"/>
                </a:defRPr>
              </a:lvl3pPr>
              <a:lvl4pPr marL="1600200" indent="-228600">
                <a:lnSpc>
                  <a:spcPct val="90000"/>
                </a:lnSpc>
                <a:spcBef>
                  <a:spcPts val="500"/>
                </a:spcBef>
                <a:buFont typeface="Arial" panose="020B0604020202090204" pitchFamily="34" charset="0"/>
                <a:buChar char="•"/>
                <a:defRPr>
                  <a:solidFill>
                    <a:schemeClr val="tx1"/>
                  </a:solidFill>
                  <a:latin typeface="Calibri" pitchFamily="34" charset="0"/>
                  <a:ea typeface="微软雅黑" panose="020B0503020204020204" pitchFamily="34" charset="-122"/>
                </a:defRPr>
              </a:lvl4pPr>
              <a:lvl5pPr marL="2057400" indent="-228600">
                <a:lnSpc>
                  <a:spcPct val="90000"/>
                </a:lnSpc>
                <a:spcBef>
                  <a:spcPts val="500"/>
                </a:spcBef>
                <a:buFont typeface="Arial" panose="020B0604020202090204" pitchFamily="34" charset="0"/>
                <a:buChar char="•"/>
                <a:defRPr>
                  <a:solidFill>
                    <a:schemeClr val="tx1"/>
                  </a:solidFill>
                  <a:latin typeface="Calibri"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微软雅黑" panose="020B0503020204020204" pitchFamily="34" charset="-122"/>
                </a:defRPr>
              </a:lvl9pPr>
            </a:lstStyle>
            <a:p>
              <a:pPr>
                <a:lnSpc>
                  <a:spcPct val="100000"/>
                </a:lnSpc>
                <a:spcBef>
                  <a:spcPct val="0"/>
                </a:spcBef>
                <a:buFontTx/>
                <a:buNone/>
              </a:pPr>
              <a:r>
                <a:rPr lang="en-US" altLang="zh-CN" sz="1200" dirty="0">
                  <a:solidFill>
                    <a:schemeClr val="bg1"/>
                  </a:solidFill>
                  <a:latin typeface="Times New Roman" panose="02020503050405090304" pitchFamily="18" charset="0"/>
                  <a:ea typeface="宋体" pitchFamily="2" charset="-122"/>
                  <a:cs typeface="+mn-ea"/>
                  <a:sym typeface="+mn-lt"/>
                </a:rPr>
                <a:t>01</a:t>
              </a:r>
              <a:endParaRPr lang="zh-CN" altLang="en-US" sz="1200" dirty="0">
                <a:solidFill>
                  <a:schemeClr val="bg1"/>
                </a:solidFill>
                <a:latin typeface="Times New Roman" panose="02020503050405090304" pitchFamily="18" charset="0"/>
                <a:ea typeface="宋体" pitchFamily="2" charset="-122"/>
                <a:cs typeface="+mn-ea"/>
                <a:sym typeface="+mn-lt"/>
              </a:endParaRPr>
            </a:p>
          </p:txBody>
        </p:sp>
      </p:grpSp>
      <p:grpSp>
        <p:nvGrpSpPr>
          <p:cNvPr id="57" name="组合 56"/>
          <p:cNvGrpSpPr/>
          <p:nvPr/>
        </p:nvGrpSpPr>
        <p:grpSpPr>
          <a:xfrm>
            <a:off x="2852757" y="1929927"/>
            <a:ext cx="578803" cy="874363"/>
            <a:chOff x="3853843" y="3334107"/>
            <a:chExt cx="1346200" cy="1973264"/>
          </a:xfrm>
          <a:solidFill>
            <a:srgbClr val="004C41"/>
          </a:solidFill>
        </p:grpSpPr>
        <p:sp>
          <p:nvSpPr>
            <p:cNvPr id="58" name="任意多边形 57"/>
            <p:cNvSpPr/>
            <p:nvPr/>
          </p:nvSpPr>
          <p:spPr>
            <a:xfrm>
              <a:off x="3853843" y="3334107"/>
              <a:ext cx="1346200" cy="1446213"/>
            </a:xfrm>
            <a:custGeom>
              <a:avLst/>
              <a:gdLst>
                <a:gd name="connsiteX0" fmla="*/ 170487 w 1345719"/>
                <a:gd name="connsiteY0" fmla="*/ 1152570 h 1446325"/>
                <a:gd name="connsiteX1" fmla="*/ 75237 w 1345719"/>
                <a:gd name="connsiteY1" fmla="*/ 1245439 h 1446325"/>
                <a:gd name="connsiteX2" fmla="*/ 170487 w 1345719"/>
                <a:gd name="connsiteY2" fmla="*/ 1338308 h 1446325"/>
                <a:gd name="connsiteX3" fmla="*/ 265737 w 1345719"/>
                <a:gd name="connsiteY3" fmla="*/ 1245439 h 1446325"/>
                <a:gd name="connsiteX4" fmla="*/ 170487 w 1345719"/>
                <a:gd name="connsiteY4" fmla="*/ 1152570 h 1446325"/>
                <a:gd name="connsiteX5" fmla="*/ 229941 w 1345719"/>
                <a:gd name="connsiteY5" fmla="*/ 1457 h 1446325"/>
                <a:gd name="connsiteX6" fmla="*/ 319553 w 1345719"/>
                <a:gd name="connsiteY6" fmla="*/ 23145 h 1446325"/>
                <a:gd name="connsiteX7" fmla="*/ 1292832 w 1345719"/>
                <a:gd name="connsiteY7" fmla="*/ 733005 h 1446325"/>
                <a:gd name="connsiteX8" fmla="*/ 1325137 w 1345719"/>
                <a:gd name="connsiteY8" fmla="*/ 768284 h 1446325"/>
                <a:gd name="connsiteX9" fmla="*/ 1327973 w 1345719"/>
                <a:gd name="connsiteY9" fmla="*/ 776116 h 1446325"/>
                <a:gd name="connsiteX10" fmla="*/ 1335364 w 1345719"/>
                <a:gd name="connsiteY10" fmla="*/ 789097 h 1446325"/>
                <a:gd name="connsiteX11" fmla="*/ 1339593 w 1345719"/>
                <a:gd name="connsiteY11" fmla="*/ 808201 h 1446325"/>
                <a:gd name="connsiteX12" fmla="*/ 1340862 w 1345719"/>
                <a:gd name="connsiteY12" fmla="*/ 811706 h 1446325"/>
                <a:gd name="connsiteX13" fmla="*/ 1340792 w 1345719"/>
                <a:gd name="connsiteY13" fmla="*/ 813617 h 1446325"/>
                <a:gd name="connsiteX14" fmla="*/ 1345702 w 1345719"/>
                <a:gd name="connsiteY14" fmla="*/ 835803 h 1446325"/>
                <a:gd name="connsiteX15" fmla="*/ 1274021 w 1345719"/>
                <a:gd name="connsiteY15" fmla="*/ 948033 h 1446325"/>
                <a:gd name="connsiteX16" fmla="*/ 172626 w 1345719"/>
                <a:gd name="connsiteY16" fmla="*/ 1435987 h 1446325"/>
                <a:gd name="connsiteX17" fmla="*/ 125921 w 1345719"/>
                <a:gd name="connsiteY17" fmla="*/ 1446325 h 1446325"/>
                <a:gd name="connsiteX18" fmla="*/ 108057 w 1345719"/>
                <a:gd name="connsiteY18" fmla="*/ 1443146 h 1446325"/>
                <a:gd name="connsiteX19" fmla="*/ 107662 w 1345719"/>
                <a:gd name="connsiteY19" fmla="*/ 1443182 h 1446325"/>
                <a:gd name="connsiteX20" fmla="*/ 104321 w 1345719"/>
                <a:gd name="connsiteY20" fmla="*/ 1442479 h 1446325"/>
                <a:gd name="connsiteX21" fmla="*/ 80452 w 1345719"/>
                <a:gd name="connsiteY21" fmla="*/ 1438232 h 1446325"/>
                <a:gd name="connsiteX22" fmla="*/ 72788 w 1345719"/>
                <a:gd name="connsiteY22" fmla="*/ 1433421 h 1446325"/>
                <a:gd name="connsiteX23" fmla="*/ 62044 w 1345719"/>
                <a:gd name="connsiteY23" fmla="*/ 1428782 h 1446325"/>
                <a:gd name="connsiteX24" fmla="*/ 52214 w 1345719"/>
                <a:gd name="connsiteY24" fmla="*/ 1420507 h 1446325"/>
                <a:gd name="connsiteX25" fmla="*/ 41338 w 1345719"/>
                <a:gd name="connsiteY25" fmla="*/ 1413679 h 1446325"/>
                <a:gd name="connsiteX26" fmla="*/ 33645 w 1345719"/>
                <a:gd name="connsiteY26" fmla="*/ 1404872 h 1446325"/>
                <a:gd name="connsiteX27" fmla="*/ 26716 w 1345719"/>
                <a:gd name="connsiteY27" fmla="*/ 1399040 h 1446325"/>
                <a:gd name="connsiteX28" fmla="*/ 15359 w 1345719"/>
                <a:gd name="connsiteY28" fmla="*/ 1377578 h 1446325"/>
                <a:gd name="connsiteX29" fmla="*/ 13689 w 1345719"/>
                <a:gd name="connsiteY29" fmla="*/ 1374643 h 1446325"/>
                <a:gd name="connsiteX30" fmla="*/ 13605 w 1345719"/>
                <a:gd name="connsiteY30" fmla="*/ 1374261 h 1446325"/>
                <a:gd name="connsiteX31" fmla="*/ 5119 w 1345719"/>
                <a:gd name="connsiteY31" fmla="*/ 1358219 h 1446325"/>
                <a:gd name="connsiteX32" fmla="*/ 693 w 1345719"/>
                <a:gd name="connsiteY32" fmla="*/ 1310588 h 1446325"/>
                <a:gd name="connsiteX33" fmla="*/ 25982 w 1345719"/>
                <a:gd name="connsiteY33" fmla="*/ 1074146 h 1446325"/>
                <a:gd name="connsiteX34" fmla="*/ 332057 w 1345719"/>
                <a:gd name="connsiteY34" fmla="*/ 938546 h 1446325"/>
                <a:gd name="connsiteX35" fmla="*/ 389498 w 1345719"/>
                <a:gd name="connsiteY35" fmla="*/ 848612 h 1446325"/>
                <a:gd name="connsiteX36" fmla="*/ 385563 w 1345719"/>
                <a:gd name="connsiteY36" fmla="*/ 830832 h 1446325"/>
                <a:gd name="connsiteX37" fmla="*/ 385619 w 1345719"/>
                <a:gd name="connsiteY37" fmla="*/ 829301 h 1446325"/>
                <a:gd name="connsiteX38" fmla="*/ 384602 w 1345719"/>
                <a:gd name="connsiteY38" fmla="*/ 826493 h 1446325"/>
                <a:gd name="connsiteX39" fmla="*/ 381214 w 1345719"/>
                <a:gd name="connsiteY39" fmla="*/ 811184 h 1446325"/>
                <a:gd name="connsiteX40" fmla="*/ 375291 w 1345719"/>
                <a:gd name="connsiteY40" fmla="*/ 800781 h 1446325"/>
                <a:gd name="connsiteX41" fmla="*/ 373019 w 1345719"/>
                <a:gd name="connsiteY41" fmla="*/ 794506 h 1446325"/>
                <a:gd name="connsiteX42" fmla="*/ 347131 w 1345719"/>
                <a:gd name="connsiteY42" fmla="*/ 766235 h 1446325"/>
                <a:gd name="connsiteX43" fmla="*/ 79772 w 1345719"/>
                <a:gd name="connsiteY43" fmla="*/ 571237 h 1446325"/>
                <a:gd name="connsiteX44" fmla="*/ 128808 w 1345719"/>
                <a:gd name="connsiteY44" fmla="*/ 112775 h 1446325"/>
                <a:gd name="connsiteX45" fmla="*/ 130751 w 1345719"/>
                <a:gd name="connsiteY45" fmla="*/ 106618 h 1446325"/>
                <a:gd name="connsiteX46" fmla="*/ 131257 w 1345719"/>
                <a:gd name="connsiteY46" fmla="*/ 92950 h 1446325"/>
                <a:gd name="connsiteX47" fmla="*/ 151240 w 1345719"/>
                <a:gd name="connsiteY47" fmla="*/ 49487 h 1446325"/>
                <a:gd name="connsiteX48" fmla="*/ 229941 w 1345719"/>
                <a:gd name="connsiteY48" fmla="*/ 1457 h 1446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345719" h="1446325">
                  <a:moveTo>
                    <a:pt x="170487" y="1152570"/>
                  </a:moveTo>
                  <a:cubicBezTo>
                    <a:pt x="117882" y="1152570"/>
                    <a:pt x="75237" y="1194149"/>
                    <a:pt x="75237" y="1245439"/>
                  </a:cubicBezTo>
                  <a:cubicBezTo>
                    <a:pt x="75237" y="1296729"/>
                    <a:pt x="117882" y="1338308"/>
                    <a:pt x="170487" y="1338308"/>
                  </a:cubicBezTo>
                  <a:cubicBezTo>
                    <a:pt x="223092" y="1338308"/>
                    <a:pt x="265737" y="1296729"/>
                    <a:pt x="265737" y="1245439"/>
                  </a:cubicBezTo>
                  <a:cubicBezTo>
                    <a:pt x="265737" y="1194149"/>
                    <a:pt x="223092" y="1152570"/>
                    <a:pt x="170487" y="1152570"/>
                  </a:cubicBezTo>
                  <a:close/>
                  <a:moveTo>
                    <a:pt x="229941" y="1457"/>
                  </a:moveTo>
                  <a:cubicBezTo>
                    <a:pt x="260400" y="-3310"/>
                    <a:pt x="292677" y="3543"/>
                    <a:pt x="319553" y="23145"/>
                  </a:cubicBezTo>
                  <a:lnTo>
                    <a:pt x="1292832" y="733005"/>
                  </a:lnTo>
                  <a:cubicBezTo>
                    <a:pt x="1306271" y="742807"/>
                    <a:pt x="1317086" y="754866"/>
                    <a:pt x="1325137" y="768284"/>
                  </a:cubicBezTo>
                  <a:lnTo>
                    <a:pt x="1327973" y="776116"/>
                  </a:lnTo>
                  <a:lnTo>
                    <a:pt x="1335364" y="789097"/>
                  </a:lnTo>
                  <a:lnTo>
                    <a:pt x="1339593" y="808201"/>
                  </a:lnTo>
                  <a:lnTo>
                    <a:pt x="1340862" y="811706"/>
                  </a:lnTo>
                  <a:lnTo>
                    <a:pt x="1340792" y="813617"/>
                  </a:lnTo>
                  <a:lnTo>
                    <a:pt x="1345702" y="835803"/>
                  </a:lnTo>
                  <a:cubicBezTo>
                    <a:pt x="1346497" y="882742"/>
                    <a:pt x="1319642" y="927821"/>
                    <a:pt x="1274021" y="948033"/>
                  </a:cubicBezTo>
                  <a:lnTo>
                    <a:pt x="172626" y="1435987"/>
                  </a:lnTo>
                  <a:cubicBezTo>
                    <a:pt x="157418" y="1442724"/>
                    <a:pt x="141565" y="1446060"/>
                    <a:pt x="125921" y="1446325"/>
                  </a:cubicBezTo>
                  <a:lnTo>
                    <a:pt x="108057" y="1443146"/>
                  </a:lnTo>
                  <a:lnTo>
                    <a:pt x="107662" y="1443182"/>
                  </a:lnTo>
                  <a:lnTo>
                    <a:pt x="104321" y="1442479"/>
                  </a:lnTo>
                  <a:lnTo>
                    <a:pt x="80452" y="1438232"/>
                  </a:lnTo>
                  <a:lnTo>
                    <a:pt x="72788" y="1433421"/>
                  </a:lnTo>
                  <a:lnTo>
                    <a:pt x="62044" y="1428782"/>
                  </a:lnTo>
                  <a:lnTo>
                    <a:pt x="52214" y="1420507"/>
                  </a:lnTo>
                  <a:lnTo>
                    <a:pt x="41338" y="1413679"/>
                  </a:lnTo>
                  <a:lnTo>
                    <a:pt x="33645" y="1404872"/>
                  </a:lnTo>
                  <a:lnTo>
                    <a:pt x="26716" y="1399040"/>
                  </a:lnTo>
                  <a:lnTo>
                    <a:pt x="15359" y="1377578"/>
                  </a:lnTo>
                  <a:lnTo>
                    <a:pt x="13689" y="1374643"/>
                  </a:lnTo>
                  <a:lnTo>
                    <a:pt x="13605" y="1374261"/>
                  </a:lnTo>
                  <a:lnTo>
                    <a:pt x="5119" y="1358219"/>
                  </a:lnTo>
                  <a:cubicBezTo>
                    <a:pt x="590" y="1343241"/>
                    <a:pt x="-1076" y="1327127"/>
                    <a:pt x="693" y="1310588"/>
                  </a:cubicBezTo>
                  <a:lnTo>
                    <a:pt x="25982" y="1074146"/>
                  </a:lnTo>
                  <a:lnTo>
                    <a:pt x="332057" y="938546"/>
                  </a:lnTo>
                  <a:cubicBezTo>
                    <a:pt x="368615" y="922349"/>
                    <a:pt x="390135" y="886225"/>
                    <a:pt x="389498" y="848612"/>
                  </a:cubicBezTo>
                  <a:lnTo>
                    <a:pt x="385563" y="830832"/>
                  </a:lnTo>
                  <a:lnTo>
                    <a:pt x="385619" y="829301"/>
                  </a:lnTo>
                  <a:lnTo>
                    <a:pt x="384602" y="826493"/>
                  </a:lnTo>
                  <a:lnTo>
                    <a:pt x="381214" y="811184"/>
                  </a:lnTo>
                  <a:lnTo>
                    <a:pt x="375291" y="800781"/>
                  </a:lnTo>
                  <a:lnTo>
                    <a:pt x="373019" y="794506"/>
                  </a:lnTo>
                  <a:cubicBezTo>
                    <a:pt x="366567" y="783753"/>
                    <a:pt x="357900" y="774089"/>
                    <a:pt x="347131" y="766235"/>
                  </a:cubicBezTo>
                  <a:lnTo>
                    <a:pt x="79772" y="571237"/>
                  </a:lnTo>
                  <a:lnTo>
                    <a:pt x="128808" y="112775"/>
                  </a:lnTo>
                  <a:lnTo>
                    <a:pt x="130751" y="106618"/>
                  </a:lnTo>
                  <a:lnTo>
                    <a:pt x="131257" y="92950"/>
                  </a:lnTo>
                  <a:cubicBezTo>
                    <a:pt x="134825" y="77714"/>
                    <a:pt x="141438" y="62926"/>
                    <a:pt x="151240" y="49487"/>
                  </a:cubicBezTo>
                  <a:cubicBezTo>
                    <a:pt x="170842" y="22611"/>
                    <a:pt x="199482" y="6225"/>
                    <a:pt x="229941" y="145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15">
                <a:cs typeface="+mn-ea"/>
                <a:sym typeface="+mn-lt"/>
              </a:endParaRPr>
            </a:p>
          </p:txBody>
        </p:sp>
        <p:cxnSp>
          <p:nvCxnSpPr>
            <p:cNvPr id="59" name="直接箭头连接符 58"/>
            <p:cNvCxnSpPr/>
            <p:nvPr/>
          </p:nvCxnSpPr>
          <p:spPr>
            <a:xfrm>
              <a:off x="3999893" y="4780321"/>
              <a:ext cx="0" cy="527050"/>
            </a:xfrm>
            <a:prstGeom prst="straightConnector1">
              <a:avLst/>
            </a:prstGeom>
            <a:grpFill/>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0" name="文本框 6"/>
            <p:cNvSpPr txBox="1">
              <a:spLocks noChangeArrowheads="1"/>
            </p:cNvSpPr>
            <p:nvPr/>
          </p:nvSpPr>
          <p:spPr bwMode="auto">
            <a:xfrm>
              <a:off x="4162335" y="3769383"/>
              <a:ext cx="876900" cy="72931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90204" pitchFamily="34" charset="0"/>
                <a:buChar char="•"/>
                <a:defRPr sz="2800">
                  <a:solidFill>
                    <a:schemeClr val="tx1"/>
                  </a:solidFill>
                  <a:latin typeface="Calibri" pitchFamily="34" charset="0"/>
                  <a:ea typeface="微软雅黑" panose="020B0503020204020204" pitchFamily="34" charset="-122"/>
                </a:defRPr>
              </a:lvl1pPr>
              <a:lvl2pPr marL="742950" indent="-285750">
                <a:lnSpc>
                  <a:spcPct val="90000"/>
                </a:lnSpc>
                <a:spcBef>
                  <a:spcPts val="500"/>
                </a:spcBef>
                <a:buFont typeface="Arial" panose="020B0604020202090204" pitchFamily="34" charset="0"/>
                <a:buChar char="•"/>
                <a:defRPr sz="2400">
                  <a:solidFill>
                    <a:schemeClr val="tx1"/>
                  </a:solidFill>
                  <a:latin typeface="Calibri" pitchFamily="34" charset="0"/>
                  <a:ea typeface="微软雅黑" panose="020B0503020204020204" pitchFamily="34" charset="-122"/>
                </a:defRPr>
              </a:lvl2pPr>
              <a:lvl3pPr marL="1143000" indent="-228600">
                <a:lnSpc>
                  <a:spcPct val="90000"/>
                </a:lnSpc>
                <a:spcBef>
                  <a:spcPts val="500"/>
                </a:spcBef>
                <a:buFont typeface="Arial" panose="020B0604020202090204" pitchFamily="34" charset="0"/>
                <a:buChar char="•"/>
                <a:defRPr sz="2000">
                  <a:solidFill>
                    <a:schemeClr val="tx1"/>
                  </a:solidFill>
                  <a:latin typeface="Calibri" pitchFamily="34" charset="0"/>
                  <a:ea typeface="微软雅黑" panose="020B0503020204020204" pitchFamily="34" charset="-122"/>
                </a:defRPr>
              </a:lvl3pPr>
              <a:lvl4pPr marL="1600200" indent="-228600">
                <a:lnSpc>
                  <a:spcPct val="90000"/>
                </a:lnSpc>
                <a:spcBef>
                  <a:spcPts val="500"/>
                </a:spcBef>
                <a:buFont typeface="Arial" panose="020B0604020202090204" pitchFamily="34" charset="0"/>
                <a:buChar char="•"/>
                <a:defRPr>
                  <a:solidFill>
                    <a:schemeClr val="tx1"/>
                  </a:solidFill>
                  <a:latin typeface="Calibri" pitchFamily="34" charset="0"/>
                  <a:ea typeface="微软雅黑" panose="020B0503020204020204" pitchFamily="34" charset="-122"/>
                </a:defRPr>
              </a:lvl4pPr>
              <a:lvl5pPr marL="2057400" indent="-228600">
                <a:lnSpc>
                  <a:spcPct val="90000"/>
                </a:lnSpc>
                <a:spcBef>
                  <a:spcPts val="500"/>
                </a:spcBef>
                <a:buFont typeface="Arial" panose="020B0604020202090204" pitchFamily="34" charset="0"/>
                <a:buChar char="•"/>
                <a:defRPr>
                  <a:solidFill>
                    <a:schemeClr val="tx1"/>
                  </a:solidFill>
                  <a:latin typeface="Calibri"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微软雅黑" panose="020B0503020204020204" pitchFamily="34" charset="-122"/>
                </a:defRPr>
              </a:lvl9pPr>
            </a:lstStyle>
            <a:p>
              <a:pPr>
                <a:lnSpc>
                  <a:spcPct val="100000"/>
                </a:lnSpc>
                <a:spcBef>
                  <a:spcPct val="0"/>
                </a:spcBef>
                <a:buFontTx/>
                <a:buNone/>
              </a:pPr>
              <a:r>
                <a:rPr lang="en-US" altLang="zh-CN" sz="1500" dirty="0">
                  <a:solidFill>
                    <a:schemeClr val="bg1"/>
                  </a:solidFill>
                  <a:latin typeface="Times New Roman" panose="02020503050405090304" pitchFamily="18" charset="0"/>
                  <a:ea typeface="宋体" pitchFamily="2" charset="-122"/>
                  <a:cs typeface="+mn-ea"/>
                  <a:sym typeface="+mn-lt"/>
                </a:rPr>
                <a:t>02</a:t>
              </a:r>
              <a:endParaRPr lang="zh-CN" altLang="en-US" sz="1500" dirty="0">
                <a:solidFill>
                  <a:schemeClr val="bg1"/>
                </a:solidFill>
                <a:latin typeface="Times New Roman" panose="02020503050405090304" pitchFamily="18" charset="0"/>
                <a:ea typeface="宋体" pitchFamily="2" charset="-122"/>
                <a:cs typeface="+mn-ea"/>
                <a:sym typeface="+mn-lt"/>
              </a:endParaRPr>
            </a:p>
          </p:txBody>
        </p:sp>
      </p:grpSp>
      <p:grpSp>
        <p:nvGrpSpPr>
          <p:cNvPr id="61" name="组合 60"/>
          <p:cNvGrpSpPr/>
          <p:nvPr/>
        </p:nvGrpSpPr>
        <p:grpSpPr>
          <a:xfrm>
            <a:off x="3998458" y="1865027"/>
            <a:ext cx="624534" cy="911644"/>
            <a:chOff x="5352443" y="2821346"/>
            <a:chExt cx="1452562" cy="2057400"/>
          </a:xfrm>
        </p:grpSpPr>
        <p:sp>
          <p:nvSpPr>
            <p:cNvPr id="62" name="任意多边形 61"/>
            <p:cNvSpPr/>
            <p:nvPr/>
          </p:nvSpPr>
          <p:spPr>
            <a:xfrm rot="12966304">
              <a:off x="5352443" y="3591284"/>
              <a:ext cx="1452562" cy="1287462"/>
            </a:xfrm>
            <a:custGeom>
              <a:avLst/>
              <a:gdLst>
                <a:gd name="connsiteX0" fmla="*/ 1313889 w 1452780"/>
                <a:gd name="connsiteY0" fmla="*/ 1200911 h 1287408"/>
                <a:gd name="connsiteX1" fmla="*/ 1334084 w 1452780"/>
                <a:gd name="connsiteY1" fmla="*/ 1071881 h 1287408"/>
                <a:gd name="connsiteX2" fmla="*/ 1205053 w 1452780"/>
                <a:gd name="connsiteY2" fmla="*/ 1051687 h 1287408"/>
                <a:gd name="connsiteX3" fmla="*/ 1184859 w 1452780"/>
                <a:gd name="connsiteY3" fmla="*/ 1180717 h 1287408"/>
                <a:gd name="connsiteX4" fmla="*/ 1313889 w 1452780"/>
                <a:gd name="connsiteY4" fmla="*/ 1200911 h 1287408"/>
                <a:gd name="connsiteX5" fmla="*/ 1417497 w 1452780"/>
                <a:gd name="connsiteY5" fmla="*/ 1252125 h 1287408"/>
                <a:gd name="connsiteX6" fmla="*/ 1332316 w 1452780"/>
                <a:gd name="connsiteY6" fmla="*/ 1287408 h 1287408"/>
                <a:gd name="connsiteX7" fmla="*/ 127670 w 1452780"/>
                <a:gd name="connsiteY7" fmla="*/ 1287408 h 1287408"/>
                <a:gd name="connsiteX8" fmla="*/ 80780 w 1452780"/>
                <a:gd name="connsiteY8" fmla="*/ 1277941 h 1287408"/>
                <a:gd name="connsiteX9" fmla="*/ 73874 w 1452780"/>
                <a:gd name="connsiteY9" fmla="*/ 1273285 h 1287408"/>
                <a:gd name="connsiteX10" fmla="*/ 60253 w 1452780"/>
                <a:gd name="connsiteY10" fmla="*/ 1267152 h 1287408"/>
                <a:gd name="connsiteX11" fmla="*/ 45579 w 1452780"/>
                <a:gd name="connsiteY11" fmla="*/ 1254209 h 1287408"/>
                <a:gd name="connsiteX12" fmla="*/ 42489 w 1452780"/>
                <a:gd name="connsiteY12" fmla="*/ 1252125 h 1287408"/>
                <a:gd name="connsiteX13" fmla="*/ 41419 w 1452780"/>
                <a:gd name="connsiteY13" fmla="*/ 1250540 h 1287408"/>
                <a:gd name="connsiteX14" fmla="*/ 24378 w 1452780"/>
                <a:gd name="connsiteY14" fmla="*/ 1235508 h 1287408"/>
                <a:gd name="connsiteX15" fmla="*/ 16159 w 1452780"/>
                <a:gd name="connsiteY15" fmla="*/ 1102594 h 1287408"/>
                <a:gd name="connsiteX16" fmla="*/ 618482 w 1452780"/>
                <a:gd name="connsiteY16" fmla="*/ 59341 h 1287408"/>
                <a:gd name="connsiteX17" fmla="*/ 650125 w 1452780"/>
                <a:gd name="connsiteY17" fmla="*/ 23467 h 1287408"/>
                <a:gd name="connsiteX18" fmla="*/ 666431 w 1452780"/>
                <a:gd name="connsiteY18" fmla="*/ 15509 h 1287408"/>
                <a:gd name="connsiteX19" fmla="*/ 666729 w 1452780"/>
                <a:gd name="connsiteY19" fmla="*/ 15247 h 1287408"/>
                <a:gd name="connsiteX20" fmla="*/ 669842 w 1452780"/>
                <a:gd name="connsiteY20" fmla="*/ 13846 h 1287408"/>
                <a:gd name="connsiteX21" fmla="*/ 691629 w 1452780"/>
                <a:gd name="connsiteY21" fmla="*/ 3212 h 1287408"/>
                <a:gd name="connsiteX22" fmla="*/ 700657 w 1452780"/>
                <a:gd name="connsiteY22" fmla="*/ 2583 h 1287408"/>
                <a:gd name="connsiteX23" fmla="*/ 712071 w 1452780"/>
                <a:gd name="connsiteY23" fmla="*/ 0 h 1287408"/>
                <a:gd name="connsiteX24" fmla="*/ 724889 w 1452780"/>
                <a:gd name="connsiteY24" fmla="*/ 893 h 1287408"/>
                <a:gd name="connsiteX25" fmla="*/ 737699 w 1452780"/>
                <a:gd name="connsiteY25" fmla="*/ 1 h 1287408"/>
                <a:gd name="connsiteX26" fmla="*/ 749104 w 1452780"/>
                <a:gd name="connsiteY26" fmla="*/ 2583 h 1287408"/>
                <a:gd name="connsiteX27" fmla="*/ 758139 w 1452780"/>
                <a:gd name="connsiteY27" fmla="*/ 3212 h 1287408"/>
                <a:gd name="connsiteX28" fmla="*/ 779962 w 1452780"/>
                <a:gd name="connsiteY28" fmla="*/ 13860 h 1287408"/>
                <a:gd name="connsiteX29" fmla="*/ 783041 w 1452780"/>
                <a:gd name="connsiteY29" fmla="*/ 15247 h 1287408"/>
                <a:gd name="connsiteX30" fmla="*/ 783334 w 1452780"/>
                <a:gd name="connsiteY30" fmla="*/ 15506 h 1287408"/>
                <a:gd name="connsiteX31" fmla="*/ 799643 w 1452780"/>
                <a:gd name="connsiteY31" fmla="*/ 23466 h 1287408"/>
                <a:gd name="connsiteX32" fmla="*/ 831286 w 1452780"/>
                <a:gd name="connsiteY32" fmla="*/ 59341 h 1287408"/>
                <a:gd name="connsiteX33" fmla="*/ 950182 w 1452780"/>
                <a:gd name="connsiteY33" fmla="*/ 265273 h 1287408"/>
                <a:gd name="connsiteX34" fmla="*/ 782798 w 1452780"/>
                <a:gd name="connsiteY34" fmla="*/ 555190 h 1287408"/>
                <a:gd name="connsiteX35" fmla="*/ 789384 w 1452780"/>
                <a:gd name="connsiteY35" fmla="*/ 661699 h 1287408"/>
                <a:gd name="connsiteX36" fmla="*/ 803040 w 1452780"/>
                <a:gd name="connsiteY36" fmla="*/ 673745 h 1287408"/>
                <a:gd name="connsiteX37" fmla="*/ 803897 w 1452780"/>
                <a:gd name="connsiteY37" fmla="*/ 675015 h 1287408"/>
                <a:gd name="connsiteX38" fmla="*/ 806373 w 1452780"/>
                <a:gd name="connsiteY38" fmla="*/ 676685 h 1287408"/>
                <a:gd name="connsiteX39" fmla="*/ 818132 w 1452780"/>
                <a:gd name="connsiteY39" fmla="*/ 687057 h 1287408"/>
                <a:gd name="connsiteX40" fmla="*/ 829047 w 1452780"/>
                <a:gd name="connsiteY40" fmla="*/ 691972 h 1287408"/>
                <a:gd name="connsiteX41" fmla="*/ 834581 w 1452780"/>
                <a:gd name="connsiteY41" fmla="*/ 695703 h 1287408"/>
                <a:gd name="connsiteX42" fmla="*/ 872156 w 1452780"/>
                <a:gd name="connsiteY42" fmla="*/ 703289 h 1287408"/>
                <a:gd name="connsiteX43" fmla="*/ 1203071 w 1452780"/>
                <a:gd name="connsiteY43" fmla="*/ 703289 h 1287408"/>
                <a:gd name="connsiteX44" fmla="*/ 1433610 w 1452780"/>
                <a:gd name="connsiteY44" fmla="*/ 1102593 h 1287408"/>
                <a:gd name="connsiteX45" fmla="*/ 1435668 w 1452780"/>
                <a:gd name="connsiteY45" fmla="*/ 1108713 h 1287408"/>
                <a:gd name="connsiteX46" fmla="*/ 1443313 w 1452780"/>
                <a:gd name="connsiteY46" fmla="*/ 1120054 h 1287408"/>
                <a:gd name="connsiteX47" fmla="*/ 1452780 w 1452780"/>
                <a:gd name="connsiteY47" fmla="*/ 1166944 h 1287408"/>
                <a:gd name="connsiteX48" fmla="*/ 1417497 w 1452780"/>
                <a:gd name="connsiteY48" fmla="*/ 1252125 h 1287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452780" h="1287408">
                  <a:moveTo>
                    <a:pt x="1313889" y="1200911"/>
                  </a:moveTo>
                  <a:cubicBezTo>
                    <a:pt x="1355097" y="1170856"/>
                    <a:pt x="1364139" y="1113088"/>
                    <a:pt x="1334084" y="1071881"/>
                  </a:cubicBezTo>
                  <a:cubicBezTo>
                    <a:pt x="1304030" y="1030674"/>
                    <a:pt x="1246260" y="1021633"/>
                    <a:pt x="1205053" y="1051687"/>
                  </a:cubicBezTo>
                  <a:cubicBezTo>
                    <a:pt x="1163846" y="1081742"/>
                    <a:pt x="1154805" y="1139510"/>
                    <a:pt x="1184859" y="1180717"/>
                  </a:cubicBezTo>
                  <a:cubicBezTo>
                    <a:pt x="1214914" y="1221924"/>
                    <a:pt x="1272682" y="1230965"/>
                    <a:pt x="1313889" y="1200911"/>
                  </a:cubicBezTo>
                  <a:close/>
                  <a:moveTo>
                    <a:pt x="1417497" y="1252125"/>
                  </a:moveTo>
                  <a:cubicBezTo>
                    <a:pt x="1395697" y="1273925"/>
                    <a:pt x="1365581" y="1287408"/>
                    <a:pt x="1332316" y="1287408"/>
                  </a:cubicBezTo>
                  <a:lnTo>
                    <a:pt x="127670" y="1287408"/>
                  </a:lnTo>
                  <a:cubicBezTo>
                    <a:pt x="111036" y="1287408"/>
                    <a:pt x="95192" y="1284038"/>
                    <a:pt x="80780" y="1277941"/>
                  </a:cubicBezTo>
                  <a:lnTo>
                    <a:pt x="73874" y="1273285"/>
                  </a:lnTo>
                  <a:lnTo>
                    <a:pt x="60253" y="1267152"/>
                  </a:lnTo>
                  <a:lnTo>
                    <a:pt x="45579" y="1254209"/>
                  </a:lnTo>
                  <a:lnTo>
                    <a:pt x="42489" y="1252125"/>
                  </a:lnTo>
                  <a:lnTo>
                    <a:pt x="41419" y="1250540"/>
                  </a:lnTo>
                  <a:lnTo>
                    <a:pt x="24378" y="1235508"/>
                  </a:lnTo>
                  <a:cubicBezTo>
                    <a:pt x="-3923" y="1198053"/>
                    <a:pt x="-8790" y="1145807"/>
                    <a:pt x="16159" y="1102594"/>
                  </a:cubicBezTo>
                  <a:lnTo>
                    <a:pt x="618482" y="59341"/>
                  </a:lnTo>
                  <a:cubicBezTo>
                    <a:pt x="626799" y="44936"/>
                    <a:pt x="637641" y="32900"/>
                    <a:pt x="650125" y="23467"/>
                  </a:cubicBezTo>
                  <a:lnTo>
                    <a:pt x="666431" y="15509"/>
                  </a:lnTo>
                  <a:lnTo>
                    <a:pt x="666729" y="15247"/>
                  </a:lnTo>
                  <a:lnTo>
                    <a:pt x="669842" y="13846"/>
                  </a:lnTo>
                  <a:lnTo>
                    <a:pt x="691629" y="3212"/>
                  </a:lnTo>
                  <a:lnTo>
                    <a:pt x="700657" y="2583"/>
                  </a:lnTo>
                  <a:lnTo>
                    <a:pt x="712071" y="0"/>
                  </a:lnTo>
                  <a:lnTo>
                    <a:pt x="724889" y="893"/>
                  </a:lnTo>
                  <a:lnTo>
                    <a:pt x="737699" y="1"/>
                  </a:lnTo>
                  <a:lnTo>
                    <a:pt x="749104" y="2583"/>
                  </a:lnTo>
                  <a:lnTo>
                    <a:pt x="758139" y="3212"/>
                  </a:lnTo>
                  <a:lnTo>
                    <a:pt x="779962" y="13860"/>
                  </a:lnTo>
                  <a:lnTo>
                    <a:pt x="783041" y="15247"/>
                  </a:lnTo>
                  <a:lnTo>
                    <a:pt x="783334" y="15506"/>
                  </a:lnTo>
                  <a:lnTo>
                    <a:pt x="799643" y="23466"/>
                  </a:lnTo>
                  <a:cubicBezTo>
                    <a:pt x="812128" y="32899"/>
                    <a:pt x="822970" y="44936"/>
                    <a:pt x="831286" y="59341"/>
                  </a:cubicBezTo>
                  <a:lnTo>
                    <a:pt x="950182" y="265273"/>
                  </a:lnTo>
                  <a:lnTo>
                    <a:pt x="782798" y="555190"/>
                  </a:lnTo>
                  <a:cubicBezTo>
                    <a:pt x="762805" y="589818"/>
                    <a:pt x="766705" y="631685"/>
                    <a:pt x="789384" y="661699"/>
                  </a:cubicBezTo>
                  <a:lnTo>
                    <a:pt x="803040" y="673745"/>
                  </a:lnTo>
                  <a:lnTo>
                    <a:pt x="803897" y="675015"/>
                  </a:lnTo>
                  <a:lnTo>
                    <a:pt x="806373" y="676685"/>
                  </a:lnTo>
                  <a:lnTo>
                    <a:pt x="818132" y="687057"/>
                  </a:lnTo>
                  <a:lnTo>
                    <a:pt x="829047" y="691972"/>
                  </a:lnTo>
                  <a:lnTo>
                    <a:pt x="834581" y="695703"/>
                  </a:lnTo>
                  <a:cubicBezTo>
                    <a:pt x="846130" y="700588"/>
                    <a:pt x="858827" y="703289"/>
                    <a:pt x="872156" y="703289"/>
                  </a:cubicBezTo>
                  <a:lnTo>
                    <a:pt x="1203071" y="703289"/>
                  </a:lnTo>
                  <a:lnTo>
                    <a:pt x="1433610" y="1102593"/>
                  </a:lnTo>
                  <a:lnTo>
                    <a:pt x="1435668" y="1108713"/>
                  </a:lnTo>
                  <a:lnTo>
                    <a:pt x="1443313" y="1120054"/>
                  </a:lnTo>
                  <a:cubicBezTo>
                    <a:pt x="1449409" y="1134466"/>
                    <a:pt x="1452780" y="1150311"/>
                    <a:pt x="1452780" y="1166944"/>
                  </a:cubicBezTo>
                  <a:cubicBezTo>
                    <a:pt x="1452780" y="1200209"/>
                    <a:pt x="1439296" y="1230325"/>
                    <a:pt x="1417497" y="1252125"/>
                  </a:cubicBezTo>
                  <a:close/>
                </a:path>
              </a:pathLst>
            </a:custGeom>
            <a:solidFill>
              <a:srgbClr val="0099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15">
                <a:cs typeface="+mn-ea"/>
                <a:sym typeface="+mn-lt"/>
              </a:endParaRPr>
            </a:p>
          </p:txBody>
        </p:sp>
        <p:cxnSp>
          <p:nvCxnSpPr>
            <p:cNvPr id="63" name="直接箭头连接符 62"/>
            <p:cNvCxnSpPr/>
            <p:nvPr/>
          </p:nvCxnSpPr>
          <p:spPr>
            <a:xfrm flipV="1">
              <a:off x="5914418" y="2821346"/>
              <a:ext cx="0" cy="504825"/>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4" name="文本框 7"/>
            <p:cNvSpPr txBox="1">
              <a:spLocks noChangeArrowheads="1"/>
            </p:cNvSpPr>
            <p:nvPr/>
          </p:nvSpPr>
          <p:spPr bwMode="auto">
            <a:xfrm>
              <a:off x="5920570" y="3710869"/>
              <a:ext cx="847073" cy="694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90204" pitchFamily="34" charset="0"/>
                <a:buChar char="•"/>
                <a:defRPr sz="2800">
                  <a:solidFill>
                    <a:schemeClr val="tx1"/>
                  </a:solidFill>
                  <a:latin typeface="Calibri" pitchFamily="34" charset="0"/>
                  <a:ea typeface="微软雅黑" panose="020B0503020204020204" pitchFamily="34" charset="-122"/>
                </a:defRPr>
              </a:lvl1pPr>
              <a:lvl2pPr marL="742950" indent="-285750">
                <a:lnSpc>
                  <a:spcPct val="90000"/>
                </a:lnSpc>
                <a:spcBef>
                  <a:spcPts val="500"/>
                </a:spcBef>
                <a:buFont typeface="Arial" panose="020B0604020202090204" pitchFamily="34" charset="0"/>
                <a:buChar char="•"/>
                <a:defRPr sz="2400">
                  <a:solidFill>
                    <a:schemeClr val="tx1"/>
                  </a:solidFill>
                  <a:latin typeface="Calibri" pitchFamily="34" charset="0"/>
                  <a:ea typeface="微软雅黑" panose="020B0503020204020204" pitchFamily="34" charset="-122"/>
                </a:defRPr>
              </a:lvl2pPr>
              <a:lvl3pPr marL="1143000" indent="-228600">
                <a:lnSpc>
                  <a:spcPct val="90000"/>
                </a:lnSpc>
                <a:spcBef>
                  <a:spcPts val="500"/>
                </a:spcBef>
                <a:buFont typeface="Arial" panose="020B0604020202090204" pitchFamily="34" charset="0"/>
                <a:buChar char="•"/>
                <a:defRPr sz="2000">
                  <a:solidFill>
                    <a:schemeClr val="tx1"/>
                  </a:solidFill>
                  <a:latin typeface="Calibri" pitchFamily="34" charset="0"/>
                  <a:ea typeface="微软雅黑" panose="020B0503020204020204" pitchFamily="34" charset="-122"/>
                </a:defRPr>
              </a:lvl3pPr>
              <a:lvl4pPr marL="1600200" indent="-228600">
                <a:lnSpc>
                  <a:spcPct val="90000"/>
                </a:lnSpc>
                <a:spcBef>
                  <a:spcPts val="500"/>
                </a:spcBef>
                <a:buFont typeface="Arial" panose="020B0604020202090204" pitchFamily="34" charset="0"/>
                <a:buChar char="•"/>
                <a:defRPr>
                  <a:solidFill>
                    <a:schemeClr val="tx1"/>
                  </a:solidFill>
                  <a:latin typeface="Calibri" pitchFamily="34" charset="0"/>
                  <a:ea typeface="微软雅黑" panose="020B0503020204020204" pitchFamily="34" charset="-122"/>
                </a:defRPr>
              </a:lvl4pPr>
              <a:lvl5pPr marL="2057400" indent="-228600">
                <a:lnSpc>
                  <a:spcPct val="90000"/>
                </a:lnSpc>
                <a:spcBef>
                  <a:spcPts val="500"/>
                </a:spcBef>
                <a:buFont typeface="Arial" panose="020B0604020202090204" pitchFamily="34" charset="0"/>
                <a:buChar char="•"/>
                <a:defRPr>
                  <a:solidFill>
                    <a:schemeClr val="tx1"/>
                  </a:solidFill>
                  <a:latin typeface="Calibri"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微软雅黑" panose="020B0503020204020204" pitchFamily="34" charset="-122"/>
                </a:defRPr>
              </a:lvl9pPr>
            </a:lstStyle>
            <a:p>
              <a:pPr>
                <a:lnSpc>
                  <a:spcPct val="100000"/>
                </a:lnSpc>
                <a:spcBef>
                  <a:spcPct val="0"/>
                </a:spcBef>
                <a:buFontTx/>
                <a:buNone/>
              </a:pPr>
              <a:r>
                <a:rPr lang="en-US" altLang="zh-CN" sz="1400" dirty="0">
                  <a:solidFill>
                    <a:schemeClr val="bg1"/>
                  </a:solidFill>
                  <a:latin typeface="Times New Roman" panose="02020503050405090304" pitchFamily="18" charset="0"/>
                  <a:ea typeface="宋体" pitchFamily="2" charset="-122"/>
                  <a:cs typeface="+mn-ea"/>
                  <a:sym typeface="+mn-lt"/>
                </a:rPr>
                <a:t>03</a:t>
              </a:r>
              <a:endParaRPr lang="zh-CN" altLang="en-US" sz="1400" dirty="0">
                <a:solidFill>
                  <a:schemeClr val="bg1"/>
                </a:solidFill>
                <a:latin typeface="Times New Roman" panose="02020503050405090304" pitchFamily="18" charset="0"/>
                <a:ea typeface="宋体" pitchFamily="2" charset="-122"/>
                <a:cs typeface="+mn-ea"/>
                <a:sym typeface="+mn-lt"/>
              </a:endParaRPr>
            </a:p>
          </p:txBody>
        </p:sp>
      </p:grpSp>
      <p:grpSp>
        <p:nvGrpSpPr>
          <p:cNvPr id="65" name="组合 64"/>
          <p:cNvGrpSpPr/>
          <p:nvPr/>
        </p:nvGrpSpPr>
        <p:grpSpPr>
          <a:xfrm>
            <a:off x="5736463" y="1852139"/>
            <a:ext cx="578120" cy="936264"/>
            <a:chOff x="7444768" y="3334109"/>
            <a:chExt cx="1344612" cy="2112962"/>
          </a:xfrm>
        </p:grpSpPr>
        <p:sp>
          <p:nvSpPr>
            <p:cNvPr id="66" name="任意多边形 65"/>
            <p:cNvSpPr/>
            <p:nvPr/>
          </p:nvSpPr>
          <p:spPr>
            <a:xfrm>
              <a:off x="7444768" y="3334109"/>
              <a:ext cx="1344612" cy="1446212"/>
            </a:xfrm>
            <a:custGeom>
              <a:avLst/>
              <a:gdLst>
                <a:gd name="connsiteX0" fmla="*/ 174959 w 1345719"/>
                <a:gd name="connsiteY0" fmla="*/ 1164949 h 1446325"/>
                <a:gd name="connsiteX1" fmla="*/ 77328 w 1345719"/>
                <a:gd name="connsiteY1" fmla="*/ 1262580 h 1446325"/>
                <a:gd name="connsiteX2" fmla="*/ 174959 w 1345719"/>
                <a:gd name="connsiteY2" fmla="*/ 1360211 h 1446325"/>
                <a:gd name="connsiteX3" fmla="*/ 272590 w 1345719"/>
                <a:gd name="connsiteY3" fmla="*/ 1262580 h 1446325"/>
                <a:gd name="connsiteX4" fmla="*/ 174959 w 1345719"/>
                <a:gd name="connsiteY4" fmla="*/ 1164949 h 1446325"/>
                <a:gd name="connsiteX5" fmla="*/ 229941 w 1345719"/>
                <a:gd name="connsiteY5" fmla="*/ 1457 h 1446325"/>
                <a:gd name="connsiteX6" fmla="*/ 319553 w 1345719"/>
                <a:gd name="connsiteY6" fmla="*/ 23145 h 1446325"/>
                <a:gd name="connsiteX7" fmla="*/ 1292832 w 1345719"/>
                <a:gd name="connsiteY7" fmla="*/ 733005 h 1446325"/>
                <a:gd name="connsiteX8" fmla="*/ 1325137 w 1345719"/>
                <a:gd name="connsiteY8" fmla="*/ 768284 h 1446325"/>
                <a:gd name="connsiteX9" fmla="*/ 1327973 w 1345719"/>
                <a:gd name="connsiteY9" fmla="*/ 776116 h 1446325"/>
                <a:gd name="connsiteX10" fmla="*/ 1335364 w 1345719"/>
                <a:gd name="connsiteY10" fmla="*/ 789097 h 1446325"/>
                <a:gd name="connsiteX11" fmla="*/ 1339593 w 1345719"/>
                <a:gd name="connsiteY11" fmla="*/ 808201 h 1446325"/>
                <a:gd name="connsiteX12" fmla="*/ 1340862 w 1345719"/>
                <a:gd name="connsiteY12" fmla="*/ 811706 h 1446325"/>
                <a:gd name="connsiteX13" fmla="*/ 1340792 w 1345719"/>
                <a:gd name="connsiteY13" fmla="*/ 813617 h 1446325"/>
                <a:gd name="connsiteX14" fmla="*/ 1345702 w 1345719"/>
                <a:gd name="connsiteY14" fmla="*/ 835803 h 1446325"/>
                <a:gd name="connsiteX15" fmla="*/ 1274021 w 1345719"/>
                <a:gd name="connsiteY15" fmla="*/ 948033 h 1446325"/>
                <a:gd name="connsiteX16" fmla="*/ 172626 w 1345719"/>
                <a:gd name="connsiteY16" fmla="*/ 1435987 h 1446325"/>
                <a:gd name="connsiteX17" fmla="*/ 125920 w 1345719"/>
                <a:gd name="connsiteY17" fmla="*/ 1446325 h 1446325"/>
                <a:gd name="connsiteX18" fmla="*/ 108057 w 1345719"/>
                <a:gd name="connsiteY18" fmla="*/ 1443146 h 1446325"/>
                <a:gd name="connsiteX19" fmla="*/ 107662 w 1345719"/>
                <a:gd name="connsiteY19" fmla="*/ 1443182 h 1446325"/>
                <a:gd name="connsiteX20" fmla="*/ 104321 w 1345719"/>
                <a:gd name="connsiteY20" fmla="*/ 1442479 h 1446325"/>
                <a:gd name="connsiteX21" fmla="*/ 80452 w 1345719"/>
                <a:gd name="connsiteY21" fmla="*/ 1438232 h 1446325"/>
                <a:gd name="connsiteX22" fmla="*/ 72787 w 1345719"/>
                <a:gd name="connsiteY22" fmla="*/ 1433421 h 1446325"/>
                <a:gd name="connsiteX23" fmla="*/ 62044 w 1345719"/>
                <a:gd name="connsiteY23" fmla="*/ 1428782 h 1446325"/>
                <a:gd name="connsiteX24" fmla="*/ 52214 w 1345719"/>
                <a:gd name="connsiteY24" fmla="*/ 1420507 h 1446325"/>
                <a:gd name="connsiteX25" fmla="*/ 41338 w 1345719"/>
                <a:gd name="connsiteY25" fmla="*/ 1413679 h 1446325"/>
                <a:gd name="connsiteX26" fmla="*/ 33645 w 1345719"/>
                <a:gd name="connsiteY26" fmla="*/ 1404872 h 1446325"/>
                <a:gd name="connsiteX27" fmla="*/ 26716 w 1345719"/>
                <a:gd name="connsiteY27" fmla="*/ 1399040 h 1446325"/>
                <a:gd name="connsiteX28" fmla="*/ 15359 w 1345719"/>
                <a:gd name="connsiteY28" fmla="*/ 1377578 h 1446325"/>
                <a:gd name="connsiteX29" fmla="*/ 13689 w 1345719"/>
                <a:gd name="connsiteY29" fmla="*/ 1374643 h 1446325"/>
                <a:gd name="connsiteX30" fmla="*/ 13605 w 1345719"/>
                <a:gd name="connsiteY30" fmla="*/ 1374261 h 1446325"/>
                <a:gd name="connsiteX31" fmla="*/ 5119 w 1345719"/>
                <a:gd name="connsiteY31" fmla="*/ 1358219 h 1446325"/>
                <a:gd name="connsiteX32" fmla="*/ 693 w 1345719"/>
                <a:gd name="connsiteY32" fmla="*/ 1310588 h 1446325"/>
                <a:gd name="connsiteX33" fmla="*/ 25982 w 1345719"/>
                <a:gd name="connsiteY33" fmla="*/ 1074146 h 1446325"/>
                <a:gd name="connsiteX34" fmla="*/ 332057 w 1345719"/>
                <a:gd name="connsiteY34" fmla="*/ 938546 h 1446325"/>
                <a:gd name="connsiteX35" fmla="*/ 389498 w 1345719"/>
                <a:gd name="connsiteY35" fmla="*/ 848612 h 1446325"/>
                <a:gd name="connsiteX36" fmla="*/ 385563 w 1345719"/>
                <a:gd name="connsiteY36" fmla="*/ 830832 h 1446325"/>
                <a:gd name="connsiteX37" fmla="*/ 385619 w 1345719"/>
                <a:gd name="connsiteY37" fmla="*/ 829301 h 1446325"/>
                <a:gd name="connsiteX38" fmla="*/ 384603 w 1345719"/>
                <a:gd name="connsiteY38" fmla="*/ 826493 h 1446325"/>
                <a:gd name="connsiteX39" fmla="*/ 381214 w 1345719"/>
                <a:gd name="connsiteY39" fmla="*/ 811184 h 1446325"/>
                <a:gd name="connsiteX40" fmla="*/ 375292 w 1345719"/>
                <a:gd name="connsiteY40" fmla="*/ 800781 h 1446325"/>
                <a:gd name="connsiteX41" fmla="*/ 373019 w 1345719"/>
                <a:gd name="connsiteY41" fmla="*/ 794506 h 1446325"/>
                <a:gd name="connsiteX42" fmla="*/ 347131 w 1345719"/>
                <a:gd name="connsiteY42" fmla="*/ 766235 h 1446325"/>
                <a:gd name="connsiteX43" fmla="*/ 79772 w 1345719"/>
                <a:gd name="connsiteY43" fmla="*/ 571237 h 1446325"/>
                <a:gd name="connsiteX44" fmla="*/ 128808 w 1345719"/>
                <a:gd name="connsiteY44" fmla="*/ 112775 h 1446325"/>
                <a:gd name="connsiteX45" fmla="*/ 130751 w 1345719"/>
                <a:gd name="connsiteY45" fmla="*/ 106618 h 1446325"/>
                <a:gd name="connsiteX46" fmla="*/ 131257 w 1345719"/>
                <a:gd name="connsiteY46" fmla="*/ 92950 h 1446325"/>
                <a:gd name="connsiteX47" fmla="*/ 151240 w 1345719"/>
                <a:gd name="connsiteY47" fmla="*/ 49487 h 1446325"/>
                <a:gd name="connsiteX48" fmla="*/ 229941 w 1345719"/>
                <a:gd name="connsiteY48" fmla="*/ 1457 h 1446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345719" h="1446325">
                  <a:moveTo>
                    <a:pt x="174959" y="1164949"/>
                  </a:moveTo>
                  <a:cubicBezTo>
                    <a:pt x="121039" y="1164949"/>
                    <a:pt x="77328" y="1208660"/>
                    <a:pt x="77328" y="1262580"/>
                  </a:cubicBezTo>
                  <a:cubicBezTo>
                    <a:pt x="77328" y="1316500"/>
                    <a:pt x="121039" y="1360211"/>
                    <a:pt x="174959" y="1360211"/>
                  </a:cubicBezTo>
                  <a:cubicBezTo>
                    <a:pt x="228879" y="1360211"/>
                    <a:pt x="272590" y="1316500"/>
                    <a:pt x="272590" y="1262580"/>
                  </a:cubicBezTo>
                  <a:cubicBezTo>
                    <a:pt x="272590" y="1208660"/>
                    <a:pt x="228879" y="1164949"/>
                    <a:pt x="174959" y="1164949"/>
                  </a:cubicBezTo>
                  <a:close/>
                  <a:moveTo>
                    <a:pt x="229941" y="1457"/>
                  </a:moveTo>
                  <a:cubicBezTo>
                    <a:pt x="260400" y="-3310"/>
                    <a:pt x="292677" y="3543"/>
                    <a:pt x="319553" y="23145"/>
                  </a:cubicBezTo>
                  <a:lnTo>
                    <a:pt x="1292832" y="733005"/>
                  </a:lnTo>
                  <a:cubicBezTo>
                    <a:pt x="1306271" y="742807"/>
                    <a:pt x="1317086" y="754866"/>
                    <a:pt x="1325137" y="768284"/>
                  </a:cubicBezTo>
                  <a:lnTo>
                    <a:pt x="1327973" y="776116"/>
                  </a:lnTo>
                  <a:lnTo>
                    <a:pt x="1335364" y="789097"/>
                  </a:lnTo>
                  <a:lnTo>
                    <a:pt x="1339593" y="808201"/>
                  </a:lnTo>
                  <a:lnTo>
                    <a:pt x="1340862" y="811706"/>
                  </a:lnTo>
                  <a:lnTo>
                    <a:pt x="1340792" y="813617"/>
                  </a:lnTo>
                  <a:lnTo>
                    <a:pt x="1345702" y="835803"/>
                  </a:lnTo>
                  <a:cubicBezTo>
                    <a:pt x="1346497" y="882742"/>
                    <a:pt x="1319642" y="927821"/>
                    <a:pt x="1274021" y="948033"/>
                  </a:cubicBezTo>
                  <a:lnTo>
                    <a:pt x="172626" y="1435987"/>
                  </a:lnTo>
                  <a:cubicBezTo>
                    <a:pt x="157418" y="1442724"/>
                    <a:pt x="141565" y="1446060"/>
                    <a:pt x="125920" y="1446325"/>
                  </a:cubicBezTo>
                  <a:lnTo>
                    <a:pt x="108057" y="1443146"/>
                  </a:lnTo>
                  <a:lnTo>
                    <a:pt x="107662" y="1443182"/>
                  </a:lnTo>
                  <a:lnTo>
                    <a:pt x="104321" y="1442479"/>
                  </a:lnTo>
                  <a:lnTo>
                    <a:pt x="80452" y="1438232"/>
                  </a:lnTo>
                  <a:lnTo>
                    <a:pt x="72787" y="1433421"/>
                  </a:lnTo>
                  <a:lnTo>
                    <a:pt x="62044" y="1428782"/>
                  </a:lnTo>
                  <a:lnTo>
                    <a:pt x="52214" y="1420507"/>
                  </a:lnTo>
                  <a:lnTo>
                    <a:pt x="41338" y="1413679"/>
                  </a:lnTo>
                  <a:lnTo>
                    <a:pt x="33645" y="1404872"/>
                  </a:lnTo>
                  <a:lnTo>
                    <a:pt x="26716" y="1399040"/>
                  </a:lnTo>
                  <a:lnTo>
                    <a:pt x="15359" y="1377578"/>
                  </a:lnTo>
                  <a:lnTo>
                    <a:pt x="13689" y="1374643"/>
                  </a:lnTo>
                  <a:lnTo>
                    <a:pt x="13605" y="1374261"/>
                  </a:lnTo>
                  <a:lnTo>
                    <a:pt x="5119" y="1358219"/>
                  </a:lnTo>
                  <a:cubicBezTo>
                    <a:pt x="590" y="1343241"/>
                    <a:pt x="-1077" y="1327127"/>
                    <a:pt x="693" y="1310588"/>
                  </a:cubicBezTo>
                  <a:lnTo>
                    <a:pt x="25982" y="1074146"/>
                  </a:lnTo>
                  <a:lnTo>
                    <a:pt x="332057" y="938546"/>
                  </a:lnTo>
                  <a:cubicBezTo>
                    <a:pt x="368615" y="922349"/>
                    <a:pt x="390135" y="886225"/>
                    <a:pt x="389498" y="848612"/>
                  </a:cubicBezTo>
                  <a:lnTo>
                    <a:pt x="385563" y="830832"/>
                  </a:lnTo>
                  <a:lnTo>
                    <a:pt x="385619" y="829301"/>
                  </a:lnTo>
                  <a:lnTo>
                    <a:pt x="384603" y="826493"/>
                  </a:lnTo>
                  <a:lnTo>
                    <a:pt x="381214" y="811184"/>
                  </a:lnTo>
                  <a:lnTo>
                    <a:pt x="375292" y="800781"/>
                  </a:lnTo>
                  <a:lnTo>
                    <a:pt x="373019" y="794506"/>
                  </a:lnTo>
                  <a:cubicBezTo>
                    <a:pt x="366567" y="783753"/>
                    <a:pt x="357900" y="774089"/>
                    <a:pt x="347131" y="766235"/>
                  </a:cubicBezTo>
                  <a:lnTo>
                    <a:pt x="79772" y="571237"/>
                  </a:lnTo>
                  <a:lnTo>
                    <a:pt x="128808" y="112775"/>
                  </a:lnTo>
                  <a:lnTo>
                    <a:pt x="130751" y="106618"/>
                  </a:lnTo>
                  <a:lnTo>
                    <a:pt x="131257" y="92950"/>
                  </a:lnTo>
                  <a:cubicBezTo>
                    <a:pt x="134825" y="77714"/>
                    <a:pt x="141438" y="62926"/>
                    <a:pt x="151240" y="49487"/>
                  </a:cubicBezTo>
                  <a:cubicBezTo>
                    <a:pt x="170842" y="22611"/>
                    <a:pt x="199482" y="6225"/>
                    <a:pt x="229941" y="1457"/>
                  </a:cubicBezTo>
                  <a:close/>
                </a:path>
              </a:pathLst>
            </a:custGeom>
            <a:solidFill>
              <a:srgbClr val="CECC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15">
                <a:cs typeface="+mn-ea"/>
                <a:sym typeface="+mn-lt"/>
              </a:endParaRPr>
            </a:p>
          </p:txBody>
        </p:sp>
        <p:cxnSp>
          <p:nvCxnSpPr>
            <p:cNvPr id="67" name="直接箭头连接符 66"/>
            <p:cNvCxnSpPr/>
            <p:nvPr/>
          </p:nvCxnSpPr>
          <p:spPr>
            <a:xfrm>
              <a:off x="7574943" y="4780321"/>
              <a:ext cx="4762" cy="666750"/>
            </a:xfrm>
            <a:prstGeom prst="straightConnector1">
              <a:avLst/>
            </a:prstGeom>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8" name="文本框 8"/>
            <p:cNvSpPr txBox="1">
              <a:spLocks noChangeArrowheads="1"/>
            </p:cNvSpPr>
            <p:nvPr/>
          </p:nvSpPr>
          <p:spPr bwMode="auto">
            <a:xfrm>
              <a:off x="7634649" y="3667937"/>
              <a:ext cx="906727" cy="764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90204" pitchFamily="34" charset="0"/>
                <a:buChar char="•"/>
                <a:defRPr sz="2800">
                  <a:solidFill>
                    <a:schemeClr val="tx1"/>
                  </a:solidFill>
                  <a:latin typeface="Calibri" pitchFamily="34" charset="0"/>
                  <a:ea typeface="微软雅黑" panose="020B0503020204020204" pitchFamily="34" charset="-122"/>
                </a:defRPr>
              </a:lvl1pPr>
              <a:lvl2pPr marL="742950" indent="-285750">
                <a:lnSpc>
                  <a:spcPct val="90000"/>
                </a:lnSpc>
                <a:spcBef>
                  <a:spcPts val="500"/>
                </a:spcBef>
                <a:buFont typeface="Arial" panose="020B0604020202090204" pitchFamily="34" charset="0"/>
                <a:buChar char="•"/>
                <a:defRPr sz="2400">
                  <a:solidFill>
                    <a:schemeClr val="tx1"/>
                  </a:solidFill>
                  <a:latin typeface="Calibri" pitchFamily="34" charset="0"/>
                  <a:ea typeface="微软雅黑" panose="020B0503020204020204" pitchFamily="34" charset="-122"/>
                </a:defRPr>
              </a:lvl2pPr>
              <a:lvl3pPr marL="1143000" indent="-228600">
                <a:lnSpc>
                  <a:spcPct val="90000"/>
                </a:lnSpc>
                <a:spcBef>
                  <a:spcPts val="500"/>
                </a:spcBef>
                <a:buFont typeface="Arial" panose="020B0604020202090204" pitchFamily="34" charset="0"/>
                <a:buChar char="•"/>
                <a:defRPr sz="2000">
                  <a:solidFill>
                    <a:schemeClr val="tx1"/>
                  </a:solidFill>
                  <a:latin typeface="Calibri" pitchFamily="34" charset="0"/>
                  <a:ea typeface="微软雅黑" panose="020B0503020204020204" pitchFamily="34" charset="-122"/>
                </a:defRPr>
              </a:lvl3pPr>
              <a:lvl4pPr marL="1600200" indent="-228600">
                <a:lnSpc>
                  <a:spcPct val="90000"/>
                </a:lnSpc>
                <a:spcBef>
                  <a:spcPts val="500"/>
                </a:spcBef>
                <a:buFont typeface="Arial" panose="020B0604020202090204" pitchFamily="34" charset="0"/>
                <a:buChar char="•"/>
                <a:defRPr>
                  <a:solidFill>
                    <a:schemeClr val="tx1"/>
                  </a:solidFill>
                  <a:latin typeface="Calibri" pitchFamily="34" charset="0"/>
                  <a:ea typeface="微软雅黑" panose="020B0503020204020204" pitchFamily="34" charset="-122"/>
                </a:defRPr>
              </a:lvl4pPr>
              <a:lvl5pPr marL="2057400" indent="-228600">
                <a:lnSpc>
                  <a:spcPct val="90000"/>
                </a:lnSpc>
                <a:spcBef>
                  <a:spcPts val="500"/>
                </a:spcBef>
                <a:buFont typeface="Arial" panose="020B0604020202090204" pitchFamily="34" charset="0"/>
                <a:buChar char="•"/>
                <a:defRPr>
                  <a:solidFill>
                    <a:schemeClr val="tx1"/>
                  </a:solidFill>
                  <a:latin typeface="Calibri"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微软雅黑" panose="020B0503020204020204" pitchFamily="34" charset="-122"/>
                </a:defRPr>
              </a:lvl9pPr>
            </a:lstStyle>
            <a:p>
              <a:pPr>
                <a:lnSpc>
                  <a:spcPct val="100000"/>
                </a:lnSpc>
                <a:spcBef>
                  <a:spcPct val="0"/>
                </a:spcBef>
                <a:buFontTx/>
                <a:buNone/>
              </a:pPr>
              <a:r>
                <a:rPr lang="en-US" altLang="zh-CN" sz="1600" dirty="0">
                  <a:solidFill>
                    <a:schemeClr val="bg1"/>
                  </a:solidFill>
                  <a:latin typeface="Times New Roman" panose="02020503050405090304" pitchFamily="18" charset="0"/>
                  <a:ea typeface="宋体" pitchFamily="2" charset="-122"/>
                  <a:cs typeface="+mn-ea"/>
                  <a:sym typeface="+mn-lt"/>
                </a:rPr>
                <a:t>04</a:t>
              </a:r>
              <a:endParaRPr lang="zh-CN" altLang="en-US" sz="1600" dirty="0">
                <a:solidFill>
                  <a:schemeClr val="bg1"/>
                </a:solidFill>
                <a:latin typeface="Times New Roman" panose="02020503050405090304" pitchFamily="18" charset="0"/>
                <a:ea typeface="宋体" pitchFamily="2" charset="-122"/>
                <a:cs typeface="+mn-ea"/>
                <a:sym typeface="+mn-lt"/>
              </a:endParaRPr>
            </a:p>
          </p:txBody>
        </p:sp>
      </p:grpSp>
      <p:grpSp>
        <p:nvGrpSpPr>
          <p:cNvPr id="69" name="组合 68"/>
          <p:cNvGrpSpPr/>
          <p:nvPr/>
        </p:nvGrpSpPr>
        <p:grpSpPr>
          <a:xfrm>
            <a:off x="7093428" y="1894320"/>
            <a:ext cx="680135" cy="889103"/>
            <a:chOff x="9330718" y="2545121"/>
            <a:chExt cx="1763712" cy="2405063"/>
          </a:xfrm>
          <a:solidFill>
            <a:srgbClr val="8CC345"/>
          </a:solidFill>
        </p:grpSpPr>
        <p:sp>
          <p:nvSpPr>
            <p:cNvPr id="70" name="任意多边形 69"/>
            <p:cNvSpPr/>
            <p:nvPr/>
          </p:nvSpPr>
          <p:spPr>
            <a:xfrm>
              <a:off x="9330718" y="3054709"/>
              <a:ext cx="1763712" cy="1895475"/>
            </a:xfrm>
            <a:custGeom>
              <a:avLst/>
              <a:gdLst>
                <a:gd name="connsiteX0" fmla="*/ 362129 w 1763666"/>
                <a:gd name="connsiteY0" fmla="*/ 111774 h 1895518"/>
                <a:gd name="connsiteX1" fmla="*/ 235922 w 1763666"/>
                <a:gd name="connsiteY1" fmla="*/ 237981 h 1895518"/>
                <a:gd name="connsiteX2" fmla="*/ 362129 w 1763666"/>
                <a:gd name="connsiteY2" fmla="*/ 364188 h 1895518"/>
                <a:gd name="connsiteX3" fmla="*/ 488336 w 1763666"/>
                <a:gd name="connsiteY3" fmla="*/ 237981 h 1895518"/>
                <a:gd name="connsiteX4" fmla="*/ 362129 w 1763666"/>
                <a:gd name="connsiteY4" fmla="*/ 111774 h 1895518"/>
                <a:gd name="connsiteX5" fmla="*/ 301354 w 1763666"/>
                <a:gd name="connsiteY5" fmla="*/ 1909 h 1895518"/>
                <a:gd name="connsiteX6" fmla="*/ 418797 w 1763666"/>
                <a:gd name="connsiteY6" fmla="*/ 30333 h 1895518"/>
                <a:gd name="connsiteX7" fmla="*/ 1694353 w 1763666"/>
                <a:gd name="connsiteY7" fmla="*/ 960658 h 1895518"/>
                <a:gd name="connsiteX8" fmla="*/ 1736692 w 1763666"/>
                <a:gd name="connsiteY8" fmla="*/ 1006894 h 1895518"/>
                <a:gd name="connsiteX9" fmla="*/ 1740409 w 1763666"/>
                <a:gd name="connsiteY9" fmla="*/ 1017158 h 1895518"/>
                <a:gd name="connsiteX10" fmla="*/ 1750096 w 1763666"/>
                <a:gd name="connsiteY10" fmla="*/ 1034171 h 1895518"/>
                <a:gd name="connsiteX11" fmla="*/ 1755638 w 1763666"/>
                <a:gd name="connsiteY11" fmla="*/ 1059208 h 1895518"/>
                <a:gd name="connsiteX12" fmla="*/ 1757300 w 1763666"/>
                <a:gd name="connsiteY12" fmla="*/ 1063801 h 1895518"/>
                <a:gd name="connsiteX13" fmla="*/ 1757209 w 1763666"/>
                <a:gd name="connsiteY13" fmla="*/ 1066306 h 1895518"/>
                <a:gd name="connsiteX14" fmla="*/ 1763644 w 1763666"/>
                <a:gd name="connsiteY14" fmla="*/ 1095383 h 1895518"/>
                <a:gd name="connsiteX15" fmla="*/ 1669700 w 1763666"/>
                <a:gd name="connsiteY15" fmla="*/ 1242469 h 1895518"/>
                <a:gd name="connsiteX16" fmla="*/ 226238 w 1763666"/>
                <a:gd name="connsiteY16" fmla="*/ 1881969 h 1895518"/>
                <a:gd name="connsiteX17" fmla="*/ 165028 w 1763666"/>
                <a:gd name="connsiteY17" fmla="*/ 1895518 h 1895518"/>
                <a:gd name="connsiteX18" fmla="*/ 141616 w 1763666"/>
                <a:gd name="connsiteY18" fmla="*/ 1891351 h 1895518"/>
                <a:gd name="connsiteX19" fmla="*/ 141098 w 1763666"/>
                <a:gd name="connsiteY19" fmla="*/ 1891399 h 1895518"/>
                <a:gd name="connsiteX20" fmla="*/ 136720 w 1763666"/>
                <a:gd name="connsiteY20" fmla="*/ 1890478 h 1895518"/>
                <a:gd name="connsiteX21" fmla="*/ 105438 w 1763666"/>
                <a:gd name="connsiteY21" fmla="*/ 1884912 h 1895518"/>
                <a:gd name="connsiteX22" fmla="*/ 95393 w 1763666"/>
                <a:gd name="connsiteY22" fmla="*/ 1878606 h 1895518"/>
                <a:gd name="connsiteX23" fmla="*/ 81312 w 1763666"/>
                <a:gd name="connsiteY23" fmla="*/ 1872526 h 1895518"/>
                <a:gd name="connsiteX24" fmla="*/ 68430 w 1763666"/>
                <a:gd name="connsiteY24" fmla="*/ 1861682 h 1895518"/>
                <a:gd name="connsiteX25" fmla="*/ 54177 w 1763666"/>
                <a:gd name="connsiteY25" fmla="*/ 1852733 h 1895518"/>
                <a:gd name="connsiteX26" fmla="*/ 44094 w 1763666"/>
                <a:gd name="connsiteY26" fmla="*/ 1841192 h 1895518"/>
                <a:gd name="connsiteX27" fmla="*/ 35013 w 1763666"/>
                <a:gd name="connsiteY27" fmla="*/ 1833548 h 1895518"/>
                <a:gd name="connsiteX28" fmla="*/ 20129 w 1763666"/>
                <a:gd name="connsiteY28" fmla="*/ 1805420 h 1895518"/>
                <a:gd name="connsiteX29" fmla="*/ 17940 w 1763666"/>
                <a:gd name="connsiteY29" fmla="*/ 1801573 h 1895518"/>
                <a:gd name="connsiteX30" fmla="*/ 17830 w 1763666"/>
                <a:gd name="connsiteY30" fmla="*/ 1801073 h 1895518"/>
                <a:gd name="connsiteX31" fmla="*/ 6708 w 1763666"/>
                <a:gd name="connsiteY31" fmla="*/ 1780049 h 1895518"/>
                <a:gd name="connsiteX32" fmla="*/ 908 w 1763666"/>
                <a:gd name="connsiteY32" fmla="*/ 1717625 h 1895518"/>
                <a:gd name="connsiteX33" fmla="*/ 34050 w 1763666"/>
                <a:gd name="connsiteY33" fmla="*/ 1407750 h 1895518"/>
                <a:gd name="connsiteX34" fmla="*/ 435184 w 1763666"/>
                <a:gd name="connsiteY34" fmla="*/ 1230035 h 1895518"/>
                <a:gd name="connsiteX35" fmla="*/ 510466 w 1763666"/>
                <a:gd name="connsiteY35" fmla="*/ 1112170 h 1895518"/>
                <a:gd name="connsiteX36" fmla="*/ 505309 w 1763666"/>
                <a:gd name="connsiteY36" fmla="*/ 1088869 h 1895518"/>
                <a:gd name="connsiteX37" fmla="*/ 505382 w 1763666"/>
                <a:gd name="connsiteY37" fmla="*/ 1086862 h 1895518"/>
                <a:gd name="connsiteX38" fmla="*/ 504050 w 1763666"/>
                <a:gd name="connsiteY38" fmla="*/ 1083181 h 1895518"/>
                <a:gd name="connsiteX39" fmla="*/ 499609 w 1763666"/>
                <a:gd name="connsiteY39" fmla="*/ 1063118 h 1895518"/>
                <a:gd name="connsiteX40" fmla="*/ 491847 w 1763666"/>
                <a:gd name="connsiteY40" fmla="*/ 1049484 h 1895518"/>
                <a:gd name="connsiteX41" fmla="*/ 488869 w 1763666"/>
                <a:gd name="connsiteY41" fmla="*/ 1041260 h 1895518"/>
                <a:gd name="connsiteX42" fmla="*/ 454940 w 1763666"/>
                <a:gd name="connsiteY42" fmla="*/ 1004208 h 1895518"/>
                <a:gd name="connsiteX43" fmla="*/ 104546 w 1763666"/>
                <a:gd name="connsiteY43" fmla="*/ 748649 h 1895518"/>
                <a:gd name="connsiteX44" fmla="*/ 168812 w 1763666"/>
                <a:gd name="connsiteY44" fmla="*/ 147800 h 1895518"/>
                <a:gd name="connsiteX45" fmla="*/ 171359 w 1763666"/>
                <a:gd name="connsiteY45" fmla="*/ 139730 h 1895518"/>
                <a:gd name="connsiteX46" fmla="*/ 172022 w 1763666"/>
                <a:gd name="connsiteY46" fmla="*/ 121818 h 1895518"/>
                <a:gd name="connsiteX47" fmla="*/ 198210 w 1763666"/>
                <a:gd name="connsiteY47" fmla="*/ 64856 h 1895518"/>
                <a:gd name="connsiteX48" fmla="*/ 301354 w 1763666"/>
                <a:gd name="connsiteY48" fmla="*/ 1909 h 1895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763666" h="1895518">
                  <a:moveTo>
                    <a:pt x="362129" y="111774"/>
                  </a:moveTo>
                  <a:cubicBezTo>
                    <a:pt x="292427" y="111774"/>
                    <a:pt x="235922" y="168279"/>
                    <a:pt x="235922" y="237981"/>
                  </a:cubicBezTo>
                  <a:cubicBezTo>
                    <a:pt x="235922" y="307683"/>
                    <a:pt x="292427" y="364188"/>
                    <a:pt x="362129" y="364188"/>
                  </a:cubicBezTo>
                  <a:cubicBezTo>
                    <a:pt x="431831" y="364188"/>
                    <a:pt x="488336" y="307683"/>
                    <a:pt x="488336" y="237981"/>
                  </a:cubicBezTo>
                  <a:cubicBezTo>
                    <a:pt x="488336" y="168279"/>
                    <a:pt x="431831" y="111774"/>
                    <a:pt x="362129" y="111774"/>
                  </a:cubicBezTo>
                  <a:close/>
                  <a:moveTo>
                    <a:pt x="301354" y="1909"/>
                  </a:moveTo>
                  <a:cubicBezTo>
                    <a:pt x="341273" y="-4338"/>
                    <a:pt x="383574" y="4643"/>
                    <a:pt x="418797" y="30333"/>
                  </a:cubicBezTo>
                  <a:lnTo>
                    <a:pt x="1694353" y="960658"/>
                  </a:lnTo>
                  <a:cubicBezTo>
                    <a:pt x="1711967" y="973504"/>
                    <a:pt x="1726141" y="989308"/>
                    <a:pt x="1736692" y="1006894"/>
                  </a:cubicBezTo>
                  <a:lnTo>
                    <a:pt x="1740409" y="1017158"/>
                  </a:lnTo>
                  <a:lnTo>
                    <a:pt x="1750096" y="1034171"/>
                  </a:lnTo>
                  <a:lnTo>
                    <a:pt x="1755638" y="1059208"/>
                  </a:lnTo>
                  <a:lnTo>
                    <a:pt x="1757300" y="1063801"/>
                  </a:lnTo>
                  <a:lnTo>
                    <a:pt x="1757209" y="1066306"/>
                  </a:lnTo>
                  <a:lnTo>
                    <a:pt x="1763644" y="1095383"/>
                  </a:lnTo>
                  <a:cubicBezTo>
                    <a:pt x="1764685" y="1156899"/>
                    <a:pt x="1729490" y="1215980"/>
                    <a:pt x="1669700" y="1242469"/>
                  </a:cubicBezTo>
                  <a:lnTo>
                    <a:pt x="226238" y="1881969"/>
                  </a:lnTo>
                  <a:cubicBezTo>
                    <a:pt x="206307" y="1890799"/>
                    <a:pt x="185532" y="1895171"/>
                    <a:pt x="165028" y="1895518"/>
                  </a:cubicBezTo>
                  <a:lnTo>
                    <a:pt x="141616" y="1891351"/>
                  </a:lnTo>
                  <a:lnTo>
                    <a:pt x="141098" y="1891399"/>
                  </a:lnTo>
                  <a:lnTo>
                    <a:pt x="136720" y="1890478"/>
                  </a:lnTo>
                  <a:lnTo>
                    <a:pt x="105438" y="1884912"/>
                  </a:lnTo>
                  <a:lnTo>
                    <a:pt x="95393" y="1878606"/>
                  </a:lnTo>
                  <a:lnTo>
                    <a:pt x="81312" y="1872526"/>
                  </a:lnTo>
                  <a:lnTo>
                    <a:pt x="68430" y="1861682"/>
                  </a:lnTo>
                  <a:lnTo>
                    <a:pt x="54177" y="1852733"/>
                  </a:lnTo>
                  <a:lnTo>
                    <a:pt x="44094" y="1841192"/>
                  </a:lnTo>
                  <a:lnTo>
                    <a:pt x="35013" y="1833548"/>
                  </a:lnTo>
                  <a:lnTo>
                    <a:pt x="20129" y="1805420"/>
                  </a:lnTo>
                  <a:lnTo>
                    <a:pt x="17940" y="1801573"/>
                  </a:lnTo>
                  <a:lnTo>
                    <a:pt x="17830" y="1801073"/>
                  </a:lnTo>
                  <a:lnTo>
                    <a:pt x="6708" y="1780049"/>
                  </a:lnTo>
                  <a:cubicBezTo>
                    <a:pt x="773" y="1760419"/>
                    <a:pt x="-1411" y="1739300"/>
                    <a:pt x="908" y="1717625"/>
                  </a:cubicBezTo>
                  <a:lnTo>
                    <a:pt x="34050" y="1407750"/>
                  </a:lnTo>
                  <a:lnTo>
                    <a:pt x="435184" y="1230035"/>
                  </a:lnTo>
                  <a:cubicBezTo>
                    <a:pt x="483097" y="1208808"/>
                    <a:pt x="511300" y="1161465"/>
                    <a:pt x="510466" y="1112170"/>
                  </a:cubicBezTo>
                  <a:lnTo>
                    <a:pt x="505309" y="1088869"/>
                  </a:lnTo>
                  <a:lnTo>
                    <a:pt x="505382" y="1086862"/>
                  </a:lnTo>
                  <a:lnTo>
                    <a:pt x="504050" y="1083181"/>
                  </a:lnTo>
                  <a:lnTo>
                    <a:pt x="499609" y="1063118"/>
                  </a:lnTo>
                  <a:lnTo>
                    <a:pt x="491847" y="1049484"/>
                  </a:lnTo>
                  <a:lnTo>
                    <a:pt x="488869" y="1041260"/>
                  </a:lnTo>
                  <a:cubicBezTo>
                    <a:pt x="480413" y="1027168"/>
                    <a:pt x="469054" y="1014502"/>
                    <a:pt x="454940" y="1004208"/>
                  </a:cubicBezTo>
                  <a:lnTo>
                    <a:pt x="104546" y="748649"/>
                  </a:lnTo>
                  <a:lnTo>
                    <a:pt x="168812" y="147800"/>
                  </a:lnTo>
                  <a:lnTo>
                    <a:pt x="171359" y="139730"/>
                  </a:lnTo>
                  <a:lnTo>
                    <a:pt x="172022" y="121818"/>
                  </a:lnTo>
                  <a:cubicBezTo>
                    <a:pt x="176697" y="101849"/>
                    <a:pt x="185365" y="82468"/>
                    <a:pt x="198210" y="64856"/>
                  </a:cubicBezTo>
                  <a:cubicBezTo>
                    <a:pt x="223900" y="29633"/>
                    <a:pt x="261436" y="8158"/>
                    <a:pt x="301354" y="190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015">
                <a:cs typeface="+mn-ea"/>
                <a:sym typeface="+mn-lt"/>
              </a:endParaRPr>
            </a:p>
          </p:txBody>
        </p:sp>
        <p:cxnSp>
          <p:nvCxnSpPr>
            <p:cNvPr id="71" name="直接箭头连接符 70"/>
            <p:cNvCxnSpPr/>
            <p:nvPr/>
          </p:nvCxnSpPr>
          <p:spPr>
            <a:xfrm flipV="1">
              <a:off x="9657743" y="2545121"/>
              <a:ext cx="0" cy="504825"/>
            </a:xfrm>
            <a:prstGeom prst="straightConnector1">
              <a:avLst/>
            </a:prstGeom>
            <a:grpFill/>
            <a:ln>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2" name="文本框 9"/>
            <p:cNvSpPr txBox="1">
              <a:spLocks noChangeArrowheads="1"/>
            </p:cNvSpPr>
            <p:nvPr/>
          </p:nvSpPr>
          <p:spPr bwMode="auto">
            <a:xfrm>
              <a:off x="9748355" y="3610516"/>
              <a:ext cx="1010951" cy="91580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90204" pitchFamily="34" charset="0"/>
                <a:buChar char="•"/>
                <a:defRPr sz="2800">
                  <a:solidFill>
                    <a:schemeClr val="tx1"/>
                  </a:solidFill>
                  <a:latin typeface="Calibri" pitchFamily="34" charset="0"/>
                  <a:ea typeface="微软雅黑" panose="020B0503020204020204" pitchFamily="34" charset="-122"/>
                </a:defRPr>
              </a:lvl1pPr>
              <a:lvl2pPr marL="742950" indent="-285750">
                <a:lnSpc>
                  <a:spcPct val="90000"/>
                </a:lnSpc>
                <a:spcBef>
                  <a:spcPts val="500"/>
                </a:spcBef>
                <a:buFont typeface="Arial" panose="020B0604020202090204" pitchFamily="34" charset="0"/>
                <a:buChar char="•"/>
                <a:defRPr sz="2400">
                  <a:solidFill>
                    <a:schemeClr val="tx1"/>
                  </a:solidFill>
                  <a:latin typeface="Calibri" pitchFamily="34" charset="0"/>
                  <a:ea typeface="微软雅黑" panose="020B0503020204020204" pitchFamily="34" charset="-122"/>
                </a:defRPr>
              </a:lvl2pPr>
              <a:lvl3pPr marL="1143000" indent="-228600">
                <a:lnSpc>
                  <a:spcPct val="90000"/>
                </a:lnSpc>
                <a:spcBef>
                  <a:spcPts val="500"/>
                </a:spcBef>
                <a:buFont typeface="Arial" panose="020B0604020202090204" pitchFamily="34" charset="0"/>
                <a:buChar char="•"/>
                <a:defRPr sz="2000">
                  <a:solidFill>
                    <a:schemeClr val="tx1"/>
                  </a:solidFill>
                  <a:latin typeface="Calibri" pitchFamily="34" charset="0"/>
                  <a:ea typeface="微软雅黑" panose="020B0503020204020204" pitchFamily="34" charset="-122"/>
                </a:defRPr>
              </a:lvl3pPr>
              <a:lvl4pPr marL="1600200" indent="-228600">
                <a:lnSpc>
                  <a:spcPct val="90000"/>
                </a:lnSpc>
                <a:spcBef>
                  <a:spcPts val="500"/>
                </a:spcBef>
                <a:buFont typeface="Arial" panose="020B0604020202090204" pitchFamily="34" charset="0"/>
                <a:buChar char="•"/>
                <a:defRPr>
                  <a:solidFill>
                    <a:schemeClr val="tx1"/>
                  </a:solidFill>
                  <a:latin typeface="Calibri" pitchFamily="34" charset="0"/>
                  <a:ea typeface="微软雅黑" panose="020B0503020204020204" pitchFamily="34" charset="-122"/>
                </a:defRPr>
              </a:lvl4pPr>
              <a:lvl5pPr marL="2057400" indent="-228600">
                <a:lnSpc>
                  <a:spcPct val="90000"/>
                </a:lnSpc>
                <a:spcBef>
                  <a:spcPts val="500"/>
                </a:spcBef>
                <a:buFont typeface="Arial" panose="020B0604020202090204" pitchFamily="34" charset="0"/>
                <a:buChar char="•"/>
                <a:defRPr>
                  <a:solidFill>
                    <a:schemeClr val="tx1"/>
                  </a:solidFill>
                  <a:latin typeface="Calibri"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微软雅黑" panose="020B0503020204020204" pitchFamily="34" charset="-122"/>
                </a:defRPr>
              </a:lvl9pPr>
            </a:lstStyle>
            <a:p>
              <a:pPr>
                <a:lnSpc>
                  <a:spcPct val="100000"/>
                </a:lnSpc>
                <a:spcBef>
                  <a:spcPct val="0"/>
                </a:spcBef>
                <a:buFontTx/>
                <a:buNone/>
              </a:pPr>
              <a:r>
                <a:rPr lang="en-US" altLang="zh-CN" sz="1600" dirty="0">
                  <a:solidFill>
                    <a:schemeClr val="bg1"/>
                  </a:solidFill>
                  <a:latin typeface="Times New Roman" panose="02020503050405090304" pitchFamily="18" charset="0"/>
                  <a:ea typeface="宋体" pitchFamily="2" charset="-122"/>
                  <a:cs typeface="+mn-ea"/>
                  <a:sym typeface="+mn-lt"/>
                </a:rPr>
                <a:t>05</a:t>
              </a:r>
              <a:endParaRPr lang="zh-CN" altLang="en-US" sz="1600" dirty="0">
                <a:solidFill>
                  <a:schemeClr val="bg1"/>
                </a:solidFill>
                <a:latin typeface="Times New Roman" panose="02020503050405090304" pitchFamily="18" charset="0"/>
                <a:ea typeface="宋体" pitchFamily="2" charset="-122"/>
                <a:cs typeface="+mn-ea"/>
                <a:sym typeface="+mn-lt"/>
              </a:endParaRPr>
            </a:p>
          </p:txBody>
        </p:sp>
      </p:grpSp>
      <p:sp>
        <p:nvSpPr>
          <p:cNvPr id="73" name="文本框 72"/>
          <p:cNvSpPr txBox="1"/>
          <p:nvPr/>
        </p:nvSpPr>
        <p:spPr>
          <a:xfrm>
            <a:off x="1051526" y="858998"/>
            <a:ext cx="1990306" cy="307777"/>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algn="ctr"/>
            <a:r>
              <a:rPr lang="zh-CN" altLang="en-US" sz="1400" b="1" dirty="0">
                <a:solidFill>
                  <a:schemeClr val="tx1"/>
                </a:solidFill>
                <a:latin typeface="Times New Roman" panose="02020503050405090304" pitchFamily="18" charset="0"/>
                <a:ea typeface="宋体" pitchFamily="2" charset="-122"/>
                <a:cs typeface="+mn-ea"/>
                <a:sym typeface="+mn-lt"/>
              </a:rPr>
              <a:t>隐状态集合</a:t>
            </a:r>
            <a:endParaRPr lang="zh-CN" altLang="en-US" sz="1400" b="1" dirty="0">
              <a:solidFill>
                <a:schemeClr val="tx1"/>
              </a:solidFill>
              <a:latin typeface="Times New Roman" panose="02020503050405090304" pitchFamily="18" charset="0"/>
              <a:ea typeface="宋体" pitchFamily="2" charset="-122"/>
              <a:cs typeface="+mn-ea"/>
              <a:sym typeface="+mn-lt"/>
            </a:endParaRPr>
          </a:p>
        </p:txBody>
      </p:sp>
      <p:sp>
        <p:nvSpPr>
          <p:cNvPr id="74" name="矩形 73"/>
          <p:cNvSpPr/>
          <p:nvPr/>
        </p:nvSpPr>
        <p:spPr>
          <a:xfrm>
            <a:off x="883028" y="1238899"/>
            <a:ext cx="2095787" cy="587084"/>
          </a:xfrm>
          <a:prstGeom prst="rect">
            <a:avLst/>
          </a:prstGeom>
          <a:noFill/>
        </p:spPr>
        <p:txBody>
          <a:bodyPr wrap="square" rtlCol="0">
            <a:spAutoFit/>
          </a:bodyPr>
          <a:lstStyle/>
          <a:p>
            <a:pPr>
              <a:lnSpc>
                <a:spcPct val="120000"/>
              </a:lnSpc>
              <a:spcBef>
                <a:spcPct val="0"/>
              </a:spcBef>
              <a:buNone/>
            </a:pPr>
            <a:r>
              <a:rPr lang="en-US" altLang="zh-CN" sz="1100" dirty="0">
                <a:solidFill>
                  <a:schemeClr val="bg1">
                    <a:lumMod val="50000"/>
                  </a:schemeClr>
                </a:solidFill>
                <a:latin typeface="Times New Roman" panose="02020503050405090304" pitchFamily="18" charset="0"/>
                <a:ea typeface="宋体" pitchFamily="2" charset="-122"/>
              </a:rPr>
              <a:t> </a:t>
            </a:r>
            <a:r>
              <a:rPr lang="en-US" altLang="zh-CN" sz="1400" dirty="0">
                <a:solidFill>
                  <a:srgbClr val="FF0000"/>
                </a:solidFill>
                <a:latin typeface="Times New Roman" panose="02020503050405090304" pitchFamily="18" charset="0"/>
                <a:ea typeface="宋体" pitchFamily="2" charset="-122"/>
              </a:rPr>
              <a:t>Q={q</a:t>
            </a:r>
            <a:r>
              <a:rPr lang="en-US" altLang="zh-CN" sz="1400" baseline="-25000" dirty="0">
                <a:solidFill>
                  <a:srgbClr val="FF0000"/>
                </a:solidFill>
                <a:latin typeface="Times New Roman" panose="02020503050405090304" pitchFamily="18" charset="0"/>
                <a:ea typeface="宋体" pitchFamily="2" charset="-122"/>
              </a:rPr>
              <a:t>1</a:t>
            </a:r>
            <a:r>
              <a:rPr lang="en-US" altLang="zh-CN" sz="1400" dirty="0">
                <a:solidFill>
                  <a:srgbClr val="FF0000"/>
                </a:solidFill>
                <a:latin typeface="Times New Roman" panose="02020503050405090304" pitchFamily="18" charset="0"/>
                <a:ea typeface="宋体" pitchFamily="2" charset="-122"/>
              </a:rPr>
              <a:t>, q</a:t>
            </a:r>
            <a:r>
              <a:rPr lang="en-US" altLang="zh-CN" sz="1400" baseline="-25000" dirty="0">
                <a:solidFill>
                  <a:srgbClr val="FF0000"/>
                </a:solidFill>
                <a:latin typeface="Times New Roman" panose="02020503050405090304" pitchFamily="18" charset="0"/>
                <a:ea typeface="宋体" pitchFamily="2" charset="-122"/>
              </a:rPr>
              <a:t>2</a:t>
            </a:r>
            <a:r>
              <a:rPr lang="en-US" altLang="zh-CN" sz="1400" dirty="0">
                <a:solidFill>
                  <a:srgbClr val="FF0000"/>
                </a:solidFill>
                <a:latin typeface="Times New Roman" panose="02020503050405090304" pitchFamily="18" charset="0"/>
                <a:ea typeface="宋体" pitchFamily="2" charset="-122"/>
              </a:rPr>
              <a:t>,</a:t>
            </a:r>
            <a:r>
              <a:rPr lang="zh-CN" altLang="zh-CN" sz="1400" baseline="-25000" dirty="0">
                <a:solidFill>
                  <a:srgbClr val="FF0000"/>
                </a:solidFill>
                <a:latin typeface="Times New Roman" panose="02020503050405090304" pitchFamily="18" charset="0"/>
                <a:ea typeface="宋体" pitchFamily="2" charset="-122"/>
              </a:rPr>
              <a:t>，</a:t>
            </a:r>
            <a:r>
              <a:rPr lang="zh-CN" altLang="zh-CN" sz="1400" dirty="0">
                <a:solidFill>
                  <a:srgbClr val="FF0000"/>
                </a:solidFill>
                <a:latin typeface="Times New Roman" panose="02020503050405090304" pitchFamily="18" charset="0"/>
                <a:ea typeface="宋体" pitchFamily="2" charset="-122"/>
              </a:rPr>
              <a:t>⋯</a:t>
            </a:r>
            <a:r>
              <a:rPr lang="en-US" altLang="zh-CN" sz="1400" dirty="0">
                <a:solidFill>
                  <a:srgbClr val="FF0000"/>
                </a:solidFill>
                <a:latin typeface="Times New Roman" panose="02020503050405090304" pitchFamily="18" charset="0"/>
                <a:ea typeface="宋体" pitchFamily="2" charset="-122"/>
              </a:rPr>
              <a:t>, </a:t>
            </a:r>
            <a:r>
              <a:rPr lang="en-US" altLang="zh-CN" sz="1400" dirty="0" err="1">
                <a:solidFill>
                  <a:srgbClr val="FF0000"/>
                </a:solidFill>
                <a:latin typeface="Times New Roman" panose="02020503050405090304" pitchFamily="18" charset="0"/>
                <a:ea typeface="宋体" pitchFamily="2" charset="-122"/>
              </a:rPr>
              <a:t>q</a:t>
            </a:r>
            <a:r>
              <a:rPr lang="en-US" altLang="zh-CN" sz="1400" baseline="-25000" dirty="0" err="1">
                <a:solidFill>
                  <a:srgbClr val="FF0000"/>
                </a:solidFill>
                <a:latin typeface="Times New Roman" panose="02020503050405090304" pitchFamily="18" charset="0"/>
                <a:ea typeface="宋体" pitchFamily="2" charset="-122"/>
              </a:rPr>
              <a:t>N</a:t>
            </a:r>
            <a:r>
              <a:rPr lang="en-US" altLang="zh-CN" sz="1400" dirty="0">
                <a:solidFill>
                  <a:srgbClr val="FF0000"/>
                </a:solidFill>
                <a:latin typeface="Times New Roman" panose="02020503050405090304" pitchFamily="18" charset="0"/>
                <a:ea typeface="宋体" pitchFamily="2" charset="-122"/>
              </a:rPr>
              <a:t>}</a:t>
            </a:r>
            <a:r>
              <a:rPr lang="zh-CN" altLang="zh-CN" sz="1400" dirty="0">
                <a:solidFill>
                  <a:srgbClr val="FF0000"/>
                </a:solidFill>
                <a:latin typeface="Times New Roman" panose="02020503050405090304" pitchFamily="18" charset="0"/>
                <a:ea typeface="宋体" pitchFamily="2" charset="-122"/>
              </a:rPr>
              <a:t>， 其中</a:t>
            </a:r>
            <a:r>
              <a:rPr lang="en-US" altLang="zh-CN" sz="1400" dirty="0">
                <a:solidFill>
                  <a:srgbClr val="0000FF"/>
                </a:solidFill>
                <a:latin typeface="Times New Roman" panose="02020503050405090304" pitchFamily="18" charset="0"/>
                <a:ea typeface="宋体" pitchFamily="2" charset="-122"/>
              </a:rPr>
              <a:t>N</a:t>
            </a:r>
            <a:r>
              <a:rPr lang="zh-CN" altLang="zh-CN" sz="1400" dirty="0">
                <a:solidFill>
                  <a:srgbClr val="FF0000"/>
                </a:solidFill>
                <a:latin typeface="Times New Roman" panose="02020503050405090304" pitchFamily="18" charset="0"/>
                <a:ea typeface="宋体" pitchFamily="2" charset="-122"/>
              </a:rPr>
              <a:t>为可能的状态数</a:t>
            </a:r>
            <a:endParaRPr lang="zh-CN" altLang="en-US" sz="1400" dirty="0">
              <a:solidFill>
                <a:srgbClr val="FF0000"/>
              </a:solidFill>
              <a:latin typeface="Times New Roman" panose="02020503050405090304" pitchFamily="18" charset="0"/>
              <a:ea typeface="宋体" pitchFamily="2" charset="-122"/>
              <a:cs typeface="+mn-ea"/>
              <a:sym typeface="+mn-lt"/>
            </a:endParaRPr>
          </a:p>
        </p:txBody>
      </p:sp>
      <p:sp>
        <p:nvSpPr>
          <p:cNvPr id="75" name="文本框 74"/>
          <p:cNvSpPr txBox="1"/>
          <p:nvPr/>
        </p:nvSpPr>
        <p:spPr>
          <a:xfrm>
            <a:off x="3467769" y="904218"/>
            <a:ext cx="2379928" cy="307777"/>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algn="ctr"/>
            <a:r>
              <a:rPr lang="zh-CN" altLang="en-US" sz="1400" b="1">
                <a:solidFill>
                  <a:srgbClr val="0000FF"/>
                </a:solidFill>
                <a:latin typeface="Times New Roman" panose="02020503050405090304" pitchFamily="18" charset="0"/>
                <a:ea typeface="宋体" pitchFamily="2" charset="-122"/>
                <a:cs typeface="+mn-ea"/>
                <a:sym typeface="+mn-lt"/>
              </a:rPr>
              <a:t>（隐藏）</a:t>
            </a:r>
            <a:r>
              <a:rPr lang="zh-CN" altLang="en-US" sz="1400" b="1">
                <a:solidFill>
                  <a:schemeClr val="tx1"/>
                </a:solidFill>
                <a:latin typeface="Times New Roman" panose="02020503050405090304" pitchFamily="18" charset="0"/>
                <a:ea typeface="宋体" pitchFamily="2" charset="-122"/>
                <a:cs typeface="+mn-ea"/>
                <a:sym typeface="+mn-lt"/>
              </a:rPr>
              <a:t>状态</a:t>
            </a:r>
            <a:r>
              <a:rPr lang="zh-CN" altLang="en-US" sz="1400" b="1" dirty="0">
                <a:solidFill>
                  <a:schemeClr val="tx1"/>
                </a:solidFill>
                <a:latin typeface="Times New Roman" panose="02020503050405090304" pitchFamily="18" charset="0"/>
                <a:ea typeface="宋体" pitchFamily="2" charset="-122"/>
                <a:cs typeface="+mn-ea"/>
                <a:sym typeface="+mn-lt"/>
              </a:rPr>
              <a:t>转移概率矩阵</a:t>
            </a:r>
            <a:endParaRPr lang="zh-CN" altLang="en-US" sz="1400" b="1" dirty="0">
              <a:solidFill>
                <a:schemeClr val="tx1"/>
              </a:solidFill>
              <a:latin typeface="Times New Roman" panose="02020503050405090304" pitchFamily="18" charset="0"/>
              <a:ea typeface="宋体" pitchFamily="2" charset="-122"/>
              <a:cs typeface="+mn-ea"/>
              <a:sym typeface="+mn-lt"/>
            </a:endParaRPr>
          </a:p>
        </p:txBody>
      </p:sp>
      <p:sp>
        <p:nvSpPr>
          <p:cNvPr id="76" name="矩形 75"/>
          <p:cNvSpPr/>
          <p:nvPr/>
        </p:nvSpPr>
        <p:spPr>
          <a:xfrm>
            <a:off x="3470413" y="1230027"/>
            <a:ext cx="2379928" cy="584712"/>
          </a:xfrm>
          <a:prstGeom prst="rect">
            <a:avLst/>
          </a:prstGeom>
          <a:noFill/>
        </p:spPr>
        <p:txBody>
          <a:bodyPr wrap="square" rtlCol="0">
            <a:spAutoFit/>
          </a:bodyPr>
          <a:lstStyle/>
          <a:p>
            <a:pPr>
              <a:lnSpc>
                <a:spcPct val="120000"/>
              </a:lnSpc>
              <a:spcBef>
                <a:spcPct val="0"/>
              </a:spcBef>
              <a:buNone/>
            </a:pPr>
            <a:r>
              <a:rPr lang="en-US" altLang="zh-CN" sz="1400" dirty="0">
                <a:solidFill>
                  <a:srgbClr val="FF0000"/>
                </a:solidFill>
                <a:latin typeface="Times New Roman" panose="02020503050405090304" pitchFamily="18" charset="0"/>
                <a:ea typeface="宋体" pitchFamily="2" charset="-122"/>
              </a:rPr>
              <a:t>A=[</a:t>
            </a:r>
            <a:r>
              <a:rPr lang="en-US" altLang="zh-CN" sz="1400" dirty="0" err="1">
                <a:solidFill>
                  <a:srgbClr val="FF0000"/>
                </a:solidFill>
                <a:latin typeface="Times New Roman" panose="02020503050405090304" pitchFamily="18" charset="0"/>
                <a:ea typeface="宋体" pitchFamily="2" charset="-122"/>
              </a:rPr>
              <a:t>a</a:t>
            </a:r>
            <a:r>
              <a:rPr lang="en-US" altLang="zh-CN" sz="1400" baseline="-25000" dirty="0" err="1">
                <a:solidFill>
                  <a:srgbClr val="FF0000"/>
                </a:solidFill>
                <a:latin typeface="Times New Roman" panose="02020503050405090304" pitchFamily="18" charset="0"/>
                <a:ea typeface="宋体" pitchFamily="2" charset="-122"/>
              </a:rPr>
              <a:t>ij</a:t>
            </a:r>
            <a:r>
              <a:rPr lang="en-US" altLang="zh-CN" sz="1400" dirty="0">
                <a:solidFill>
                  <a:srgbClr val="FF0000"/>
                </a:solidFill>
                <a:latin typeface="Times New Roman" panose="02020503050405090304" pitchFamily="18" charset="0"/>
                <a:ea typeface="宋体" pitchFamily="2" charset="-122"/>
              </a:rPr>
              <a:t>]</a:t>
            </a:r>
            <a:r>
              <a:rPr lang="en-US" altLang="zh-CN" sz="1400" baseline="-25000" dirty="0">
                <a:solidFill>
                  <a:srgbClr val="FF0000"/>
                </a:solidFill>
                <a:latin typeface="Times New Roman" panose="02020503050405090304" pitchFamily="18" charset="0"/>
                <a:ea typeface="宋体" pitchFamily="2" charset="-122"/>
              </a:rPr>
              <a:t>N*N</a:t>
            </a:r>
            <a:r>
              <a:rPr lang="zh-CN" altLang="zh-CN" sz="1400" dirty="0">
                <a:solidFill>
                  <a:srgbClr val="FF0000"/>
                </a:solidFill>
                <a:latin typeface="Times New Roman" panose="02020503050405090304" pitchFamily="18" charset="0"/>
                <a:ea typeface="宋体" pitchFamily="2" charset="-122"/>
              </a:rPr>
              <a:t>，其中</a:t>
            </a:r>
            <a:r>
              <a:rPr lang="en-US" altLang="zh-CN" sz="1400" dirty="0" err="1">
                <a:solidFill>
                  <a:srgbClr val="FF0000"/>
                </a:solidFill>
                <a:latin typeface="Times New Roman" panose="02020503050405090304" pitchFamily="18" charset="0"/>
                <a:ea typeface="宋体" pitchFamily="2" charset="-122"/>
              </a:rPr>
              <a:t>a</a:t>
            </a:r>
            <a:r>
              <a:rPr lang="en-US" altLang="zh-CN" sz="1400" baseline="-25000" dirty="0" err="1">
                <a:solidFill>
                  <a:srgbClr val="FF0000"/>
                </a:solidFill>
                <a:latin typeface="Times New Roman" panose="02020503050405090304" pitchFamily="18" charset="0"/>
                <a:ea typeface="宋体" pitchFamily="2" charset="-122"/>
              </a:rPr>
              <a:t>ij</a:t>
            </a:r>
            <a:r>
              <a:rPr lang="zh-CN" altLang="zh-CN" sz="1400" dirty="0">
                <a:solidFill>
                  <a:srgbClr val="FF0000"/>
                </a:solidFill>
                <a:latin typeface="Times New Roman" panose="02020503050405090304" pitchFamily="18" charset="0"/>
                <a:ea typeface="宋体" pitchFamily="2" charset="-122"/>
              </a:rPr>
              <a:t>表示从状态</a:t>
            </a:r>
            <a:r>
              <a:rPr lang="en-US" altLang="zh-CN" sz="1400" dirty="0" err="1">
                <a:solidFill>
                  <a:srgbClr val="FF0000"/>
                </a:solidFill>
                <a:latin typeface="Times New Roman" panose="02020503050405090304" pitchFamily="18" charset="0"/>
                <a:ea typeface="宋体" pitchFamily="2" charset="-122"/>
              </a:rPr>
              <a:t>i</a:t>
            </a:r>
            <a:r>
              <a:rPr lang="zh-CN" altLang="zh-CN" sz="1400" dirty="0">
                <a:solidFill>
                  <a:srgbClr val="FF0000"/>
                </a:solidFill>
                <a:latin typeface="Times New Roman" panose="02020503050405090304" pitchFamily="18" charset="0"/>
                <a:ea typeface="宋体" pitchFamily="2" charset="-122"/>
              </a:rPr>
              <a:t>转移到状态</a:t>
            </a:r>
            <a:r>
              <a:rPr lang="en-US" altLang="zh-CN" sz="1400" dirty="0">
                <a:solidFill>
                  <a:srgbClr val="FF0000"/>
                </a:solidFill>
                <a:latin typeface="Times New Roman" panose="02020503050405090304" pitchFamily="18" charset="0"/>
                <a:ea typeface="宋体" pitchFamily="2" charset="-122"/>
              </a:rPr>
              <a:t>j</a:t>
            </a:r>
            <a:r>
              <a:rPr lang="zh-CN" altLang="zh-CN" sz="1400" dirty="0">
                <a:solidFill>
                  <a:srgbClr val="FF0000"/>
                </a:solidFill>
                <a:latin typeface="Times New Roman" panose="02020503050405090304" pitchFamily="18" charset="0"/>
                <a:ea typeface="宋体" pitchFamily="2" charset="-122"/>
              </a:rPr>
              <a:t>的概率</a:t>
            </a:r>
            <a:endParaRPr lang="zh-CN" altLang="en-US" sz="1400" dirty="0">
              <a:solidFill>
                <a:srgbClr val="FF0000"/>
              </a:solidFill>
              <a:latin typeface="Times New Roman" panose="02020503050405090304" pitchFamily="18" charset="0"/>
              <a:ea typeface="宋体" pitchFamily="2" charset="-122"/>
              <a:cs typeface="+mn-ea"/>
              <a:sym typeface="+mn-lt"/>
            </a:endParaRPr>
          </a:p>
        </p:txBody>
      </p:sp>
      <p:sp>
        <p:nvSpPr>
          <p:cNvPr id="77" name="文本框 76"/>
          <p:cNvSpPr txBox="1"/>
          <p:nvPr/>
        </p:nvSpPr>
        <p:spPr>
          <a:xfrm>
            <a:off x="6438342" y="862989"/>
            <a:ext cx="1990306" cy="307777"/>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algn="ctr"/>
            <a:r>
              <a:rPr lang="zh-CN" altLang="en-US" sz="1400" b="1" dirty="0">
                <a:solidFill>
                  <a:schemeClr val="tx1"/>
                </a:solidFill>
                <a:latin typeface="Times New Roman" panose="02020503050405090304" pitchFamily="18" charset="0"/>
                <a:ea typeface="宋体" pitchFamily="2" charset="-122"/>
                <a:cs typeface="+mn-ea"/>
                <a:sym typeface="+mn-lt"/>
              </a:rPr>
              <a:t>初始状态概率分布</a:t>
            </a:r>
            <a:endParaRPr lang="zh-CN" altLang="en-US" sz="1400" b="1" dirty="0">
              <a:solidFill>
                <a:schemeClr val="tx1"/>
              </a:solidFill>
              <a:latin typeface="Times New Roman" panose="02020503050405090304" pitchFamily="18" charset="0"/>
              <a:ea typeface="宋体" pitchFamily="2" charset="-122"/>
              <a:cs typeface="+mn-ea"/>
              <a:sym typeface="+mn-lt"/>
            </a:endParaRPr>
          </a:p>
        </p:txBody>
      </p:sp>
      <mc:AlternateContent xmlns:mc="http://schemas.openxmlformats.org/markup-compatibility/2006">
        <mc:Choice xmlns:a14="http://schemas.microsoft.com/office/drawing/2010/main" Requires="a14">
          <p:sp>
            <p:nvSpPr>
              <p:cNvPr id="78" name="矩形 77"/>
              <p:cNvSpPr/>
              <p:nvPr/>
            </p:nvSpPr>
            <p:spPr>
              <a:xfrm>
                <a:off x="6058734" y="1171364"/>
                <a:ext cx="2960559" cy="825611"/>
              </a:xfrm>
              <a:prstGeom prst="rect">
                <a:avLst/>
              </a:prstGeom>
              <a:noFill/>
            </p:spPr>
            <p:txBody>
              <a:bodyPr wrap="square" rtlCol="0">
                <a:spAutoFit/>
              </a:bodyPr>
              <a:lstStyle/>
              <a:p>
                <a:pPr>
                  <a:lnSpc>
                    <a:spcPct val="120000"/>
                  </a:lnSpc>
                  <a:spcBef>
                    <a:spcPct val="0"/>
                  </a:spcBef>
                </a:pPr>
                <a:r>
                  <a:rPr lang="zh-CN" altLang="zh-CN" sz="1400">
                    <a:solidFill>
                      <a:srgbClr val="FF0000"/>
                    </a:solidFill>
                    <a:latin typeface="Times New Roman" panose="02020503050405090304" pitchFamily="18" charset="0"/>
                    <a:ea typeface="宋体" pitchFamily="2" charset="-122"/>
                  </a:rPr>
                  <a:t>π</a:t>
                </a:r>
                <a:r>
                  <a:rPr lang="en-US" altLang="zh-CN" sz="1400" dirty="0">
                    <a:solidFill>
                      <a:srgbClr val="FF0000"/>
                    </a:solidFill>
                    <a:latin typeface="Times New Roman" panose="02020503050405090304" pitchFamily="18" charset="0"/>
                    <a:ea typeface="宋体" pitchFamily="2" charset="-122"/>
                  </a:rPr>
                  <a:t>=(</a:t>
                </a:r>
                <a:r>
                  <a:rPr lang="zh-CN" altLang="zh-CN" sz="1400" dirty="0">
                    <a:solidFill>
                      <a:srgbClr val="FF0000"/>
                    </a:solidFill>
                    <a:latin typeface="Times New Roman" panose="02020503050405090304" pitchFamily="18" charset="0"/>
                    <a:ea typeface="宋体" pitchFamily="2" charset="-122"/>
                  </a:rPr>
                  <a:t>π</a:t>
                </a:r>
                <a:r>
                  <a:rPr lang="en-US" altLang="zh-CN" sz="1400" baseline="-25000" err="1">
                    <a:solidFill>
                      <a:srgbClr val="FF0000"/>
                    </a:solidFill>
                    <a:latin typeface="Times New Roman" panose="02020503050405090304" pitchFamily="18" charset="0"/>
                    <a:ea typeface="宋体" pitchFamily="2" charset="-122"/>
                  </a:rPr>
                  <a:t>i</a:t>
                </a:r>
                <a:r>
                  <a:rPr lang="en-US" altLang="zh-CN" sz="1400">
                    <a:solidFill>
                      <a:srgbClr val="FF0000"/>
                    </a:solidFill>
                    <a:latin typeface="Times New Roman" panose="02020503050405090304" pitchFamily="18" charset="0"/>
                    <a:ea typeface="宋体" pitchFamily="2" charset="-122"/>
                  </a:rPr>
                  <a:t>)</a:t>
                </a:r>
                <a:r>
                  <a:rPr lang="zh-CN" altLang="en-US" sz="1400">
                    <a:solidFill>
                      <a:srgbClr val="FF0000"/>
                    </a:solidFill>
                    <a:latin typeface="Times New Roman" panose="02020503050405090304" pitchFamily="18" charset="0"/>
                    <a:ea typeface="宋体" pitchFamily="2" charset="-122"/>
                  </a:rPr>
                  <a:t>，</a:t>
                </a:r>
                <a14:m>
                  <m:oMath xmlns:m="http://schemas.openxmlformats.org/officeDocument/2006/math">
                    <m:sSub>
                      <m:sSubPr>
                        <m:ctrlPr>
                          <a:rPr lang="zh-CN" altLang="zh-CN" i="1" smtClean="0">
                            <a:solidFill>
                              <a:srgbClr val="FF0000"/>
                            </a:solidFill>
                            <a:latin typeface="Cambria Math" panose="02040503050406030204" pitchFamily="18" charset="0"/>
                          </a:rPr>
                        </m:ctrlPr>
                      </m:sSubPr>
                      <m:e>
                        <m:r>
                          <a:rPr lang="en-US" altLang="zh-CN" i="1">
                            <a:solidFill>
                              <a:srgbClr val="FF0000"/>
                            </a:solidFill>
                            <a:latin typeface="Cambria Math" panose="02040503050406030204" pitchFamily="18" charset="0"/>
                          </a:rPr>
                          <m:t>𝜋</m:t>
                        </m:r>
                      </m:e>
                      <m:sub>
                        <m:r>
                          <a:rPr lang="en-US" altLang="zh-CN" i="1">
                            <a:solidFill>
                              <a:srgbClr val="FF0000"/>
                            </a:solidFill>
                            <a:latin typeface="Cambria Math" panose="02040503050406030204" pitchFamily="18" charset="0"/>
                          </a:rPr>
                          <m:t>𝑖</m:t>
                        </m:r>
                      </m:sub>
                    </m:sSub>
                    <m:r>
                      <a:rPr lang="en-US" altLang="zh-CN">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𝑃</m:t>
                    </m:r>
                    <m:d>
                      <m:dPr>
                        <m:ctrlPr>
                          <a:rPr lang="zh-CN" altLang="zh-CN" i="1">
                            <a:solidFill>
                              <a:srgbClr val="FF0000"/>
                            </a:solidFill>
                            <a:latin typeface="Cambria Math" panose="02040503050406030204" pitchFamily="18" charset="0"/>
                          </a:rPr>
                        </m:ctrlPr>
                      </m:dPr>
                      <m:e>
                        <m:sSub>
                          <m:sSubPr>
                            <m:ctrlPr>
                              <a:rPr lang="zh-CN" altLang="zh-CN" i="1">
                                <a:solidFill>
                                  <a:srgbClr val="FF0000"/>
                                </a:solidFill>
                                <a:latin typeface="Cambria Math" panose="02040503050406030204" pitchFamily="18" charset="0"/>
                              </a:rPr>
                            </m:ctrlPr>
                          </m:sSubPr>
                          <m:e>
                            <m:r>
                              <a:rPr lang="en-US" altLang="zh-CN" i="1">
                                <a:solidFill>
                                  <a:srgbClr val="FF0000"/>
                                </a:solidFill>
                                <a:latin typeface="Cambria Math" panose="02040503050406030204" pitchFamily="18" charset="0"/>
                              </a:rPr>
                              <m:t>𝑖</m:t>
                            </m:r>
                          </m:e>
                          <m:sub>
                            <m:r>
                              <a:rPr lang="en-US" altLang="zh-CN" i="1">
                                <a:solidFill>
                                  <a:srgbClr val="FF0000"/>
                                </a:solidFill>
                                <a:latin typeface="Cambria Math" panose="02040503050406030204" pitchFamily="18" charset="0"/>
                              </a:rPr>
                              <m:t>1</m:t>
                            </m:r>
                          </m:sub>
                        </m:sSub>
                        <m:r>
                          <a:rPr lang="en-US" altLang="zh-CN">
                            <a:solidFill>
                              <a:srgbClr val="FF0000"/>
                            </a:solidFill>
                            <a:latin typeface="Cambria Math" panose="02040503050406030204" pitchFamily="18" charset="0"/>
                          </a:rPr>
                          <m:t>=</m:t>
                        </m:r>
                        <m:sSub>
                          <m:sSubPr>
                            <m:ctrlPr>
                              <a:rPr lang="zh-CN" altLang="zh-CN" i="1">
                                <a:solidFill>
                                  <a:srgbClr val="FF0000"/>
                                </a:solidFill>
                                <a:latin typeface="Cambria Math" panose="02040503050406030204" pitchFamily="18" charset="0"/>
                              </a:rPr>
                            </m:ctrlPr>
                          </m:sSubPr>
                          <m:e>
                            <m:r>
                              <a:rPr lang="en-US" altLang="zh-CN" i="1">
                                <a:solidFill>
                                  <a:srgbClr val="FF0000"/>
                                </a:solidFill>
                                <a:latin typeface="Cambria Math" panose="02040503050406030204" pitchFamily="18" charset="0"/>
                              </a:rPr>
                              <m:t>𝑞</m:t>
                            </m:r>
                          </m:e>
                          <m:sub>
                            <m:r>
                              <a:rPr lang="en-US" altLang="zh-CN" i="1">
                                <a:solidFill>
                                  <a:srgbClr val="FF0000"/>
                                </a:solidFill>
                                <a:latin typeface="Cambria Math" panose="02040503050406030204" pitchFamily="18" charset="0"/>
                              </a:rPr>
                              <m:t>𝑖</m:t>
                            </m:r>
                          </m:sub>
                        </m:sSub>
                      </m:e>
                    </m:d>
                    <m:r>
                      <a:rPr lang="en-US" altLang="zh-CN">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 </m:t>
                    </m:r>
                    <m:r>
                      <a:rPr lang="en-US" altLang="zh-CN" i="1">
                        <a:solidFill>
                          <a:srgbClr val="FF0000"/>
                        </a:solidFill>
                        <a:latin typeface="Cambria Math" panose="02040503050406030204" pitchFamily="18" charset="0"/>
                      </a:rPr>
                      <m:t>𝑖</m:t>
                    </m:r>
                    <m:r>
                      <a:rPr lang="en-US" altLang="zh-CN">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1</m:t>
                    </m:r>
                    <m:r>
                      <a:rPr lang="en-US" altLang="zh-CN">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2</m:t>
                    </m:r>
                    <m:r>
                      <a:rPr lang="en-US" altLang="zh-CN">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𝑁</m:t>
                    </m:r>
                    <m:r>
                      <a:rPr lang="zh-CN" altLang="en-US" i="1">
                        <a:solidFill>
                          <a:srgbClr val="FF0000"/>
                        </a:solidFill>
                        <a:latin typeface="Cambria Math" panose="02040503050406030204" pitchFamily="18" charset="0"/>
                      </a:rPr>
                      <m:t>，</m:t>
                    </m:r>
                  </m:oMath>
                </a14:m>
                <a:r>
                  <a:rPr lang="zh-CN" altLang="en-US">
                    <a:solidFill>
                      <a:srgbClr val="FF0000"/>
                    </a:solidFill>
                  </a:rPr>
                  <a:t>是时刻</a:t>
                </a:r>
                <a:r>
                  <a:rPr lang="en-US" altLang="zh-CN">
                    <a:solidFill>
                      <a:srgbClr val="FF0000"/>
                    </a:solidFill>
                  </a:rPr>
                  <a:t>t=1</a:t>
                </a:r>
                <a:r>
                  <a:rPr lang="zh-CN" altLang="en-US">
                    <a:solidFill>
                      <a:srgbClr val="FF0000"/>
                    </a:solidFill>
                  </a:rPr>
                  <a:t>处于状态</a:t>
                </a:r>
                <a:r>
                  <a:rPr lang="en-US" altLang="zh-CN">
                    <a:solidFill>
                      <a:srgbClr val="FF0000"/>
                    </a:solidFill>
                  </a:rPr>
                  <a:t>q</a:t>
                </a:r>
                <a:r>
                  <a:rPr lang="en-US" altLang="zh-CN" baseline="-25000">
                    <a:solidFill>
                      <a:srgbClr val="FF0000"/>
                    </a:solidFill>
                  </a:rPr>
                  <a:t>i</a:t>
                </a:r>
                <a:r>
                  <a:rPr lang="zh-CN" altLang="en-US">
                    <a:solidFill>
                      <a:srgbClr val="FF0000"/>
                    </a:solidFill>
                  </a:rPr>
                  <a:t>的概率。</a:t>
                </a:r>
                <a:endParaRPr lang="zh-CN" altLang="en-US" sz="1400" dirty="0">
                  <a:solidFill>
                    <a:srgbClr val="FF0000"/>
                  </a:solidFill>
                  <a:latin typeface="Times New Roman" panose="02020503050405090304" pitchFamily="18" charset="0"/>
                  <a:ea typeface="宋体" pitchFamily="2" charset="-122"/>
                  <a:cs typeface="+mn-ea"/>
                  <a:sym typeface="+mn-lt"/>
                </a:endParaRPr>
              </a:p>
            </p:txBody>
          </p:sp>
        </mc:Choice>
        <mc:Fallback>
          <p:sp>
            <p:nvSpPr>
              <p:cNvPr id="78" name="矩形 77"/>
              <p:cNvSpPr>
                <a:spLocks noRot="1" noChangeAspect="1" noMove="1" noResize="1" noEditPoints="1" noAdjustHandles="1" noChangeArrowheads="1" noChangeShapeType="1" noTextEdit="1"/>
              </p:cNvSpPr>
              <p:nvPr/>
            </p:nvSpPr>
            <p:spPr>
              <a:xfrm>
                <a:off x="6058734" y="1171364"/>
                <a:ext cx="2960559" cy="825611"/>
              </a:xfrm>
              <a:prstGeom prst="rect">
                <a:avLst/>
              </a:prstGeom>
              <a:blipFill rotWithShape="1">
                <a:blip r:embed="rId1"/>
                <a:stretch>
                  <a:fillRect l="-7" t="-51" r="13" b="-5473"/>
                </a:stretch>
              </a:blipFill>
            </p:spPr>
            <p:txBody>
              <a:bodyPr/>
              <a:lstStyle/>
              <a:p>
                <a:r>
                  <a:rPr lang="zh-CN" altLang="en-US">
                    <a:noFill/>
                  </a:rPr>
                  <a:t> </a:t>
                </a:r>
              </a:p>
            </p:txBody>
          </p:sp>
        </mc:Fallback>
      </mc:AlternateContent>
      <p:sp>
        <p:nvSpPr>
          <p:cNvPr id="79" name="文本框 78"/>
          <p:cNvSpPr txBox="1"/>
          <p:nvPr/>
        </p:nvSpPr>
        <p:spPr>
          <a:xfrm>
            <a:off x="4797279" y="2844345"/>
            <a:ext cx="1990306" cy="307777"/>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algn="ctr"/>
            <a:r>
              <a:rPr lang="zh-CN" altLang="en-US" sz="1400" b="1" dirty="0">
                <a:solidFill>
                  <a:schemeClr val="tx1"/>
                </a:solidFill>
                <a:latin typeface="Times New Roman" panose="02020503050405090304" pitchFamily="18" charset="0"/>
                <a:ea typeface="宋体" pitchFamily="2" charset="-122"/>
                <a:cs typeface="+mn-ea"/>
                <a:sym typeface="+mn-lt"/>
              </a:rPr>
              <a:t>观测状态概率矩阵</a:t>
            </a:r>
            <a:endParaRPr lang="zh-CN" altLang="en-US" sz="1400" b="1" dirty="0">
              <a:solidFill>
                <a:schemeClr val="tx1"/>
              </a:solidFill>
              <a:latin typeface="Times New Roman" panose="02020503050405090304" pitchFamily="18" charset="0"/>
              <a:ea typeface="宋体" pitchFamily="2" charset="-122"/>
              <a:cs typeface="+mn-ea"/>
              <a:sym typeface="+mn-lt"/>
            </a:endParaRPr>
          </a:p>
        </p:txBody>
      </p:sp>
      <p:sp>
        <p:nvSpPr>
          <p:cNvPr id="80" name="矩形 79"/>
          <p:cNvSpPr/>
          <p:nvPr/>
        </p:nvSpPr>
        <p:spPr>
          <a:xfrm>
            <a:off x="4668063" y="3180213"/>
            <a:ext cx="2781342" cy="587084"/>
          </a:xfrm>
          <a:prstGeom prst="rect">
            <a:avLst/>
          </a:prstGeom>
          <a:noFill/>
        </p:spPr>
        <p:txBody>
          <a:bodyPr wrap="square" rtlCol="0">
            <a:spAutoFit/>
          </a:bodyPr>
          <a:lstStyle/>
          <a:p>
            <a:pPr>
              <a:lnSpc>
                <a:spcPct val="120000"/>
              </a:lnSpc>
              <a:spcBef>
                <a:spcPct val="0"/>
              </a:spcBef>
              <a:buNone/>
            </a:pPr>
            <a:r>
              <a:rPr lang="en-US" altLang="zh-CN" sz="1400" dirty="0">
                <a:solidFill>
                  <a:srgbClr val="FF0000"/>
                </a:solidFill>
                <a:latin typeface="Times New Roman" panose="02020503050405090304" pitchFamily="18" charset="0"/>
                <a:ea typeface="宋体" pitchFamily="2" charset="-122"/>
              </a:rPr>
              <a:t>B=[</a:t>
            </a:r>
            <a:r>
              <a:rPr lang="en-US" altLang="zh-CN" sz="1400" dirty="0" err="1">
                <a:solidFill>
                  <a:srgbClr val="FF0000"/>
                </a:solidFill>
                <a:latin typeface="Times New Roman" panose="02020503050405090304" pitchFamily="18" charset="0"/>
                <a:ea typeface="宋体" pitchFamily="2" charset="-122"/>
              </a:rPr>
              <a:t>b</a:t>
            </a:r>
            <a:r>
              <a:rPr lang="en-US" altLang="zh-CN" sz="1400" baseline="-25000" dirty="0" err="1">
                <a:solidFill>
                  <a:srgbClr val="FF0000"/>
                </a:solidFill>
                <a:latin typeface="Times New Roman" panose="02020503050405090304" pitchFamily="18" charset="0"/>
                <a:ea typeface="宋体" pitchFamily="2" charset="-122"/>
              </a:rPr>
              <a:t>j</a:t>
            </a:r>
            <a:r>
              <a:rPr lang="en-US" altLang="zh-CN" sz="1400" dirty="0">
                <a:solidFill>
                  <a:srgbClr val="FF0000"/>
                </a:solidFill>
                <a:latin typeface="Times New Roman" panose="02020503050405090304" pitchFamily="18" charset="0"/>
                <a:ea typeface="宋体" pitchFamily="2" charset="-122"/>
              </a:rPr>
              <a:t>(k)]</a:t>
            </a:r>
            <a:r>
              <a:rPr lang="en-US" altLang="zh-CN" sz="1400" baseline="-25000" dirty="0">
                <a:solidFill>
                  <a:srgbClr val="FF0000"/>
                </a:solidFill>
                <a:latin typeface="Times New Roman" panose="02020503050405090304" pitchFamily="18" charset="0"/>
                <a:ea typeface="宋体" pitchFamily="2" charset="-122"/>
              </a:rPr>
              <a:t>N*M</a:t>
            </a:r>
            <a:r>
              <a:rPr lang="zh-CN" altLang="zh-CN" sz="1400" dirty="0">
                <a:solidFill>
                  <a:srgbClr val="FF0000"/>
                </a:solidFill>
                <a:latin typeface="Times New Roman" panose="02020503050405090304" pitchFamily="18" charset="0"/>
                <a:ea typeface="宋体" pitchFamily="2" charset="-122"/>
              </a:rPr>
              <a:t>，其中</a:t>
            </a:r>
            <a:r>
              <a:rPr lang="en-US" altLang="zh-CN" sz="1400" dirty="0">
                <a:solidFill>
                  <a:srgbClr val="FF0000"/>
                </a:solidFill>
                <a:latin typeface="Times New Roman" panose="02020503050405090304" pitchFamily="18" charset="0"/>
                <a:ea typeface="宋体" pitchFamily="2" charset="-122"/>
              </a:rPr>
              <a:t> </a:t>
            </a:r>
            <a:r>
              <a:rPr lang="en-US" altLang="zh-CN" sz="1400" dirty="0" err="1">
                <a:solidFill>
                  <a:srgbClr val="FF0000"/>
                </a:solidFill>
                <a:latin typeface="Times New Roman" panose="02020503050405090304" pitchFamily="18" charset="0"/>
                <a:ea typeface="宋体" pitchFamily="2" charset="-122"/>
              </a:rPr>
              <a:t>b</a:t>
            </a:r>
            <a:r>
              <a:rPr lang="en-US" altLang="zh-CN" sz="1400" baseline="-25000" dirty="0" err="1">
                <a:solidFill>
                  <a:srgbClr val="FF0000"/>
                </a:solidFill>
                <a:latin typeface="Times New Roman" panose="02020503050405090304" pitchFamily="18" charset="0"/>
                <a:ea typeface="宋体" pitchFamily="2" charset="-122"/>
              </a:rPr>
              <a:t>j</a:t>
            </a:r>
            <a:r>
              <a:rPr lang="en-US" altLang="zh-CN" sz="1400" dirty="0">
                <a:solidFill>
                  <a:srgbClr val="FF0000"/>
                </a:solidFill>
                <a:latin typeface="Times New Roman" panose="02020503050405090304" pitchFamily="18" charset="0"/>
                <a:ea typeface="宋体" pitchFamily="2" charset="-122"/>
              </a:rPr>
              <a:t>(k) </a:t>
            </a:r>
            <a:r>
              <a:rPr lang="zh-CN" altLang="zh-CN" sz="1400" dirty="0">
                <a:solidFill>
                  <a:srgbClr val="FF0000"/>
                </a:solidFill>
                <a:latin typeface="Times New Roman" panose="02020503050405090304" pitchFamily="18" charset="0"/>
                <a:ea typeface="宋体" pitchFamily="2" charset="-122"/>
              </a:rPr>
              <a:t>表示在状态</a:t>
            </a:r>
            <a:r>
              <a:rPr lang="en-US" altLang="zh-CN" sz="1400" dirty="0">
                <a:solidFill>
                  <a:srgbClr val="FF0000"/>
                </a:solidFill>
                <a:latin typeface="Times New Roman" panose="02020503050405090304" pitchFamily="18" charset="0"/>
                <a:ea typeface="宋体" pitchFamily="2" charset="-122"/>
              </a:rPr>
              <a:t>j</a:t>
            </a:r>
            <a:r>
              <a:rPr lang="zh-CN" altLang="zh-CN" sz="1400" dirty="0">
                <a:solidFill>
                  <a:srgbClr val="FF0000"/>
                </a:solidFill>
                <a:latin typeface="Times New Roman" panose="02020503050405090304" pitchFamily="18" charset="0"/>
                <a:ea typeface="宋体" pitchFamily="2" charset="-122"/>
              </a:rPr>
              <a:t>的条件下生成</a:t>
            </a:r>
            <a:r>
              <a:rPr lang="zh-CN" altLang="zh-CN" sz="1400">
                <a:solidFill>
                  <a:srgbClr val="FF0000"/>
                </a:solidFill>
                <a:latin typeface="Times New Roman" panose="02020503050405090304" pitchFamily="18" charset="0"/>
                <a:ea typeface="宋体" pitchFamily="2" charset="-122"/>
              </a:rPr>
              <a:t>观测</a:t>
            </a:r>
            <a:r>
              <a:rPr lang="en-US" altLang="zh-CN" sz="1400">
                <a:solidFill>
                  <a:srgbClr val="FF0000"/>
                </a:solidFill>
                <a:latin typeface="Times New Roman" panose="02020503050405090304" pitchFamily="18" charset="0"/>
                <a:ea typeface="宋体" pitchFamily="2" charset="-122"/>
              </a:rPr>
              <a:t>v</a:t>
            </a:r>
            <a:r>
              <a:rPr lang="en-US" altLang="zh-CN" sz="1400" baseline="-25000">
                <a:solidFill>
                  <a:srgbClr val="FF0000"/>
                </a:solidFill>
                <a:latin typeface="Times New Roman" panose="02020503050405090304" pitchFamily="18" charset="0"/>
                <a:ea typeface="宋体" pitchFamily="2" charset="-122"/>
              </a:rPr>
              <a:t>k</a:t>
            </a:r>
            <a:r>
              <a:rPr lang="zh-CN" altLang="zh-CN" sz="1400">
                <a:solidFill>
                  <a:srgbClr val="FF0000"/>
                </a:solidFill>
                <a:latin typeface="Times New Roman" panose="02020503050405090304" pitchFamily="18" charset="0"/>
                <a:ea typeface="宋体" pitchFamily="2" charset="-122"/>
              </a:rPr>
              <a:t>的</a:t>
            </a:r>
            <a:r>
              <a:rPr lang="zh-CN" altLang="zh-CN" sz="1400" dirty="0">
                <a:solidFill>
                  <a:srgbClr val="FF0000"/>
                </a:solidFill>
                <a:latin typeface="Times New Roman" panose="02020503050405090304" pitchFamily="18" charset="0"/>
                <a:ea typeface="宋体" pitchFamily="2" charset="-122"/>
              </a:rPr>
              <a:t>概率</a:t>
            </a:r>
            <a:endParaRPr lang="zh-CN" altLang="en-US" sz="1400" dirty="0">
              <a:solidFill>
                <a:srgbClr val="FF0000"/>
              </a:solidFill>
              <a:latin typeface="Times New Roman" panose="02020503050405090304" pitchFamily="18" charset="0"/>
              <a:ea typeface="宋体" pitchFamily="2" charset="-122"/>
              <a:cs typeface="+mn-ea"/>
              <a:sym typeface="+mn-lt"/>
            </a:endParaRPr>
          </a:p>
        </p:txBody>
      </p:sp>
      <p:sp>
        <p:nvSpPr>
          <p:cNvPr id="81" name="文本框 80"/>
          <p:cNvSpPr txBox="1"/>
          <p:nvPr/>
        </p:nvSpPr>
        <p:spPr>
          <a:xfrm>
            <a:off x="2004972" y="2850598"/>
            <a:ext cx="1990306" cy="307777"/>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algn="ctr"/>
            <a:r>
              <a:rPr lang="zh-CN" altLang="en-US" sz="1400" b="1" dirty="0">
                <a:solidFill>
                  <a:schemeClr val="tx1"/>
                </a:solidFill>
                <a:latin typeface="Times New Roman" panose="02020503050405090304" pitchFamily="18" charset="0"/>
                <a:ea typeface="宋体" pitchFamily="2" charset="-122"/>
                <a:cs typeface="+mn-ea"/>
                <a:sym typeface="+mn-lt"/>
              </a:rPr>
              <a:t>观测状态集合</a:t>
            </a:r>
            <a:endParaRPr lang="zh-CN" altLang="en-US" sz="1400" b="1" dirty="0">
              <a:solidFill>
                <a:schemeClr val="tx1"/>
              </a:solidFill>
              <a:latin typeface="Times New Roman" panose="02020503050405090304" pitchFamily="18" charset="0"/>
              <a:ea typeface="宋体" pitchFamily="2" charset="-122"/>
              <a:cs typeface="+mn-ea"/>
              <a:sym typeface="+mn-lt"/>
            </a:endParaRPr>
          </a:p>
        </p:txBody>
      </p:sp>
      <p:sp>
        <p:nvSpPr>
          <p:cNvPr id="82" name="矩形 81"/>
          <p:cNvSpPr/>
          <p:nvPr/>
        </p:nvSpPr>
        <p:spPr>
          <a:xfrm>
            <a:off x="1963856" y="3145043"/>
            <a:ext cx="2095787" cy="587084"/>
          </a:xfrm>
          <a:prstGeom prst="rect">
            <a:avLst/>
          </a:prstGeom>
          <a:noFill/>
        </p:spPr>
        <p:txBody>
          <a:bodyPr wrap="square" rtlCol="0">
            <a:spAutoFit/>
          </a:bodyPr>
          <a:lstStyle/>
          <a:p>
            <a:pPr>
              <a:lnSpc>
                <a:spcPct val="120000"/>
              </a:lnSpc>
              <a:spcBef>
                <a:spcPct val="0"/>
              </a:spcBef>
              <a:buNone/>
            </a:pPr>
            <a:r>
              <a:rPr lang="en-US" altLang="zh-CN" sz="1400" dirty="0">
                <a:solidFill>
                  <a:srgbClr val="FF0000"/>
                </a:solidFill>
                <a:latin typeface="Times New Roman" panose="02020503050405090304" pitchFamily="18" charset="0"/>
                <a:ea typeface="宋体" pitchFamily="2" charset="-122"/>
              </a:rPr>
              <a:t>V={v</a:t>
            </a:r>
            <a:r>
              <a:rPr lang="en-US" altLang="zh-CN" sz="1400" baseline="-25000" dirty="0">
                <a:solidFill>
                  <a:srgbClr val="FF0000"/>
                </a:solidFill>
                <a:latin typeface="Times New Roman" panose="02020503050405090304" pitchFamily="18" charset="0"/>
                <a:ea typeface="宋体" pitchFamily="2" charset="-122"/>
              </a:rPr>
              <a:t>1</a:t>
            </a:r>
            <a:r>
              <a:rPr lang="en-US" altLang="zh-CN" sz="1400" dirty="0">
                <a:solidFill>
                  <a:srgbClr val="FF0000"/>
                </a:solidFill>
                <a:latin typeface="Times New Roman" panose="02020503050405090304" pitchFamily="18" charset="0"/>
                <a:ea typeface="宋体" pitchFamily="2" charset="-122"/>
              </a:rPr>
              <a:t>, v</a:t>
            </a:r>
            <a:r>
              <a:rPr lang="en-US" altLang="zh-CN" sz="1400" baseline="-25000" dirty="0">
                <a:solidFill>
                  <a:srgbClr val="FF0000"/>
                </a:solidFill>
                <a:latin typeface="Times New Roman" panose="02020503050405090304" pitchFamily="18" charset="0"/>
                <a:ea typeface="宋体" pitchFamily="2" charset="-122"/>
              </a:rPr>
              <a:t>2</a:t>
            </a:r>
            <a:r>
              <a:rPr lang="en-US" altLang="zh-CN" sz="1400" dirty="0">
                <a:solidFill>
                  <a:srgbClr val="FF0000"/>
                </a:solidFill>
                <a:latin typeface="Times New Roman" panose="02020503050405090304" pitchFamily="18" charset="0"/>
                <a:ea typeface="宋体" pitchFamily="2" charset="-122"/>
              </a:rPr>
              <a:t>, </a:t>
            </a:r>
            <a:r>
              <a:rPr lang="zh-CN" altLang="zh-CN" sz="1400" dirty="0">
                <a:solidFill>
                  <a:srgbClr val="FF0000"/>
                </a:solidFill>
                <a:latin typeface="Times New Roman" panose="02020503050405090304" pitchFamily="18" charset="0"/>
                <a:ea typeface="宋体" pitchFamily="2" charset="-122"/>
              </a:rPr>
              <a:t>⋯</a:t>
            </a:r>
            <a:r>
              <a:rPr lang="en-US" altLang="zh-CN" sz="1400" dirty="0">
                <a:solidFill>
                  <a:srgbClr val="FF0000"/>
                </a:solidFill>
                <a:latin typeface="Times New Roman" panose="02020503050405090304" pitchFamily="18" charset="0"/>
                <a:ea typeface="宋体" pitchFamily="2" charset="-122"/>
              </a:rPr>
              <a:t>, </a:t>
            </a:r>
            <a:r>
              <a:rPr lang="en-US" altLang="zh-CN" sz="1400" dirty="0" err="1">
                <a:solidFill>
                  <a:srgbClr val="FF0000"/>
                </a:solidFill>
                <a:latin typeface="Times New Roman" panose="02020503050405090304" pitchFamily="18" charset="0"/>
                <a:ea typeface="宋体" pitchFamily="2" charset="-122"/>
              </a:rPr>
              <a:t>v</a:t>
            </a:r>
            <a:r>
              <a:rPr lang="en-US" altLang="zh-CN" sz="1400" baseline="-25000" dirty="0" err="1">
                <a:solidFill>
                  <a:srgbClr val="FF0000"/>
                </a:solidFill>
                <a:latin typeface="Times New Roman" panose="02020503050405090304" pitchFamily="18" charset="0"/>
                <a:ea typeface="宋体" pitchFamily="2" charset="-122"/>
              </a:rPr>
              <a:t>M</a:t>
            </a:r>
            <a:r>
              <a:rPr lang="en-US" altLang="zh-CN" sz="1400" dirty="0">
                <a:solidFill>
                  <a:srgbClr val="FF0000"/>
                </a:solidFill>
                <a:latin typeface="Times New Roman" panose="02020503050405090304" pitchFamily="18" charset="0"/>
                <a:ea typeface="宋体" pitchFamily="2" charset="-122"/>
              </a:rPr>
              <a:t>}</a:t>
            </a:r>
            <a:r>
              <a:rPr lang="zh-CN" altLang="zh-CN" sz="1400" dirty="0">
                <a:solidFill>
                  <a:srgbClr val="FF0000"/>
                </a:solidFill>
                <a:latin typeface="Times New Roman" panose="02020503050405090304" pitchFamily="18" charset="0"/>
                <a:ea typeface="宋体" pitchFamily="2" charset="-122"/>
              </a:rPr>
              <a:t>，其中</a:t>
            </a:r>
            <a:r>
              <a:rPr lang="en-US" altLang="zh-CN" sz="1400" dirty="0">
                <a:solidFill>
                  <a:srgbClr val="0000FF"/>
                </a:solidFill>
                <a:latin typeface="Times New Roman" panose="02020503050405090304" pitchFamily="18" charset="0"/>
                <a:ea typeface="宋体" pitchFamily="2" charset="-122"/>
              </a:rPr>
              <a:t>M</a:t>
            </a:r>
            <a:r>
              <a:rPr lang="zh-CN" altLang="zh-CN" sz="1400" dirty="0">
                <a:solidFill>
                  <a:srgbClr val="FF0000"/>
                </a:solidFill>
                <a:latin typeface="Times New Roman" panose="02020503050405090304" pitchFamily="18" charset="0"/>
                <a:ea typeface="宋体" pitchFamily="2" charset="-122"/>
              </a:rPr>
              <a:t>为可能的观测数</a:t>
            </a:r>
            <a:endParaRPr lang="zh-CN" altLang="en-US" sz="1400" dirty="0">
              <a:solidFill>
                <a:srgbClr val="FF0000"/>
              </a:solidFill>
              <a:latin typeface="Times New Roman" panose="02020503050405090304" pitchFamily="18" charset="0"/>
              <a:ea typeface="宋体" pitchFamily="2" charset="-122"/>
              <a:cs typeface="+mn-ea"/>
              <a:sym typeface="+mn-lt"/>
            </a:endParaRPr>
          </a:p>
        </p:txBody>
      </p:sp>
      <p:sp>
        <p:nvSpPr>
          <p:cNvPr id="36" name="文本框 35"/>
          <p:cNvSpPr txBox="1"/>
          <p:nvPr/>
        </p:nvSpPr>
        <p:spPr>
          <a:xfrm>
            <a:off x="329551" y="3886328"/>
            <a:ext cx="8397158" cy="1018164"/>
          </a:xfrm>
          <a:prstGeom prst="rect">
            <a:avLst/>
          </a:prstGeom>
          <a:noFill/>
          <a:ln w="22225">
            <a:noFill/>
          </a:ln>
        </p:spPr>
        <p:txBody>
          <a:bodyPr wrap="square">
            <a:spAutoFit/>
          </a:bodyPr>
          <a:lstStyle/>
          <a:p>
            <a:pPr>
              <a:lnSpc>
                <a:spcPct val="130000"/>
              </a:lnSpc>
            </a:pPr>
            <a:r>
              <a:rPr lang="zh-CN" altLang="en-US" sz="1600" dirty="0">
                <a:solidFill>
                  <a:schemeClr val="tx1"/>
                </a:solidFill>
                <a:effectLst/>
                <a:latin typeface="Times New Roman" panose="02020503050405090304" pitchFamily="18" charset="0"/>
                <a:ea typeface="宋体" pitchFamily="2" charset="-122"/>
              </a:rPr>
              <a:t>    </a:t>
            </a:r>
            <a:r>
              <a:rPr lang="zh-CN" altLang="en-US" sz="1600" dirty="0">
                <a:solidFill>
                  <a:schemeClr val="tx1"/>
                </a:solidFill>
                <a:latin typeface="Times New Roman" panose="02020503050405090304" pitchFamily="18" charset="0"/>
                <a:ea typeface="宋体" pitchFamily="2" charset="-122"/>
                <a:cs typeface="+mn-ea"/>
              </a:rPr>
              <a:t>隐马尔可夫模型由</a:t>
            </a:r>
            <a:r>
              <a:rPr lang="zh-CN" altLang="en-US" sz="1600">
                <a:solidFill>
                  <a:schemeClr val="tx1"/>
                </a:solidFill>
                <a:latin typeface="Times New Roman" panose="02020503050405090304" pitchFamily="18" charset="0"/>
                <a:ea typeface="宋体" pitchFamily="2" charset="-122"/>
                <a:cs typeface="+mn-ea"/>
              </a:rPr>
              <a:t>初始状态概率分布</a:t>
            </a:r>
            <a:r>
              <a:rPr lang="en-US" altLang="zh-CN" sz="1600">
                <a:solidFill>
                  <a:schemeClr val="tx1"/>
                </a:solidFill>
                <a:latin typeface="Times New Roman" panose="02020503050405090304" pitchFamily="18" charset="0"/>
                <a:ea typeface="宋体" pitchFamily="2" charset="-122"/>
                <a:cs typeface="+mn-ea"/>
              </a:rPr>
              <a:t>π</a:t>
            </a:r>
            <a:r>
              <a:rPr lang="zh-CN" altLang="en-US" sz="1600" dirty="0">
                <a:solidFill>
                  <a:schemeClr val="tx1"/>
                </a:solidFill>
                <a:latin typeface="Times New Roman" panose="02020503050405090304" pitchFamily="18" charset="0"/>
                <a:ea typeface="宋体" pitchFamily="2" charset="-122"/>
                <a:cs typeface="+mn-ea"/>
              </a:rPr>
              <a:t>、状态</a:t>
            </a:r>
            <a:r>
              <a:rPr lang="zh-CN" altLang="en-US" sz="1600">
                <a:solidFill>
                  <a:schemeClr val="tx1"/>
                </a:solidFill>
                <a:latin typeface="Times New Roman" panose="02020503050405090304" pitchFamily="18" charset="0"/>
                <a:ea typeface="宋体" pitchFamily="2" charset="-122"/>
                <a:cs typeface="+mn-ea"/>
              </a:rPr>
              <a:t>转移概率分布</a:t>
            </a:r>
            <a:r>
              <a:rPr lang="en-US" altLang="zh-CN" sz="1600">
                <a:solidFill>
                  <a:schemeClr val="tx1"/>
                </a:solidFill>
                <a:latin typeface="Times New Roman" panose="02020503050405090304" pitchFamily="18" charset="0"/>
                <a:ea typeface="宋体" pitchFamily="2" charset="-122"/>
                <a:cs typeface="+mn-ea"/>
              </a:rPr>
              <a:t>A</a:t>
            </a:r>
            <a:r>
              <a:rPr lang="zh-CN" altLang="en-US" sz="1600">
                <a:solidFill>
                  <a:schemeClr val="tx1"/>
                </a:solidFill>
                <a:latin typeface="Times New Roman" panose="02020503050405090304" pitchFamily="18" charset="0"/>
                <a:ea typeface="宋体" pitchFamily="2" charset="-122"/>
                <a:cs typeface="+mn-ea"/>
              </a:rPr>
              <a:t>以及观测概率分布</a:t>
            </a:r>
            <a:r>
              <a:rPr lang="en-US" altLang="zh-CN" sz="1600">
                <a:solidFill>
                  <a:schemeClr val="tx1"/>
                </a:solidFill>
                <a:latin typeface="Times New Roman" panose="02020503050405090304" pitchFamily="18" charset="0"/>
                <a:ea typeface="宋体" pitchFamily="2" charset="-122"/>
                <a:cs typeface="+mn-ea"/>
              </a:rPr>
              <a:t>B</a:t>
            </a:r>
            <a:r>
              <a:rPr lang="zh-CN" altLang="en-US" sz="1600">
                <a:solidFill>
                  <a:schemeClr val="tx1"/>
                </a:solidFill>
                <a:latin typeface="Times New Roman" panose="02020503050405090304" pitchFamily="18" charset="0"/>
                <a:ea typeface="宋体" pitchFamily="2" charset="-122"/>
                <a:cs typeface="+mn-ea"/>
              </a:rPr>
              <a:t>共同</a:t>
            </a:r>
            <a:r>
              <a:rPr lang="zh-CN" altLang="en-US" sz="1600" dirty="0">
                <a:solidFill>
                  <a:schemeClr val="tx1"/>
                </a:solidFill>
                <a:latin typeface="Times New Roman" panose="02020503050405090304" pitchFamily="18" charset="0"/>
                <a:ea typeface="宋体" pitchFamily="2" charset="-122"/>
                <a:cs typeface="+mn-ea"/>
              </a:rPr>
              <a:t>确定，</a:t>
            </a:r>
            <a:r>
              <a:rPr lang="en-US" altLang="zh-CN" sz="1600" dirty="0">
                <a:solidFill>
                  <a:schemeClr val="tx1"/>
                </a:solidFill>
                <a:latin typeface="Times New Roman" panose="02020503050405090304" pitchFamily="18" charset="0"/>
                <a:ea typeface="宋体" pitchFamily="2" charset="-122"/>
                <a:cs typeface="+mn-ea"/>
              </a:rPr>
              <a:t>A</a:t>
            </a:r>
            <a:r>
              <a:rPr lang="zh-CN" altLang="en-US" sz="1600" dirty="0">
                <a:solidFill>
                  <a:schemeClr val="tx1"/>
                </a:solidFill>
                <a:latin typeface="Times New Roman" panose="02020503050405090304" pitchFamily="18" charset="0"/>
                <a:ea typeface="宋体" pitchFamily="2" charset="-122"/>
                <a:cs typeface="+mn-ea"/>
              </a:rPr>
              <a:t>、</a:t>
            </a:r>
            <a:r>
              <a:rPr lang="en-US" altLang="zh-CN" sz="1600" dirty="0">
                <a:solidFill>
                  <a:schemeClr val="tx1"/>
                </a:solidFill>
                <a:latin typeface="Times New Roman" panose="02020503050405090304" pitchFamily="18" charset="0"/>
                <a:ea typeface="宋体" pitchFamily="2" charset="-122"/>
                <a:cs typeface="+mn-ea"/>
              </a:rPr>
              <a:t>B</a:t>
            </a:r>
            <a:r>
              <a:rPr lang="zh-CN" altLang="en-US" sz="1600">
                <a:solidFill>
                  <a:schemeClr val="tx1"/>
                </a:solidFill>
                <a:latin typeface="Times New Roman" panose="02020503050405090304" pitchFamily="18" charset="0"/>
                <a:ea typeface="宋体" pitchFamily="2" charset="-122"/>
                <a:cs typeface="+mn-ea"/>
              </a:rPr>
              <a:t>、</a:t>
            </a:r>
            <a:r>
              <a:rPr lang="en-US" altLang="zh-CN" sz="1600">
                <a:solidFill>
                  <a:schemeClr val="tx1"/>
                </a:solidFill>
                <a:latin typeface="Times New Roman" panose="02020503050405090304" pitchFamily="18" charset="0"/>
                <a:ea typeface="宋体" pitchFamily="2" charset="-122"/>
                <a:cs typeface="+mn-ea"/>
              </a:rPr>
              <a:t>π</a:t>
            </a:r>
            <a:r>
              <a:rPr lang="zh-CN" altLang="en-US" sz="1600">
                <a:solidFill>
                  <a:schemeClr val="tx1"/>
                </a:solidFill>
                <a:latin typeface="Times New Roman" panose="02020503050405090304" pitchFamily="18" charset="0"/>
                <a:ea typeface="宋体" pitchFamily="2" charset="-122"/>
                <a:cs typeface="+mn-ea"/>
              </a:rPr>
              <a:t>称为</a:t>
            </a:r>
            <a:r>
              <a:rPr lang="zh-CN" altLang="en-US" sz="1600" dirty="0">
                <a:solidFill>
                  <a:schemeClr val="tx1"/>
                </a:solidFill>
                <a:latin typeface="Times New Roman" panose="02020503050405090304" pitchFamily="18" charset="0"/>
                <a:ea typeface="宋体" pitchFamily="2" charset="-122"/>
                <a:cs typeface="+mn-ea"/>
              </a:rPr>
              <a:t>隐马尔可夫模型的</a:t>
            </a:r>
            <a:r>
              <a:rPr lang="zh-CN" altLang="en-US" sz="1600" dirty="0">
                <a:solidFill>
                  <a:srgbClr val="0000FF"/>
                </a:solidFill>
                <a:latin typeface="Times New Roman" panose="02020503050405090304" pitchFamily="18" charset="0"/>
                <a:ea typeface="宋体" pitchFamily="2" charset="-122"/>
                <a:cs typeface="+mn-ea"/>
              </a:rPr>
              <a:t>三要素</a:t>
            </a:r>
            <a:r>
              <a:rPr lang="zh-CN" altLang="en-US" sz="1600">
                <a:solidFill>
                  <a:schemeClr val="tx1"/>
                </a:solidFill>
                <a:latin typeface="Times New Roman" panose="02020503050405090304" pitchFamily="18" charset="0"/>
                <a:ea typeface="宋体" pitchFamily="2" charset="-122"/>
                <a:cs typeface="+mn-ea"/>
              </a:rPr>
              <a:t>。</a:t>
            </a:r>
            <a:r>
              <a:rPr lang="en-US" altLang="zh-CN" sz="1600">
                <a:solidFill>
                  <a:schemeClr val="tx1"/>
                </a:solidFill>
                <a:latin typeface="Times New Roman" panose="02020503050405090304" pitchFamily="18" charset="0"/>
                <a:ea typeface="宋体" pitchFamily="2" charset="-122"/>
                <a:cs typeface="+mn-ea"/>
              </a:rPr>
              <a:t>π</a:t>
            </a:r>
            <a:r>
              <a:rPr lang="zh-CN" altLang="en-US" sz="1600">
                <a:solidFill>
                  <a:schemeClr val="tx1"/>
                </a:solidFill>
                <a:latin typeface="Times New Roman" panose="02020503050405090304" pitchFamily="18" charset="0"/>
                <a:ea typeface="宋体" pitchFamily="2" charset="-122"/>
                <a:cs typeface="+mn-ea"/>
              </a:rPr>
              <a:t>和</a:t>
            </a:r>
            <a:r>
              <a:rPr lang="en-US" altLang="zh-CN" sz="1600">
                <a:solidFill>
                  <a:schemeClr val="tx1"/>
                </a:solidFill>
                <a:latin typeface="Times New Roman" panose="02020503050405090304" pitchFamily="18" charset="0"/>
                <a:ea typeface="宋体" pitchFamily="2" charset="-122"/>
                <a:cs typeface="+mn-ea"/>
              </a:rPr>
              <a:t>A</a:t>
            </a:r>
            <a:r>
              <a:rPr lang="zh-CN" altLang="en-US" sz="1600">
                <a:solidFill>
                  <a:schemeClr val="tx1"/>
                </a:solidFill>
                <a:latin typeface="Times New Roman" panose="02020503050405090304" pitchFamily="18" charset="0"/>
                <a:ea typeface="宋体" pitchFamily="2" charset="-122"/>
                <a:cs typeface="+mn-ea"/>
              </a:rPr>
              <a:t>决定</a:t>
            </a:r>
            <a:r>
              <a:rPr lang="zh-CN" altLang="en-US" sz="1600" dirty="0">
                <a:solidFill>
                  <a:schemeClr val="tx1"/>
                </a:solidFill>
                <a:latin typeface="Times New Roman" panose="02020503050405090304" pitchFamily="18" charset="0"/>
                <a:ea typeface="宋体" pitchFamily="2" charset="-122"/>
                <a:cs typeface="+mn-ea"/>
              </a:rPr>
              <a:t>状态序列</a:t>
            </a:r>
            <a:r>
              <a:rPr lang="zh-CN" altLang="en-US" sz="1600">
                <a:solidFill>
                  <a:schemeClr val="tx1"/>
                </a:solidFill>
                <a:latin typeface="Times New Roman" panose="02020503050405090304" pitchFamily="18" charset="0"/>
                <a:ea typeface="宋体" pitchFamily="2" charset="-122"/>
                <a:cs typeface="+mn-ea"/>
              </a:rPr>
              <a:t>，</a:t>
            </a:r>
            <a:r>
              <a:rPr lang="en-US" altLang="zh-CN" sz="1600">
                <a:solidFill>
                  <a:schemeClr val="tx1"/>
                </a:solidFill>
                <a:latin typeface="Times New Roman" panose="02020503050405090304" pitchFamily="18" charset="0"/>
                <a:ea typeface="宋体" pitchFamily="2" charset="-122"/>
                <a:cs typeface="+mn-ea"/>
              </a:rPr>
              <a:t>B</a:t>
            </a:r>
            <a:r>
              <a:rPr lang="zh-CN" altLang="en-US" sz="1600">
                <a:solidFill>
                  <a:schemeClr val="tx1"/>
                </a:solidFill>
                <a:latin typeface="Times New Roman" panose="02020503050405090304" pitchFamily="18" charset="0"/>
                <a:ea typeface="宋体" pitchFamily="2" charset="-122"/>
                <a:cs typeface="+mn-ea"/>
              </a:rPr>
              <a:t>决定</a:t>
            </a:r>
            <a:r>
              <a:rPr lang="zh-CN" altLang="en-US" sz="1600" dirty="0">
                <a:solidFill>
                  <a:schemeClr val="tx1"/>
                </a:solidFill>
                <a:latin typeface="Times New Roman" panose="02020503050405090304" pitchFamily="18" charset="0"/>
                <a:ea typeface="宋体" pitchFamily="2" charset="-122"/>
                <a:cs typeface="+mn-ea"/>
              </a:rPr>
              <a:t>观测序列，因此隐马尔可夫模型可以</a:t>
            </a:r>
            <a:r>
              <a:rPr lang="zh-CN" altLang="en-US" sz="1600">
                <a:solidFill>
                  <a:schemeClr val="tx1"/>
                </a:solidFill>
                <a:latin typeface="Times New Roman" panose="02020503050405090304" pitchFamily="18" charset="0"/>
                <a:ea typeface="宋体" pitchFamily="2" charset="-122"/>
                <a:cs typeface="+mn-ea"/>
              </a:rPr>
              <a:t>表示为：</a:t>
            </a:r>
            <a:r>
              <a:rPr lang="en-US" altLang="zh-CN" sz="1600" dirty="0">
                <a:solidFill>
                  <a:schemeClr val="tx1"/>
                </a:solidFill>
                <a:latin typeface="Times New Roman" panose="02020503050405090304" pitchFamily="18" charset="0"/>
                <a:ea typeface="宋体" pitchFamily="2" charset="-122"/>
                <a:cs typeface="+mn-ea"/>
              </a:rPr>
              <a:t>λ=(A, B, π)</a:t>
            </a:r>
            <a:r>
              <a:rPr lang="zh-CN" altLang="en-US" sz="1600" dirty="0">
                <a:solidFill>
                  <a:schemeClr val="tx1"/>
                </a:solidFill>
                <a:latin typeface="Times New Roman" panose="02020503050405090304" pitchFamily="18" charset="0"/>
                <a:ea typeface="宋体" pitchFamily="2" charset="-122"/>
                <a:cs typeface="+mn-ea"/>
              </a:rPr>
              <a:t>。</a:t>
            </a:r>
            <a:endParaRPr lang="zh-CN" altLang="en-US" sz="1600" dirty="0">
              <a:solidFill>
                <a:schemeClr val="tx1"/>
              </a:solidFill>
              <a:latin typeface="Times New Roman" panose="02020503050405090304" pitchFamily="18" charset="0"/>
              <a:ea typeface="宋体" pitchFamily="2" charset="-122"/>
              <a:cs typeface="+mn-ea"/>
            </a:endParaRPr>
          </a:p>
        </p:txBody>
      </p:sp>
      <p:sp>
        <p:nvSpPr>
          <p:cNvPr id="3" name="文本框 2"/>
          <p:cNvSpPr txBox="1"/>
          <p:nvPr/>
        </p:nvSpPr>
        <p:spPr>
          <a:xfrm>
            <a:off x="457200" y="889387"/>
            <a:ext cx="881973" cy="369332"/>
          </a:xfrm>
          <a:prstGeom prst="rect">
            <a:avLst/>
          </a:prstGeom>
          <a:noFill/>
        </p:spPr>
        <p:txBody>
          <a:bodyPr wrap="none" rtlCol="0">
            <a:spAutoFit/>
          </a:bodyPr>
          <a:lstStyle/>
          <a:p>
            <a:r>
              <a:rPr lang="zh-CN" altLang="en-US" sz="1800" b="1">
                <a:solidFill>
                  <a:srgbClr val="0000FF"/>
                </a:solidFill>
                <a:latin typeface="Times New Roman" panose="02020503050405090304" pitchFamily="18" charset="0"/>
                <a:ea typeface="宋体" pitchFamily="2" charset="-122"/>
              </a:rPr>
              <a:t>五元组</a:t>
            </a:r>
            <a:endParaRPr lang="zh-CN" altLang="en-US" sz="1800" b="1">
              <a:solidFill>
                <a:srgbClr val="0000FF"/>
              </a:solidFill>
              <a:latin typeface="Times New Roman" panose="02020503050405090304" pitchFamily="18" charset="0"/>
              <a:ea typeface="宋体" pitchFamily="2" charset="-122"/>
            </a:endParaRPr>
          </a:p>
        </p:txBody>
      </p:sp>
      <p:sp>
        <p:nvSpPr>
          <p:cNvPr id="4" name="文本框 3"/>
          <p:cNvSpPr txBox="1"/>
          <p:nvPr/>
        </p:nvSpPr>
        <p:spPr>
          <a:xfrm>
            <a:off x="362427" y="3582584"/>
            <a:ext cx="881973" cy="369332"/>
          </a:xfrm>
          <a:prstGeom prst="rect">
            <a:avLst/>
          </a:prstGeom>
          <a:noFill/>
        </p:spPr>
        <p:txBody>
          <a:bodyPr wrap="none" rtlCol="0">
            <a:spAutoFit/>
          </a:bodyPr>
          <a:lstStyle/>
          <a:p>
            <a:r>
              <a:rPr lang="zh-CN" altLang="en-US" sz="1800" b="1">
                <a:solidFill>
                  <a:srgbClr val="0000FF"/>
                </a:solidFill>
                <a:latin typeface="Times New Roman" panose="02020503050405090304" pitchFamily="18" charset="0"/>
                <a:ea typeface="宋体" pitchFamily="2" charset="-122"/>
              </a:rPr>
              <a:t>三要素</a:t>
            </a:r>
            <a:endParaRPr lang="zh-CN" altLang="en-US" sz="1800" b="1">
              <a:solidFill>
                <a:srgbClr val="0000FF"/>
              </a:solidFill>
              <a:latin typeface="Times New Roman" panose="02020503050405090304" pitchFamily="18" charset="0"/>
              <a:ea typeface="宋体" pitchFamily="2" charset="-122"/>
            </a:endParaRPr>
          </a:p>
        </p:txBody>
      </p:sp>
      <p:sp>
        <p:nvSpPr>
          <p:cNvPr id="7" name="标题 6"/>
          <p:cNvSpPr>
            <a:spLocks noGrp="1"/>
          </p:cNvSpPr>
          <p:nvPr>
            <p:ph type="title"/>
          </p:nvPr>
        </p:nvSpPr>
        <p:spPr/>
        <p:txBody>
          <a:bodyPr/>
          <a:lstStyle/>
          <a:p>
            <a:r>
              <a:rPr lang="en-US" altLang="zh-CN" sz="2400" b="1">
                <a:solidFill>
                  <a:srgbClr val="004C41"/>
                </a:solidFill>
                <a:ea typeface="宋体" pitchFamily="2" charset="-122"/>
                <a:cs typeface="+mn-ea"/>
                <a:sym typeface="+mn-lt"/>
              </a:rPr>
              <a:t>1. </a:t>
            </a:r>
            <a:r>
              <a:rPr lang="zh-CN" altLang="en-US" sz="2400" b="1">
                <a:solidFill>
                  <a:srgbClr val="004C41"/>
                </a:solidFill>
                <a:ea typeface="宋体" pitchFamily="2" charset="-122"/>
                <a:cs typeface="+mn-ea"/>
                <a:sym typeface="+mn-lt"/>
              </a:rPr>
              <a:t>隐马尔可夫模型</a:t>
            </a:r>
            <a:r>
              <a:rPr lang="en-US" altLang="zh-CN" sz="2400" b="1">
                <a:solidFill>
                  <a:srgbClr val="004C41"/>
                </a:solidFill>
                <a:ea typeface="宋体" pitchFamily="2" charset="-122"/>
                <a:cs typeface="+mn-ea"/>
                <a:sym typeface="+mn-lt"/>
              </a:rPr>
              <a:t>—— </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3</a:t>
            </a:r>
            <a:r>
              <a:rPr lang="zh-CN" altLang="en-US" sz="2400" b="1">
                <a:solidFill>
                  <a:srgbClr val="004C41"/>
                </a:solidFill>
                <a:ea typeface="宋体" pitchFamily="2" charset="-122"/>
                <a:cs typeface="+mn-ea"/>
                <a:sym typeface="+mn-lt"/>
              </a:rPr>
              <a:t>）隐马尔可夫模型的表示</a:t>
            </a:r>
            <a:endParaRPr lang="zh-CN" altLang="en-US">
              <a:ea typeface="宋体" pitchFamily="2" charset="-122"/>
            </a:endParaRPr>
          </a:p>
        </p:txBody>
      </p:sp>
      <p:sp>
        <p:nvSpPr>
          <p:cNvPr id="5" name="日期占位符 4"/>
          <p:cNvSpPr>
            <a:spLocks noGrp="1"/>
          </p:cNvSpPr>
          <p:nvPr>
            <p:ph type="dt" sz="half" idx="10"/>
          </p:nvPr>
        </p:nvSpPr>
        <p:spPr/>
        <p:txBody>
          <a:bodyPr/>
          <a:lstStyle/>
          <a:p>
            <a:fld id="{2A73B5D6-461C-42D9-906A-8DAB3CBF6A89}"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6" name="灯片编号占位符 5"/>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53"/>
                                        </p:tgtEl>
                                        <p:attrNameLst>
                                          <p:attrName>style.visibility</p:attrName>
                                        </p:attrNameLst>
                                      </p:cBhvr>
                                      <p:to>
                                        <p:strVal val="visible"/>
                                      </p:to>
                                    </p:set>
                                    <p:animEffect transition="in" filter="wipe(left)">
                                      <p:cBhvr>
                                        <p:cTn id="13" dur="500"/>
                                        <p:tgtEl>
                                          <p:spTgt spid="53"/>
                                        </p:tgtEl>
                                      </p:cBhvr>
                                    </p:animEffect>
                                  </p:childTnLst>
                                </p:cTn>
                              </p:par>
                              <p:par>
                                <p:cTn id="14" presetID="17" presetClass="entr" presetSubtype="10" fill="hold" grpId="0" nodeType="withEffect">
                                  <p:stCondLst>
                                    <p:cond delay="200"/>
                                  </p:stCondLst>
                                  <p:iterate type="lt">
                                    <p:tmPct val="10000"/>
                                  </p:iterate>
                                  <p:childTnLst>
                                    <p:set>
                                      <p:cBhvr>
                                        <p:cTn id="15" dur="1" fill="hold">
                                          <p:stCondLst>
                                            <p:cond delay="0"/>
                                          </p:stCondLst>
                                        </p:cTn>
                                        <p:tgtEl>
                                          <p:spTgt spid="73"/>
                                        </p:tgtEl>
                                        <p:attrNameLst>
                                          <p:attrName>style.visibility</p:attrName>
                                        </p:attrNameLst>
                                      </p:cBhvr>
                                      <p:to>
                                        <p:strVal val="visible"/>
                                      </p:to>
                                    </p:set>
                                    <p:anim calcmode="lin" valueType="num">
                                      <p:cBhvr>
                                        <p:cTn id="16" dur="450" fill="hold"/>
                                        <p:tgtEl>
                                          <p:spTgt spid="73"/>
                                        </p:tgtEl>
                                        <p:attrNameLst>
                                          <p:attrName>ppt_w</p:attrName>
                                        </p:attrNameLst>
                                      </p:cBhvr>
                                      <p:tavLst>
                                        <p:tav tm="0">
                                          <p:val>
                                            <p:fltVal val="0"/>
                                          </p:val>
                                        </p:tav>
                                        <p:tav tm="100000">
                                          <p:val>
                                            <p:strVal val="#ppt_w"/>
                                          </p:val>
                                        </p:tav>
                                      </p:tavLst>
                                    </p:anim>
                                    <p:anim calcmode="lin" valueType="num">
                                      <p:cBhvr>
                                        <p:cTn id="17" dur="450" fill="hold"/>
                                        <p:tgtEl>
                                          <p:spTgt spid="73"/>
                                        </p:tgtEl>
                                        <p:attrNameLst>
                                          <p:attrName>ppt_h</p:attrName>
                                        </p:attrNameLst>
                                      </p:cBhvr>
                                      <p:tavLst>
                                        <p:tav tm="0">
                                          <p:val>
                                            <p:strVal val="#ppt_h"/>
                                          </p:val>
                                        </p:tav>
                                        <p:tav tm="100000">
                                          <p:val>
                                            <p:strVal val="#ppt_h"/>
                                          </p:val>
                                        </p:tav>
                                      </p:tavLst>
                                    </p:anim>
                                  </p:childTnLst>
                                </p:cTn>
                              </p:par>
                              <p:par>
                                <p:cTn id="18" presetID="23" presetClass="entr" presetSubtype="16" fill="hold" grpId="0" nodeType="withEffect">
                                  <p:stCondLst>
                                    <p:cond delay="300"/>
                                  </p:stCondLst>
                                  <p:iterate type="lt">
                                    <p:tmPct val="2667"/>
                                  </p:iterate>
                                  <p:childTnLst>
                                    <p:set>
                                      <p:cBhvr>
                                        <p:cTn id="19" dur="1" fill="hold">
                                          <p:stCondLst>
                                            <p:cond delay="0"/>
                                          </p:stCondLst>
                                        </p:cTn>
                                        <p:tgtEl>
                                          <p:spTgt spid="74"/>
                                        </p:tgtEl>
                                        <p:attrNameLst>
                                          <p:attrName>style.visibility</p:attrName>
                                        </p:attrNameLst>
                                      </p:cBhvr>
                                      <p:to>
                                        <p:strVal val="visible"/>
                                      </p:to>
                                    </p:set>
                                    <p:anim calcmode="lin" valueType="num">
                                      <p:cBhvr>
                                        <p:cTn id="20" dur="500" fill="hold"/>
                                        <p:tgtEl>
                                          <p:spTgt spid="74"/>
                                        </p:tgtEl>
                                        <p:attrNameLst>
                                          <p:attrName>ppt_w</p:attrName>
                                        </p:attrNameLst>
                                      </p:cBhvr>
                                      <p:tavLst>
                                        <p:tav tm="0">
                                          <p:val>
                                            <p:fltVal val="0"/>
                                          </p:val>
                                        </p:tav>
                                        <p:tav tm="100000">
                                          <p:val>
                                            <p:strVal val="#ppt_w"/>
                                          </p:val>
                                        </p:tav>
                                      </p:tavLst>
                                    </p:anim>
                                    <p:anim calcmode="lin" valueType="num">
                                      <p:cBhvr>
                                        <p:cTn id="21" dur="500" fill="hold"/>
                                        <p:tgtEl>
                                          <p:spTgt spid="74"/>
                                        </p:tgtEl>
                                        <p:attrNameLst>
                                          <p:attrName>ppt_h</p:attrName>
                                        </p:attrNameLst>
                                      </p:cBhvr>
                                      <p:tavLst>
                                        <p:tav tm="0">
                                          <p:val>
                                            <p:fltVal val="0"/>
                                          </p:val>
                                        </p:tav>
                                        <p:tav tm="100000">
                                          <p:val>
                                            <p:strVal val="#ppt_h"/>
                                          </p:val>
                                        </p:tav>
                                      </p:tavLst>
                                    </p:anim>
                                  </p:childTnLst>
                                </p:cTn>
                              </p:par>
                              <p:par>
                                <p:cTn id="22" presetID="22" presetClass="entr" presetSubtype="8" fill="hold" nodeType="withEffect">
                                  <p:stCondLst>
                                    <p:cond delay="400"/>
                                  </p:stCondLst>
                                  <p:childTnLst>
                                    <p:set>
                                      <p:cBhvr>
                                        <p:cTn id="23" dur="1" fill="hold">
                                          <p:stCondLst>
                                            <p:cond delay="0"/>
                                          </p:stCondLst>
                                        </p:cTn>
                                        <p:tgtEl>
                                          <p:spTgt spid="57"/>
                                        </p:tgtEl>
                                        <p:attrNameLst>
                                          <p:attrName>style.visibility</p:attrName>
                                        </p:attrNameLst>
                                      </p:cBhvr>
                                      <p:to>
                                        <p:strVal val="visible"/>
                                      </p:to>
                                    </p:set>
                                    <p:animEffect transition="in" filter="wipe(left)">
                                      <p:cBhvr>
                                        <p:cTn id="24" dur="500"/>
                                        <p:tgtEl>
                                          <p:spTgt spid="57"/>
                                        </p:tgtEl>
                                      </p:cBhvr>
                                    </p:animEffect>
                                  </p:childTnLst>
                                </p:cTn>
                              </p:par>
                              <p:par>
                                <p:cTn id="25" presetID="17" presetClass="entr" presetSubtype="10" fill="hold" grpId="0" nodeType="withEffect">
                                  <p:stCondLst>
                                    <p:cond delay="500"/>
                                  </p:stCondLst>
                                  <p:iterate type="lt">
                                    <p:tmPct val="10000"/>
                                  </p:iterate>
                                  <p:childTnLst>
                                    <p:set>
                                      <p:cBhvr>
                                        <p:cTn id="26" dur="1" fill="hold">
                                          <p:stCondLst>
                                            <p:cond delay="0"/>
                                          </p:stCondLst>
                                        </p:cTn>
                                        <p:tgtEl>
                                          <p:spTgt spid="81"/>
                                        </p:tgtEl>
                                        <p:attrNameLst>
                                          <p:attrName>style.visibility</p:attrName>
                                        </p:attrNameLst>
                                      </p:cBhvr>
                                      <p:to>
                                        <p:strVal val="visible"/>
                                      </p:to>
                                    </p:set>
                                    <p:anim calcmode="lin" valueType="num">
                                      <p:cBhvr>
                                        <p:cTn id="27" dur="450" fill="hold"/>
                                        <p:tgtEl>
                                          <p:spTgt spid="81"/>
                                        </p:tgtEl>
                                        <p:attrNameLst>
                                          <p:attrName>ppt_w</p:attrName>
                                        </p:attrNameLst>
                                      </p:cBhvr>
                                      <p:tavLst>
                                        <p:tav tm="0">
                                          <p:val>
                                            <p:fltVal val="0"/>
                                          </p:val>
                                        </p:tav>
                                        <p:tav tm="100000">
                                          <p:val>
                                            <p:strVal val="#ppt_w"/>
                                          </p:val>
                                        </p:tav>
                                      </p:tavLst>
                                    </p:anim>
                                    <p:anim calcmode="lin" valueType="num">
                                      <p:cBhvr>
                                        <p:cTn id="28" dur="450" fill="hold"/>
                                        <p:tgtEl>
                                          <p:spTgt spid="81"/>
                                        </p:tgtEl>
                                        <p:attrNameLst>
                                          <p:attrName>ppt_h</p:attrName>
                                        </p:attrNameLst>
                                      </p:cBhvr>
                                      <p:tavLst>
                                        <p:tav tm="0">
                                          <p:val>
                                            <p:strVal val="#ppt_h"/>
                                          </p:val>
                                        </p:tav>
                                        <p:tav tm="100000">
                                          <p:val>
                                            <p:strVal val="#ppt_h"/>
                                          </p:val>
                                        </p:tav>
                                      </p:tavLst>
                                    </p:anim>
                                  </p:childTnLst>
                                </p:cTn>
                              </p:par>
                              <p:par>
                                <p:cTn id="29" presetID="23" presetClass="entr" presetSubtype="16" fill="hold" grpId="0" nodeType="withEffect">
                                  <p:stCondLst>
                                    <p:cond delay="700"/>
                                  </p:stCondLst>
                                  <p:iterate type="lt">
                                    <p:tmPct val="2667"/>
                                  </p:iterate>
                                  <p:childTnLst>
                                    <p:set>
                                      <p:cBhvr>
                                        <p:cTn id="30" dur="1" fill="hold">
                                          <p:stCondLst>
                                            <p:cond delay="0"/>
                                          </p:stCondLst>
                                        </p:cTn>
                                        <p:tgtEl>
                                          <p:spTgt spid="82"/>
                                        </p:tgtEl>
                                        <p:attrNameLst>
                                          <p:attrName>style.visibility</p:attrName>
                                        </p:attrNameLst>
                                      </p:cBhvr>
                                      <p:to>
                                        <p:strVal val="visible"/>
                                      </p:to>
                                    </p:set>
                                    <p:anim calcmode="lin" valueType="num">
                                      <p:cBhvr>
                                        <p:cTn id="31" dur="500" fill="hold"/>
                                        <p:tgtEl>
                                          <p:spTgt spid="82"/>
                                        </p:tgtEl>
                                        <p:attrNameLst>
                                          <p:attrName>ppt_w</p:attrName>
                                        </p:attrNameLst>
                                      </p:cBhvr>
                                      <p:tavLst>
                                        <p:tav tm="0">
                                          <p:val>
                                            <p:fltVal val="0"/>
                                          </p:val>
                                        </p:tav>
                                        <p:tav tm="100000">
                                          <p:val>
                                            <p:strVal val="#ppt_w"/>
                                          </p:val>
                                        </p:tav>
                                      </p:tavLst>
                                    </p:anim>
                                    <p:anim calcmode="lin" valueType="num">
                                      <p:cBhvr>
                                        <p:cTn id="32" dur="500" fill="hold"/>
                                        <p:tgtEl>
                                          <p:spTgt spid="82"/>
                                        </p:tgtEl>
                                        <p:attrNameLst>
                                          <p:attrName>ppt_h</p:attrName>
                                        </p:attrNameLst>
                                      </p:cBhvr>
                                      <p:tavLst>
                                        <p:tav tm="0">
                                          <p:val>
                                            <p:fltVal val="0"/>
                                          </p:val>
                                        </p:tav>
                                        <p:tav tm="100000">
                                          <p:val>
                                            <p:strVal val="#ppt_h"/>
                                          </p:val>
                                        </p:tav>
                                      </p:tavLst>
                                    </p:anim>
                                  </p:childTnLst>
                                </p:cTn>
                              </p:par>
                              <p:par>
                                <p:cTn id="33" presetID="22" presetClass="entr" presetSubtype="8" fill="hold" nodeType="withEffect">
                                  <p:stCondLst>
                                    <p:cond delay="900"/>
                                  </p:stCondLst>
                                  <p:childTnLst>
                                    <p:set>
                                      <p:cBhvr>
                                        <p:cTn id="34" dur="1" fill="hold">
                                          <p:stCondLst>
                                            <p:cond delay="0"/>
                                          </p:stCondLst>
                                        </p:cTn>
                                        <p:tgtEl>
                                          <p:spTgt spid="61"/>
                                        </p:tgtEl>
                                        <p:attrNameLst>
                                          <p:attrName>style.visibility</p:attrName>
                                        </p:attrNameLst>
                                      </p:cBhvr>
                                      <p:to>
                                        <p:strVal val="visible"/>
                                      </p:to>
                                    </p:set>
                                    <p:animEffect transition="in" filter="wipe(left)">
                                      <p:cBhvr>
                                        <p:cTn id="35" dur="500"/>
                                        <p:tgtEl>
                                          <p:spTgt spid="61"/>
                                        </p:tgtEl>
                                      </p:cBhvr>
                                    </p:animEffect>
                                  </p:childTnLst>
                                </p:cTn>
                              </p:par>
                              <p:par>
                                <p:cTn id="36" presetID="17" presetClass="entr" presetSubtype="10" fill="hold" grpId="0" nodeType="withEffect">
                                  <p:stCondLst>
                                    <p:cond delay="1000"/>
                                  </p:stCondLst>
                                  <p:iterate type="lt">
                                    <p:tmPct val="10000"/>
                                  </p:iterate>
                                  <p:childTnLst>
                                    <p:set>
                                      <p:cBhvr>
                                        <p:cTn id="37" dur="1" fill="hold">
                                          <p:stCondLst>
                                            <p:cond delay="0"/>
                                          </p:stCondLst>
                                        </p:cTn>
                                        <p:tgtEl>
                                          <p:spTgt spid="75"/>
                                        </p:tgtEl>
                                        <p:attrNameLst>
                                          <p:attrName>style.visibility</p:attrName>
                                        </p:attrNameLst>
                                      </p:cBhvr>
                                      <p:to>
                                        <p:strVal val="visible"/>
                                      </p:to>
                                    </p:set>
                                    <p:anim calcmode="lin" valueType="num">
                                      <p:cBhvr>
                                        <p:cTn id="38" dur="450" fill="hold"/>
                                        <p:tgtEl>
                                          <p:spTgt spid="75"/>
                                        </p:tgtEl>
                                        <p:attrNameLst>
                                          <p:attrName>ppt_w</p:attrName>
                                        </p:attrNameLst>
                                      </p:cBhvr>
                                      <p:tavLst>
                                        <p:tav tm="0">
                                          <p:val>
                                            <p:fltVal val="0"/>
                                          </p:val>
                                        </p:tav>
                                        <p:tav tm="100000">
                                          <p:val>
                                            <p:strVal val="#ppt_w"/>
                                          </p:val>
                                        </p:tav>
                                      </p:tavLst>
                                    </p:anim>
                                    <p:anim calcmode="lin" valueType="num">
                                      <p:cBhvr>
                                        <p:cTn id="39" dur="450" fill="hold"/>
                                        <p:tgtEl>
                                          <p:spTgt spid="75"/>
                                        </p:tgtEl>
                                        <p:attrNameLst>
                                          <p:attrName>ppt_h</p:attrName>
                                        </p:attrNameLst>
                                      </p:cBhvr>
                                      <p:tavLst>
                                        <p:tav tm="0">
                                          <p:val>
                                            <p:strVal val="#ppt_h"/>
                                          </p:val>
                                        </p:tav>
                                        <p:tav tm="100000">
                                          <p:val>
                                            <p:strVal val="#ppt_h"/>
                                          </p:val>
                                        </p:tav>
                                      </p:tavLst>
                                    </p:anim>
                                  </p:childTnLst>
                                </p:cTn>
                              </p:par>
                              <p:par>
                                <p:cTn id="40" presetID="23" presetClass="entr" presetSubtype="16" fill="hold" grpId="0" nodeType="withEffect">
                                  <p:stCondLst>
                                    <p:cond delay="1100"/>
                                  </p:stCondLst>
                                  <p:iterate type="lt">
                                    <p:tmPct val="2667"/>
                                  </p:iterate>
                                  <p:childTnLst>
                                    <p:set>
                                      <p:cBhvr>
                                        <p:cTn id="41" dur="1" fill="hold">
                                          <p:stCondLst>
                                            <p:cond delay="0"/>
                                          </p:stCondLst>
                                        </p:cTn>
                                        <p:tgtEl>
                                          <p:spTgt spid="76"/>
                                        </p:tgtEl>
                                        <p:attrNameLst>
                                          <p:attrName>style.visibility</p:attrName>
                                        </p:attrNameLst>
                                      </p:cBhvr>
                                      <p:to>
                                        <p:strVal val="visible"/>
                                      </p:to>
                                    </p:set>
                                    <p:anim calcmode="lin" valueType="num">
                                      <p:cBhvr>
                                        <p:cTn id="42" dur="500" fill="hold"/>
                                        <p:tgtEl>
                                          <p:spTgt spid="76"/>
                                        </p:tgtEl>
                                        <p:attrNameLst>
                                          <p:attrName>ppt_w</p:attrName>
                                        </p:attrNameLst>
                                      </p:cBhvr>
                                      <p:tavLst>
                                        <p:tav tm="0">
                                          <p:val>
                                            <p:fltVal val="0"/>
                                          </p:val>
                                        </p:tav>
                                        <p:tav tm="100000">
                                          <p:val>
                                            <p:strVal val="#ppt_w"/>
                                          </p:val>
                                        </p:tav>
                                      </p:tavLst>
                                    </p:anim>
                                    <p:anim calcmode="lin" valueType="num">
                                      <p:cBhvr>
                                        <p:cTn id="43" dur="500" fill="hold"/>
                                        <p:tgtEl>
                                          <p:spTgt spid="76"/>
                                        </p:tgtEl>
                                        <p:attrNameLst>
                                          <p:attrName>ppt_h</p:attrName>
                                        </p:attrNameLst>
                                      </p:cBhvr>
                                      <p:tavLst>
                                        <p:tav tm="0">
                                          <p:val>
                                            <p:fltVal val="0"/>
                                          </p:val>
                                        </p:tav>
                                        <p:tav tm="100000">
                                          <p:val>
                                            <p:strVal val="#ppt_h"/>
                                          </p:val>
                                        </p:tav>
                                      </p:tavLst>
                                    </p:anim>
                                  </p:childTnLst>
                                </p:cTn>
                              </p:par>
                              <p:par>
                                <p:cTn id="44" presetID="22" presetClass="entr" presetSubtype="8" fill="hold" nodeType="withEffect">
                                  <p:stCondLst>
                                    <p:cond delay="1300"/>
                                  </p:stCondLst>
                                  <p:childTnLst>
                                    <p:set>
                                      <p:cBhvr>
                                        <p:cTn id="45" dur="1" fill="hold">
                                          <p:stCondLst>
                                            <p:cond delay="0"/>
                                          </p:stCondLst>
                                        </p:cTn>
                                        <p:tgtEl>
                                          <p:spTgt spid="65"/>
                                        </p:tgtEl>
                                        <p:attrNameLst>
                                          <p:attrName>style.visibility</p:attrName>
                                        </p:attrNameLst>
                                      </p:cBhvr>
                                      <p:to>
                                        <p:strVal val="visible"/>
                                      </p:to>
                                    </p:set>
                                    <p:animEffect transition="in" filter="wipe(left)">
                                      <p:cBhvr>
                                        <p:cTn id="46" dur="500"/>
                                        <p:tgtEl>
                                          <p:spTgt spid="65"/>
                                        </p:tgtEl>
                                      </p:cBhvr>
                                    </p:animEffect>
                                  </p:childTnLst>
                                </p:cTn>
                              </p:par>
                              <p:par>
                                <p:cTn id="47" presetID="17" presetClass="entr" presetSubtype="10" fill="hold" grpId="0" nodeType="withEffect">
                                  <p:stCondLst>
                                    <p:cond delay="1500"/>
                                  </p:stCondLst>
                                  <p:iterate type="lt">
                                    <p:tmPct val="10000"/>
                                  </p:iterate>
                                  <p:childTnLst>
                                    <p:set>
                                      <p:cBhvr>
                                        <p:cTn id="48" dur="1" fill="hold">
                                          <p:stCondLst>
                                            <p:cond delay="0"/>
                                          </p:stCondLst>
                                        </p:cTn>
                                        <p:tgtEl>
                                          <p:spTgt spid="79"/>
                                        </p:tgtEl>
                                        <p:attrNameLst>
                                          <p:attrName>style.visibility</p:attrName>
                                        </p:attrNameLst>
                                      </p:cBhvr>
                                      <p:to>
                                        <p:strVal val="visible"/>
                                      </p:to>
                                    </p:set>
                                    <p:anim calcmode="lin" valueType="num">
                                      <p:cBhvr>
                                        <p:cTn id="49" dur="450" fill="hold"/>
                                        <p:tgtEl>
                                          <p:spTgt spid="79"/>
                                        </p:tgtEl>
                                        <p:attrNameLst>
                                          <p:attrName>ppt_w</p:attrName>
                                        </p:attrNameLst>
                                      </p:cBhvr>
                                      <p:tavLst>
                                        <p:tav tm="0">
                                          <p:val>
                                            <p:fltVal val="0"/>
                                          </p:val>
                                        </p:tav>
                                        <p:tav tm="100000">
                                          <p:val>
                                            <p:strVal val="#ppt_w"/>
                                          </p:val>
                                        </p:tav>
                                      </p:tavLst>
                                    </p:anim>
                                    <p:anim calcmode="lin" valueType="num">
                                      <p:cBhvr>
                                        <p:cTn id="50" dur="450" fill="hold"/>
                                        <p:tgtEl>
                                          <p:spTgt spid="79"/>
                                        </p:tgtEl>
                                        <p:attrNameLst>
                                          <p:attrName>ppt_h</p:attrName>
                                        </p:attrNameLst>
                                      </p:cBhvr>
                                      <p:tavLst>
                                        <p:tav tm="0">
                                          <p:val>
                                            <p:strVal val="#ppt_h"/>
                                          </p:val>
                                        </p:tav>
                                        <p:tav tm="100000">
                                          <p:val>
                                            <p:strVal val="#ppt_h"/>
                                          </p:val>
                                        </p:tav>
                                      </p:tavLst>
                                    </p:anim>
                                  </p:childTnLst>
                                </p:cTn>
                              </p:par>
                              <p:par>
                                <p:cTn id="51" presetID="23" presetClass="entr" presetSubtype="16" fill="hold" grpId="0" nodeType="withEffect">
                                  <p:stCondLst>
                                    <p:cond delay="1700"/>
                                  </p:stCondLst>
                                  <p:iterate type="lt">
                                    <p:tmPct val="2667"/>
                                  </p:iterate>
                                  <p:childTnLst>
                                    <p:set>
                                      <p:cBhvr>
                                        <p:cTn id="52" dur="1" fill="hold">
                                          <p:stCondLst>
                                            <p:cond delay="0"/>
                                          </p:stCondLst>
                                        </p:cTn>
                                        <p:tgtEl>
                                          <p:spTgt spid="80"/>
                                        </p:tgtEl>
                                        <p:attrNameLst>
                                          <p:attrName>style.visibility</p:attrName>
                                        </p:attrNameLst>
                                      </p:cBhvr>
                                      <p:to>
                                        <p:strVal val="visible"/>
                                      </p:to>
                                    </p:set>
                                    <p:anim calcmode="lin" valueType="num">
                                      <p:cBhvr>
                                        <p:cTn id="53" dur="500" fill="hold"/>
                                        <p:tgtEl>
                                          <p:spTgt spid="80"/>
                                        </p:tgtEl>
                                        <p:attrNameLst>
                                          <p:attrName>ppt_w</p:attrName>
                                        </p:attrNameLst>
                                      </p:cBhvr>
                                      <p:tavLst>
                                        <p:tav tm="0">
                                          <p:val>
                                            <p:fltVal val="0"/>
                                          </p:val>
                                        </p:tav>
                                        <p:tav tm="100000">
                                          <p:val>
                                            <p:strVal val="#ppt_w"/>
                                          </p:val>
                                        </p:tav>
                                      </p:tavLst>
                                    </p:anim>
                                    <p:anim calcmode="lin" valueType="num">
                                      <p:cBhvr>
                                        <p:cTn id="54" dur="500" fill="hold"/>
                                        <p:tgtEl>
                                          <p:spTgt spid="80"/>
                                        </p:tgtEl>
                                        <p:attrNameLst>
                                          <p:attrName>ppt_h</p:attrName>
                                        </p:attrNameLst>
                                      </p:cBhvr>
                                      <p:tavLst>
                                        <p:tav tm="0">
                                          <p:val>
                                            <p:fltVal val="0"/>
                                          </p:val>
                                        </p:tav>
                                        <p:tav tm="100000">
                                          <p:val>
                                            <p:strVal val="#ppt_h"/>
                                          </p:val>
                                        </p:tav>
                                      </p:tavLst>
                                    </p:anim>
                                  </p:childTnLst>
                                </p:cTn>
                              </p:par>
                              <p:par>
                                <p:cTn id="55" presetID="22" presetClass="entr" presetSubtype="8" fill="hold" nodeType="withEffect">
                                  <p:stCondLst>
                                    <p:cond delay="1900"/>
                                  </p:stCondLst>
                                  <p:childTnLst>
                                    <p:set>
                                      <p:cBhvr>
                                        <p:cTn id="56" dur="1" fill="hold">
                                          <p:stCondLst>
                                            <p:cond delay="0"/>
                                          </p:stCondLst>
                                        </p:cTn>
                                        <p:tgtEl>
                                          <p:spTgt spid="69"/>
                                        </p:tgtEl>
                                        <p:attrNameLst>
                                          <p:attrName>style.visibility</p:attrName>
                                        </p:attrNameLst>
                                      </p:cBhvr>
                                      <p:to>
                                        <p:strVal val="visible"/>
                                      </p:to>
                                    </p:set>
                                    <p:animEffect transition="in" filter="wipe(left)">
                                      <p:cBhvr>
                                        <p:cTn id="57" dur="500"/>
                                        <p:tgtEl>
                                          <p:spTgt spid="69"/>
                                        </p:tgtEl>
                                      </p:cBhvr>
                                    </p:animEffect>
                                  </p:childTnLst>
                                </p:cTn>
                              </p:par>
                              <p:par>
                                <p:cTn id="58" presetID="17" presetClass="entr" presetSubtype="10" fill="hold" grpId="0" nodeType="withEffect">
                                  <p:stCondLst>
                                    <p:cond delay="2000"/>
                                  </p:stCondLst>
                                  <p:iterate type="lt">
                                    <p:tmPct val="10000"/>
                                  </p:iterate>
                                  <p:childTnLst>
                                    <p:set>
                                      <p:cBhvr>
                                        <p:cTn id="59" dur="1" fill="hold">
                                          <p:stCondLst>
                                            <p:cond delay="0"/>
                                          </p:stCondLst>
                                        </p:cTn>
                                        <p:tgtEl>
                                          <p:spTgt spid="77"/>
                                        </p:tgtEl>
                                        <p:attrNameLst>
                                          <p:attrName>style.visibility</p:attrName>
                                        </p:attrNameLst>
                                      </p:cBhvr>
                                      <p:to>
                                        <p:strVal val="visible"/>
                                      </p:to>
                                    </p:set>
                                    <p:anim calcmode="lin" valueType="num">
                                      <p:cBhvr>
                                        <p:cTn id="60" dur="450" fill="hold"/>
                                        <p:tgtEl>
                                          <p:spTgt spid="77"/>
                                        </p:tgtEl>
                                        <p:attrNameLst>
                                          <p:attrName>ppt_w</p:attrName>
                                        </p:attrNameLst>
                                      </p:cBhvr>
                                      <p:tavLst>
                                        <p:tav tm="0">
                                          <p:val>
                                            <p:fltVal val="0"/>
                                          </p:val>
                                        </p:tav>
                                        <p:tav tm="100000">
                                          <p:val>
                                            <p:strVal val="#ppt_w"/>
                                          </p:val>
                                        </p:tav>
                                      </p:tavLst>
                                    </p:anim>
                                    <p:anim calcmode="lin" valueType="num">
                                      <p:cBhvr>
                                        <p:cTn id="61" dur="450" fill="hold"/>
                                        <p:tgtEl>
                                          <p:spTgt spid="77"/>
                                        </p:tgtEl>
                                        <p:attrNameLst>
                                          <p:attrName>ppt_h</p:attrName>
                                        </p:attrNameLst>
                                      </p:cBhvr>
                                      <p:tavLst>
                                        <p:tav tm="0">
                                          <p:val>
                                            <p:strVal val="#ppt_h"/>
                                          </p:val>
                                        </p:tav>
                                        <p:tav tm="100000">
                                          <p:val>
                                            <p:strVal val="#ppt_h"/>
                                          </p:val>
                                        </p:tav>
                                      </p:tavLst>
                                    </p:anim>
                                  </p:childTnLst>
                                </p:cTn>
                              </p:par>
                              <p:par>
                                <p:cTn id="62" presetID="23" presetClass="entr" presetSubtype="16" fill="hold" grpId="0" nodeType="withEffect">
                                  <p:stCondLst>
                                    <p:cond delay="2200"/>
                                  </p:stCondLst>
                                  <p:iterate type="lt">
                                    <p:tmPct val="2667"/>
                                  </p:iterate>
                                  <p:childTnLst>
                                    <p:set>
                                      <p:cBhvr>
                                        <p:cTn id="63" dur="1" fill="hold">
                                          <p:stCondLst>
                                            <p:cond delay="0"/>
                                          </p:stCondLst>
                                        </p:cTn>
                                        <p:tgtEl>
                                          <p:spTgt spid="78"/>
                                        </p:tgtEl>
                                        <p:attrNameLst>
                                          <p:attrName>style.visibility</p:attrName>
                                        </p:attrNameLst>
                                      </p:cBhvr>
                                      <p:to>
                                        <p:strVal val="visible"/>
                                      </p:to>
                                    </p:set>
                                    <p:anim calcmode="lin" valueType="num">
                                      <p:cBhvr>
                                        <p:cTn id="64" dur="500" fill="hold"/>
                                        <p:tgtEl>
                                          <p:spTgt spid="78"/>
                                        </p:tgtEl>
                                        <p:attrNameLst>
                                          <p:attrName>ppt_w</p:attrName>
                                        </p:attrNameLst>
                                      </p:cBhvr>
                                      <p:tavLst>
                                        <p:tav tm="0">
                                          <p:val>
                                            <p:fltVal val="0"/>
                                          </p:val>
                                        </p:tav>
                                        <p:tav tm="100000">
                                          <p:val>
                                            <p:strVal val="#ppt_w"/>
                                          </p:val>
                                        </p:tav>
                                      </p:tavLst>
                                    </p:anim>
                                    <p:anim calcmode="lin" valueType="num">
                                      <p:cBhvr>
                                        <p:cTn id="65" dur="500" fill="hold"/>
                                        <p:tgtEl>
                                          <p:spTgt spid="78"/>
                                        </p:tgtEl>
                                        <p:attrNameLst>
                                          <p:attrName>ppt_h</p:attrName>
                                        </p:attrNameLst>
                                      </p:cBhvr>
                                      <p:tavLst>
                                        <p:tav tm="0">
                                          <p:val>
                                            <p:fltVal val="0"/>
                                          </p:val>
                                        </p:tav>
                                        <p:tav tm="100000">
                                          <p:val>
                                            <p:strVal val="#ppt_h"/>
                                          </p:val>
                                        </p:tav>
                                      </p:tavLst>
                                    </p:anim>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36"/>
                                        </p:tgtEl>
                                        <p:attrNameLst>
                                          <p:attrName>style.visibility</p:attrName>
                                        </p:attrNameLst>
                                      </p:cBhvr>
                                      <p:to>
                                        <p:strVal val="visible"/>
                                      </p:to>
                                    </p:set>
                                    <p:animEffect transition="in" filter="fade">
                                      <p:cBhvr>
                                        <p:cTn id="70"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p:bldP spid="74" grpId="0"/>
      <p:bldP spid="75" grpId="0"/>
      <p:bldP spid="76" grpId="0"/>
      <p:bldP spid="77" grpId="0"/>
      <p:bldP spid="78" grpId="0"/>
      <p:bldP spid="79" grpId="0"/>
      <p:bldP spid="80" grpId="0"/>
      <p:bldP spid="81" grpId="0"/>
      <p:bldP spid="82" grpId="0"/>
      <p:bldP spid="36" grpId="0" bldLvl="0"/>
      <p:bldP spid="3" grpId="0"/>
      <p:bldP spid="3" grpId="1"/>
      <p:bldP spid="4" grpId="0"/>
      <p:bldP spid="4" grpId="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7520940" y="3718560"/>
            <a:ext cx="723900" cy="6324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6" name="图片 5"/>
          <p:cNvPicPr>
            <a:picLocks noChangeAspect="1"/>
          </p:cNvPicPr>
          <p:nvPr/>
        </p:nvPicPr>
        <p:blipFill>
          <a:blip r:embed="rId1"/>
          <a:stretch>
            <a:fillRect/>
          </a:stretch>
        </p:blipFill>
        <p:spPr>
          <a:xfrm>
            <a:off x="1126792" y="1319410"/>
            <a:ext cx="2699009" cy="2504680"/>
          </a:xfrm>
          <a:prstGeom prst="rect">
            <a:avLst/>
          </a:prstGeom>
        </p:spPr>
      </p:pic>
      <p:pic>
        <p:nvPicPr>
          <p:cNvPr id="7" name="图片 6"/>
          <p:cNvPicPr>
            <a:picLocks noChangeAspect="1"/>
          </p:cNvPicPr>
          <p:nvPr/>
        </p:nvPicPr>
        <p:blipFill>
          <a:blip r:embed="rId2"/>
          <a:stretch>
            <a:fillRect/>
          </a:stretch>
        </p:blipFill>
        <p:spPr>
          <a:xfrm>
            <a:off x="4642463" y="1319410"/>
            <a:ext cx="2541593" cy="2646617"/>
          </a:xfrm>
          <a:prstGeom prst="rect">
            <a:avLst/>
          </a:prstGeom>
        </p:spPr>
      </p:pic>
      <p:sp>
        <p:nvSpPr>
          <p:cNvPr id="8" name="标题 7"/>
          <p:cNvSpPr>
            <a:spLocks noGrp="1"/>
          </p:cNvSpPr>
          <p:nvPr>
            <p:ph type="title"/>
          </p:nvPr>
        </p:nvSpPr>
        <p:spPr/>
        <p:txBody>
          <a:bodyPr/>
          <a:lstStyle/>
          <a:p>
            <a:r>
              <a:rPr lang="en-US" altLang="zh-CN" sz="2400" b="1">
                <a:solidFill>
                  <a:srgbClr val="004C41"/>
                </a:solidFill>
                <a:ea typeface="宋体" pitchFamily="2" charset="-122"/>
                <a:cs typeface="+mn-ea"/>
                <a:sym typeface="+mn-lt"/>
              </a:rPr>
              <a:t>1. </a:t>
            </a:r>
            <a:r>
              <a:rPr lang="zh-CN" altLang="en-US" sz="2400" b="1">
                <a:solidFill>
                  <a:srgbClr val="004C41"/>
                </a:solidFill>
                <a:ea typeface="宋体" pitchFamily="2" charset="-122"/>
                <a:cs typeface="+mn-ea"/>
                <a:sym typeface="+mn-lt"/>
              </a:rPr>
              <a:t>隐马尔可夫模型</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）示例</a:t>
            </a:r>
            <a:endParaRPr lang="zh-CN" altLang="en-US">
              <a:ea typeface="宋体" pitchFamily="2" charset="-122"/>
            </a:endParaRPr>
          </a:p>
        </p:txBody>
      </p:sp>
      <p:sp>
        <p:nvSpPr>
          <p:cNvPr id="3" name="日期占位符 2"/>
          <p:cNvSpPr>
            <a:spLocks noGrp="1"/>
          </p:cNvSpPr>
          <p:nvPr>
            <p:ph type="dt" sz="half" idx="10"/>
          </p:nvPr>
        </p:nvSpPr>
        <p:spPr/>
        <p:txBody>
          <a:bodyPr/>
          <a:lstStyle/>
          <a:p>
            <a:fld id="{3F53F41D-6C8D-44FF-A687-CAE194E8FA1E}"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5" name="灯片编号占位符 4"/>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7520940" y="3718560"/>
            <a:ext cx="723900" cy="6324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p:cNvPicPr>
            <a:picLocks noChangeAspect="1"/>
          </p:cNvPicPr>
          <p:nvPr/>
        </p:nvPicPr>
        <p:blipFill>
          <a:blip r:embed="rId1"/>
          <a:stretch>
            <a:fillRect/>
          </a:stretch>
        </p:blipFill>
        <p:spPr>
          <a:xfrm>
            <a:off x="4825291" y="1145738"/>
            <a:ext cx="4206591" cy="3502730"/>
          </a:xfrm>
          <a:prstGeom prst="rect">
            <a:avLst/>
          </a:prstGeom>
        </p:spPr>
      </p:pic>
      <p:pic>
        <p:nvPicPr>
          <p:cNvPr id="8" name="图片 7"/>
          <p:cNvPicPr>
            <a:picLocks noChangeAspect="1"/>
          </p:cNvPicPr>
          <p:nvPr/>
        </p:nvPicPr>
        <p:blipFill>
          <a:blip r:embed="rId2"/>
          <a:stretch>
            <a:fillRect/>
          </a:stretch>
        </p:blipFill>
        <p:spPr>
          <a:xfrm>
            <a:off x="221614" y="1878399"/>
            <a:ext cx="4686300" cy="1752600"/>
          </a:xfrm>
          <a:prstGeom prst="rect">
            <a:avLst/>
          </a:prstGeom>
        </p:spPr>
      </p:pic>
      <p:sp>
        <p:nvSpPr>
          <p:cNvPr id="7" name="标题 6"/>
          <p:cNvSpPr>
            <a:spLocks noGrp="1"/>
          </p:cNvSpPr>
          <p:nvPr>
            <p:ph type="title"/>
          </p:nvPr>
        </p:nvSpPr>
        <p:spPr/>
        <p:txBody>
          <a:bodyPr/>
          <a:lstStyle/>
          <a:p>
            <a:r>
              <a:rPr lang="en-US" altLang="zh-CN" sz="2400" b="1">
                <a:solidFill>
                  <a:srgbClr val="004C41"/>
                </a:solidFill>
                <a:ea typeface="宋体" pitchFamily="2" charset="-122"/>
                <a:cs typeface="+mn-ea"/>
                <a:sym typeface="+mn-lt"/>
              </a:rPr>
              <a:t>1. </a:t>
            </a:r>
            <a:r>
              <a:rPr lang="zh-CN" altLang="en-US" sz="2400" b="1">
                <a:solidFill>
                  <a:srgbClr val="004C41"/>
                </a:solidFill>
                <a:ea typeface="宋体" pitchFamily="2" charset="-122"/>
                <a:cs typeface="+mn-ea"/>
                <a:sym typeface="+mn-lt"/>
              </a:rPr>
              <a:t>隐马尔可夫模型</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）示例</a:t>
            </a:r>
            <a:endParaRPr lang="zh-CN" altLang="en-US">
              <a:ea typeface="宋体" pitchFamily="2" charset="-122"/>
            </a:endParaRPr>
          </a:p>
        </p:txBody>
      </p:sp>
      <p:sp>
        <p:nvSpPr>
          <p:cNvPr id="3" name="日期占位符 2"/>
          <p:cNvSpPr>
            <a:spLocks noGrp="1"/>
          </p:cNvSpPr>
          <p:nvPr>
            <p:ph type="dt" sz="half" idx="10"/>
          </p:nvPr>
        </p:nvSpPr>
        <p:spPr/>
        <p:txBody>
          <a:bodyPr/>
          <a:lstStyle/>
          <a:p>
            <a:fld id="{BB144B53-0050-4D0D-BBC9-5FBE6DD73EBC}"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6" name="灯片编号占位符 5"/>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mc:AlternateContent xmlns:mc="http://schemas.openxmlformats.org/markup-compatibility/2006">
        <mc:Choice xmlns:a14="http://schemas.microsoft.com/office/drawing/2010/main" Requires="a14">
          <p:sp>
            <p:nvSpPr>
              <p:cNvPr id="10" name="文本框 9"/>
              <p:cNvSpPr txBox="1"/>
              <p:nvPr/>
            </p:nvSpPr>
            <p:spPr>
              <a:xfrm>
                <a:off x="335914" y="3630999"/>
                <a:ext cx="4572000" cy="690958"/>
              </a:xfrm>
              <a:prstGeom prst="rect">
                <a:avLst/>
              </a:prstGeom>
              <a:noFill/>
            </p:spPr>
            <p:txBody>
              <a:bodyPr wrap="square">
                <a:spAutoFit/>
              </a:bodyPr>
              <a:lstStyle/>
              <a:p>
                <a14:m>
                  <m:oMath xmlns:m="http://schemas.openxmlformats.org/officeDocument/2006/math">
                    <m:sSub>
                      <m:sSubPr>
                        <m:ctrlPr>
                          <a:rPr lang="zh-CN" altLang="en-US" sz="1800" i="1" smtClean="0">
                            <a:solidFill>
                              <a:srgbClr val="836967"/>
                            </a:solidFill>
                            <a:latin typeface="Cambria Math" panose="02040503050406030204" pitchFamily="18" charset="0"/>
                          </a:rPr>
                        </m:ctrlPr>
                      </m:sSubPr>
                      <m:e>
                        <m:r>
                          <a:rPr lang="zh-CN" altLang="en-US" sz="1800" i="1">
                            <a:latin typeface="Cambria Math" panose="02040503050406030204" pitchFamily="18" charset="0"/>
                          </a:rPr>
                          <m:t>𝑎</m:t>
                        </m:r>
                      </m:e>
                      <m:sub>
                        <m:r>
                          <a:rPr lang="zh-CN" altLang="en-US" sz="1800" i="1">
                            <a:latin typeface="Cambria Math" panose="02040503050406030204" pitchFamily="18" charset="0"/>
                          </a:rPr>
                          <m:t>𝑖𝑗</m:t>
                        </m:r>
                      </m:sub>
                    </m:sSub>
                  </m:oMath>
                </a14:m>
                <a:r>
                  <a:rPr lang="zh-CN" altLang="en-US" sz="1800"/>
                  <a:t>是在时刻</a:t>
                </a:r>
                <a:r>
                  <a:rPr lang="en-US" altLang="zh-CN" sz="1800"/>
                  <a:t>t</a:t>
                </a:r>
                <a:r>
                  <a:rPr lang="zh-CN" altLang="en-US" sz="1800"/>
                  <a:t>处于状态</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𝑞</m:t>
                        </m:r>
                      </m:e>
                      <m:sub>
                        <m:r>
                          <a:rPr lang="en-US" altLang="zh-CN" sz="1800" i="1">
                            <a:latin typeface="Cambria Math" panose="02040503050406030204" pitchFamily="18" charset="0"/>
                          </a:rPr>
                          <m:t>𝑖</m:t>
                        </m:r>
                      </m:sub>
                    </m:sSub>
                  </m:oMath>
                </a14:m>
                <a:r>
                  <a:rPr lang="zh-CN" altLang="en-US" sz="1800"/>
                  <a:t>的条件下时刻</a:t>
                </a:r>
                <a:r>
                  <a:rPr lang="en-US" altLang="zh-CN" sz="1800"/>
                  <a:t>t+1</a:t>
                </a:r>
                <a:r>
                  <a:rPr lang="zh-CN" altLang="en-US" sz="1800"/>
                  <a:t>转移到状态</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𝑞</m:t>
                        </m:r>
                      </m:e>
                      <m:sub>
                        <m:r>
                          <a:rPr lang="en-US" altLang="zh-CN" sz="1800" i="1">
                            <a:latin typeface="Cambria Math" panose="02040503050406030204" pitchFamily="18" charset="0"/>
                          </a:rPr>
                          <m:t>𝑗</m:t>
                        </m:r>
                      </m:sub>
                    </m:sSub>
                  </m:oMath>
                </a14:m>
                <a:r>
                  <a:rPr lang="zh-CN" altLang="en-US" sz="1800"/>
                  <a:t>的概率。</a:t>
                </a:r>
                <a:endParaRPr lang="zh-CN" altLang="en-US" sz="1800"/>
              </a:p>
            </p:txBody>
          </p:sp>
        </mc:Choice>
        <mc:Fallback>
          <p:sp>
            <p:nvSpPr>
              <p:cNvPr id="10" name="文本框 9"/>
              <p:cNvSpPr txBox="1">
                <a:spLocks noRot="1" noChangeAspect="1" noMove="1" noResize="1" noEditPoints="1" noAdjustHandles="1" noChangeArrowheads="1" noChangeShapeType="1" noTextEdit="1"/>
              </p:cNvSpPr>
              <p:nvPr/>
            </p:nvSpPr>
            <p:spPr>
              <a:xfrm>
                <a:off x="335914" y="3630999"/>
                <a:ext cx="4572000" cy="690958"/>
              </a:xfrm>
              <a:prstGeom prst="rect">
                <a:avLst/>
              </a:prstGeom>
              <a:blipFill rotWithShape="1">
                <a:blip r:embed="rId3"/>
                <a:stretch>
                  <a:fillRect l="-14" t="-10" r="14" b="-1633"/>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814270" y="929747"/>
            <a:ext cx="6706670" cy="2442103"/>
          </a:xfrm>
          <a:prstGeom prst="rect">
            <a:avLst/>
          </a:prstGeom>
        </p:spPr>
      </p:pic>
      <p:pic>
        <p:nvPicPr>
          <p:cNvPr id="7" name="图片 6"/>
          <p:cNvPicPr>
            <a:picLocks noChangeAspect="1"/>
          </p:cNvPicPr>
          <p:nvPr/>
        </p:nvPicPr>
        <p:blipFill>
          <a:blip r:embed="rId2"/>
          <a:stretch>
            <a:fillRect/>
          </a:stretch>
        </p:blipFill>
        <p:spPr>
          <a:xfrm>
            <a:off x="2023707" y="3076733"/>
            <a:ext cx="4800600" cy="1803400"/>
          </a:xfrm>
          <a:prstGeom prst="rect">
            <a:avLst/>
          </a:prstGeom>
        </p:spPr>
      </p:pic>
      <p:sp>
        <p:nvSpPr>
          <p:cNvPr id="8" name="标题 7"/>
          <p:cNvSpPr>
            <a:spLocks noGrp="1"/>
          </p:cNvSpPr>
          <p:nvPr>
            <p:ph type="title"/>
          </p:nvPr>
        </p:nvSpPr>
        <p:spPr/>
        <p:txBody>
          <a:bodyPr/>
          <a:lstStyle/>
          <a:p>
            <a:r>
              <a:rPr lang="en-US" altLang="zh-CN" sz="2400" b="1">
                <a:solidFill>
                  <a:srgbClr val="004C41"/>
                </a:solidFill>
                <a:ea typeface="宋体" pitchFamily="2" charset="-122"/>
                <a:cs typeface="+mn-ea"/>
                <a:sym typeface="+mn-lt"/>
              </a:rPr>
              <a:t>1. </a:t>
            </a:r>
            <a:r>
              <a:rPr lang="zh-CN" altLang="en-US" sz="2400" b="1">
                <a:solidFill>
                  <a:srgbClr val="004C41"/>
                </a:solidFill>
                <a:ea typeface="宋体" pitchFamily="2" charset="-122"/>
                <a:cs typeface="+mn-ea"/>
                <a:sym typeface="+mn-lt"/>
              </a:rPr>
              <a:t>隐马尔可夫模型</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）示例</a:t>
            </a:r>
            <a:endParaRPr lang="zh-CN" altLang="en-US">
              <a:ea typeface="宋体" pitchFamily="2" charset="-122"/>
            </a:endParaRPr>
          </a:p>
        </p:txBody>
      </p:sp>
      <p:sp>
        <p:nvSpPr>
          <p:cNvPr id="3" name="日期占位符 2"/>
          <p:cNvSpPr>
            <a:spLocks noGrp="1"/>
          </p:cNvSpPr>
          <p:nvPr>
            <p:ph type="dt" sz="half" idx="10"/>
          </p:nvPr>
        </p:nvSpPr>
        <p:spPr/>
        <p:txBody>
          <a:bodyPr/>
          <a:lstStyle/>
          <a:p>
            <a:fld id="{05D467D9-17B3-4762-9318-3754D7CC7D3D}"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5" name="灯片编号占位符 4"/>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2" name="文本框 1"/>
          <p:cNvSpPr txBox="1"/>
          <p:nvPr/>
        </p:nvSpPr>
        <p:spPr>
          <a:xfrm>
            <a:off x="6701040" y="3730752"/>
            <a:ext cx="396262" cy="300082"/>
          </a:xfrm>
          <a:prstGeom prst="rect">
            <a:avLst/>
          </a:prstGeom>
          <a:noFill/>
        </p:spPr>
        <p:txBody>
          <a:bodyPr wrap="none" rtlCol="0">
            <a:spAutoFit/>
          </a:bodyPr>
          <a:lstStyle/>
          <a:p>
            <a:r>
              <a:rPr lang="en-US" altLang="zh-CN">
                <a:solidFill>
                  <a:srgbClr val="FF0000"/>
                </a:solidFill>
              </a:rPr>
              <a:t>D6</a:t>
            </a:r>
            <a:endParaRPr lang="zh-CN" altLang="en-US">
              <a:solidFill>
                <a:srgbClr val="FF0000"/>
              </a:solidFill>
            </a:endParaRPr>
          </a:p>
        </p:txBody>
      </p:sp>
      <p:sp>
        <p:nvSpPr>
          <p:cNvPr id="9" name="文本框 8"/>
          <p:cNvSpPr txBox="1"/>
          <p:nvPr/>
        </p:nvSpPr>
        <p:spPr>
          <a:xfrm>
            <a:off x="6707256" y="3975950"/>
            <a:ext cx="396262" cy="300082"/>
          </a:xfrm>
          <a:prstGeom prst="rect">
            <a:avLst/>
          </a:prstGeom>
          <a:noFill/>
        </p:spPr>
        <p:txBody>
          <a:bodyPr wrap="none" rtlCol="0">
            <a:spAutoFit/>
          </a:bodyPr>
          <a:lstStyle/>
          <a:p>
            <a:r>
              <a:rPr lang="en-US" altLang="zh-CN">
                <a:solidFill>
                  <a:srgbClr val="FF0000"/>
                </a:solidFill>
              </a:rPr>
              <a:t>D4</a:t>
            </a:r>
            <a:endParaRPr lang="zh-CN" altLang="en-US">
              <a:solidFill>
                <a:srgbClr val="FF0000"/>
              </a:solidFill>
            </a:endParaRPr>
          </a:p>
        </p:txBody>
      </p:sp>
      <p:sp>
        <p:nvSpPr>
          <p:cNvPr id="10" name="文本框 9"/>
          <p:cNvSpPr txBox="1"/>
          <p:nvPr/>
        </p:nvSpPr>
        <p:spPr>
          <a:xfrm>
            <a:off x="6713472" y="4276032"/>
            <a:ext cx="396262" cy="300082"/>
          </a:xfrm>
          <a:prstGeom prst="rect">
            <a:avLst/>
          </a:prstGeom>
          <a:noFill/>
        </p:spPr>
        <p:txBody>
          <a:bodyPr wrap="none" rtlCol="0">
            <a:spAutoFit/>
          </a:bodyPr>
          <a:lstStyle/>
          <a:p>
            <a:r>
              <a:rPr lang="en-US" altLang="zh-CN">
                <a:solidFill>
                  <a:srgbClr val="FF0000"/>
                </a:solidFill>
              </a:rPr>
              <a:t>D8</a:t>
            </a:r>
            <a:endParaRPr lang="zh-CN" altLang="en-US">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1355517" y="1518185"/>
            <a:ext cx="6606935" cy="2338738"/>
          </a:xfrm>
          <a:prstGeom prst="rect">
            <a:avLst/>
          </a:prstGeom>
        </p:spPr>
      </p:pic>
      <p:sp>
        <p:nvSpPr>
          <p:cNvPr id="7" name="标题 6"/>
          <p:cNvSpPr>
            <a:spLocks noGrp="1"/>
          </p:cNvSpPr>
          <p:nvPr>
            <p:ph type="title"/>
          </p:nvPr>
        </p:nvSpPr>
        <p:spPr/>
        <p:txBody>
          <a:bodyPr/>
          <a:lstStyle/>
          <a:p>
            <a:r>
              <a:rPr lang="en-US" altLang="zh-CN" sz="2400" b="1">
                <a:solidFill>
                  <a:srgbClr val="004C41"/>
                </a:solidFill>
                <a:ea typeface="宋体" pitchFamily="2" charset="-122"/>
                <a:cs typeface="+mn-ea"/>
                <a:sym typeface="+mn-lt"/>
              </a:rPr>
              <a:t>1. </a:t>
            </a:r>
            <a:r>
              <a:rPr lang="zh-CN" altLang="en-US" sz="2400" b="1">
                <a:solidFill>
                  <a:srgbClr val="004C41"/>
                </a:solidFill>
                <a:ea typeface="宋体" pitchFamily="2" charset="-122"/>
                <a:cs typeface="+mn-ea"/>
                <a:sym typeface="+mn-lt"/>
              </a:rPr>
              <a:t>隐马尔可夫模型</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）示例</a:t>
            </a:r>
            <a:endParaRPr lang="zh-CN" altLang="en-US">
              <a:ea typeface="宋体" pitchFamily="2" charset="-122"/>
            </a:endParaRPr>
          </a:p>
        </p:txBody>
      </p:sp>
      <p:sp>
        <p:nvSpPr>
          <p:cNvPr id="5" name="日期占位符 4"/>
          <p:cNvSpPr>
            <a:spLocks noGrp="1"/>
          </p:cNvSpPr>
          <p:nvPr>
            <p:ph type="dt" sz="half" idx="10"/>
          </p:nvPr>
        </p:nvSpPr>
        <p:spPr/>
        <p:txBody>
          <a:bodyPr/>
          <a:lstStyle/>
          <a:p>
            <a:fld id="{188DB822-EE36-4D4B-B5A0-997C6FACE5C5}"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6" name="灯片编号占位符 5"/>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685733" y="1268129"/>
            <a:ext cx="7929660" cy="3270183"/>
          </a:xfrm>
          <a:prstGeom prst="rect">
            <a:avLst/>
          </a:prstGeom>
        </p:spPr>
      </p:pic>
      <p:sp>
        <p:nvSpPr>
          <p:cNvPr id="7" name="标题 6"/>
          <p:cNvSpPr>
            <a:spLocks noGrp="1"/>
          </p:cNvSpPr>
          <p:nvPr>
            <p:ph type="title"/>
          </p:nvPr>
        </p:nvSpPr>
        <p:spPr/>
        <p:txBody>
          <a:bodyPr/>
          <a:lstStyle/>
          <a:p>
            <a:r>
              <a:rPr lang="en-US" altLang="zh-CN" sz="2400" b="1">
                <a:solidFill>
                  <a:srgbClr val="004C41"/>
                </a:solidFill>
                <a:ea typeface="宋体" pitchFamily="2" charset="-122"/>
                <a:cs typeface="+mn-ea"/>
                <a:sym typeface="+mn-lt"/>
              </a:rPr>
              <a:t>1. </a:t>
            </a:r>
            <a:r>
              <a:rPr lang="zh-CN" altLang="en-US" sz="2400" b="1">
                <a:solidFill>
                  <a:srgbClr val="004C41"/>
                </a:solidFill>
                <a:ea typeface="宋体" pitchFamily="2" charset="-122"/>
                <a:cs typeface="+mn-ea"/>
                <a:sym typeface="+mn-lt"/>
              </a:rPr>
              <a:t>隐马尔可夫模型</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）示例</a:t>
            </a:r>
            <a:endParaRPr lang="zh-CN" altLang="en-US">
              <a:ea typeface="宋体" pitchFamily="2" charset="-122"/>
            </a:endParaRPr>
          </a:p>
        </p:txBody>
      </p:sp>
      <p:sp>
        <p:nvSpPr>
          <p:cNvPr id="3" name="日期占位符 2"/>
          <p:cNvSpPr>
            <a:spLocks noGrp="1"/>
          </p:cNvSpPr>
          <p:nvPr>
            <p:ph type="dt" sz="half" idx="10"/>
          </p:nvPr>
        </p:nvSpPr>
        <p:spPr/>
        <p:txBody>
          <a:bodyPr/>
          <a:lstStyle/>
          <a:p>
            <a:fld id="{E08A6E7C-52B0-4B86-84E2-8C4778E0FA6C}"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6" name="灯片编号占位符 5"/>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文本框 3"/>
              <p:cNvSpPr txBox="1"/>
              <p:nvPr/>
            </p:nvSpPr>
            <p:spPr>
              <a:xfrm>
                <a:off x="662391" y="971973"/>
                <a:ext cx="7824384" cy="2307748"/>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a:lnSpc>
                    <a:spcPct val="150000"/>
                  </a:lnSpc>
                </a:pPr>
                <a:r>
                  <a:rPr lang="zh-CN" altLang="en-US" sz="1600" dirty="0">
                    <a:latin typeface="Times New Roman" panose="02020503050405090304" pitchFamily="18" charset="0"/>
                    <a:ea typeface="宋体" pitchFamily="2" charset="-122"/>
                  </a:rPr>
                  <a:t>隐马尔可夫模型有两个基本假设 ：</a:t>
                </a:r>
                <a:r>
                  <a:rPr lang="zh-CN" altLang="en-US" sz="1600" b="1" dirty="0">
                    <a:solidFill>
                      <a:srgbClr val="0000FF"/>
                    </a:solidFill>
                    <a:latin typeface="Times New Roman" panose="02020503050405090304" pitchFamily="18" charset="0"/>
                    <a:ea typeface="宋体" pitchFamily="2" charset="-122"/>
                  </a:rPr>
                  <a:t>马尔可夫假设</a:t>
                </a:r>
                <a:r>
                  <a:rPr lang="zh-CN" altLang="en-US" sz="1600" dirty="0">
                    <a:latin typeface="Times New Roman" panose="02020503050405090304" pitchFamily="18" charset="0"/>
                    <a:ea typeface="宋体" pitchFamily="2" charset="-122"/>
                  </a:rPr>
                  <a:t>和</a:t>
                </a:r>
                <a:r>
                  <a:rPr lang="zh-CN" altLang="en-US" sz="1600" b="1" dirty="0">
                    <a:solidFill>
                      <a:srgbClr val="0000FF"/>
                    </a:solidFill>
                    <a:latin typeface="Times New Roman" panose="02020503050405090304" pitchFamily="18" charset="0"/>
                    <a:ea typeface="宋体" pitchFamily="2" charset="-122"/>
                  </a:rPr>
                  <a:t>观测独立性假设</a:t>
                </a:r>
                <a:r>
                  <a:rPr lang="zh-CN" altLang="en-US" sz="1600" dirty="0">
                    <a:latin typeface="Times New Roman" panose="02020503050405090304" pitchFamily="18" charset="0"/>
                    <a:ea typeface="宋体" pitchFamily="2" charset="-122"/>
                  </a:rPr>
                  <a:t>。 </a:t>
                </a:r>
                <a:endParaRPr lang="en-US" altLang="zh-CN" sz="1600" dirty="0">
                  <a:latin typeface="Times New Roman" panose="02020503050405090304" pitchFamily="18" charset="0"/>
                  <a:ea typeface="宋体" pitchFamily="2" charset="-122"/>
                </a:endParaRPr>
              </a:p>
              <a:p>
                <a:pPr>
                  <a:lnSpc>
                    <a:spcPct val="150000"/>
                  </a:lnSpc>
                </a:pPr>
                <a:r>
                  <a:rPr lang="zh-CN" altLang="en-US" sz="1600" b="1" dirty="0">
                    <a:solidFill>
                      <a:srgbClr val="FF0000"/>
                    </a:solidFill>
                    <a:latin typeface="Times New Roman" panose="02020503050405090304" pitchFamily="18" charset="0"/>
                    <a:ea typeface="宋体" pitchFamily="2" charset="-122"/>
                  </a:rPr>
                  <a:t>（</a:t>
                </a:r>
                <a:r>
                  <a:rPr lang="en-US" altLang="zh-CN" sz="1600" b="1" dirty="0">
                    <a:solidFill>
                      <a:srgbClr val="FF0000"/>
                    </a:solidFill>
                    <a:latin typeface="Times New Roman" panose="02020503050405090304" pitchFamily="18" charset="0"/>
                    <a:ea typeface="宋体" pitchFamily="2" charset="-122"/>
                  </a:rPr>
                  <a:t>1</a:t>
                </a:r>
                <a:r>
                  <a:rPr lang="zh-CN" altLang="en-US" sz="1600" b="1" dirty="0">
                    <a:solidFill>
                      <a:srgbClr val="FF0000"/>
                    </a:solidFill>
                    <a:latin typeface="Times New Roman" panose="02020503050405090304" pitchFamily="18" charset="0"/>
                    <a:ea typeface="宋体" pitchFamily="2" charset="-122"/>
                  </a:rPr>
                  <a:t>）</a:t>
                </a:r>
                <a:r>
                  <a:rPr lang="zh-CN" altLang="en-US" sz="1600" b="1">
                    <a:solidFill>
                      <a:srgbClr val="FF0000"/>
                    </a:solidFill>
                    <a:latin typeface="Times New Roman" panose="02020503050405090304" pitchFamily="18" charset="0"/>
                    <a:ea typeface="宋体" pitchFamily="2" charset="-122"/>
                  </a:rPr>
                  <a:t>马尔可夫假设：</a:t>
                </a:r>
                <a:r>
                  <a:rPr lang="zh-CN" altLang="en-US" sz="1600" dirty="0">
                    <a:latin typeface="Times New Roman" panose="02020503050405090304" pitchFamily="18" charset="0"/>
                    <a:ea typeface="宋体" pitchFamily="2" charset="-122"/>
                  </a:rPr>
                  <a:t>即</a:t>
                </a:r>
                <a:r>
                  <a:rPr lang="zh-CN" altLang="en-US" sz="1600" dirty="0">
                    <a:solidFill>
                      <a:srgbClr val="0000FF"/>
                    </a:solidFill>
                    <a:latin typeface="Times New Roman" panose="02020503050405090304" pitchFamily="18" charset="0"/>
                    <a:ea typeface="宋体" pitchFamily="2" charset="-122"/>
                  </a:rPr>
                  <a:t>假设隐藏的马尔可夫链在</a:t>
                </a:r>
                <a:r>
                  <a:rPr lang="zh-CN" altLang="en-US" sz="1600">
                    <a:solidFill>
                      <a:srgbClr val="0000FF"/>
                    </a:solidFill>
                    <a:latin typeface="Times New Roman" panose="02020503050405090304" pitchFamily="18" charset="0"/>
                    <a:ea typeface="宋体" pitchFamily="2" charset="-122"/>
                  </a:rPr>
                  <a:t>任意时刻</a:t>
                </a:r>
                <a:r>
                  <a:rPr lang="en-US" altLang="zh-CN" sz="1600">
                    <a:solidFill>
                      <a:srgbClr val="0000FF"/>
                    </a:solidFill>
                    <a:latin typeface="Times New Roman" panose="02020503050405090304" pitchFamily="18" charset="0"/>
                    <a:ea typeface="宋体" pitchFamily="2" charset="-122"/>
                  </a:rPr>
                  <a:t>t</a:t>
                </a:r>
                <a:r>
                  <a:rPr lang="zh-CN" altLang="en-US" sz="1600">
                    <a:solidFill>
                      <a:srgbClr val="0000FF"/>
                    </a:solidFill>
                    <a:latin typeface="Times New Roman" panose="02020503050405090304" pitchFamily="18" charset="0"/>
                    <a:ea typeface="宋体" pitchFamily="2" charset="-122"/>
                  </a:rPr>
                  <a:t>的（隐藏）状态</a:t>
                </a:r>
                <a:r>
                  <a:rPr lang="zh-CN" altLang="en-US" sz="1600" dirty="0">
                    <a:solidFill>
                      <a:srgbClr val="0000FF"/>
                    </a:solidFill>
                    <a:latin typeface="Times New Roman" panose="02020503050405090304" pitchFamily="18" charset="0"/>
                    <a:ea typeface="宋体" pitchFamily="2" charset="-122"/>
                  </a:rPr>
                  <a:t>只依赖于其前一</a:t>
                </a:r>
                <a:r>
                  <a:rPr lang="zh-CN" altLang="en-US" sz="1600">
                    <a:solidFill>
                      <a:srgbClr val="0000FF"/>
                    </a:solidFill>
                    <a:latin typeface="Times New Roman" panose="02020503050405090304" pitchFamily="18" charset="0"/>
                    <a:ea typeface="宋体" pitchFamily="2" charset="-122"/>
                  </a:rPr>
                  <a:t>时刻的（隐藏）状态</a:t>
                </a:r>
                <a:r>
                  <a:rPr lang="zh-CN" altLang="en-US" sz="1600" dirty="0">
                    <a:solidFill>
                      <a:srgbClr val="0000FF"/>
                    </a:solidFill>
                    <a:latin typeface="Times New Roman" panose="02020503050405090304" pitchFamily="18" charset="0"/>
                    <a:ea typeface="宋体" pitchFamily="2" charset="-122"/>
                  </a:rPr>
                  <a:t>，与其他</a:t>
                </a:r>
                <a:r>
                  <a:rPr lang="zh-CN" altLang="en-US" sz="1600">
                    <a:solidFill>
                      <a:srgbClr val="0000FF"/>
                    </a:solidFill>
                    <a:latin typeface="Times New Roman" panose="02020503050405090304" pitchFamily="18" charset="0"/>
                    <a:ea typeface="宋体" pitchFamily="2" charset="-122"/>
                  </a:rPr>
                  <a:t>时刻的（隐藏）状态</a:t>
                </a:r>
                <a:r>
                  <a:rPr lang="zh-CN" altLang="en-US" sz="1600" dirty="0">
                    <a:solidFill>
                      <a:srgbClr val="0000FF"/>
                    </a:solidFill>
                    <a:latin typeface="Times New Roman" panose="02020503050405090304" pitchFamily="18" charset="0"/>
                    <a:ea typeface="宋体" pitchFamily="2" charset="-122"/>
                  </a:rPr>
                  <a:t>及观测无关，也</a:t>
                </a:r>
                <a:r>
                  <a:rPr lang="zh-CN" altLang="en-US" sz="1600">
                    <a:solidFill>
                      <a:srgbClr val="0000FF"/>
                    </a:solidFill>
                    <a:latin typeface="Times New Roman" panose="02020503050405090304" pitchFamily="18" charset="0"/>
                    <a:ea typeface="宋体" pitchFamily="2" charset="-122"/>
                  </a:rPr>
                  <a:t>与时刻</a:t>
                </a:r>
                <a:r>
                  <a:rPr lang="en-US" altLang="zh-CN" sz="1600">
                    <a:solidFill>
                      <a:srgbClr val="0000FF"/>
                    </a:solidFill>
                    <a:latin typeface="Times New Roman" panose="02020503050405090304" pitchFamily="18" charset="0"/>
                    <a:ea typeface="宋体" pitchFamily="2" charset="-122"/>
                  </a:rPr>
                  <a:t>t</a:t>
                </a:r>
                <a:r>
                  <a:rPr lang="zh-CN" altLang="en-US" sz="1600">
                    <a:solidFill>
                      <a:srgbClr val="0000FF"/>
                    </a:solidFill>
                    <a:latin typeface="Times New Roman" panose="02020503050405090304" pitchFamily="18" charset="0"/>
                    <a:ea typeface="宋体" pitchFamily="2" charset="-122"/>
                  </a:rPr>
                  <a:t>无关</a:t>
                </a:r>
                <a:r>
                  <a:rPr lang="zh-CN" altLang="en-US" sz="1600" dirty="0">
                    <a:latin typeface="Times New Roman" panose="02020503050405090304" pitchFamily="18" charset="0"/>
                    <a:ea typeface="宋体" pitchFamily="2" charset="-122"/>
                  </a:rPr>
                  <a:t>。</a:t>
                </a:r>
                <a:endParaRPr lang="en-US" altLang="zh-CN" sz="1600" dirty="0">
                  <a:latin typeface="Times New Roman" panose="02020503050405090304" pitchFamily="18" charset="0"/>
                  <a:ea typeface="宋体" pitchFamily="2" charset="-122"/>
                </a:endParaRPr>
              </a:p>
              <a:p>
                <a:pPr>
                  <a:lnSpc>
                    <a:spcPct val="150000"/>
                  </a:lnSpc>
                </a:pPr>
                <a14:m>
                  <m:oMathPara xmlns:m="http://schemas.openxmlformats.org/officeDocument/2006/math">
                    <m:oMathParaPr>
                      <m:jc m:val="centerGroup"/>
                    </m:oMathParaPr>
                    <m:oMath xmlns:m="http://schemas.openxmlformats.org/officeDocument/2006/math">
                      <m:r>
                        <m:rPr>
                          <m:sty m:val="p"/>
                        </m:rPr>
                        <a:rPr lang="en-US" altLang="zh-CN" sz="1800" smtClean="0">
                          <a:solidFill>
                            <a:schemeClr val="tx1"/>
                          </a:solidFill>
                          <a:latin typeface="Cambria Math" panose="02040503050406030204" pitchFamily="18" charset="0"/>
                        </a:rPr>
                        <m:t>P</m:t>
                      </m:r>
                      <m:d>
                        <m:dPr>
                          <m:ctrlPr>
                            <a:rPr lang="zh-CN" altLang="zh-CN" sz="1800" i="1">
                              <a:solidFill>
                                <a:schemeClr val="tx1"/>
                              </a:solidFill>
                              <a:latin typeface="Cambria Math" panose="02040503050406030204" pitchFamily="18" charset="0"/>
                            </a:rPr>
                          </m:ctrlPr>
                        </m:dPr>
                        <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i</m:t>
                              </m:r>
                            </m:e>
                            <m:sub>
                              <m:r>
                                <m:rPr>
                                  <m:sty m:val="p"/>
                                </m:rPr>
                                <a:rPr lang="en-US" altLang="zh-CN" sz="1800">
                                  <a:solidFill>
                                    <a:schemeClr val="tx1"/>
                                  </a:solidFill>
                                  <a:latin typeface="Cambria Math" panose="02040503050406030204" pitchFamily="18" charset="0"/>
                                </a:rPr>
                                <m:t>t</m:t>
                              </m:r>
                            </m:sub>
                          </m:sSub>
                          <m:r>
                            <a:rPr lang="en-US" altLang="zh-CN" sz="1800">
                              <a:solidFill>
                                <a:schemeClr val="tx1"/>
                              </a:solidFill>
                              <a:latin typeface="Cambria Math" panose="02040503050406030204" pitchFamily="18" charset="0"/>
                            </a:rPr>
                            <m:t>∣</m:t>
                          </m:r>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i</m:t>
                              </m:r>
                            </m:e>
                            <m:sub>
                              <m:r>
                                <m:rPr>
                                  <m:sty m:val="p"/>
                                </m:rPr>
                                <a:rPr lang="en-US" altLang="zh-CN" sz="1800">
                                  <a:solidFill>
                                    <a:schemeClr val="tx1"/>
                                  </a:solidFill>
                                  <a:latin typeface="Cambria Math" panose="02040503050406030204" pitchFamily="18" charset="0"/>
                                </a:rPr>
                                <m:t>t</m:t>
                              </m:r>
                              <m:r>
                                <a:rPr lang="en-US" altLang="zh-CN" sz="1800" i="1">
                                  <a:solidFill>
                                    <a:schemeClr val="tx1"/>
                                  </a:solidFill>
                                  <a:latin typeface="Cambria Math" panose="02040503050406030204" pitchFamily="18" charset="0"/>
                                </a:rPr>
                                <m:t>−</m:t>
                              </m:r>
                              <m:r>
                                <a:rPr lang="en-US" altLang="zh-CN" sz="1800">
                                  <a:solidFill>
                                    <a:schemeClr val="tx1"/>
                                  </a:solidFill>
                                  <a:latin typeface="Cambria Math" panose="02040503050406030204" pitchFamily="18" charset="0"/>
                                </a:rPr>
                                <m:t>1</m:t>
                              </m:r>
                            </m:sub>
                          </m:sSub>
                          <m:r>
                            <a:rPr lang="en-US" altLang="zh-CN" sz="1800">
                              <a:solidFill>
                                <a:schemeClr val="tx1"/>
                              </a:solidFill>
                              <a:latin typeface="Cambria Math" panose="02040503050406030204" pitchFamily="18" charset="0"/>
                            </a:rPr>
                            <m:t>,</m:t>
                          </m:r>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o</m:t>
                              </m:r>
                            </m:e>
                            <m:sub>
                              <m:r>
                                <m:rPr>
                                  <m:sty m:val="p"/>
                                </m:rPr>
                                <a:rPr lang="en-US" altLang="zh-CN" sz="1800">
                                  <a:solidFill>
                                    <a:schemeClr val="tx1"/>
                                  </a:solidFill>
                                  <a:latin typeface="Cambria Math" panose="02040503050406030204" pitchFamily="18" charset="0"/>
                                </a:rPr>
                                <m:t>t</m:t>
                              </m:r>
                              <m:r>
                                <a:rPr lang="en-US" altLang="zh-CN" sz="1800" i="1">
                                  <a:solidFill>
                                    <a:schemeClr val="tx1"/>
                                  </a:solidFill>
                                  <a:latin typeface="Cambria Math" panose="02040503050406030204" pitchFamily="18" charset="0"/>
                                </a:rPr>
                                <m:t>−</m:t>
                              </m:r>
                              <m:r>
                                <a:rPr lang="en-US" altLang="zh-CN" sz="1800">
                                  <a:solidFill>
                                    <a:schemeClr val="tx1"/>
                                  </a:solidFill>
                                  <a:latin typeface="Cambria Math" panose="02040503050406030204" pitchFamily="18" charset="0"/>
                                </a:rPr>
                                <m:t>1</m:t>
                              </m:r>
                            </m:sub>
                          </m:sSub>
                          <m:r>
                            <a:rPr lang="en-US" altLang="zh-CN" sz="1800">
                              <a:solidFill>
                                <a:schemeClr val="tx1"/>
                              </a:solidFill>
                              <a:latin typeface="Cambria Math" panose="02040503050406030204" pitchFamily="18" charset="0"/>
                            </a:rPr>
                            <m:t>,⋯,</m:t>
                          </m:r>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i</m:t>
                              </m:r>
                            </m:e>
                            <m:sub>
                              <m:r>
                                <a:rPr lang="en-US" altLang="zh-CN" sz="1800">
                                  <a:solidFill>
                                    <a:schemeClr val="tx1"/>
                                  </a:solidFill>
                                  <a:latin typeface="Cambria Math" panose="02040503050406030204" pitchFamily="18" charset="0"/>
                                </a:rPr>
                                <m:t>1</m:t>
                              </m:r>
                            </m:sub>
                          </m:sSub>
                          <m:r>
                            <a:rPr lang="en-US" altLang="zh-CN" sz="1800">
                              <a:solidFill>
                                <a:schemeClr val="tx1"/>
                              </a:solidFill>
                              <a:latin typeface="Cambria Math" panose="02040503050406030204" pitchFamily="18" charset="0"/>
                            </a:rPr>
                            <m:t>,</m:t>
                          </m:r>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o</m:t>
                              </m:r>
                            </m:e>
                            <m:sub>
                              <m:r>
                                <a:rPr lang="en-US" altLang="zh-CN" sz="1800">
                                  <a:solidFill>
                                    <a:schemeClr val="tx1"/>
                                  </a:solidFill>
                                  <a:latin typeface="Cambria Math" panose="02040503050406030204" pitchFamily="18" charset="0"/>
                                </a:rPr>
                                <m:t>1</m:t>
                              </m:r>
                            </m:sub>
                          </m:sSub>
                        </m:e>
                      </m:d>
                      <m:r>
                        <a:rPr lang="en-US" altLang="zh-CN" sz="1800">
                          <a:solidFill>
                            <a:schemeClr val="tx1"/>
                          </a:solidFill>
                          <a:latin typeface="Cambria Math" panose="02040503050406030204" pitchFamily="18" charset="0"/>
                        </a:rPr>
                        <m:t>=</m:t>
                      </m:r>
                      <m:r>
                        <m:rPr>
                          <m:sty m:val="p"/>
                        </m:rPr>
                        <a:rPr lang="en-US" altLang="zh-CN" sz="1800">
                          <a:solidFill>
                            <a:schemeClr val="tx1"/>
                          </a:solidFill>
                          <a:latin typeface="Cambria Math" panose="02040503050406030204" pitchFamily="18" charset="0"/>
                        </a:rPr>
                        <m:t>P</m:t>
                      </m:r>
                      <m:d>
                        <m:dPr>
                          <m:ctrlPr>
                            <a:rPr lang="zh-CN" altLang="zh-CN" sz="1800" i="1">
                              <a:solidFill>
                                <a:schemeClr val="tx1"/>
                              </a:solidFill>
                              <a:latin typeface="Cambria Math" panose="02040503050406030204" pitchFamily="18" charset="0"/>
                            </a:rPr>
                          </m:ctrlPr>
                        </m:dPr>
                        <m:e>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i</m:t>
                              </m:r>
                            </m:e>
                            <m:sub>
                              <m:r>
                                <m:rPr>
                                  <m:sty m:val="p"/>
                                </m:rPr>
                                <a:rPr lang="en-US" altLang="zh-CN" sz="1800">
                                  <a:solidFill>
                                    <a:schemeClr val="tx1"/>
                                  </a:solidFill>
                                  <a:latin typeface="Cambria Math" panose="02040503050406030204" pitchFamily="18" charset="0"/>
                                </a:rPr>
                                <m:t>t</m:t>
                              </m:r>
                            </m:sub>
                          </m:sSub>
                          <m:r>
                            <a:rPr lang="en-US" altLang="zh-CN" sz="1800">
                              <a:solidFill>
                                <a:schemeClr val="tx1"/>
                              </a:solidFill>
                              <a:latin typeface="Cambria Math" panose="02040503050406030204" pitchFamily="18" charset="0"/>
                            </a:rPr>
                            <m:t>∣</m:t>
                          </m:r>
                          <m:sSub>
                            <m:sSubPr>
                              <m:ctrlPr>
                                <a:rPr lang="zh-CN" altLang="zh-CN" sz="1800" i="1">
                                  <a:solidFill>
                                    <a:schemeClr val="tx1"/>
                                  </a:solidFill>
                                  <a:latin typeface="Cambria Math" panose="02040503050406030204" pitchFamily="18" charset="0"/>
                                </a:rPr>
                              </m:ctrlPr>
                            </m:sSubPr>
                            <m:e>
                              <m:r>
                                <m:rPr>
                                  <m:sty m:val="p"/>
                                </m:rPr>
                                <a:rPr lang="en-US" altLang="zh-CN" sz="1800">
                                  <a:solidFill>
                                    <a:schemeClr val="tx1"/>
                                  </a:solidFill>
                                  <a:latin typeface="Cambria Math" panose="02040503050406030204" pitchFamily="18" charset="0"/>
                                </a:rPr>
                                <m:t>i</m:t>
                              </m:r>
                            </m:e>
                            <m:sub>
                              <m:r>
                                <m:rPr>
                                  <m:sty m:val="p"/>
                                </m:rPr>
                                <a:rPr lang="en-US" altLang="zh-CN" sz="1800">
                                  <a:solidFill>
                                    <a:schemeClr val="tx1"/>
                                  </a:solidFill>
                                  <a:latin typeface="Cambria Math" panose="02040503050406030204" pitchFamily="18" charset="0"/>
                                </a:rPr>
                                <m:t>t</m:t>
                              </m:r>
                              <m:r>
                                <a:rPr lang="en-US" altLang="zh-CN" sz="1800" i="1">
                                  <a:solidFill>
                                    <a:schemeClr val="tx1"/>
                                  </a:solidFill>
                                  <a:latin typeface="Cambria Math" panose="02040503050406030204" pitchFamily="18" charset="0"/>
                                </a:rPr>
                                <m:t>−</m:t>
                              </m:r>
                              <m:r>
                                <a:rPr lang="en-US" altLang="zh-CN" sz="1800">
                                  <a:solidFill>
                                    <a:schemeClr val="tx1"/>
                                  </a:solidFill>
                                  <a:latin typeface="Cambria Math" panose="02040503050406030204" pitchFamily="18" charset="0"/>
                                </a:rPr>
                                <m:t>1</m:t>
                              </m:r>
                            </m:sub>
                          </m:sSub>
                        </m:e>
                      </m:d>
                      <m:r>
                        <a:rPr lang="en-US" altLang="zh-CN" sz="1800">
                          <a:solidFill>
                            <a:schemeClr val="tx1"/>
                          </a:solidFill>
                          <a:latin typeface="Cambria Math" panose="02040503050406030204" pitchFamily="18" charset="0"/>
                        </a:rPr>
                        <m:t>,</m:t>
                      </m:r>
                      <m:r>
                        <m:rPr>
                          <m:sty m:val="p"/>
                        </m:rPr>
                        <a:rPr lang="en-US" altLang="zh-CN" sz="1800">
                          <a:solidFill>
                            <a:schemeClr val="tx1"/>
                          </a:solidFill>
                          <a:latin typeface="Cambria Math" panose="02040503050406030204" pitchFamily="18" charset="0"/>
                        </a:rPr>
                        <m:t>t</m:t>
                      </m:r>
                      <m:r>
                        <a:rPr lang="en-US" altLang="zh-CN" sz="1800">
                          <a:solidFill>
                            <a:schemeClr val="tx1"/>
                          </a:solidFill>
                          <a:latin typeface="Cambria Math" panose="02040503050406030204" pitchFamily="18" charset="0"/>
                        </a:rPr>
                        <m:t>=</m:t>
                      </m:r>
                      <m:r>
                        <a:rPr lang="en-US" altLang="zh-CN" sz="1800">
                          <a:solidFill>
                            <a:schemeClr val="tx1"/>
                          </a:solidFill>
                          <a:latin typeface="Cambria Math" panose="02040503050406030204" pitchFamily="18" charset="0"/>
                        </a:rPr>
                        <m:t>1</m:t>
                      </m:r>
                      <m:r>
                        <a:rPr lang="en-US" altLang="zh-CN" sz="1800">
                          <a:solidFill>
                            <a:schemeClr val="tx1"/>
                          </a:solidFill>
                          <a:latin typeface="Cambria Math" panose="02040503050406030204" pitchFamily="18" charset="0"/>
                        </a:rPr>
                        <m:t>,</m:t>
                      </m:r>
                      <m:r>
                        <a:rPr lang="en-US" altLang="zh-CN" sz="1800">
                          <a:solidFill>
                            <a:schemeClr val="tx1"/>
                          </a:solidFill>
                          <a:latin typeface="Cambria Math" panose="02040503050406030204" pitchFamily="18" charset="0"/>
                        </a:rPr>
                        <m:t>2</m:t>
                      </m:r>
                      <m:r>
                        <a:rPr lang="en-US" altLang="zh-CN" sz="1800">
                          <a:solidFill>
                            <a:schemeClr val="tx1"/>
                          </a:solidFill>
                          <a:latin typeface="Cambria Math" panose="02040503050406030204" pitchFamily="18" charset="0"/>
                        </a:rPr>
                        <m:t>,⋯,</m:t>
                      </m:r>
                      <m:r>
                        <m:rPr>
                          <m:sty m:val="p"/>
                        </m:rPr>
                        <a:rPr lang="en-US" altLang="zh-CN" sz="1800">
                          <a:solidFill>
                            <a:schemeClr val="tx1"/>
                          </a:solidFill>
                          <a:latin typeface="Cambria Math" panose="02040503050406030204" pitchFamily="18" charset="0"/>
                        </a:rPr>
                        <m:t>T</m:t>
                      </m:r>
                    </m:oMath>
                  </m:oMathPara>
                </a14:m>
                <a:endParaRPr lang="zh-CN" altLang="zh-CN" sz="1800">
                  <a:solidFill>
                    <a:schemeClr val="tx1"/>
                  </a:solidFill>
                  <a:latin typeface="Times New Roman" panose="02020503050405090304" pitchFamily="18" charset="0"/>
                  <a:ea typeface="宋体" pitchFamily="2" charset="-122"/>
                </a:endParaRPr>
              </a:p>
              <a:p>
                <a:pPr>
                  <a:lnSpc>
                    <a:spcPct val="150000"/>
                  </a:lnSpc>
                </a:pPr>
                <a:r>
                  <a:rPr lang="zh-CN" altLang="en-US" sz="1600" b="1">
                    <a:solidFill>
                      <a:srgbClr val="FF0000"/>
                    </a:solidFill>
                    <a:latin typeface="Times New Roman" panose="02020503050405090304" pitchFamily="18" charset="0"/>
                    <a:ea typeface="宋体" pitchFamily="2" charset="-122"/>
                  </a:rPr>
                  <a:t>（</a:t>
                </a:r>
                <a:r>
                  <a:rPr lang="en-US" altLang="zh-CN" sz="1600" b="1" dirty="0">
                    <a:solidFill>
                      <a:srgbClr val="FF0000"/>
                    </a:solidFill>
                    <a:latin typeface="Times New Roman" panose="02020503050405090304" pitchFamily="18" charset="0"/>
                    <a:ea typeface="宋体" pitchFamily="2" charset="-122"/>
                  </a:rPr>
                  <a:t>2</a:t>
                </a:r>
                <a:r>
                  <a:rPr lang="zh-CN" altLang="en-US" sz="1600" b="1" dirty="0">
                    <a:solidFill>
                      <a:srgbClr val="FF0000"/>
                    </a:solidFill>
                    <a:latin typeface="Times New Roman" panose="02020503050405090304" pitchFamily="18" charset="0"/>
                    <a:ea typeface="宋体" pitchFamily="2" charset="-122"/>
                  </a:rPr>
                  <a:t>）观测</a:t>
                </a:r>
                <a:r>
                  <a:rPr lang="zh-CN" altLang="en-US" sz="1600" b="1">
                    <a:solidFill>
                      <a:srgbClr val="FF0000"/>
                    </a:solidFill>
                    <a:latin typeface="Times New Roman" panose="02020503050405090304" pitchFamily="18" charset="0"/>
                    <a:ea typeface="宋体" pitchFamily="2" charset="-122"/>
                  </a:rPr>
                  <a:t>独立性假设：</a:t>
                </a:r>
                <a:r>
                  <a:rPr lang="zh-CN" altLang="en-US" sz="1600" dirty="0">
                    <a:latin typeface="Times New Roman" panose="02020503050405090304" pitchFamily="18" charset="0"/>
                    <a:ea typeface="宋体" pitchFamily="2" charset="-122"/>
                  </a:rPr>
                  <a:t>即假设任意时刻的观测只依赖于该时刻的</a:t>
                </a:r>
                <a:r>
                  <a:rPr lang="zh-CN" altLang="en-US" sz="1600">
                    <a:latin typeface="Times New Roman" panose="02020503050405090304" pitchFamily="18" charset="0"/>
                    <a:ea typeface="宋体" pitchFamily="2" charset="-122"/>
                  </a:rPr>
                  <a:t>马尔可夫链的</a:t>
                </a:r>
                <a:r>
                  <a:rPr lang="zh-CN" altLang="en-US" sz="1600">
                    <a:solidFill>
                      <a:srgbClr val="0000FF"/>
                    </a:solidFill>
                    <a:latin typeface="Times New Roman" panose="02020503050405090304" pitchFamily="18" charset="0"/>
                    <a:ea typeface="宋体" pitchFamily="2" charset="-122"/>
                  </a:rPr>
                  <a:t>（隐藏）</a:t>
                </a:r>
                <a:r>
                  <a:rPr lang="zh-CN" altLang="en-US" sz="1600">
                    <a:latin typeface="Times New Roman" panose="02020503050405090304" pitchFamily="18" charset="0"/>
                    <a:ea typeface="宋体" pitchFamily="2" charset="-122"/>
                  </a:rPr>
                  <a:t>状态</a:t>
                </a:r>
                <a:r>
                  <a:rPr lang="zh-CN" altLang="en-US" sz="1600" dirty="0">
                    <a:latin typeface="Times New Roman" panose="02020503050405090304" pitchFamily="18" charset="0"/>
                    <a:ea typeface="宋体" pitchFamily="2" charset="-122"/>
                  </a:rPr>
                  <a:t>， 与其他</a:t>
                </a:r>
                <a:r>
                  <a:rPr lang="zh-CN" altLang="en-US" sz="1600">
                    <a:latin typeface="Times New Roman" panose="02020503050405090304" pitchFamily="18" charset="0"/>
                    <a:ea typeface="宋体" pitchFamily="2" charset="-122"/>
                  </a:rPr>
                  <a:t>观测及</a:t>
                </a:r>
                <a:r>
                  <a:rPr lang="zh-CN" altLang="en-US" sz="1600">
                    <a:solidFill>
                      <a:srgbClr val="0000FF"/>
                    </a:solidFill>
                    <a:latin typeface="Times New Roman" panose="02020503050405090304" pitchFamily="18" charset="0"/>
                    <a:ea typeface="宋体" pitchFamily="2" charset="-122"/>
                  </a:rPr>
                  <a:t>（隐藏）</a:t>
                </a:r>
                <a:r>
                  <a:rPr lang="zh-CN" altLang="en-US" sz="1600">
                    <a:latin typeface="Times New Roman" panose="02020503050405090304" pitchFamily="18" charset="0"/>
                    <a:ea typeface="宋体" pitchFamily="2" charset="-122"/>
                  </a:rPr>
                  <a:t>状态无关。</a:t>
                </a:r>
                <a:endParaRPr lang="en-US" altLang="zh-CN" sz="1600" dirty="0">
                  <a:latin typeface="Times New Roman" panose="02020503050405090304" pitchFamily="18" charset="0"/>
                  <a:ea typeface="宋体" pitchFamily="2" charset="-122"/>
                </a:endParaRPr>
              </a:p>
            </p:txBody>
          </p:sp>
        </mc:Choice>
        <mc:Fallback>
          <p:sp>
            <p:nvSpPr>
              <p:cNvPr id="4" name="文本框 3"/>
              <p:cNvSpPr txBox="1">
                <a:spLocks noRot="1" noChangeAspect="1" noMove="1" noResize="1" noEditPoints="1" noAdjustHandles="1" noChangeArrowheads="1" noChangeShapeType="1" noTextEdit="1"/>
              </p:cNvSpPr>
              <p:nvPr/>
            </p:nvSpPr>
            <p:spPr>
              <a:xfrm>
                <a:off x="662391" y="971973"/>
                <a:ext cx="7824384" cy="2307748"/>
              </a:xfrm>
              <a:prstGeom prst="rect">
                <a:avLst/>
              </a:prstGeom>
              <a:blipFill rotWithShape="1">
                <a:blip r:embed="rId1"/>
                <a:stretch>
                  <a:fillRect l="-1" t="-18" r="-1234" b="-2094"/>
                </a:stretch>
              </a:blipFill>
              <a:ln>
                <a:noFill/>
              </a:ln>
            </p:spPr>
            <p:style>
              <a:lnRef idx="2">
                <a:schemeClr val="dk1"/>
              </a:lnRef>
              <a:fillRef idx="1">
                <a:schemeClr val="lt1"/>
              </a:fillRef>
              <a:effectRef idx="0">
                <a:schemeClr val="dk1"/>
              </a:effectRef>
              <a:fontRef idx="minor">
                <a:schemeClr val="dk1"/>
              </a:fontRef>
            </p:style>
            <p:txBody>
              <a:bodyPr/>
              <a:lstStyle/>
              <a:p>
                <a:r>
                  <a:rPr lang="zh-CN" altLang="en-US">
                    <a:noFill/>
                  </a:rPr>
                  <a:t> </a:t>
                </a:r>
              </a:p>
            </p:txBody>
          </p:sp>
        </mc:Fallback>
      </mc:AlternateContent>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标题 8"/>
          <p:cNvSpPr>
            <a:spLocks noGrp="1"/>
          </p:cNvSpPr>
          <p:nvPr>
            <p:ph type="title"/>
          </p:nvPr>
        </p:nvSpPr>
        <p:spPr/>
        <p:txBody>
          <a:bodyPr/>
          <a:lstStyle/>
          <a:p>
            <a:r>
              <a:rPr lang="en-US" altLang="zh-CN" sz="2400" b="1">
                <a:solidFill>
                  <a:srgbClr val="004C41"/>
                </a:solidFill>
                <a:ea typeface="宋体" pitchFamily="2" charset="-122"/>
                <a:cs typeface="+mn-ea"/>
                <a:sym typeface="+mn-lt"/>
              </a:rPr>
              <a:t>1. </a:t>
            </a:r>
            <a:r>
              <a:rPr lang="zh-CN" altLang="en-US" sz="2400" b="1">
                <a:solidFill>
                  <a:srgbClr val="004C41"/>
                </a:solidFill>
                <a:ea typeface="宋体" pitchFamily="2" charset="-122"/>
                <a:cs typeface="+mn-ea"/>
                <a:sym typeface="+mn-lt"/>
              </a:rPr>
              <a:t>隐马尔可夫模型</a:t>
            </a:r>
            <a:r>
              <a:rPr lang="en-US" altLang="zh-CN" sz="2400" b="1">
                <a:solidFill>
                  <a:srgbClr val="004C41"/>
                </a:solidFill>
                <a:ea typeface="宋体" pitchFamily="2" charset="-122"/>
                <a:cs typeface="+mn-ea"/>
                <a:sym typeface="+mn-lt"/>
              </a:rPr>
              <a:t>—— </a:t>
            </a:r>
            <a:r>
              <a:rPr lang="zh-CN" altLang="en-US" sz="1800" b="1">
                <a:solidFill>
                  <a:srgbClr val="004C41"/>
                </a:solidFill>
                <a:ea typeface="宋体" pitchFamily="2" charset="-122"/>
                <a:cs typeface="+mn-ea"/>
                <a:sym typeface="+mn-lt"/>
              </a:rPr>
              <a:t>（</a:t>
            </a:r>
            <a:r>
              <a:rPr lang="en-US" altLang="zh-CN" sz="1800" b="1">
                <a:solidFill>
                  <a:srgbClr val="004C41"/>
                </a:solidFill>
                <a:ea typeface="宋体" pitchFamily="2" charset="-122"/>
                <a:cs typeface="+mn-ea"/>
                <a:sym typeface="+mn-lt"/>
              </a:rPr>
              <a:t>3</a:t>
            </a:r>
            <a:r>
              <a:rPr lang="zh-CN" altLang="en-US" sz="1800" b="1">
                <a:solidFill>
                  <a:srgbClr val="004C41"/>
                </a:solidFill>
                <a:ea typeface="宋体" pitchFamily="2" charset="-122"/>
                <a:cs typeface="+mn-ea"/>
                <a:sym typeface="+mn-lt"/>
              </a:rPr>
              <a:t>）</a:t>
            </a:r>
            <a:r>
              <a:rPr lang="en-US" altLang="zh-CN" sz="1800" b="1">
                <a:solidFill>
                  <a:srgbClr val="004C41"/>
                </a:solidFill>
                <a:ea typeface="宋体" pitchFamily="2" charset="-122"/>
                <a:cs typeface="+mn-ea"/>
                <a:sym typeface="+mn-lt"/>
              </a:rPr>
              <a:t> </a:t>
            </a:r>
            <a:r>
              <a:rPr lang="zh-CN" altLang="en-US" sz="1800" b="1">
                <a:solidFill>
                  <a:srgbClr val="004C41"/>
                </a:solidFill>
                <a:ea typeface="宋体" pitchFamily="2" charset="-122"/>
                <a:cs typeface="+mn-ea"/>
                <a:sym typeface="+mn-lt"/>
              </a:rPr>
              <a:t>隐马尔可夫模型的两个基本假设</a:t>
            </a:r>
            <a:endParaRPr lang="zh-CN" altLang="en-US" sz="1800">
              <a:ea typeface="宋体" pitchFamily="2" charset="-122"/>
            </a:endParaRPr>
          </a:p>
        </p:txBody>
      </p:sp>
      <p:sp>
        <p:nvSpPr>
          <p:cNvPr id="7" name="日期占位符 6"/>
          <p:cNvSpPr>
            <a:spLocks noGrp="1"/>
          </p:cNvSpPr>
          <p:nvPr>
            <p:ph type="dt" sz="half" idx="10"/>
          </p:nvPr>
        </p:nvSpPr>
        <p:spPr/>
        <p:txBody>
          <a:bodyPr/>
          <a:lstStyle/>
          <a:p>
            <a:fld id="{7ADF1C40-2A10-4F91-B5B5-79FA8B351DFA}"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8" name="灯片编号占位符 7"/>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mc:AlternateContent xmlns:mc="http://schemas.openxmlformats.org/markup-compatibility/2006">
        <mc:Choice xmlns:a14="http://schemas.microsoft.com/office/drawing/2010/main" Requires="a14">
          <p:sp>
            <p:nvSpPr>
              <p:cNvPr id="14" name="文本框 13"/>
              <p:cNvSpPr txBox="1"/>
              <p:nvPr/>
            </p:nvSpPr>
            <p:spPr>
              <a:xfrm>
                <a:off x="1079616" y="3386891"/>
                <a:ext cx="7055708" cy="369332"/>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m:rPr>
                          <m:sty m:val="p"/>
                        </m:rPr>
                        <a:rPr lang="zh-CN" altLang="en-US" sz="1800" smtClean="0">
                          <a:solidFill>
                            <a:schemeClr val="tx1"/>
                          </a:solidFill>
                          <a:latin typeface="Cambria Math" panose="02040503050406030204" pitchFamily="18" charset="0"/>
                        </a:rPr>
                        <m:t>P</m:t>
                      </m:r>
                      <m:d>
                        <m:dPr>
                          <m:ctrlPr>
                            <a:rPr lang="zh-CN" altLang="en-US" sz="1800" i="1">
                              <a:solidFill>
                                <a:schemeClr val="tx1"/>
                              </a:solidFill>
                              <a:latin typeface="Cambria Math" panose="02040503050406030204" pitchFamily="18" charset="0"/>
                            </a:rPr>
                          </m:ctrlPr>
                        </m:dPr>
                        <m:e>
                          <m:sSub>
                            <m:sSubPr>
                              <m:ctrlPr>
                                <a:rPr lang="zh-CN" altLang="en-US" sz="1800" i="1">
                                  <a:solidFill>
                                    <a:schemeClr val="tx1"/>
                                  </a:solidFill>
                                  <a:latin typeface="Cambria Math" panose="02040503050406030204" pitchFamily="18" charset="0"/>
                                </a:rPr>
                              </m:ctrlPr>
                            </m:sSubPr>
                            <m:e>
                              <m:r>
                                <m:rPr>
                                  <m:sty m:val="p"/>
                                </m:rPr>
                                <a:rPr lang="zh-CN" altLang="en-US" sz="1800" i="0">
                                  <a:solidFill>
                                    <a:schemeClr val="tx1"/>
                                  </a:solidFill>
                                  <a:latin typeface="Cambria Math" panose="02040503050406030204" pitchFamily="18" charset="0"/>
                                </a:rPr>
                                <m:t>o</m:t>
                              </m:r>
                            </m:e>
                            <m:sub>
                              <m:r>
                                <m:rPr>
                                  <m:sty m:val="p"/>
                                </m:rPr>
                                <a:rPr lang="zh-CN" altLang="en-US" sz="1800" i="0">
                                  <a:solidFill>
                                    <a:schemeClr val="tx1"/>
                                  </a:solidFill>
                                  <a:latin typeface="Cambria Math" panose="02040503050406030204" pitchFamily="18" charset="0"/>
                                </a:rPr>
                                <m:t>t</m:t>
                              </m:r>
                            </m:sub>
                          </m:sSub>
                          <m:r>
                            <a:rPr lang="zh-CN" altLang="en-US" sz="1800" i="0">
                              <a:solidFill>
                                <a:schemeClr val="tx1"/>
                              </a:solidFill>
                              <a:latin typeface="Cambria Math" panose="02040503050406030204" pitchFamily="18" charset="0"/>
                            </a:rPr>
                            <m:t>∣</m:t>
                          </m:r>
                          <m:sSub>
                            <m:sSubPr>
                              <m:ctrlPr>
                                <a:rPr lang="zh-CN" altLang="en-US" sz="1800" i="1">
                                  <a:solidFill>
                                    <a:schemeClr val="tx1"/>
                                  </a:solidFill>
                                  <a:latin typeface="Cambria Math" panose="02040503050406030204" pitchFamily="18" charset="0"/>
                                </a:rPr>
                              </m:ctrlPr>
                            </m:sSubPr>
                            <m:e>
                              <m:r>
                                <m:rPr>
                                  <m:sty m:val="p"/>
                                </m:rPr>
                                <a:rPr lang="zh-CN" altLang="en-US" sz="1800" i="0">
                                  <a:solidFill>
                                    <a:schemeClr val="tx1"/>
                                  </a:solidFill>
                                  <a:latin typeface="Cambria Math" panose="02040503050406030204" pitchFamily="18" charset="0"/>
                                </a:rPr>
                                <m:t>i</m:t>
                              </m:r>
                            </m:e>
                            <m:sub>
                              <m:r>
                                <m:rPr>
                                  <m:sty m:val="p"/>
                                </m:rPr>
                                <a:rPr lang="zh-CN" altLang="en-US" sz="1800" i="0">
                                  <a:solidFill>
                                    <a:schemeClr val="tx1"/>
                                  </a:solidFill>
                                  <a:latin typeface="Cambria Math" panose="02040503050406030204" pitchFamily="18" charset="0"/>
                                </a:rPr>
                                <m:t>T</m:t>
                              </m:r>
                            </m:sub>
                          </m:sSub>
                          <m:r>
                            <a:rPr lang="zh-CN" altLang="en-US" sz="1800" i="0">
                              <a:solidFill>
                                <a:schemeClr val="tx1"/>
                              </a:solidFill>
                              <a:latin typeface="Cambria Math" panose="02040503050406030204" pitchFamily="18" charset="0"/>
                            </a:rPr>
                            <m:t>,</m:t>
                          </m:r>
                          <m:sSub>
                            <m:sSubPr>
                              <m:ctrlPr>
                                <a:rPr lang="zh-CN" altLang="en-US" sz="1800" i="1">
                                  <a:solidFill>
                                    <a:schemeClr val="tx1"/>
                                  </a:solidFill>
                                  <a:latin typeface="Cambria Math" panose="02040503050406030204" pitchFamily="18" charset="0"/>
                                </a:rPr>
                              </m:ctrlPr>
                            </m:sSubPr>
                            <m:e>
                              <m:r>
                                <m:rPr>
                                  <m:sty m:val="p"/>
                                </m:rPr>
                                <a:rPr lang="zh-CN" altLang="en-US" sz="1800" i="0">
                                  <a:solidFill>
                                    <a:schemeClr val="tx1"/>
                                  </a:solidFill>
                                  <a:latin typeface="Cambria Math" panose="02040503050406030204" pitchFamily="18" charset="0"/>
                                </a:rPr>
                                <m:t>o</m:t>
                              </m:r>
                            </m:e>
                            <m:sub>
                              <m:r>
                                <m:rPr>
                                  <m:sty m:val="p"/>
                                </m:rPr>
                                <a:rPr lang="zh-CN" altLang="en-US" sz="1800" i="0">
                                  <a:solidFill>
                                    <a:schemeClr val="tx1"/>
                                  </a:solidFill>
                                  <a:latin typeface="Cambria Math" panose="02040503050406030204" pitchFamily="18" charset="0"/>
                                </a:rPr>
                                <m:t>T</m:t>
                              </m:r>
                            </m:sub>
                          </m:sSub>
                          <m:r>
                            <a:rPr lang="zh-CN" altLang="en-US" sz="1800" i="0">
                              <a:solidFill>
                                <a:schemeClr val="tx1"/>
                              </a:solidFill>
                              <a:latin typeface="Cambria Math" panose="02040503050406030204" pitchFamily="18" charset="0"/>
                            </a:rPr>
                            <m:t>,</m:t>
                          </m:r>
                          <m:sSub>
                            <m:sSubPr>
                              <m:ctrlPr>
                                <a:rPr lang="zh-CN" altLang="en-US" sz="1800" i="1">
                                  <a:solidFill>
                                    <a:schemeClr val="tx1"/>
                                  </a:solidFill>
                                  <a:latin typeface="Cambria Math" panose="02040503050406030204" pitchFamily="18" charset="0"/>
                                </a:rPr>
                              </m:ctrlPr>
                            </m:sSubPr>
                            <m:e>
                              <m:r>
                                <m:rPr>
                                  <m:sty m:val="p"/>
                                </m:rPr>
                                <a:rPr lang="zh-CN" altLang="en-US" sz="1800" i="0">
                                  <a:solidFill>
                                    <a:schemeClr val="tx1"/>
                                  </a:solidFill>
                                  <a:latin typeface="Cambria Math" panose="02040503050406030204" pitchFamily="18" charset="0"/>
                                </a:rPr>
                                <m:t>i</m:t>
                              </m:r>
                            </m:e>
                            <m:sub>
                              <m:r>
                                <m:rPr>
                                  <m:sty m:val="p"/>
                                </m:rPr>
                                <a:rPr lang="zh-CN" altLang="en-US" sz="1800" i="0">
                                  <a:solidFill>
                                    <a:schemeClr val="tx1"/>
                                  </a:solidFill>
                                  <a:latin typeface="Cambria Math" panose="02040503050406030204" pitchFamily="18" charset="0"/>
                                </a:rPr>
                                <m:t>T</m:t>
                              </m:r>
                              <m:r>
                                <a:rPr lang="zh-CN" altLang="en-US" sz="1800" i="0">
                                  <a:solidFill>
                                    <a:schemeClr val="tx1"/>
                                  </a:solidFill>
                                  <a:latin typeface="Cambria Math" panose="02040503050406030204" pitchFamily="18" charset="0"/>
                                </a:rPr>
                                <m:t>−</m:t>
                              </m:r>
                              <m:r>
                                <a:rPr lang="zh-CN" altLang="en-US" sz="1800" i="0">
                                  <a:solidFill>
                                    <a:schemeClr val="tx1"/>
                                  </a:solidFill>
                                  <a:latin typeface="Cambria Math" panose="02040503050406030204" pitchFamily="18" charset="0"/>
                                </a:rPr>
                                <m:t>1</m:t>
                              </m:r>
                            </m:sub>
                          </m:sSub>
                          <m:r>
                            <a:rPr lang="zh-CN" altLang="en-US" sz="1800" i="0">
                              <a:solidFill>
                                <a:schemeClr val="tx1"/>
                              </a:solidFill>
                              <a:latin typeface="Cambria Math" panose="02040503050406030204" pitchFamily="18" charset="0"/>
                            </a:rPr>
                            <m:t>,</m:t>
                          </m:r>
                          <m:sSub>
                            <m:sSubPr>
                              <m:ctrlPr>
                                <a:rPr lang="zh-CN" altLang="en-US" sz="1800" i="1">
                                  <a:solidFill>
                                    <a:schemeClr val="tx1"/>
                                  </a:solidFill>
                                  <a:latin typeface="Cambria Math" panose="02040503050406030204" pitchFamily="18" charset="0"/>
                                </a:rPr>
                              </m:ctrlPr>
                            </m:sSubPr>
                            <m:e>
                              <m:r>
                                <m:rPr>
                                  <m:sty m:val="p"/>
                                </m:rPr>
                                <a:rPr lang="zh-CN" altLang="en-US" sz="1800" i="0">
                                  <a:solidFill>
                                    <a:schemeClr val="tx1"/>
                                  </a:solidFill>
                                  <a:latin typeface="Cambria Math" panose="02040503050406030204" pitchFamily="18" charset="0"/>
                                </a:rPr>
                                <m:t>o</m:t>
                              </m:r>
                            </m:e>
                            <m:sub>
                              <m:r>
                                <m:rPr>
                                  <m:sty m:val="p"/>
                                </m:rPr>
                                <a:rPr lang="zh-CN" altLang="en-US" sz="1800" i="0">
                                  <a:solidFill>
                                    <a:schemeClr val="tx1"/>
                                  </a:solidFill>
                                  <a:latin typeface="Cambria Math" panose="02040503050406030204" pitchFamily="18" charset="0"/>
                                </a:rPr>
                                <m:t>T</m:t>
                              </m:r>
                              <m:r>
                                <a:rPr lang="zh-CN" altLang="en-US" sz="1800" i="0">
                                  <a:solidFill>
                                    <a:schemeClr val="tx1"/>
                                  </a:solidFill>
                                  <a:latin typeface="Cambria Math" panose="02040503050406030204" pitchFamily="18" charset="0"/>
                                </a:rPr>
                                <m:t>−</m:t>
                              </m:r>
                              <m:r>
                                <a:rPr lang="zh-CN" altLang="en-US" sz="1800" i="0">
                                  <a:solidFill>
                                    <a:schemeClr val="tx1"/>
                                  </a:solidFill>
                                  <a:latin typeface="Cambria Math" panose="02040503050406030204" pitchFamily="18" charset="0"/>
                                </a:rPr>
                                <m:t>1</m:t>
                              </m:r>
                            </m:sub>
                          </m:sSub>
                          <m:r>
                            <a:rPr lang="zh-CN" altLang="en-US" sz="1800" i="0">
                              <a:solidFill>
                                <a:schemeClr val="tx1"/>
                              </a:solidFill>
                              <a:latin typeface="Cambria Math" panose="02040503050406030204" pitchFamily="18" charset="0"/>
                            </a:rPr>
                            <m:t>,⋯,</m:t>
                          </m:r>
                          <m:sSub>
                            <m:sSubPr>
                              <m:ctrlPr>
                                <a:rPr lang="zh-CN" altLang="en-US" sz="1800" i="1">
                                  <a:solidFill>
                                    <a:schemeClr val="tx1"/>
                                  </a:solidFill>
                                  <a:latin typeface="Cambria Math" panose="02040503050406030204" pitchFamily="18" charset="0"/>
                                </a:rPr>
                              </m:ctrlPr>
                            </m:sSubPr>
                            <m:e>
                              <m:r>
                                <m:rPr>
                                  <m:sty m:val="p"/>
                                </m:rPr>
                                <a:rPr lang="zh-CN" altLang="en-US" sz="1800" i="0">
                                  <a:solidFill>
                                    <a:schemeClr val="tx1"/>
                                  </a:solidFill>
                                  <a:latin typeface="Cambria Math" panose="02040503050406030204" pitchFamily="18" charset="0"/>
                                </a:rPr>
                                <m:t>i</m:t>
                              </m:r>
                            </m:e>
                            <m:sub>
                              <m:r>
                                <m:rPr>
                                  <m:sty m:val="p"/>
                                </m:rPr>
                                <a:rPr lang="zh-CN" altLang="en-US" sz="1800" i="0">
                                  <a:solidFill>
                                    <a:schemeClr val="tx1"/>
                                  </a:solidFill>
                                  <a:latin typeface="Cambria Math" panose="02040503050406030204" pitchFamily="18" charset="0"/>
                                </a:rPr>
                                <m:t>t</m:t>
                              </m:r>
                              <m:r>
                                <a:rPr lang="zh-CN" altLang="en-US" sz="1800" i="0">
                                  <a:solidFill>
                                    <a:schemeClr val="tx1"/>
                                  </a:solidFill>
                                  <a:latin typeface="Cambria Math" panose="02040503050406030204" pitchFamily="18" charset="0"/>
                                </a:rPr>
                                <m:t>+</m:t>
                              </m:r>
                              <m:r>
                                <a:rPr lang="zh-CN" altLang="en-US" sz="1800" i="0">
                                  <a:solidFill>
                                    <a:schemeClr val="tx1"/>
                                  </a:solidFill>
                                  <a:latin typeface="Cambria Math" panose="02040503050406030204" pitchFamily="18" charset="0"/>
                                </a:rPr>
                                <m:t>1</m:t>
                              </m:r>
                            </m:sub>
                          </m:sSub>
                          <m:r>
                            <a:rPr lang="zh-CN" altLang="en-US" sz="1800" i="0">
                              <a:solidFill>
                                <a:schemeClr val="tx1"/>
                              </a:solidFill>
                              <a:latin typeface="Cambria Math" panose="02040503050406030204" pitchFamily="18" charset="0"/>
                            </a:rPr>
                            <m:t>,</m:t>
                          </m:r>
                          <m:sSub>
                            <m:sSubPr>
                              <m:ctrlPr>
                                <a:rPr lang="zh-CN" altLang="en-US" sz="1800" i="1">
                                  <a:solidFill>
                                    <a:schemeClr val="tx1"/>
                                  </a:solidFill>
                                  <a:latin typeface="Cambria Math" panose="02040503050406030204" pitchFamily="18" charset="0"/>
                                </a:rPr>
                              </m:ctrlPr>
                            </m:sSubPr>
                            <m:e>
                              <m:r>
                                <m:rPr>
                                  <m:sty m:val="p"/>
                                </m:rPr>
                                <a:rPr lang="zh-CN" altLang="en-US" sz="1800" i="0">
                                  <a:solidFill>
                                    <a:schemeClr val="tx1"/>
                                  </a:solidFill>
                                  <a:latin typeface="Cambria Math" panose="02040503050406030204" pitchFamily="18" charset="0"/>
                                </a:rPr>
                                <m:t>o</m:t>
                              </m:r>
                            </m:e>
                            <m:sub>
                              <m:r>
                                <m:rPr>
                                  <m:sty m:val="p"/>
                                </m:rPr>
                                <a:rPr lang="zh-CN" altLang="en-US" sz="1800" i="0">
                                  <a:solidFill>
                                    <a:schemeClr val="tx1"/>
                                  </a:solidFill>
                                  <a:latin typeface="Cambria Math" panose="02040503050406030204" pitchFamily="18" charset="0"/>
                                </a:rPr>
                                <m:t>t</m:t>
                              </m:r>
                              <m:r>
                                <a:rPr lang="zh-CN" altLang="en-US" sz="1800" i="0">
                                  <a:solidFill>
                                    <a:schemeClr val="tx1"/>
                                  </a:solidFill>
                                  <a:latin typeface="Cambria Math" panose="02040503050406030204" pitchFamily="18" charset="0"/>
                                </a:rPr>
                                <m:t>+</m:t>
                              </m:r>
                              <m:r>
                                <a:rPr lang="zh-CN" altLang="en-US" sz="1800" i="0">
                                  <a:solidFill>
                                    <a:schemeClr val="tx1"/>
                                  </a:solidFill>
                                  <a:latin typeface="Cambria Math" panose="02040503050406030204" pitchFamily="18" charset="0"/>
                                </a:rPr>
                                <m:t>1</m:t>
                              </m:r>
                            </m:sub>
                          </m:sSub>
                          <m:r>
                            <a:rPr lang="zh-CN" altLang="en-US" sz="1800" i="0">
                              <a:solidFill>
                                <a:schemeClr val="tx1"/>
                              </a:solidFill>
                              <a:latin typeface="Cambria Math" panose="02040503050406030204" pitchFamily="18" charset="0"/>
                            </a:rPr>
                            <m:t>,</m:t>
                          </m:r>
                          <m:sSub>
                            <m:sSubPr>
                              <m:ctrlPr>
                                <a:rPr lang="zh-CN" altLang="en-US" sz="1800" i="1">
                                  <a:solidFill>
                                    <a:schemeClr val="tx1"/>
                                  </a:solidFill>
                                  <a:latin typeface="Cambria Math" panose="02040503050406030204" pitchFamily="18" charset="0"/>
                                </a:rPr>
                              </m:ctrlPr>
                            </m:sSubPr>
                            <m:e>
                              <m:r>
                                <m:rPr>
                                  <m:sty m:val="p"/>
                                </m:rPr>
                                <a:rPr lang="zh-CN" altLang="en-US" sz="1800" i="0">
                                  <a:solidFill>
                                    <a:schemeClr val="tx1"/>
                                  </a:solidFill>
                                  <a:latin typeface="Cambria Math" panose="02040503050406030204" pitchFamily="18" charset="0"/>
                                </a:rPr>
                                <m:t>i</m:t>
                              </m:r>
                            </m:e>
                            <m:sub>
                              <m:r>
                                <m:rPr>
                                  <m:sty m:val="p"/>
                                </m:rPr>
                                <a:rPr lang="zh-CN" altLang="en-US" sz="1800" i="0">
                                  <a:solidFill>
                                    <a:schemeClr val="tx1"/>
                                  </a:solidFill>
                                  <a:latin typeface="Cambria Math" panose="02040503050406030204" pitchFamily="18" charset="0"/>
                                </a:rPr>
                                <m:t>t</m:t>
                              </m:r>
                            </m:sub>
                          </m:sSub>
                          <m:r>
                            <a:rPr lang="zh-CN" altLang="en-US" sz="1800" i="0">
                              <a:solidFill>
                                <a:schemeClr val="tx1"/>
                              </a:solidFill>
                              <a:latin typeface="Cambria Math" panose="02040503050406030204" pitchFamily="18" charset="0"/>
                            </a:rPr>
                            <m:t>,</m:t>
                          </m:r>
                          <m:sSub>
                            <m:sSubPr>
                              <m:ctrlPr>
                                <a:rPr lang="zh-CN" altLang="en-US" sz="1800" i="1">
                                  <a:solidFill>
                                    <a:schemeClr val="tx1"/>
                                  </a:solidFill>
                                  <a:latin typeface="Cambria Math" panose="02040503050406030204" pitchFamily="18" charset="0"/>
                                </a:rPr>
                              </m:ctrlPr>
                            </m:sSubPr>
                            <m:e>
                              <m:r>
                                <m:rPr>
                                  <m:sty m:val="p"/>
                                </m:rPr>
                                <a:rPr lang="zh-CN" altLang="en-US" sz="1800" i="0">
                                  <a:solidFill>
                                    <a:schemeClr val="tx1"/>
                                  </a:solidFill>
                                  <a:latin typeface="Cambria Math" panose="02040503050406030204" pitchFamily="18" charset="0"/>
                                </a:rPr>
                                <m:t>i</m:t>
                              </m:r>
                            </m:e>
                            <m:sub>
                              <m:r>
                                <m:rPr>
                                  <m:sty m:val="p"/>
                                </m:rPr>
                                <a:rPr lang="zh-CN" altLang="en-US" sz="1800" i="0">
                                  <a:solidFill>
                                    <a:schemeClr val="tx1"/>
                                  </a:solidFill>
                                  <a:latin typeface="Cambria Math" panose="02040503050406030204" pitchFamily="18" charset="0"/>
                                </a:rPr>
                                <m:t>t</m:t>
                              </m:r>
                              <m:r>
                                <a:rPr lang="zh-CN" altLang="en-US" sz="1800" i="0">
                                  <a:solidFill>
                                    <a:schemeClr val="tx1"/>
                                  </a:solidFill>
                                  <a:latin typeface="Cambria Math" panose="02040503050406030204" pitchFamily="18" charset="0"/>
                                </a:rPr>
                                <m:t>−</m:t>
                              </m:r>
                              <m:r>
                                <a:rPr lang="zh-CN" altLang="en-US" sz="1800" i="0">
                                  <a:solidFill>
                                    <a:schemeClr val="tx1"/>
                                  </a:solidFill>
                                  <a:latin typeface="Cambria Math" panose="02040503050406030204" pitchFamily="18" charset="0"/>
                                </a:rPr>
                                <m:t>1</m:t>
                              </m:r>
                            </m:sub>
                          </m:sSub>
                          <m:r>
                            <a:rPr lang="zh-CN" altLang="en-US" sz="1800" i="0">
                              <a:solidFill>
                                <a:schemeClr val="tx1"/>
                              </a:solidFill>
                              <a:latin typeface="Cambria Math" panose="02040503050406030204" pitchFamily="18" charset="0"/>
                            </a:rPr>
                            <m:t>,</m:t>
                          </m:r>
                          <m:sSub>
                            <m:sSubPr>
                              <m:ctrlPr>
                                <a:rPr lang="zh-CN" altLang="en-US" sz="1800" i="1">
                                  <a:solidFill>
                                    <a:schemeClr val="tx1"/>
                                  </a:solidFill>
                                  <a:latin typeface="Cambria Math" panose="02040503050406030204" pitchFamily="18" charset="0"/>
                                </a:rPr>
                              </m:ctrlPr>
                            </m:sSubPr>
                            <m:e>
                              <m:r>
                                <m:rPr>
                                  <m:sty m:val="p"/>
                                </m:rPr>
                                <a:rPr lang="zh-CN" altLang="en-US" sz="1800" i="0">
                                  <a:solidFill>
                                    <a:schemeClr val="tx1"/>
                                  </a:solidFill>
                                  <a:latin typeface="Cambria Math" panose="02040503050406030204" pitchFamily="18" charset="0"/>
                                </a:rPr>
                                <m:t>o</m:t>
                              </m:r>
                            </m:e>
                            <m:sub>
                              <m:r>
                                <m:rPr>
                                  <m:sty m:val="p"/>
                                </m:rPr>
                                <a:rPr lang="zh-CN" altLang="en-US" sz="1800" i="0">
                                  <a:solidFill>
                                    <a:schemeClr val="tx1"/>
                                  </a:solidFill>
                                  <a:latin typeface="Cambria Math" panose="02040503050406030204" pitchFamily="18" charset="0"/>
                                </a:rPr>
                                <m:t>t</m:t>
                              </m:r>
                              <m:r>
                                <a:rPr lang="zh-CN" altLang="en-US" sz="1800" i="0">
                                  <a:solidFill>
                                    <a:schemeClr val="tx1"/>
                                  </a:solidFill>
                                  <a:latin typeface="Cambria Math" panose="02040503050406030204" pitchFamily="18" charset="0"/>
                                </a:rPr>
                                <m:t>−</m:t>
                              </m:r>
                              <m:r>
                                <a:rPr lang="zh-CN" altLang="en-US" sz="1800" i="0">
                                  <a:solidFill>
                                    <a:schemeClr val="tx1"/>
                                  </a:solidFill>
                                  <a:latin typeface="Cambria Math" panose="02040503050406030204" pitchFamily="18" charset="0"/>
                                </a:rPr>
                                <m:t>1</m:t>
                              </m:r>
                            </m:sub>
                          </m:sSub>
                          <m:r>
                            <a:rPr lang="zh-CN" altLang="en-US" sz="1800" i="0">
                              <a:solidFill>
                                <a:schemeClr val="tx1"/>
                              </a:solidFill>
                              <a:latin typeface="Cambria Math" panose="02040503050406030204" pitchFamily="18" charset="0"/>
                            </a:rPr>
                            <m:t>,⋯,</m:t>
                          </m:r>
                          <m:sSub>
                            <m:sSubPr>
                              <m:ctrlPr>
                                <a:rPr lang="zh-CN" altLang="en-US" sz="1800" i="1">
                                  <a:solidFill>
                                    <a:schemeClr val="tx1"/>
                                  </a:solidFill>
                                  <a:latin typeface="Cambria Math" panose="02040503050406030204" pitchFamily="18" charset="0"/>
                                </a:rPr>
                              </m:ctrlPr>
                            </m:sSubPr>
                            <m:e>
                              <m:r>
                                <m:rPr>
                                  <m:sty m:val="p"/>
                                </m:rPr>
                                <a:rPr lang="zh-CN" altLang="en-US" sz="1800" i="0">
                                  <a:solidFill>
                                    <a:schemeClr val="tx1"/>
                                  </a:solidFill>
                                  <a:latin typeface="Cambria Math" panose="02040503050406030204" pitchFamily="18" charset="0"/>
                                </a:rPr>
                                <m:t>i</m:t>
                              </m:r>
                            </m:e>
                            <m:sub>
                              <m:r>
                                <a:rPr lang="zh-CN" altLang="en-US" sz="1800" i="0">
                                  <a:solidFill>
                                    <a:schemeClr val="tx1"/>
                                  </a:solidFill>
                                  <a:latin typeface="Cambria Math" panose="02040503050406030204" pitchFamily="18" charset="0"/>
                                </a:rPr>
                                <m:t>1</m:t>
                              </m:r>
                            </m:sub>
                          </m:sSub>
                          <m:r>
                            <a:rPr lang="zh-CN" altLang="en-US" sz="1800" i="0">
                              <a:solidFill>
                                <a:schemeClr val="tx1"/>
                              </a:solidFill>
                              <a:latin typeface="Cambria Math" panose="02040503050406030204" pitchFamily="18" charset="0"/>
                            </a:rPr>
                            <m:t>,</m:t>
                          </m:r>
                          <m:sSub>
                            <m:sSubPr>
                              <m:ctrlPr>
                                <a:rPr lang="zh-CN" altLang="en-US" sz="1800" i="1">
                                  <a:solidFill>
                                    <a:schemeClr val="tx1"/>
                                  </a:solidFill>
                                  <a:latin typeface="Cambria Math" panose="02040503050406030204" pitchFamily="18" charset="0"/>
                                </a:rPr>
                              </m:ctrlPr>
                            </m:sSubPr>
                            <m:e>
                              <m:r>
                                <m:rPr>
                                  <m:sty m:val="p"/>
                                </m:rPr>
                                <a:rPr lang="zh-CN" altLang="en-US" sz="1800" i="0">
                                  <a:solidFill>
                                    <a:schemeClr val="tx1"/>
                                  </a:solidFill>
                                  <a:latin typeface="Cambria Math" panose="02040503050406030204" pitchFamily="18" charset="0"/>
                                </a:rPr>
                                <m:t>o</m:t>
                              </m:r>
                            </m:e>
                            <m:sub>
                              <m:r>
                                <a:rPr lang="zh-CN" altLang="en-US" sz="1800" i="0">
                                  <a:solidFill>
                                    <a:schemeClr val="tx1"/>
                                  </a:solidFill>
                                  <a:latin typeface="Cambria Math" panose="02040503050406030204" pitchFamily="18" charset="0"/>
                                </a:rPr>
                                <m:t>1</m:t>
                              </m:r>
                            </m:sub>
                          </m:sSub>
                        </m:e>
                      </m:d>
                      <m:r>
                        <a:rPr lang="zh-CN" altLang="en-US" sz="1800" i="0">
                          <a:solidFill>
                            <a:schemeClr val="tx1"/>
                          </a:solidFill>
                          <a:latin typeface="Cambria Math" panose="02040503050406030204" pitchFamily="18" charset="0"/>
                        </a:rPr>
                        <m:t>=</m:t>
                      </m:r>
                      <m:r>
                        <m:rPr>
                          <m:sty m:val="p"/>
                        </m:rPr>
                        <a:rPr lang="zh-CN" altLang="en-US" sz="1800" i="0">
                          <a:solidFill>
                            <a:schemeClr val="tx1"/>
                          </a:solidFill>
                          <a:latin typeface="Cambria Math" panose="02040503050406030204" pitchFamily="18" charset="0"/>
                        </a:rPr>
                        <m:t>P</m:t>
                      </m:r>
                      <m:d>
                        <m:dPr>
                          <m:ctrlPr>
                            <a:rPr lang="zh-CN" altLang="en-US" sz="1800" i="1">
                              <a:solidFill>
                                <a:schemeClr val="tx1"/>
                              </a:solidFill>
                              <a:latin typeface="Cambria Math" panose="02040503050406030204" pitchFamily="18" charset="0"/>
                            </a:rPr>
                          </m:ctrlPr>
                        </m:dPr>
                        <m:e>
                          <m:sSub>
                            <m:sSubPr>
                              <m:ctrlPr>
                                <a:rPr lang="zh-CN" altLang="en-US" sz="1800" i="1">
                                  <a:solidFill>
                                    <a:schemeClr val="tx1"/>
                                  </a:solidFill>
                                  <a:latin typeface="Cambria Math" panose="02040503050406030204" pitchFamily="18" charset="0"/>
                                </a:rPr>
                              </m:ctrlPr>
                            </m:sSubPr>
                            <m:e>
                              <m:r>
                                <m:rPr>
                                  <m:sty m:val="p"/>
                                </m:rPr>
                                <a:rPr lang="zh-CN" altLang="en-US" sz="1800" i="0">
                                  <a:solidFill>
                                    <a:schemeClr val="tx1"/>
                                  </a:solidFill>
                                  <a:latin typeface="Cambria Math" panose="02040503050406030204" pitchFamily="18" charset="0"/>
                                </a:rPr>
                                <m:t>o</m:t>
                              </m:r>
                            </m:e>
                            <m:sub>
                              <m:r>
                                <m:rPr>
                                  <m:sty m:val="p"/>
                                </m:rPr>
                                <a:rPr lang="zh-CN" altLang="en-US" sz="1800" i="0">
                                  <a:solidFill>
                                    <a:schemeClr val="tx1"/>
                                  </a:solidFill>
                                  <a:latin typeface="Cambria Math" panose="02040503050406030204" pitchFamily="18" charset="0"/>
                                </a:rPr>
                                <m:t>t</m:t>
                              </m:r>
                            </m:sub>
                          </m:sSub>
                          <m:r>
                            <a:rPr lang="zh-CN" altLang="en-US" sz="1800" i="0">
                              <a:solidFill>
                                <a:schemeClr val="tx1"/>
                              </a:solidFill>
                              <a:latin typeface="Cambria Math" panose="02040503050406030204" pitchFamily="18" charset="0"/>
                            </a:rPr>
                            <m:t>∣</m:t>
                          </m:r>
                          <m:sSub>
                            <m:sSubPr>
                              <m:ctrlPr>
                                <a:rPr lang="zh-CN" altLang="en-US" sz="1800" i="1">
                                  <a:solidFill>
                                    <a:schemeClr val="tx1"/>
                                  </a:solidFill>
                                  <a:latin typeface="Cambria Math" panose="02040503050406030204" pitchFamily="18" charset="0"/>
                                </a:rPr>
                              </m:ctrlPr>
                            </m:sSubPr>
                            <m:e>
                              <m:r>
                                <m:rPr>
                                  <m:sty m:val="p"/>
                                </m:rPr>
                                <a:rPr lang="zh-CN" altLang="en-US" sz="1800" i="0">
                                  <a:solidFill>
                                    <a:schemeClr val="tx1"/>
                                  </a:solidFill>
                                  <a:latin typeface="Cambria Math" panose="02040503050406030204" pitchFamily="18" charset="0"/>
                                </a:rPr>
                                <m:t>i</m:t>
                              </m:r>
                            </m:e>
                            <m:sub>
                              <m:r>
                                <m:rPr>
                                  <m:sty m:val="p"/>
                                </m:rPr>
                                <a:rPr lang="zh-CN" altLang="en-US" sz="1800" i="0">
                                  <a:solidFill>
                                    <a:schemeClr val="tx1"/>
                                  </a:solidFill>
                                  <a:latin typeface="Cambria Math" panose="02040503050406030204" pitchFamily="18" charset="0"/>
                                </a:rPr>
                                <m:t>t</m:t>
                              </m:r>
                            </m:sub>
                          </m:sSub>
                        </m:e>
                      </m:d>
                    </m:oMath>
                  </m:oMathPara>
                </a14:m>
                <a:endParaRPr lang="zh-CN" altLang="en-US" sz="1800">
                  <a:solidFill>
                    <a:schemeClr val="tx1"/>
                  </a:solidFill>
                  <a:latin typeface="Times New Roman" panose="02020503050405090304" pitchFamily="18" charset="0"/>
                  <a:ea typeface="宋体" pitchFamily="2" charset="-122"/>
                </a:endParaRPr>
              </a:p>
            </p:txBody>
          </p:sp>
        </mc:Choice>
        <mc:Fallback>
          <p:sp>
            <p:nvSpPr>
              <p:cNvPr id="14" name="文本框 13"/>
              <p:cNvSpPr txBox="1">
                <a:spLocks noRot="1" noChangeAspect="1" noMove="1" noResize="1" noEditPoints="1" noAdjustHandles="1" noChangeArrowheads="1" noChangeShapeType="1" noTextEdit="1"/>
              </p:cNvSpPr>
              <p:nvPr/>
            </p:nvSpPr>
            <p:spPr>
              <a:xfrm>
                <a:off x="1079616" y="3386891"/>
                <a:ext cx="7055708" cy="369332"/>
              </a:xfrm>
              <a:prstGeom prst="rect">
                <a:avLst/>
              </a:prstGeom>
              <a:blipFill rotWithShape="1">
                <a:blip r:embed="rId2"/>
                <a:stretch>
                  <a:fillRect l="-2" t="-118" r="5" b="54"/>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2"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animBg="1"/>
      <p:bldP spid="4" grpId="2" bldLvl="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descr="7b0a202020202262756c6c6574223a20227b5c2263617465676f727949645c223a31303030362c5c2274656d706c61746549645c223a32303233313236327d220a7d0a"/>
          <p:cNvSpPr txBox="1"/>
          <p:nvPr/>
        </p:nvSpPr>
        <p:spPr>
          <a:xfrm>
            <a:off x="362427" y="894921"/>
            <a:ext cx="8569063" cy="3784600"/>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indent="457200">
              <a:lnSpc>
                <a:spcPct val="150000"/>
              </a:lnSpc>
            </a:pPr>
            <a:r>
              <a:rPr sz="1600" dirty="0" err="1">
                <a:latin typeface="Times New Roman" panose="02020503050405090304" pitchFamily="18" charset="0"/>
                <a:ea typeface="宋体" pitchFamily="2" charset="-122"/>
              </a:rPr>
              <a:t>一般地，将HMM表示为模型</a:t>
            </a:r>
            <a:r>
              <a:rPr sz="1600" dirty="0" err="1">
                <a:solidFill>
                  <a:srgbClr val="FF0000"/>
                </a:solidFill>
                <a:latin typeface="Times New Roman" panose="02020503050405090304" pitchFamily="18" charset="0"/>
                <a:ea typeface="宋体" pitchFamily="2" charset="-122"/>
              </a:rPr>
              <a:t>λ</a:t>
            </a:r>
            <a:r>
              <a:rPr sz="1600" dirty="0">
                <a:solidFill>
                  <a:srgbClr val="FF0000"/>
                </a:solidFill>
                <a:latin typeface="Times New Roman" panose="02020503050405090304" pitchFamily="18" charset="0"/>
                <a:ea typeface="宋体" pitchFamily="2" charset="-122"/>
              </a:rPr>
              <a:t>=(A,B,π)</a:t>
            </a:r>
            <a:r>
              <a:rPr sz="1600" dirty="0">
                <a:solidFill>
                  <a:schemeClr val="tx1"/>
                </a:solidFill>
                <a:latin typeface="Times New Roman" panose="02020503050405090304" pitchFamily="18" charset="0"/>
                <a:ea typeface="宋体" pitchFamily="2" charset="-122"/>
              </a:rPr>
              <a:t>，</a:t>
            </a:r>
            <a:r>
              <a:rPr sz="1600" dirty="0" err="1">
                <a:latin typeface="Times New Roman" panose="02020503050405090304" pitchFamily="18" charset="0"/>
                <a:ea typeface="宋体" pitchFamily="2" charset="-122"/>
              </a:rPr>
              <a:t>状态序列为I，对应观测序列为</a:t>
            </a:r>
            <a:r>
              <a:rPr sz="1600" err="1">
                <a:latin typeface="Times New Roman" panose="02020503050405090304" pitchFamily="18" charset="0"/>
                <a:ea typeface="宋体" pitchFamily="2" charset="-122"/>
              </a:rPr>
              <a:t>O</a:t>
            </a:r>
            <a:r>
              <a:rPr sz="1600">
                <a:latin typeface="Times New Roman" panose="02020503050405090304" pitchFamily="18" charset="0"/>
                <a:ea typeface="宋体" pitchFamily="2" charset="-122"/>
              </a:rPr>
              <a:t>。对于这三个基本参数</a:t>
            </a:r>
            <a:r>
              <a:rPr sz="1600" dirty="0">
                <a:latin typeface="Times New Roman" panose="02020503050405090304" pitchFamily="18" charset="0"/>
                <a:ea typeface="宋体" pitchFamily="2" charset="-122"/>
              </a:rPr>
              <a:t>，HMM 有三个基本问题 ： </a:t>
            </a:r>
            <a:endParaRPr sz="1600" dirty="0">
              <a:latin typeface="Times New Roman" panose="02020503050405090304" pitchFamily="18" charset="0"/>
              <a:ea typeface="宋体" pitchFamily="2" charset="-122"/>
            </a:endParaRPr>
          </a:p>
          <a:p>
            <a:pPr indent="457200">
              <a:lnSpc>
                <a:spcPct val="150000"/>
              </a:lnSpc>
              <a:buNone/>
            </a:pPr>
            <a:r>
              <a:rPr sz="1600">
                <a:latin typeface="Times New Roman" panose="02020503050405090304" pitchFamily="18" charset="0"/>
                <a:ea typeface="宋体" pitchFamily="2" charset="-122"/>
              </a:rPr>
              <a:t>（</a:t>
            </a:r>
            <a:r>
              <a:rPr sz="1600" dirty="0">
                <a:latin typeface="Times New Roman" panose="02020503050405090304" pitchFamily="18" charset="0"/>
                <a:ea typeface="宋体" pitchFamily="2" charset="-122"/>
              </a:rPr>
              <a:t>1）</a:t>
            </a:r>
            <a:r>
              <a:rPr sz="1600" dirty="0">
                <a:solidFill>
                  <a:srgbClr val="FF0000"/>
                </a:solidFill>
                <a:latin typeface="Times New Roman" panose="02020503050405090304" pitchFamily="18" charset="0"/>
                <a:ea typeface="宋体" pitchFamily="2" charset="-122"/>
              </a:rPr>
              <a:t>概率计算问题</a:t>
            </a:r>
            <a:r>
              <a:rPr sz="1600" dirty="0">
                <a:latin typeface="Times New Roman" panose="02020503050405090304" pitchFamily="18" charset="0"/>
                <a:ea typeface="宋体" pitchFamily="2" charset="-122"/>
              </a:rPr>
              <a:t>。给定模型λ=(A,B,π)</a:t>
            </a:r>
            <a:r>
              <a:rPr sz="1600" dirty="0" err="1">
                <a:latin typeface="Times New Roman" panose="02020503050405090304" pitchFamily="18" charset="0"/>
                <a:ea typeface="宋体" pitchFamily="2" charset="-122"/>
              </a:rPr>
              <a:t>和观测序列O</a:t>
            </a:r>
            <a:r>
              <a:rPr sz="1600" dirty="0">
                <a:latin typeface="Times New Roman" panose="02020503050405090304" pitchFamily="18" charset="0"/>
                <a:ea typeface="宋体" pitchFamily="2" charset="-122"/>
              </a:rPr>
              <a:t>=(o</a:t>
            </a:r>
            <a:r>
              <a:rPr sz="1600" baseline="-25000" dirty="0">
                <a:latin typeface="Times New Roman" panose="02020503050405090304" pitchFamily="18" charset="0"/>
                <a:ea typeface="宋体" pitchFamily="2" charset="-122"/>
              </a:rPr>
              <a:t>1</a:t>
            </a:r>
            <a:r>
              <a:rPr sz="1600" dirty="0">
                <a:latin typeface="Times New Roman" panose="02020503050405090304" pitchFamily="18" charset="0"/>
                <a:ea typeface="宋体" pitchFamily="2" charset="-122"/>
              </a:rPr>
              <a:t>, o</a:t>
            </a:r>
            <a:r>
              <a:rPr sz="1600" baseline="-25000" dirty="0">
                <a:latin typeface="Times New Roman" panose="02020503050405090304" pitchFamily="18" charset="0"/>
                <a:ea typeface="宋体" pitchFamily="2" charset="-122"/>
              </a:rPr>
              <a:t>2</a:t>
            </a:r>
            <a:r>
              <a:rPr sz="1600" dirty="0">
                <a:latin typeface="Times New Roman" panose="02020503050405090304" pitchFamily="18" charset="0"/>
                <a:ea typeface="宋体" pitchFamily="2" charset="-122"/>
              </a:rPr>
              <a:t>, …, o</a:t>
            </a:r>
            <a:r>
              <a:rPr sz="1600" baseline="-25000" dirty="0">
                <a:latin typeface="Times New Roman" panose="02020503050405090304" pitchFamily="18" charset="0"/>
                <a:ea typeface="宋体" pitchFamily="2" charset="-122"/>
              </a:rPr>
              <a:t>t</a:t>
            </a:r>
            <a:r>
              <a:rPr sz="1600" dirty="0">
                <a:latin typeface="Times New Roman" panose="02020503050405090304" pitchFamily="18" charset="0"/>
                <a:ea typeface="宋体" pitchFamily="2" charset="-122"/>
              </a:rPr>
              <a:t>)，</a:t>
            </a:r>
            <a:r>
              <a:rPr sz="1600" dirty="0" err="1">
                <a:latin typeface="Times New Roman" panose="02020503050405090304" pitchFamily="18" charset="0"/>
                <a:ea typeface="宋体" pitchFamily="2" charset="-122"/>
              </a:rPr>
              <a:t>计算在模型λ下观测序列O出现的概率P</a:t>
            </a:r>
            <a:r>
              <a:rPr sz="1600">
                <a:latin typeface="Times New Roman" panose="02020503050405090304" pitchFamily="18" charset="0"/>
                <a:ea typeface="宋体" pitchFamily="2" charset="-122"/>
              </a:rPr>
              <a:t>(O</a:t>
            </a:r>
            <a:r>
              <a:rPr lang="en-US" sz="1600">
                <a:latin typeface="Times New Roman" panose="02020503050405090304" pitchFamily="18" charset="0"/>
                <a:ea typeface="宋体" pitchFamily="2" charset="-122"/>
              </a:rPr>
              <a:t>|</a:t>
            </a:r>
            <a:r>
              <a:rPr sz="1600">
                <a:latin typeface="Times New Roman" panose="02020503050405090304" pitchFamily="18" charset="0"/>
                <a:ea typeface="宋体" pitchFamily="2" charset="-122"/>
              </a:rPr>
              <a:t>λ</a:t>
            </a:r>
            <a:r>
              <a:rPr sz="1600" dirty="0">
                <a:latin typeface="Times New Roman" panose="02020503050405090304" pitchFamily="18" charset="0"/>
                <a:ea typeface="宋体" pitchFamily="2" charset="-122"/>
              </a:rPr>
              <a:t>)。直接求解的方法不可行，计算量非常大，有效的方法是</a:t>
            </a:r>
            <a:r>
              <a:rPr sz="1600" b="1" dirty="0">
                <a:solidFill>
                  <a:srgbClr val="0000FF"/>
                </a:solidFill>
                <a:latin typeface="Times New Roman" panose="02020503050405090304" pitchFamily="18" charset="0"/>
                <a:ea typeface="宋体" pitchFamily="2" charset="-122"/>
              </a:rPr>
              <a:t>前向－后向算法</a:t>
            </a:r>
            <a:r>
              <a:rPr sz="1600" dirty="0">
                <a:latin typeface="Times New Roman" panose="02020503050405090304" pitchFamily="18" charset="0"/>
                <a:ea typeface="宋体" pitchFamily="2" charset="-122"/>
              </a:rPr>
              <a:t>。 </a:t>
            </a:r>
            <a:endParaRPr sz="1600" dirty="0">
              <a:latin typeface="Times New Roman" panose="02020503050405090304" pitchFamily="18" charset="0"/>
              <a:ea typeface="宋体" pitchFamily="2" charset="-122"/>
            </a:endParaRPr>
          </a:p>
          <a:p>
            <a:pPr indent="457200">
              <a:lnSpc>
                <a:spcPct val="150000"/>
              </a:lnSpc>
              <a:buNone/>
            </a:pPr>
            <a:r>
              <a:rPr sz="1600">
                <a:latin typeface="Times New Roman" panose="02020503050405090304" pitchFamily="18" charset="0"/>
                <a:ea typeface="宋体" pitchFamily="2" charset="-122"/>
              </a:rPr>
              <a:t>（</a:t>
            </a:r>
            <a:r>
              <a:rPr sz="1600" dirty="0">
                <a:latin typeface="Times New Roman" panose="02020503050405090304" pitchFamily="18" charset="0"/>
                <a:ea typeface="宋体" pitchFamily="2" charset="-122"/>
              </a:rPr>
              <a:t>2）</a:t>
            </a:r>
            <a:r>
              <a:rPr sz="1600" dirty="0">
                <a:solidFill>
                  <a:srgbClr val="FF0000"/>
                </a:solidFill>
                <a:latin typeface="Times New Roman" panose="02020503050405090304" pitchFamily="18" charset="0"/>
                <a:ea typeface="宋体" pitchFamily="2" charset="-122"/>
              </a:rPr>
              <a:t>学习问题</a:t>
            </a:r>
            <a:r>
              <a:rPr sz="1600">
                <a:latin typeface="Times New Roman" panose="02020503050405090304" pitchFamily="18" charset="0"/>
                <a:ea typeface="宋体" pitchFamily="2" charset="-122"/>
              </a:rPr>
              <a:t>。已知观测序列O</a:t>
            </a:r>
            <a:r>
              <a:rPr sz="1600" dirty="0">
                <a:latin typeface="Times New Roman" panose="02020503050405090304" pitchFamily="18" charset="0"/>
                <a:ea typeface="宋体" pitchFamily="2" charset="-122"/>
              </a:rPr>
              <a:t>=(o</a:t>
            </a:r>
            <a:r>
              <a:rPr sz="1600" baseline="-25000" dirty="0">
                <a:latin typeface="Times New Roman" panose="02020503050405090304" pitchFamily="18" charset="0"/>
                <a:ea typeface="宋体" pitchFamily="2" charset="-122"/>
              </a:rPr>
              <a:t>1</a:t>
            </a:r>
            <a:r>
              <a:rPr sz="1600" dirty="0">
                <a:latin typeface="Times New Roman" panose="02020503050405090304" pitchFamily="18" charset="0"/>
                <a:ea typeface="宋体" pitchFamily="2" charset="-122"/>
              </a:rPr>
              <a:t>, o</a:t>
            </a:r>
            <a:r>
              <a:rPr sz="1600" baseline="-25000" dirty="0">
                <a:latin typeface="Times New Roman" panose="02020503050405090304" pitchFamily="18" charset="0"/>
                <a:ea typeface="宋体" pitchFamily="2" charset="-122"/>
              </a:rPr>
              <a:t>2</a:t>
            </a:r>
            <a:r>
              <a:rPr sz="1600" dirty="0">
                <a:latin typeface="Times New Roman" panose="02020503050405090304" pitchFamily="18" charset="0"/>
                <a:ea typeface="宋体" pitchFamily="2" charset="-122"/>
              </a:rPr>
              <a:t>, …, o</a:t>
            </a:r>
            <a:r>
              <a:rPr sz="1600" baseline="-25000" dirty="0">
                <a:latin typeface="Times New Roman" panose="02020503050405090304" pitchFamily="18" charset="0"/>
                <a:ea typeface="宋体" pitchFamily="2" charset="-122"/>
              </a:rPr>
              <a:t>t</a:t>
            </a:r>
            <a:r>
              <a:rPr sz="1600" dirty="0">
                <a:latin typeface="Times New Roman" panose="02020503050405090304" pitchFamily="18" charset="0"/>
                <a:ea typeface="宋体" pitchFamily="2" charset="-122"/>
              </a:rPr>
              <a:t>)，</a:t>
            </a:r>
            <a:r>
              <a:rPr sz="1600" dirty="0" err="1">
                <a:latin typeface="Times New Roman" panose="02020503050405090304" pitchFamily="18" charset="0"/>
                <a:ea typeface="宋体" pitchFamily="2" charset="-122"/>
              </a:rPr>
              <a:t>估计模型λ</a:t>
            </a:r>
            <a:r>
              <a:rPr sz="1600" dirty="0">
                <a:latin typeface="Times New Roman" panose="02020503050405090304" pitchFamily="18" charset="0"/>
                <a:ea typeface="宋体" pitchFamily="2" charset="-122"/>
              </a:rPr>
              <a:t>=(A,B,π) </a:t>
            </a:r>
            <a:r>
              <a:rPr sz="1600" dirty="0" err="1">
                <a:latin typeface="Times New Roman" panose="02020503050405090304" pitchFamily="18" charset="0"/>
                <a:ea typeface="宋体" pitchFamily="2" charset="-122"/>
              </a:rPr>
              <a:t>的参数，使得在该模型下观测序列概率P</a:t>
            </a:r>
            <a:r>
              <a:rPr sz="1600" dirty="0">
                <a:latin typeface="Times New Roman" panose="02020503050405090304" pitchFamily="18" charset="0"/>
                <a:ea typeface="宋体" pitchFamily="2" charset="-122"/>
              </a:rPr>
              <a:t>(</a:t>
            </a:r>
            <a:r>
              <a:rPr sz="1600" dirty="0" err="1">
                <a:latin typeface="Times New Roman" panose="02020503050405090304" pitchFamily="18" charset="0"/>
                <a:ea typeface="宋体" pitchFamily="2" charset="-122"/>
              </a:rPr>
              <a:t>O|λ</a:t>
            </a:r>
            <a:r>
              <a:rPr sz="1600" dirty="0">
                <a:latin typeface="Times New Roman" panose="02020503050405090304" pitchFamily="18" charset="0"/>
                <a:ea typeface="宋体" pitchFamily="2" charset="-122"/>
              </a:rPr>
              <a:t>)</a:t>
            </a:r>
            <a:r>
              <a:rPr sz="1600" dirty="0" err="1">
                <a:latin typeface="Times New Roman" panose="02020503050405090304" pitchFamily="18" charset="0"/>
                <a:ea typeface="宋体" pitchFamily="2" charset="-122"/>
              </a:rPr>
              <a:t>最大。有监督可用极大似然估计法、无监督可用Baum-Welch算法</a:t>
            </a:r>
            <a:r>
              <a:rPr sz="1600" dirty="0">
                <a:latin typeface="Times New Roman" panose="02020503050405090304" pitchFamily="18" charset="0"/>
                <a:ea typeface="宋体" pitchFamily="2" charset="-122"/>
              </a:rPr>
              <a:t>。</a:t>
            </a:r>
            <a:endParaRPr sz="1600" dirty="0">
              <a:latin typeface="Times New Roman" panose="02020503050405090304" pitchFamily="18" charset="0"/>
              <a:ea typeface="宋体" pitchFamily="2" charset="-122"/>
            </a:endParaRPr>
          </a:p>
          <a:p>
            <a:pPr indent="457200">
              <a:lnSpc>
                <a:spcPct val="150000"/>
              </a:lnSpc>
              <a:buNone/>
            </a:pPr>
            <a:r>
              <a:rPr sz="1600">
                <a:latin typeface="Times New Roman" panose="02020503050405090304" pitchFamily="18" charset="0"/>
                <a:ea typeface="宋体" pitchFamily="2" charset="-122"/>
              </a:rPr>
              <a:t>（</a:t>
            </a:r>
            <a:r>
              <a:rPr sz="1600" dirty="0">
                <a:latin typeface="Times New Roman" panose="02020503050405090304" pitchFamily="18" charset="0"/>
                <a:ea typeface="宋体" pitchFamily="2" charset="-122"/>
              </a:rPr>
              <a:t>3）</a:t>
            </a:r>
            <a:r>
              <a:rPr sz="1600" dirty="0">
                <a:solidFill>
                  <a:srgbClr val="FF0000"/>
                </a:solidFill>
                <a:latin typeface="Times New Roman" panose="02020503050405090304" pitchFamily="18" charset="0"/>
                <a:ea typeface="宋体" pitchFamily="2" charset="-122"/>
              </a:rPr>
              <a:t>预测问题</a:t>
            </a:r>
            <a:r>
              <a:rPr sz="1600" dirty="0">
                <a:latin typeface="Times New Roman" panose="02020503050405090304" pitchFamily="18" charset="0"/>
                <a:ea typeface="宋体" pitchFamily="2" charset="-122"/>
              </a:rPr>
              <a:t>。也称为</a:t>
            </a:r>
            <a:r>
              <a:rPr sz="1600" dirty="0">
                <a:solidFill>
                  <a:srgbClr val="FF0000"/>
                </a:solidFill>
                <a:latin typeface="Times New Roman" panose="02020503050405090304" pitchFamily="18" charset="0"/>
                <a:ea typeface="宋体" pitchFamily="2" charset="-122"/>
              </a:rPr>
              <a:t>解码问题</a:t>
            </a:r>
            <a:r>
              <a:rPr sz="1600" dirty="0">
                <a:latin typeface="Times New Roman" panose="02020503050405090304" pitchFamily="18" charset="0"/>
                <a:ea typeface="宋体" pitchFamily="2" charset="-122"/>
              </a:rPr>
              <a:t>：已知模型λ=(A,B,π) </a:t>
            </a:r>
            <a:r>
              <a:rPr sz="1600" dirty="0" err="1">
                <a:latin typeface="Times New Roman" panose="02020503050405090304" pitchFamily="18" charset="0"/>
                <a:ea typeface="宋体" pitchFamily="2" charset="-122"/>
              </a:rPr>
              <a:t>与观测序列O</a:t>
            </a:r>
            <a:r>
              <a:rPr sz="1600" dirty="0">
                <a:latin typeface="Times New Roman" panose="02020503050405090304" pitchFamily="18" charset="0"/>
                <a:ea typeface="宋体" pitchFamily="2" charset="-122"/>
              </a:rPr>
              <a:t>=(o</a:t>
            </a:r>
            <a:r>
              <a:rPr sz="1600" baseline="-25000" dirty="0">
                <a:latin typeface="Times New Roman" panose="02020503050405090304" pitchFamily="18" charset="0"/>
                <a:ea typeface="宋体" pitchFamily="2" charset="-122"/>
              </a:rPr>
              <a:t>1</a:t>
            </a:r>
            <a:r>
              <a:rPr sz="1600" dirty="0">
                <a:latin typeface="Times New Roman" panose="02020503050405090304" pitchFamily="18" charset="0"/>
                <a:ea typeface="宋体" pitchFamily="2" charset="-122"/>
              </a:rPr>
              <a:t>, o</a:t>
            </a:r>
            <a:r>
              <a:rPr sz="1600" baseline="-25000" dirty="0">
                <a:latin typeface="Times New Roman" panose="02020503050405090304" pitchFamily="18" charset="0"/>
                <a:ea typeface="宋体" pitchFamily="2" charset="-122"/>
              </a:rPr>
              <a:t>2</a:t>
            </a:r>
            <a:r>
              <a:rPr sz="1600" dirty="0">
                <a:latin typeface="Times New Roman" panose="02020503050405090304" pitchFamily="18" charset="0"/>
                <a:ea typeface="宋体" pitchFamily="2" charset="-122"/>
              </a:rPr>
              <a:t>, …, </a:t>
            </a:r>
            <a:r>
              <a:rPr sz="1600">
                <a:latin typeface="Times New Roman" panose="02020503050405090304" pitchFamily="18" charset="0"/>
                <a:ea typeface="宋体" pitchFamily="2" charset="-122"/>
              </a:rPr>
              <a:t>o</a:t>
            </a:r>
            <a:r>
              <a:rPr sz="1600" baseline="-25000">
                <a:latin typeface="Times New Roman" panose="02020503050405090304" pitchFamily="18" charset="0"/>
                <a:ea typeface="宋体" pitchFamily="2" charset="-122"/>
              </a:rPr>
              <a:t>t</a:t>
            </a:r>
            <a:r>
              <a:rPr sz="1600">
                <a:latin typeface="Times New Roman" panose="02020503050405090304" pitchFamily="18" charset="0"/>
                <a:ea typeface="宋体" pitchFamily="2" charset="-122"/>
              </a:rPr>
              <a:t>)，求对给定观测序列条件概率</a:t>
            </a:r>
            <a:r>
              <a:rPr sz="1600" dirty="0" err="1">
                <a:latin typeface="Times New Roman" panose="02020503050405090304" pitchFamily="18" charset="0"/>
                <a:ea typeface="宋体" pitchFamily="2" charset="-122"/>
              </a:rPr>
              <a:t>P</a:t>
            </a:r>
            <a:r>
              <a:rPr sz="1600" dirty="0">
                <a:latin typeface="Times New Roman" panose="02020503050405090304" pitchFamily="18" charset="0"/>
                <a:ea typeface="宋体" pitchFamily="2" charset="-122"/>
              </a:rPr>
              <a:t>(I|O)</a:t>
            </a:r>
            <a:r>
              <a:rPr sz="1600" dirty="0" err="1">
                <a:latin typeface="Times New Roman" panose="02020503050405090304" pitchFamily="18" charset="0"/>
                <a:ea typeface="宋体" pitchFamily="2" charset="-122"/>
              </a:rPr>
              <a:t>最大的状态序列I</a:t>
            </a:r>
            <a:r>
              <a:rPr sz="1600" dirty="0">
                <a:latin typeface="Times New Roman" panose="02020503050405090304" pitchFamily="18" charset="0"/>
                <a:ea typeface="宋体" pitchFamily="2" charset="-122"/>
              </a:rPr>
              <a:t>=(i</a:t>
            </a:r>
            <a:r>
              <a:rPr sz="1600" baseline="-25000" dirty="0">
                <a:latin typeface="Times New Roman" panose="02020503050405090304" pitchFamily="18" charset="0"/>
                <a:ea typeface="宋体" pitchFamily="2" charset="-122"/>
              </a:rPr>
              <a:t>1</a:t>
            </a:r>
            <a:r>
              <a:rPr sz="1600" dirty="0">
                <a:latin typeface="Times New Roman" panose="02020503050405090304" pitchFamily="18" charset="0"/>
                <a:ea typeface="宋体" pitchFamily="2" charset="-122"/>
              </a:rPr>
              <a:t>, i</a:t>
            </a:r>
            <a:r>
              <a:rPr sz="1600" baseline="-25000" dirty="0">
                <a:latin typeface="Times New Roman" panose="02020503050405090304" pitchFamily="18" charset="0"/>
                <a:ea typeface="宋体" pitchFamily="2" charset="-122"/>
              </a:rPr>
              <a:t>2</a:t>
            </a:r>
            <a:r>
              <a:rPr sz="1600" dirty="0">
                <a:latin typeface="Times New Roman" panose="02020503050405090304" pitchFamily="18" charset="0"/>
                <a:ea typeface="宋体" pitchFamily="2" charset="-122"/>
              </a:rPr>
              <a:t>, …, i</a:t>
            </a:r>
            <a:r>
              <a:rPr sz="1600" baseline="-25000" dirty="0">
                <a:latin typeface="Times New Roman" panose="02020503050405090304" pitchFamily="18" charset="0"/>
                <a:ea typeface="宋体" pitchFamily="2" charset="-122"/>
              </a:rPr>
              <a:t>t</a:t>
            </a:r>
            <a:r>
              <a:rPr sz="1600" dirty="0">
                <a:latin typeface="Times New Roman" panose="02020503050405090304" pitchFamily="18" charset="0"/>
                <a:ea typeface="宋体" pitchFamily="2" charset="-122"/>
              </a:rPr>
              <a:t>)。</a:t>
            </a:r>
            <a:r>
              <a:rPr sz="1600" dirty="0" err="1">
                <a:latin typeface="Times New Roman" panose="02020503050405090304" pitchFamily="18" charset="0"/>
                <a:ea typeface="宋体" pitchFamily="2" charset="-122"/>
              </a:rPr>
              <a:t>即给定观测序列，求最有可能的对应的状态序列。可用近似算法和</a:t>
            </a:r>
            <a:r>
              <a:rPr sz="1600" dirty="0" err="1">
                <a:solidFill>
                  <a:srgbClr val="FF0000"/>
                </a:solidFill>
                <a:latin typeface="Times New Roman" panose="02020503050405090304" pitchFamily="18" charset="0"/>
                <a:ea typeface="宋体" pitchFamily="2" charset="-122"/>
              </a:rPr>
              <a:t>Viterbi</a:t>
            </a:r>
            <a:r>
              <a:rPr sz="1600" dirty="0">
                <a:latin typeface="Times New Roman" panose="02020503050405090304" pitchFamily="18" charset="0"/>
                <a:ea typeface="宋体" pitchFamily="2" charset="-122"/>
              </a:rPr>
              <a:t> </a:t>
            </a:r>
            <a:r>
              <a:rPr sz="1600" dirty="0">
                <a:solidFill>
                  <a:srgbClr val="FF0000"/>
                </a:solidFill>
                <a:latin typeface="Times New Roman" panose="02020503050405090304" pitchFamily="18" charset="0"/>
                <a:ea typeface="宋体" pitchFamily="2" charset="-122"/>
              </a:rPr>
              <a:t>算法</a:t>
            </a:r>
            <a:r>
              <a:rPr sz="1600" dirty="0">
                <a:latin typeface="Times New Roman" panose="02020503050405090304" pitchFamily="18" charset="0"/>
                <a:ea typeface="宋体" pitchFamily="2" charset="-122"/>
              </a:rPr>
              <a:t>。</a:t>
            </a:r>
            <a:endParaRPr sz="1600" dirty="0">
              <a:latin typeface="Times New Roman" panose="02020503050405090304" pitchFamily="18" charset="0"/>
              <a:ea typeface="宋体" pitchFamily="2" charset="-122"/>
            </a:endParaRPr>
          </a:p>
        </p:txBody>
      </p:sp>
      <p:sp>
        <p:nvSpPr>
          <p:cNvPr id="6" name="标题 5"/>
          <p:cNvSpPr>
            <a:spLocks noGrp="1"/>
          </p:cNvSpPr>
          <p:nvPr>
            <p:ph type="title"/>
          </p:nvPr>
        </p:nvSpPr>
        <p:spPr/>
        <p:txBody>
          <a:bodyPr/>
          <a:lstStyle/>
          <a:p>
            <a:pPr marL="0" marR="0" lvl="0" indent="0" defTabSz="685800" rtl="0" eaLnBrk="1" fontAlgn="auto" latinLnBrk="0" hangingPunct="1">
              <a:lnSpc>
                <a:spcPct val="100000"/>
              </a:lnSpc>
              <a:spcBef>
                <a:spcPct val="0"/>
              </a:spcBef>
              <a:spcAft>
                <a:spcPts val="0"/>
              </a:spcAft>
              <a:defRPr/>
            </a:pPr>
            <a:r>
              <a:rPr kumimoji="0" lang="en-US" altLang="zh-CN" b="1" i="0" u="none" strike="noStrike" kern="1200" cap="none" spc="0" normalizeH="0" baseline="0" noProof="0">
                <a:ln>
                  <a:noFill/>
                </a:ln>
                <a:solidFill>
                  <a:srgbClr val="004C41"/>
                </a:solidFill>
                <a:effectLst/>
                <a:uLnTx/>
                <a:uFillTx/>
                <a:ea typeface="宋体" pitchFamily="2" charset="-122"/>
                <a:cs typeface="+mn-ea"/>
                <a:sym typeface="+mn-lt"/>
              </a:rPr>
              <a:t>1. </a:t>
            </a:r>
            <a:r>
              <a:rPr kumimoji="0" lang="zh-CN" altLang="en-US" b="1" i="0" u="none" strike="noStrike" kern="1200" cap="none" spc="0" normalizeH="0" baseline="0" noProof="0">
                <a:ln>
                  <a:noFill/>
                </a:ln>
                <a:solidFill>
                  <a:srgbClr val="004C41"/>
                </a:solidFill>
                <a:effectLst/>
                <a:uLnTx/>
                <a:uFillTx/>
                <a:ea typeface="宋体" pitchFamily="2" charset="-122"/>
                <a:cs typeface="+mn-ea"/>
                <a:sym typeface="+mn-lt"/>
              </a:rPr>
              <a:t>隐马尔可夫模型</a:t>
            </a:r>
            <a:r>
              <a:rPr kumimoji="0" lang="en-US" altLang="zh-CN" b="1" i="0" u="none" strike="noStrike" kern="1200" cap="none" spc="0" normalizeH="0" baseline="0" noProof="0">
                <a:ln>
                  <a:noFill/>
                </a:ln>
                <a:solidFill>
                  <a:srgbClr val="004C41"/>
                </a:solidFill>
                <a:effectLst/>
                <a:uLnTx/>
                <a:uFillTx/>
                <a:ea typeface="宋体" pitchFamily="2" charset="-122"/>
                <a:cs typeface="+mn-ea"/>
                <a:sym typeface="+mn-lt"/>
              </a:rPr>
              <a:t>—— </a:t>
            </a:r>
            <a:r>
              <a:rPr kumimoji="0" lang="zh-CN" altLang="en-US" sz="1800" b="1" i="0" u="none" strike="noStrike" kern="1200" cap="none" spc="0" normalizeH="0" baseline="0" noProof="0">
                <a:ln>
                  <a:noFill/>
                </a:ln>
                <a:solidFill>
                  <a:srgbClr val="004C41"/>
                </a:solidFill>
                <a:effectLst/>
                <a:uLnTx/>
                <a:uFillTx/>
                <a:ea typeface="宋体" pitchFamily="2" charset="-122"/>
                <a:cs typeface="+mn-ea"/>
                <a:sym typeface="+mn-lt"/>
              </a:rPr>
              <a:t>（</a:t>
            </a:r>
            <a:r>
              <a:rPr kumimoji="0" lang="en-US" altLang="zh-CN" sz="1800" b="1" i="0" u="none" strike="noStrike" kern="1200" cap="none" spc="0" normalizeH="0" baseline="0" noProof="0">
                <a:ln>
                  <a:noFill/>
                </a:ln>
                <a:solidFill>
                  <a:srgbClr val="004C41"/>
                </a:solidFill>
                <a:effectLst/>
                <a:uLnTx/>
                <a:uFillTx/>
                <a:ea typeface="宋体" pitchFamily="2" charset="-122"/>
                <a:cs typeface="+mn-ea"/>
                <a:sym typeface="+mn-lt"/>
              </a:rPr>
              <a:t>4</a:t>
            </a:r>
            <a:r>
              <a:rPr kumimoji="0" lang="zh-CN" altLang="en-US" sz="1800" b="1" i="0" u="none" strike="noStrike" kern="1200" cap="none" spc="0" normalizeH="0" baseline="0" noProof="0">
                <a:ln>
                  <a:noFill/>
                </a:ln>
                <a:solidFill>
                  <a:srgbClr val="004C41"/>
                </a:solidFill>
                <a:effectLst/>
                <a:uLnTx/>
                <a:uFillTx/>
                <a:ea typeface="宋体" pitchFamily="2" charset="-122"/>
                <a:cs typeface="+mn-ea"/>
                <a:sym typeface="+mn-lt"/>
              </a:rPr>
              <a:t>）隐马尔可夫模型的三个基本问题</a:t>
            </a:r>
            <a:endParaRPr lang="zh-CN" altLang="en-US">
              <a:ea typeface="宋体" pitchFamily="2" charset="-122"/>
            </a:endParaRPr>
          </a:p>
        </p:txBody>
      </p:sp>
      <p:sp>
        <p:nvSpPr>
          <p:cNvPr id="4" name="日期占位符 3"/>
          <p:cNvSpPr>
            <a:spLocks noGrp="1"/>
          </p:cNvSpPr>
          <p:nvPr>
            <p:ph type="dt" sz="half" idx="10"/>
          </p:nvPr>
        </p:nvSpPr>
        <p:spPr/>
        <p:txBody>
          <a:bodyPr/>
          <a:lstStyle/>
          <a:p>
            <a:fld id="{6855742E-202C-4869-A901-45433FE1F549}"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5" name="灯片编号占位符 4"/>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2"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1" animBg="1"/>
      <p:bldP spid="3" grpId="2" bldLvl="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descr="7b0a202020202262756c6c6574223a20227b5c2263617465676f727949645c223a31303030362c5c2274656d706c61746549645c223a32303233313236327d220a7d0a"/>
          <p:cNvSpPr txBox="1"/>
          <p:nvPr/>
        </p:nvSpPr>
        <p:spPr>
          <a:xfrm>
            <a:off x="459267" y="1015917"/>
            <a:ext cx="8424837" cy="2630913"/>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marL="285750" indent="-285750" algn="just">
              <a:lnSpc>
                <a:spcPct val="150000"/>
              </a:lnSpc>
              <a:buClr>
                <a:srgbClr val="0070C0"/>
              </a:buClr>
              <a:buFont typeface="Wingdings" panose="05000000000000000000" pitchFamily="2" charset="2"/>
              <a:buChar char="n"/>
            </a:pPr>
            <a:r>
              <a:rPr lang="zh-CN" altLang="en-US" sz="1600" dirty="0">
                <a:solidFill>
                  <a:srgbClr val="FF0000"/>
                </a:solidFill>
                <a:latin typeface="Times New Roman" panose="02020503050405090304" pitchFamily="18" charset="0"/>
                <a:ea typeface="宋体" pitchFamily="2" charset="-122"/>
              </a:rPr>
              <a:t>基本原理</a:t>
            </a:r>
            <a:r>
              <a:rPr lang="zh-CN" altLang="en-US" sz="1600" dirty="0">
                <a:latin typeface="Times New Roman" panose="02020503050405090304" pitchFamily="18" charset="0"/>
                <a:ea typeface="宋体" pitchFamily="2" charset="-122"/>
              </a:rPr>
              <a:t>：</a:t>
            </a:r>
            <a:r>
              <a:rPr lang="en-US" altLang="zh-CN" sz="1600" dirty="0">
                <a:latin typeface="Times New Roman" panose="02020503050405090304" pitchFamily="18" charset="0"/>
                <a:ea typeface="宋体" pitchFamily="2" charset="-122"/>
              </a:rPr>
              <a:t>HMM</a:t>
            </a:r>
            <a:r>
              <a:rPr lang="zh-CN" altLang="en-US" sz="1600" dirty="0">
                <a:latin typeface="Times New Roman" panose="02020503050405090304" pitchFamily="18" charset="0"/>
                <a:ea typeface="宋体" pitchFamily="2" charset="-122"/>
              </a:rPr>
              <a:t>模型把分词问题转化为序列</a:t>
            </a:r>
            <a:r>
              <a:rPr lang="zh-CN" altLang="en-US" sz="1600">
                <a:latin typeface="Times New Roman" panose="02020503050405090304" pitchFamily="18" charset="0"/>
                <a:ea typeface="宋体" pitchFamily="2" charset="-122"/>
              </a:rPr>
              <a:t>标注问题，也就是</a:t>
            </a:r>
            <a:r>
              <a:rPr lang="zh-CN" altLang="en-US" sz="1600" dirty="0">
                <a:latin typeface="Times New Roman" panose="02020503050405090304" pitchFamily="18" charset="0"/>
                <a:ea typeface="宋体" pitchFamily="2" charset="-122"/>
              </a:rPr>
              <a:t>给定一个句子作为输入，以</a:t>
            </a:r>
            <a:r>
              <a:rPr lang="zh-CN" altLang="en-US" sz="1600">
                <a:latin typeface="Times New Roman" panose="02020503050405090304" pitchFamily="18" charset="0"/>
                <a:ea typeface="宋体" pitchFamily="2" charset="-122"/>
              </a:rPr>
              <a:t>“</a:t>
            </a:r>
            <a:r>
              <a:rPr lang="en-US" altLang="zh-CN" sz="1600">
                <a:latin typeface="Times New Roman" panose="02020503050405090304" pitchFamily="18" charset="0"/>
                <a:ea typeface="宋体" pitchFamily="2" charset="-122"/>
              </a:rPr>
              <a:t>BEMS</a:t>
            </a:r>
            <a:r>
              <a:rPr lang="zh-CN" altLang="en-US" sz="1600">
                <a:latin typeface="Times New Roman" panose="02020503050405090304" pitchFamily="18" charset="0"/>
                <a:ea typeface="宋体" pitchFamily="2" charset="-122"/>
              </a:rPr>
              <a:t>”组成</a:t>
            </a:r>
            <a:r>
              <a:rPr lang="zh-CN" altLang="en-US" sz="1600" dirty="0">
                <a:latin typeface="Times New Roman" panose="02020503050405090304" pitchFamily="18" charset="0"/>
                <a:ea typeface="宋体" pitchFamily="2" charset="-122"/>
              </a:rPr>
              <a:t>的序列串作为输出，然后再进行分词，从而得到输入句子的划分。</a:t>
            </a:r>
            <a:endParaRPr lang="zh-CN" altLang="en-US" sz="1600" dirty="0">
              <a:latin typeface="Times New Roman" panose="02020503050405090304" pitchFamily="18" charset="0"/>
              <a:ea typeface="宋体" pitchFamily="2" charset="-122"/>
            </a:endParaRPr>
          </a:p>
          <a:p>
            <a:pPr marL="285750" indent="-285750">
              <a:lnSpc>
                <a:spcPct val="150000"/>
              </a:lnSpc>
              <a:buClr>
                <a:srgbClr val="0070C0"/>
              </a:buClr>
              <a:buFont typeface="Wingdings" panose="05000000000000000000" pitchFamily="2" charset="2"/>
              <a:buChar char="n"/>
            </a:pPr>
            <a:r>
              <a:rPr lang="zh-CN" altLang="en-US" sz="1600" dirty="0">
                <a:latin typeface="Times New Roman" panose="02020503050405090304" pitchFamily="18" charset="0"/>
                <a:ea typeface="宋体" pitchFamily="2" charset="-122"/>
              </a:rPr>
              <a:t>其中：</a:t>
            </a:r>
            <a:endParaRPr lang="zh-CN" altLang="en-US" sz="1600" dirty="0">
              <a:latin typeface="Times New Roman" panose="02020503050405090304" pitchFamily="18" charset="0"/>
              <a:ea typeface="宋体" pitchFamily="2" charset="-122"/>
            </a:endParaRPr>
          </a:p>
          <a:p>
            <a:pPr marL="449580" indent="-182880">
              <a:lnSpc>
                <a:spcPct val="150000"/>
              </a:lnSpc>
              <a:buFont typeface="Wingdings" panose="05000000000000000000" pitchFamily="2" charset="2"/>
              <a:buChar char="ü"/>
            </a:pPr>
            <a:r>
              <a:rPr lang="en-US" altLang="zh-CN" sz="1600">
                <a:latin typeface="Times New Roman" panose="02020503050405090304" pitchFamily="18" charset="0"/>
                <a:ea typeface="宋体" pitchFamily="2" charset="-122"/>
                <a:cs typeface="Arial" panose="020B0604020202090204" pitchFamily="34" charset="0"/>
                <a:sym typeface="+mn-ea"/>
              </a:rPr>
              <a:t>  </a:t>
            </a:r>
            <a:r>
              <a:rPr lang="en-US" altLang="zh-CN" sz="1600">
                <a:solidFill>
                  <a:srgbClr val="FF0000"/>
                </a:solidFill>
                <a:latin typeface="Times New Roman" panose="02020503050405090304" pitchFamily="18" charset="0"/>
                <a:ea typeface="宋体" pitchFamily="2" charset="-122"/>
              </a:rPr>
              <a:t>B</a:t>
            </a:r>
            <a:r>
              <a:rPr lang="zh-CN" altLang="en-US" sz="1600" dirty="0">
                <a:latin typeface="Times New Roman" panose="02020503050405090304" pitchFamily="18" charset="0"/>
                <a:ea typeface="宋体" pitchFamily="2" charset="-122"/>
              </a:rPr>
              <a:t>（</a:t>
            </a:r>
            <a:r>
              <a:rPr lang="en-US" altLang="zh-CN" sz="1600" dirty="0">
                <a:latin typeface="Times New Roman" panose="02020503050405090304" pitchFamily="18" charset="0"/>
                <a:ea typeface="宋体" pitchFamily="2" charset="-122"/>
              </a:rPr>
              <a:t>Begin</a:t>
            </a:r>
            <a:r>
              <a:rPr lang="zh-CN" altLang="en-US" sz="1600" dirty="0">
                <a:latin typeface="Times New Roman" panose="02020503050405090304" pitchFamily="18" charset="0"/>
                <a:ea typeface="宋体" pitchFamily="2" charset="-122"/>
              </a:rPr>
              <a:t>）代表词的起始位置，</a:t>
            </a:r>
            <a:endParaRPr lang="zh-CN" altLang="en-US" sz="1600" dirty="0">
              <a:latin typeface="Times New Roman" panose="02020503050405090304" pitchFamily="18" charset="0"/>
              <a:ea typeface="宋体" pitchFamily="2" charset="-122"/>
            </a:endParaRPr>
          </a:p>
          <a:p>
            <a:pPr marL="449580" indent="-182880">
              <a:lnSpc>
                <a:spcPct val="150000"/>
              </a:lnSpc>
              <a:buFont typeface="Wingdings" panose="05000000000000000000" pitchFamily="2" charset="2"/>
              <a:buChar char="ü"/>
            </a:pPr>
            <a:r>
              <a:rPr lang="en-US" altLang="zh-CN" sz="1600">
                <a:latin typeface="Times New Roman" panose="02020503050405090304" pitchFamily="18" charset="0"/>
                <a:ea typeface="宋体" pitchFamily="2" charset="-122"/>
                <a:cs typeface="Arial" panose="020B0604020202090204" pitchFamily="34" charset="0"/>
                <a:sym typeface="+mn-ea"/>
              </a:rPr>
              <a:t>  </a:t>
            </a:r>
            <a:r>
              <a:rPr lang="en-US" altLang="zh-CN" sz="1600">
                <a:solidFill>
                  <a:srgbClr val="FF0000"/>
                </a:solidFill>
                <a:latin typeface="Times New Roman" panose="02020503050405090304" pitchFamily="18" charset="0"/>
                <a:ea typeface="宋体" pitchFamily="2" charset="-122"/>
              </a:rPr>
              <a:t>M</a:t>
            </a:r>
            <a:r>
              <a:rPr lang="zh-CN" altLang="en-US" sz="1600" dirty="0">
                <a:latin typeface="Times New Roman" panose="02020503050405090304" pitchFamily="18" charset="0"/>
                <a:ea typeface="宋体" pitchFamily="2" charset="-122"/>
              </a:rPr>
              <a:t>（</a:t>
            </a:r>
            <a:r>
              <a:rPr lang="en-US" altLang="zh-CN" sz="1600" dirty="0">
                <a:latin typeface="Times New Roman" panose="02020503050405090304" pitchFamily="18" charset="0"/>
                <a:ea typeface="宋体" pitchFamily="2" charset="-122"/>
              </a:rPr>
              <a:t>Middle</a:t>
            </a:r>
            <a:r>
              <a:rPr lang="zh-CN" altLang="en-US" sz="1600" dirty="0">
                <a:latin typeface="Times New Roman" panose="02020503050405090304" pitchFamily="18" charset="0"/>
                <a:ea typeface="宋体" pitchFamily="2" charset="-122"/>
              </a:rPr>
              <a:t>） 代表词的中间位置，</a:t>
            </a:r>
            <a:endParaRPr lang="zh-CN" altLang="en-US" sz="1600" dirty="0">
              <a:latin typeface="Times New Roman" panose="02020503050405090304" pitchFamily="18" charset="0"/>
              <a:ea typeface="宋体" pitchFamily="2" charset="-122"/>
            </a:endParaRPr>
          </a:p>
          <a:p>
            <a:pPr marL="449580" indent="-182880">
              <a:lnSpc>
                <a:spcPct val="150000"/>
              </a:lnSpc>
              <a:buFont typeface="Wingdings" panose="05000000000000000000" pitchFamily="2" charset="2"/>
              <a:buChar char="ü"/>
            </a:pPr>
            <a:r>
              <a:rPr lang="en-US" altLang="zh-CN" sz="1600">
                <a:latin typeface="Times New Roman" panose="02020503050405090304" pitchFamily="18" charset="0"/>
                <a:ea typeface="宋体" pitchFamily="2" charset="-122"/>
                <a:cs typeface="Arial" panose="020B0604020202090204" pitchFamily="34" charset="0"/>
                <a:sym typeface="+mn-ea"/>
              </a:rPr>
              <a:t>  </a:t>
            </a:r>
            <a:r>
              <a:rPr lang="en-US" altLang="zh-CN" sz="1600">
                <a:solidFill>
                  <a:srgbClr val="FF0000"/>
                </a:solidFill>
                <a:latin typeface="Times New Roman" panose="02020503050405090304" pitchFamily="18" charset="0"/>
                <a:ea typeface="宋体" pitchFamily="2" charset="-122"/>
              </a:rPr>
              <a:t>E</a:t>
            </a:r>
            <a:r>
              <a:rPr lang="zh-CN" altLang="en-US" sz="1600" dirty="0">
                <a:latin typeface="Times New Roman" panose="02020503050405090304" pitchFamily="18" charset="0"/>
                <a:ea typeface="宋体" pitchFamily="2" charset="-122"/>
              </a:rPr>
              <a:t>（</a:t>
            </a:r>
            <a:r>
              <a:rPr lang="en-US" altLang="zh-CN" sz="1600" dirty="0">
                <a:latin typeface="Times New Roman" panose="02020503050405090304" pitchFamily="18" charset="0"/>
                <a:ea typeface="宋体" pitchFamily="2" charset="-122"/>
              </a:rPr>
              <a:t>End</a:t>
            </a:r>
            <a:r>
              <a:rPr lang="zh-CN" altLang="en-US" sz="1600" dirty="0">
                <a:latin typeface="Times New Roman" panose="02020503050405090304" pitchFamily="18" charset="0"/>
                <a:ea typeface="宋体" pitchFamily="2" charset="-122"/>
              </a:rPr>
              <a:t>）表示词的结束位置，</a:t>
            </a:r>
            <a:endParaRPr lang="zh-CN" altLang="en-US" sz="1600" dirty="0">
              <a:latin typeface="Times New Roman" panose="02020503050405090304" pitchFamily="18" charset="0"/>
              <a:ea typeface="宋体" pitchFamily="2" charset="-122"/>
            </a:endParaRPr>
          </a:p>
          <a:p>
            <a:pPr marL="449580" indent="-182880">
              <a:lnSpc>
                <a:spcPct val="150000"/>
              </a:lnSpc>
              <a:buFont typeface="Wingdings" panose="05000000000000000000" pitchFamily="2" charset="2"/>
              <a:buChar char="ü"/>
            </a:pPr>
            <a:r>
              <a:rPr lang="en-US" altLang="zh-CN" sz="1600">
                <a:latin typeface="Times New Roman" panose="02020503050405090304" pitchFamily="18" charset="0"/>
                <a:ea typeface="宋体" pitchFamily="2" charset="-122"/>
                <a:cs typeface="Arial" panose="020B0604020202090204" pitchFamily="34" charset="0"/>
              </a:rPr>
              <a:t>  </a:t>
            </a:r>
            <a:r>
              <a:rPr lang="en-US" altLang="zh-CN" sz="1600">
                <a:solidFill>
                  <a:srgbClr val="FF0000"/>
                </a:solidFill>
                <a:latin typeface="Times New Roman" panose="02020503050405090304" pitchFamily="18" charset="0"/>
                <a:ea typeface="宋体" pitchFamily="2" charset="-122"/>
              </a:rPr>
              <a:t>S</a:t>
            </a:r>
            <a:r>
              <a:rPr lang="zh-CN" altLang="en-US" sz="1600" dirty="0">
                <a:latin typeface="Times New Roman" panose="02020503050405090304" pitchFamily="18" charset="0"/>
                <a:ea typeface="宋体" pitchFamily="2" charset="-122"/>
              </a:rPr>
              <a:t>（</a:t>
            </a:r>
            <a:r>
              <a:rPr lang="en-US" altLang="zh-CN" sz="1600" dirty="0">
                <a:latin typeface="Times New Roman" panose="02020503050405090304" pitchFamily="18" charset="0"/>
                <a:ea typeface="宋体" pitchFamily="2" charset="-122"/>
              </a:rPr>
              <a:t>Single</a:t>
            </a:r>
            <a:r>
              <a:rPr lang="zh-CN" altLang="en-US" sz="1600" dirty="0">
                <a:latin typeface="Times New Roman" panose="02020503050405090304" pitchFamily="18" charset="0"/>
                <a:ea typeface="宋体" pitchFamily="2" charset="-122"/>
              </a:rPr>
              <a:t>）代表单字成词。</a:t>
            </a:r>
            <a:endParaRPr lang="en-US" altLang="zh-CN" sz="1600" dirty="0">
              <a:latin typeface="Times New Roman" panose="02020503050405090304" pitchFamily="18" charset="0"/>
              <a:ea typeface="宋体" pitchFamily="2" charset="-122"/>
            </a:endParaRPr>
          </a:p>
        </p:txBody>
      </p:sp>
      <p:sp>
        <p:nvSpPr>
          <p:cNvPr id="6" name="标题 5"/>
          <p:cNvSpPr>
            <a:spLocks noGrp="1"/>
          </p:cNvSpPr>
          <p:nvPr>
            <p:ph type="title"/>
          </p:nvPr>
        </p:nvSpPr>
        <p:spPr/>
        <p:txBody>
          <a:bodyPr/>
          <a:lstStyle/>
          <a:p>
            <a:r>
              <a:rPr lang="en-US" altLang="zh-CN" sz="2400" b="1">
                <a:solidFill>
                  <a:srgbClr val="004C41"/>
                </a:solidFill>
                <a:ea typeface="宋体" pitchFamily="2" charset="-122"/>
                <a:cs typeface="+mn-ea"/>
                <a:sym typeface="+mn-lt"/>
              </a:rPr>
              <a:t>2. </a:t>
            </a:r>
            <a:r>
              <a:rPr lang="zh-CN" altLang="en-US" sz="2400" b="1">
                <a:solidFill>
                  <a:srgbClr val="004C41"/>
                </a:solidFill>
                <a:ea typeface="宋体" pitchFamily="2" charset="-122"/>
                <a:cs typeface="+mn-ea"/>
                <a:sym typeface="+mn-lt"/>
              </a:rPr>
              <a:t>基于隐马尔可夫模型进行中文分词</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1</a:t>
            </a:r>
            <a:r>
              <a:rPr lang="zh-CN" altLang="en-US" sz="2400" b="1">
                <a:solidFill>
                  <a:srgbClr val="004C41"/>
                </a:solidFill>
                <a:ea typeface="宋体" pitchFamily="2" charset="-122"/>
                <a:cs typeface="+mn-ea"/>
                <a:sym typeface="+mn-lt"/>
              </a:rPr>
              <a:t>）基本原理</a:t>
            </a:r>
            <a:endParaRPr lang="zh-CN" altLang="en-US">
              <a:ea typeface="宋体" pitchFamily="2" charset="-122"/>
            </a:endParaRPr>
          </a:p>
        </p:txBody>
      </p:sp>
      <p:sp>
        <p:nvSpPr>
          <p:cNvPr id="3" name="日期占位符 2"/>
          <p:cNvSpPr>
            <a:spLocks noGrp="1"/>
          </p:cNvSpPr>
          <p:nvPr>
            <p:ph type="dt" sz="half" idx="10"/>
          </p:nvPr>
        </p:nvSpPr>
        <p:spPr/>
        <p:txBody>
          <a:bodyPr/>
          <a:lstStyle/>
          <a:p>
            <a:fld id="{7718C944-A3CE-4E23-95A3-B3B816CE8764}"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5" name="灯片编号占位符 4"/>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2"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animBg="1"/>
      <p:bldP spid="4" grpId="2" bldLvl="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63963" y="2549210"/>
            <a:ext cx="5136172" cy="510076"/>
          </a:xfrm>
          <a:prstGeom prst="rect">
            <a:avLst/>
          </a:prstGeom>
          <a:noFill/>
        </p:spPr>
        <p:txBody>
          <a:bodyPr wrap="square">
            <a:spAutoFit/>
          </a:bodyPr>
          <a:lstStyle/>
          <a:p>
            <a:pPr>
              <a:lnSpc>
                <a:spcPct val="200000"/>
              </a:lnSpc>
            </a:pPr>
            <a:r>
              <a:rPr lang="en-US" altLang="zh-CN" dirty="0">
                <a:solidFill>
                  <a:srgbClr val="009900"/>
                </a:solidFill>
                <a:latin typeface="Times New Roman" panose="02020503050405090304" pitchFamily="18" charset="0"/>
                <a:ea typeface="宋体" pitchFamily="2" charset="-122"/>
              </a:rPr>
              <a:t>【</a:t>
            </a:r>
            <a:r>
              <a:rPr lang="zh-CN" altLang="en-US" sz="1600" dirty="0">
                <a:solidFill>
                  <a:srgbClr val="00B050"/>
                </a:solidFill>
                <a:latin typeface="Times New Roman" panose="02020503050405090304" pitchFamily="18" charset="0"/>
                <a:ea typeface="宋体" pitchFamily="2" charset="-122"/>
              </a:rPr>
              <a:t>案例分析</a:t>
            </a:r>
            <a:r>
              <a:rPr lang="en-US" altLang="zh-CN" sz="1600" dirty="0">
                <a:solidFill>
                  <a:srgbClr val="00B050"/>
                </a:solidFill>
                <a:latin typeface="Times New Roman" panose="02020503050405090304" pitchFamily="18" charset="0"/>
                <a:ea typeface="宋体" pitchFamily="2" charset="-122"/>
              </a:rPr>
              <a:t>】</a:t>
            </a:r>
            <a:r>
              <a:rPr lang="zh-CN" altLang="en-US" sz="1600" dirty="0">
                <a:latin typeface="Times New Roman" panose="02020503050405090304" pitchFamily="18" charset="0"/>
                <a:ea typeface="宋体" pitchFamily="2" charset="-122"/>
              </a:rPr>
              <a:t>：原句 ：今天晴天，我们去浅水湾玩吧！</a:t>
            </a:r>
            <a:endParaRPr lang="zh-CN" altLang="en-US" sz="1600" dirty="0">
              <a:latin typeface="Times New Roman" panose="02020503050405090304" pitchFamily="18" charset="0"/>
              <a:ea typeface="宋体" pitchFamily="2" charset="-122"/>
            </a:endParaRPr>
          </a:p>
        </p:txBody>
      </p:sp>
      <p:sp>
        <p:nvSpPr>
          <p:cNvPr id="11" name="文本框 10"/>
          <p:cNvSpPr txBox="1"/>
          <p:nvPr/>
        </p:nvSpPr>
        <p:spPr>
          <a:xfrm>
            <a:off x="2022833" y="3246363"/>
            <a:ext cx="5460761" cy="338554"/>
          </a:xfrm>
          <a:prstGeom prst="rect">
            <a:avLst/>
          </a:prstGeom>
          <a:noFill/>
        </p:spPr>
        <p:txBody>
          <a:bodyPr wrap="square">
            <a:spAutoFit/>
          </a:bodyPr>
          <a:lstStyle/>
          <a:p>
            <a:r>
              <a:rPr lang="zh-CN" altLang="en-US" sz="1600" dirty="0">
                <a:solidFill>
                  <a:srgbClr val="C00000"/>
                </a:solidFill>
                <a:latin typeface="Times New Roman" panose="02020503050405090304" pitchFamily="18" charset="0"/>
                <a:ea typeface="宋体" pitchFamily="2" charset="-122"/>
              </a:rPr>
              <a:t>分词结果 ：今天 </a:t>
            </a:r>
            <a:r>
              <a:rPr lang="en-US" altLang="zh-CN" sz="1600" dirty="0">
                <a:solidFill>
                  <a:srgbClr val="C00000"/>
                </a:solidFill>
                <a:latin typeface="Times New Roman" panose="02020503050405090304" pitchFamily="18" charset="0"/>
                <a:ea typeface="宋体" pitchFamily="2" charset="-122"/>
              </a:rPr>
              <a:t>/ </a:t>
            </a:r>
            <a:r>
              <a:rPr lang="zh-CN" altLang="en-US" sz="1600" dirty="0">
                <a:solidFill>
                  <a:srgbClr val="C00000"/>
                </a:solidFill>
                <a:latin typeface="Times New Roman" panose="02020503050405090304" pitchFamily="18" charset="0"/>
                <a:ea typeface="宋体" pitchFamily="2" charset="-122"/>
              </a:rPr>
              <a:t>晴天 </a:t>
            </a:r>
            <a:r>
              <a:rPr lang="en-US" altLang="zh-CN" sz="1600" dirty="0">
                <a:solidFill>
                  <a:srgbClr val="C00000"/>
                </a:solidFill>
                <a:latin typeface="Times New Roman" panose="02020503050405090304" pitchFamily="18" charset="0"/>
                <a:ea typeface="宋体" pitchFamily="2" charset="-122"/>
              </a:rPr>
              <a:t>/</a:t>
            </a:r>
            <a:r>
              <a:rPr lang="zh-CN" altLang="en-US" sz="1600" dirty="0">
                <a:solidFill>
                  <a:srgbClr val="C00000"/>
                </a:solidFill>
                <a:latin typeface="Times New Roman" panose="02020503050405090304" pitchFamily="18" charset="0"/>
                <a:ea typeface="宋体" pitchFamily="2" charset="-122"/>
              </a:rPr>
              <a:t>，</a:t>
            </a:r>
            <a:r>
              <a:rPr lang="en-US" altLang="zh-CN" sz="1600" dirty="0">
                <a:solidFill>
                  <a:srgbClr val="C00000"/>
                </a:solidFill>
                <a:latin typeface="Times New Roman" panose="02020503050405090304" pitchFamily="18" charset="0"/>
                <a:ea typeface="宋体" pitchFamily="2" charset="-122"/>
              </a:rPr>
              <a:t>/ </a:t>
            </a:r>
            <a:r>
              <a:rPr lang="zh-CN" altLang="en-US" sz="1600" dirty="0">
                <a:solidFill>
                  <a:srgbClr val="C00000"/>
                </a:solidFill>
                <a:latin typeface="Times New Roman" panose="02020503050405090304" pitchFamily="18" charset="0"/>
                <a:ea typeface="宋体" pitchFamily="2" charset="-122"/>
              </a:rPr>
              <a:t>我们 </a:t>
            </a:r>
            <a:r>
              <a:rPr lang="en-US" altLang="zh-CN" sz="1600" dirty="0">
                <a:solidFill>
                  <a:srgbClr val="C00000"/>
                </a:solidFill>
                <a:latin typeface="Times New Roman" panose="02020503050405090304" pitchFamily="18" charset="0"/>
                <a:ea typeface="宋体" pitchFamily="2" charset="-122"/>
              </a:rPr>
              <a:t>/ </a:t>
            </a:r>
            <a:r>
              <a:rPr lang="zh-CN" altLang="en-US" sz="1600" dirty="0">
                <a:solidFill>
                  <a:srgbClr val="C00000"/>
                </a:solidFill>
                <a:latin typeface="Times New Roman" panose="02020503050405090304" pitchFamily="18" charset="0"/>
                <a:ea typeface="宋体" pitchFamily="2" charset="-122"/>
              </a:rPr>
              <a:t>去 </a:t>
            </a:r>
            <a:r>
              <a:rPr lang="en-US" altLang="zh-CN" sz="1600" dirty="0">
                <a:solidFill>
                  <a:srgbClr val="C00000"/>
                </a:solidFill>
                <a:latin typeface="Times New Roman" panose="02020503050405090304" pitchFamily="18" charset="0"/>
                <a:ea typeface="宋体" pitchFamily="2" charset="-122"/>
              </a:rPr>
              <a:t>/ </a:t>
            </a:r>
            <a:r>
              <a:rPr lang="zh-CN" altLang="en-US" sz="1600" dirty="0">
                <a:solidFill>
                  <a:srgbClr val="C00000"/>
                </a:solidFill>
                <a:latin typeface="Times New Roman" panose="02020503050405090304" pitchFamily="18" charset="0"/>
                <a:ea typeface="宋体" pitchFamily="2" charset="-122"/>
              </a:rPr>
              <a:t>浅水湾 </a:t>
            </a:r>
            <a:r>
              <a:rPr lang="en-US" altLang="zh-CN" sz="1600" dirty="0">
                <a:solidFill>
                  <a:srgbClr val="C00000"/>
                </a:solidFill>
                <a:latin typeface="Times New Roman" panose="02020503050405090304" pitchFamily="18" charset="0"/>
                <a:ea typeface="宋体" pitchFamily="2" charset="-122"/>
              </a:rPr>
              <a:t>/ </a:t>
            </a:r>
            <a:r>
              <a:rPr lang="zh-CN" altLang="en-US" sz="1600" dirty="0">
                <a:solidFill>
                  <a:srgbClr val="C00000"/>
                </a:solidFill>
                <a:latin typeface="Times New Roman" panose="02020503050405090304" pitchFamily="18" charset="0"/>
                <a:ea typeface="宋体" pitchFamily="2" charset="-122"/>
              </a:rPr>
              <a:t>玩 </a:t>
            </a:r>
            <a:r>
              <a:rPr lang="en-US" altLang="zh-CN" sz="1600" dirty="0">
                <a:solidFill>
                  <a:srgbClr val="C00000"/>
                </a:solidFill>
                <a:latin typeface="Times New Roman" panose="02020503050405090304" pitchFamily="18" charset="0"/>
                <a:ea typeface="宋体" pitchFamily="2" charset="-122"/>
              </a:rPr>
              <a:t>/ </a:t>
            </a:r>
            <a:r>
              <a:rPr lang="zh-CN" altLang="en-US" sz="1600" dirty="0">
                <a:solidFill>
                  <a:srgbClr val="C00000"/>
                </a:solidFill>
                <a:latin typeface="Times New Roman" panose="02020503050405090304" pitchFamily="18" charset="0"/>
                <a:ea typeface="宋体" pitchFamily="2" charset="-122"/>
              </a:rPr>
              <a:t>吧 </a:t>
            </a:r>
            <a:r>
              <a:rPr lang="en-US" altLang="zh-CN" sz="1600" dirty="0">
                <a:solidFill>
                  <a:srgbClr val="C00000"/>
                </a:solidFill>
                <a:latin typeface="Times New Roman" panose="02020503050405090304" pitchFamily="18" charset="0"/>
                <a:ea typeface="宋体" pitchFamily="2" charset="-122"/>
              </a:rPr>
              <a:t>/ </a:t>
            </a:r>
            <a:r>
              <a:rPr lang="zh-CN" altLang="en-US" sz="1600" dirty="0">
                <a:solidFill>
                  <a:srgbClr val="C00000"/>
                </a:solidFill>
                <a:latin typeface="Times New Roman" panose="02020503050405090304" pitchFamily="18" charset="0"/>
                <a:ea typeface="宋体" pitchFamily="2" charset="-122"/>
              </a:rPr>
              <a:t>！</a:t>
            </a:r>
            <a:endParaRPr lang="zh-CN" altLang="en-US" sz="1600" dirty="0">
              <a:solidFill>
                <a:srgbClr val="C00000"/>
              </a:solidFill>
              <a:latin typeface="Times New Roman" panose="02020503050405090304" pitchFamily="18" charset="0"/>
              <a:ea typeface="宋体" pitchFamily="2" charset="-122"/>
            </a:endParaRPr>
          </a:p>
        </p:txBody>
      </p:sp>
      <p:pic>
        <p:nvPicPr>
          <p:cNvPr id="6" name="图片 5"/>
          <p:cNvPicPr>
            <a:picLocks noChangeAspect="1"/>
          </p:cNvPicPr>
          <p:nvPr/>
        </p:nvPicPr>
        <p:blipFill>
          <a:blip r:embed="rId1"/>
          <a:stretch>
            <a:fillRect/>
          </a:stretch>
        </p:blipFill>
        <p:spPr>
          <a:xfrm>
            <a:off x="512681" y="1497668"/>
            <a:ext cx="8263255" cy="1002665"/>
          </a:xfrm>
          <a:prstGeom prst="rect">
            <a:avLst/>
          </a:prstGeom>
        </p:spPr>
      </p:pic>
      <p:sp>
        <p:nvSpPr>
          <p:cNvPr id="3" name="文本框 2"/>
          <p:cNvSpPr txBox="1"/>
          <p:nvPr/>
        </p:nvSpPr>
        <p:spPr>
          <a:xfrm>
            <a:off x="517624" y="872161"/>
            <a:ext cx="8324871" cy="414922"/>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a:lnSpc>
                <a:spcPct val="150000"/>
              </a:lnSpc>
            </a:pPr>
            <a:r>
              <a:rPr lang="zh-CN" altLang="en-US" sz="1600" dirty="0">
                <a:latin typeface="Times New Roman" panose="02020503050405090304" pitchFamily="18" charset="0"/>
                <a:ea typeface="宋体" pitchFamily="2" charset="-122"/>
              </a:rPr>
              <a:t>【例】基于 HMM，对“今天晴天，我们去浅水湾玩吧！”这句文本进行中文分词， 见下表。</a:t>
            </a:r>
            <a:endParaRPr lang="zh-CN" altLang="en-US" sz="1600" dirty="0">
              <a:latin typeface="Times New Roman" panose="02020503050405090304" pitchFamily="18" charset="0"/>
              <a:ea typeface="宋体" pitchFamily="2" charset="-122"/>
            </a:endParaRPr>
          </a:p>
        </p:txBody>
      </p:sp>
      <p:sp>
        <p:nvSpPr>
          <p:cNvPr id="9" name="标题 8"/>
          <p:cNvSpPr>
            <a:spLocks noGrp="1"/>
          </p:cNvSpPr>
          <p:nvPr>
            <p:ph type="title"/>
          </p:nvPr>
        </p:nvSpPr>
        <p:spPr/>
        <p:txBody>
          <a:bodyPr/>
          <a:lstStyle/>
          <a:p>
            <a:r>
              <a:rPr lang="en-US" altLang="zh-CN" sz="2400" b="1">
                <a:solidFill>
                  <a:srgbClr val="004C41"/>
                </a:solidFill>
                <a:ea typeface="宋体" pitchFamily="2" charset="-122"/>
                <a:cs typeface="+mn-ea"/>
                <a:sym typeface="+mn-lt"/>
              </a:rPr>
              <a:t>2. </a:t>
            </a:r>
            <a:r>
              <a:rPr lang="zh-CN" altLang="en-US" sz="2400" b="1">
                <a:solidFill>
                  <a:srgbClr val="004C41"/>
                </a:solidFill>
                <a:ea typeface="宋体" pitchFamily="2" charset="-122"/>
                <a:cs typeface="+mn-ea"/>
                <a:sym typeface="+mn-lt"/>
              </a:rPr>
              <a:t>基于隐马尔可夫模型进行中文分词</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）算法举例</a:t>
            </a:r>
            <a:endParaRPr lang="zh-CN" altLang="en-US">
              <a:ea typeface="宋体" pitchFamily="2" charset="-122"/>
            </a:endParaRPr>
          </a:p>
        </p:txBody>
      </p:sp>
      <p:sp>
        <p:nvSpPr>
          <p:cNvPr id="4" name="日期占位符 3"/>
          <p:cNvSpPr>
            <a:spLocks noGrp="1"/>
          </p:cNvSpPr>
          <p:nvPr>
            <p:ph type="dt" sz="half" idx="10"/>
          </p:nvPr>
        </p:nvSpPr>
        <p:spPr/>
        <p:txBody>
          <a:bodyPr/>
          <a:lstStyle/>
          <a:p>
            <a:fld id="{9C93503B-0736-4BA5-BBAD-6DECF3C0BB19}"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8" name="灯片编号占位符 7"/>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b="1">
                <a:solidFill>
                  <a:srgbClr val="004C41"/>
                </a:solidFill>
                <a:ea typeface="宋体" pitchFamily="2" charset="-122"/>
                <a:cs typeface="+mn-ea"/>
                <a:sym typeface="+mn-lt"/>
              </a:rPr>
              <a:t>2. </a:t>
            </a:r>
            <a:r>
              <a:rPr lang="zh-CN" altLang="en-US" sz="2400" b="1">
                <a:solidFill>
                  <a:srgbClr val="004C41"/>
                </a:solidFill>
                <a:ea typeface="宋体" pitchFamily="2" charset="-122"/>
                <a:cs typeface="+mn-ea"/>
                <a:sym typeface="+mn-lt"/>
              </a:rPr>
              <a:t>基于隐马尔可夫模型进行中文分词</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）算法举例</a:t>
            </a:r>
            <a:endParaRPr lang="zh-CN" altLang="en-US">
              <a:ea typeface="宋体" pitchFamily="2" charset="-122"/>
            </a:endParaRPr>
          </a:p>
        </p:txBody>
      </p:sp>
      <p:sp>
        <p:nvSpPr>
          <p:cNvPr id="3" name="日期占位符 2"/>
          <p:cNvSpPr>
            <a:spLocks noGrp="1"/>
          </p:cNvSpPr>
          <p:nvPr>
            <p:ph type="dt" sz="half" idx="10"/>
          </p:nvPr>
        </p:nvSpPr>
        <p:spPr/>
        <p:txBody>
          <a:bodyPr/>
          <a:lstStyle/>
          <a:p>
            <a:fld id="{A9E38428-DF79-4407-861D-F2FAD80C1695}"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4" name="灯片编号占位符 3"/>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6" name="文本框 5"/>
          <p:cNvSpPr txBox="1"/>
          <p:nvPr/>
        </p:nvSpPr>
        <p:spPr>
          <a:xfrm>
            <a:off x="625328" y="1002281"/>
            <a:ext cx="8150517" cy="2630913"/>
          </a:xfrm>
          <a:prstGeom prst="rect">
            <a:avLst/>
          </a:prstGeom>
          <a:noFill/>
        </p:spPr>
        <p:txBody>
          <a:bodyPr wrap="square">
            <a:spAutoFit/>
          </a:bodyPr>
          <a:lstStyle/>
          <a:p>
            <a:pPr indent="457200" algn="l">
              <a:lnSpc>
                <a:spcPct val="150000"/>
              </a:lnSpc>
            </a:pPr>
            <a:r>
              <a:rPr lang="zh-CN" altLang="en-US" sz="1600">
                <a:latin typeface="Times New Roman" panose="02020503050405090304" pitchFamily="18" charset="0"/>
                <a:ea typeface="宋体" pitchFamily="2" charset="-122"/>
              </a:rPr>
              <a:t>给定句子“今天晴天，我们去浅水湾玩吧！”，然后预测每一个字所对应的编码，然后就可以做分词。比如对于“今”这个字，可选的编码有</a:t>
            </a:r>
            <a:r>
              <a:rPr lang="en-US" altLang="zh-CN" sz="1600">
                <a:latin typeface="Times New Roman" panose="02020503050405090304" pitchFamily="18" charset="0"/>
                <a:ea typeface="宋体" pitchFamily="2" charset="-122"/>
              </a:rPr>
              <a:t>4</a:t>
            </a:r>
            <a:r>
              <a:rPr lang="zh-CN" altLang="en-US" sz="1600">
                <a:latin typeface="Times New Roman" panose="02020503050405090304" pitchFamily="18" charset="0"/>
                <a:ea typeface="宋体" pitchFamily="2" charset="-122"/>
              </a:rPr>
              <a:t>个，我们选择其中概率最大的那一个。比如选到了“</a:t>
            </a:r>
            <a:r>
              <a:rPr lang="en-US" altLang="zh-CN" sz="1600">
                <a:latin typeface="Times New Roman" panose="02020503050405090304" pitchFamily="18" charset="0"/>
                <a:ea typeface="宋体" pitchFamily="2" charset="-122"/>
              </a:rPr>
              <a:t>B</a:t>
            </a:r>
            <a:r>
              <a:rPr lang="zh-CN" altLang="en-US" sz="1600">
                <a:latin typeface="Times New Roman" panose="02020503050405090304" pitchFamily="18" charset="0"/>
                <a:ea typeface="宋体" pitchFamily="2" charset="-122"/>
              </a:rPr>
              <a:t>”，对于“天”这个字又选到了“</a:t>
            </a:r>
            <a:r>
              <a:rPr lang="en-US" altLang="zh-CN" sz="1600">
                <a:latin typeface="Times New Roman" panose="02020503050405090304" pitchFamily="18" charset="0"/>
                <a:ea typeface="宋体" pitchFamily="2" charset="-122"/>
              </a:rPr>
              <a:t>E</a:t>
            </a:r>
            <a:r>
              <a:rPr lang="zh-CN" altLang="en-US" sz="1600">
                <a:latin typeface="Times New Roman" panose="02020503050405090304" pitchFamily="18" charset="0"/>
                <a:ea typeface="宋体" pitchFamily="2" charset="-122"/>
              </a:rPr>
              <a:t>”。以此类推每一次选一个概率最大的编码。然后最终把这些概率最大的编码连在一起，就是最终的编码。</a:t>
            </a:r>
            <a:endParaRPr lang="zh-CN" altLang="en-US" sz="1600">
              <a:latin typeface="Times New Roman" panose="02020503050405090304" pitchFamily="18" charset="0"/>
              <a:ea typeface="宋体" pitchFamily="2" charset="-122"/>
            </a:endParaRPr>
          </a:p>
          <a:p>
            <a:pPr indent="457200" algn="l">
              <a:lnSpc>
                <a:spcPct val="150000"/>
              </a:lnSpc>
            </a:pPr>
            <a:r>
              <a:rPr lang="zh-CN" altLang="en-US" sz="1600">
                <a:solidFill>
                  <a:srgbClr val="0000FF"/>
                </a:solidFill>
                <a:latin typeface="Times New Roman" panose="02020503050405090304" pitchFamily="18" charset="0"/>
                <a:ea typeface="宋体" pitchFamily="2" charset="-122"/>
              </a:rPr>
              <a:t>然而</a:t>
            </a:r>
            <a:r>
              <a:rPr lang="zh-CN" altLang="en-US" sz="1600">
                <a:solidFill>
                  <a:schemeClr val="dk1"/>
                </a:solidFill>
                <a:latin typeface="Times New Roman" panose="02020503050405090304" pitchFamily="18" charset="0"/>
                <a:ea typeface="宋体" pitchFamily="2" charset="-122"/>
              </a:rPr>
              <a:t>，每一个字对应概率最大的编码，但是</a:t>
            </a:r>
            <a:r>
              <a:rPr lang="zh-CN" altLang="en-US" sz="1600">
                <a:solidFill>
                  <a:srgbClr val="0000FF"/>
                </a:solidFill>
                <a:latin typeface="Times New Roman" panose="02020503050405090304" pitchFamily="18" charset="0"/>
                <a:ea typeface="宋体" pitchFamily="2" charset="-122"/>
              </a:rPr>
              <a:t>最终的概率也未必最后的概率最大</a:t>
            </a:r>
            <a:r>
              <a:rPr lang="zh-CN" altLang="en-US" sz="1600">
                <a:solidFill>
                  <a:schemeClr val="dk1"/>
                </a:solidFill>
                <a:latin typeface="Times New Roman" panose="02020503050405090304" pitchFamily="18" charset="0"/>
                <a:ea typeface="宋体" pitchFamily="2" charset="-122"/>
              </a:rPr>
              <a:t>，因为我们计算的并不是简单的概率相加，这种方式只能够局部最大，而不能全局最大，要让全局最大，并且算法复杂度较低的算法。</a:t>
            </a:r>
            <a:r>
              <a:rPr lang="zh-CN" altLang="en-US" sz="1600">
                <a:solidFill>
                  <a:srgbClr val="0000FF"/>
                </a:solidFill>
                <a:latin typeface="Times New Roman" panose="02020503050405090304" pitchFamily="18" charset="0"/>
                <a:ea typeface="宋体" pitchFamily="2" charset="-122"/>
              </a:rPr>
              <a:t>一般使用维特比算法。</a:t>
            </a:r>
            <a:endParaRPr lang="zh-CN" altLang="en-US" sz="1600">
              <a:solidFill>
                <a:srgbClr val="0000FF"/>
              </a:solidFill>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文本框 3" descr="7b0a202020202262756c6c6574223a20227b5c2263617465676f727949645c223a31303030362c5c2274656d706c61746549645c223a32303233313236327d220a7d0a"/>
              <p:cNvSpPr txBox="1"/>
              <p:nvPr/>
            </p:nvSpPr>
            <p:spPr>
              <a:xfrm>
                <a:off x="549714" y="1053006"/>
                <a:ext cx="8203762" cy="2117246"/>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algn="just">
                  <a:lnSpc>
                    <a:spcPct val="150000"/>
                  </a:lnSpc>
                </a:pPr>
                <a:r>
                  <a:rPr lang="zh-CN" altLang="en-US" sz="1800">
                    <a:latin typeface="Times New Roman" panose="02020503050405090304" pitchFamily="18" charset="0"/>
                    <a:ea typeface="宋体" pitchFamily="2" charset="-122"/>
                  </a:rPr>
                  <a:t>对于中文分词问题来说，</a:t>
                </a:r>
                <a:r>
                  <a:rPr lang="zh-CN" altLang="zh-CN" sz="1800">
                    <a:latin typeface="Times New Roman" panose="02020503050405090304" pitchFamily="18" charset="0"/>
                    <a:ea typeface="宋体" pitchFamily="2" charset="-122"/>
                  </a:rPr>
                  <a:t>设</a:t>
                </a:r>
                <a:r>
                  <a:rPr lang="zh-CN" altLang="zh-CN" sz="1800" b="1" dirty="0">
                    <a:solidFill>
                      <a:srgbClr val="0000FF"/>
                    </a:solidFill>
                    <a:latin typeface="Times New Roman" panose="02020503050405090304" pitchFamily="18" charset="0"/>
                    <a:ea typeface="宋体" pitchFamily="2" charset="-122"/>
                  </a:rPr>
                  <a:t>观测状态集合（输入句子序列）</a:t>
                </a:r>
                <a:r>
                  <a:rPr lang="zh-CN" altLang="zh-CN" sz="1800" dirty="0">
                    <a:solidFill>
                      <a:schemeClr val="tx1"/>
                    </a:solidFill>
                    <a:latin typeface="Times New Roman" panose="02020503050405090304" pitchFamily="18" charset="0"/>
                    <a:ea typeface="宋体" pitchFamily="2" charset="-122"/>
                  </a:rPr>
                  <a:t>为</a:t>
                </a:r>
                <a:r>
                  <a:rPr lang="en-US" altLang="zh-CN" sz="1800" dirty="0">
                    <a:solidFill>
                      <a:schemeClr val="tx1"/>
                    </a:solidFill>
                    <a:latin typeface="Times New Roman" panose="02020503050405090304" pitchFamily="18" charset="0"/>
                    <a:ea typeface="宋体" pitchFamily="2" charset="-122"/>
                  </a:rPr>
                  <a:t>O={o</a:t>
                </a:r>
                <a:r>
                  <a:rPr lang="en-US" altLang="zh-CN" sz="1800" baseline="-25000" dirty="0">
                    <a:solidFill>
                      <a:schemeClr val="tx1"/>
                    </a:solidFill>
                    <a:latin typeface="Times New Roman" panose="02020503050405090304" pitchFamily="18" charset="0"/>
                    <a:ea typeface="宋体" pitchFamily="2" charset="-122"/>
                  </a:rPr>
                  <a:t>1</a:t>
                </a:r>
                <a:r>
                  <a:rPr lang="en-US" altLang="zh-CN" sz="1800" dirty="0">
                    <a:solidFill>
                      <a:schemeClr val="tx1"/>
                    </a:solidFill>
                    <a:latin typeface="Times New Roman" panose="02020503050405090304" pitchFamily="18" charset="0"/>
                    <a:ea typeface="宋体" pitchFamily="2" charset="-122"/>
                  </a:rPr>
                  <a:t>, o</a:t>
                </a:r>
                <a:r>
                  <a:rPr lang="en-US" altLang="zh-CN" sz="1800" baseline="-25000" dirty="0">
                    <a:solidFill>
                      <a:schemeClr val="tx1"/>
                    </a:solidFill>
                    <a:latin typeface="Times New Roman" panose="02020503050405090304" pitchFamily="18" charset="0"/>
                    <a:ea typeface="宋体" pitchFamily="2" charset="-122"/>
                  </a:rPr>
                  <a:t>2</a:t>
                </a:r>
                <a:r>
                  <a:rPr lang="en-US" altLang="zh-CN" sz="1800" dirty="0">
                    <a:solidFill>
                      <a:schemeClr val="tx1"/>
                    </a:solidFill>
                    <a:latin typeface="Times New Roman" panose="02020503050405090304" pitchFamily="18" charset="0"/>
                    <a:ea typeface="宋体" pitchFamily="2" charset="-122"/>
                  </a:rPr>
                  <a:t>, </a:t>
                </a:r>
                <a:r>
                  <a:rPr lang="zh-CN" altLang="zh-CN" sz="1800" dirty="0">
                    <a:solidFill>
                      <a:schemeClr val="tx1"/>
                    </a:solidFill>
                    <a:latin typeface="Times New Roman" panose="02020503050405090304" pitchFamily="18" charset="0"/>
                    <a:ea typeface="宋体" pitchFamily="2" charset="-122"/>
                  </a:rPr>
                  <a:t>⋯</a:t>
                </a:r>
                <a:r>
                  <a:rPr lang="en-US" altLang="zh-CN" sz="1800" dirty="0">
                    <a:solidFill>
                      <a:schemeClr val="tx1"/>
                    </a:solidFill>
                    <a:latin typeface="Times New Roman" panose="02020503050405090304" pitchFamily="18" charset="0"/>
                    <a:ea typeface="宋体" pitchFamily="2" charset="-122"/>
                  </a:rPr>
                  <a:t>, o</a:t>
                </a:r>
                <a:r>
                  <a:rPr lang="en-US" altLang="zh-CN" sz="1800" baseline="-25000" dirty="0">
                    <a:solidFill>
                      <a:schemeClr val="tx1"/>
                    </a:solidFill>
                    <a:latin typeface="Times New Roman" panose="02020503050405090304" pitchFamily="18" charset="0"/>
                    <a:ea typeface="宋体" pitchFamily="2" charset="-122"/>
                  </a:rPr>
                  <a:t>n</a:t>
                </a:r>
                <a:r>
                  <a:rPr lang="en-US" altLang="zh-CN" sz="1800" dirty="0">
                    <a:solidFill>
                      <a:schemeClr val="tx1"/>
                    </a:solidFill>
                    <a:latin typeface="Times New Roman" panose="02020503050405090304" pitchFamily="18" charset="0"/>
                    <a:ea typeface="宋体" pitchFamily="2" charset="-122"/>
                  </a:rPr>
                  <a:t>}</a:t>
                </a:r>
                <a:r>
                  <a:rPr lang="zh-CN" altLang="zh-CN" sz="1800" dirty="0">
                    <a:solidFill>
                      <a:schemeClr val="tx1"/>
                    </a:solidFill>
                    <a:latin typeface="Times New Roman" panose="02020503050405090304" pitchFamily="18" charset="0"/>
                    <a:ea typeface="宋体" pitchFamily="2" charset="-122"/>
                  </a:rPr>
                  <a:t>，隐藏状态集合（“</a:t>
                </a:r>
                <a:r>
                  <a:rPr lang="en-US" altLang="zh-CN" sz="1800" dirty="0">
                    <a:solidFill>
                      <a:schemeClr val="tx1"/>
                    </a:solidFill>
                    <a:latin typeface="Times New Roman" panose="02020503050405090304" pitchFamily="18" charset="0"/>
                    <a:ea typeface="宋体" pitchFamily="2" charset="-122"/>
                  </a:rPr>
                  <a:t>BMES</a:t>
                </a:r>
                <a:r>
                  <a:rPr lang="zh-CN" altLang="zh-CN" sz="1800" dirty="0">
                    <a:solidFill>
                      <a:schemeClr val="tx1"/>
                    </a:solidFill>
                    <a:latin typeface="Times New Roman" panose="02020503050405090304" pitchFamily="18" charset="0"/>
                    <a:ea typeface="宋体" pitchFamily="2" charset="-122"/>
                  </a:rPr>
                  <a:t>”序列）</a:t>
                </a:r>
                <a:r>
                  <a:rPr lang="en-US" altLang="zh-CN" sz="1800" dirty="0">
                    <a:solidFill>
                      <a:schemeClr val="tx1"/>
                    </a:solidFill>
                    <a:latin typeface="Times New Roman" panose="02020503050405090304" pitchFamily="18" charset="0"/>
                    <a:ea typeface="宋体" pitchFamily="2" charset="-122"/>
                  </a:rPr>
                  <a:t>I={i</a:t>
                </a:r>
                <a:r>
                  <a:rPr lang="en-US" altLang="zh-CN" sz="1800" baseline="-25000" dirty="0">
                    <a:solidFill>
                      <a:schemeClr val="tx1"/>
                    </a:solidFill>
                    <a:latin typeface="Times New Roman" panose="02020503050405090304" pitchFamily="18" charset="0"/>
                    <a:ea typeface="宋体" pitchFamily="2" charset="-122"/>
                  </a:rPr>
                  <a:t>1</a:t>
                </a:r>
                <a:r>
                  <a:rPr lang="en-US" altLang="zh-CN" sz="1800" dirty="0">
                    <a:solidFill>
                      <a:schemeClr val="tx1"/>
                    </a:solidFill>
                    <a:latin typeface="Times New Roman" panose="02020503050405090304" pitchFamily="18" charset="0"/>
                    <a:ea typeface="宋体" pitchFamily="2" charset="-122"/>
                  </a:rPr>
                  <a:t>, i</a:t>
                </a:r>
                <a:r>
                  <a:rPr lang="en-US" altLang="zh-CN" sz="1800" baseline="-25000" dirty="0">
                    <a:solidFill>
                      <a:schemeClr val="tx1"/>
                    </a:solidFill>
                    <a:latin typeface="Times New Roman" panose="02020503050405090304" pitchFamily="18" charset="0"/>
                    <a:ea typeface="宋体" pitchFamily="2" charset="-122"/>
                  </a:rPr>
                  <a:t>2</a:t>
                </a:r>
                <a:r>
                  <a:rPr lang="en-US" altLang="zh-CN" sz="1800" dirty="0">
                    <a:solidFill>
                      <a:schemeClr val="tx1"/>
                    </a:solidFill>
                    <a:latin typeface="Times New Roman" panose="02020503050405090304" pitchFamily="18" charset="0"/>
                    <a:ea typeface="宋体" pitchFamily="2" charset="-122"/>
                  </a:rPr>
                  <a:t>, </a:t>
                </a:r>
                <a:r>
                  <a:rPr lang="zh-CN" altLang="zh-CN" sz="1800" dirty="0">
                    <a:solidFill>
                      <a:schemeClr val="tx1"/>
                    </a:solidFill>
                    <a:latin typeface="Times New Roman" panose="02020503050405090304" pitchFamily="18" charset="0"/>
                    <a:ea typeface="宋体" pitchFamily="2" charset="-122"/>
                  </a:rPr>
                  <a:t>⋯</a:t>
                </a:r>
                <a:r>
                  <a:rPr lang="en-US" altLang="zh-CN" sz="1800" dirty="0">
                    <a:solidFill>
                      <a:schemeClr val="tx1"/>
                    </a:solidFill>
                    <a:latin typeface="Times New Roman" panose="02020503050405090304" pitchFamily="18" charset="0"/>
                    <a:ea typeface="宋体" pitchFamily="2" charset="-122"/>
                  </a:rPr>
                  <a:t>, i</a:t>
                </a:r>
                <a:r>
                  <a:rPr lang="en-US" altLang="zh-CN" sz="1800" baseline="-25000" dirty="0">
                    <a:solidFill>
                      <a:schemeClr val="tx1"/>
                    </a:solidFill>
                    <a:latin typeface="Times New Roman" panose="02020503050405090304" pitchFamily="18" charset="0"/>
                    <a:ea typeface="宋体" pitchFamily="2" charset="-122"/>
                  </a:rPr>
                  <a:t>n</a:t>
                </a:r>
                <a:r>
                  <a:rPr lang="en-US" altLang="zh-CN" sz="1800" dirty="0">
                    <a:solidFill>
                      <a:schemeClr val="tx1"/>
                    </a:solidFill>
                    <a:latin typeface="Times New Roman" panose="02020503050405090304" pitchFamily="18" charset="0"/>
                    <a:ea typeface="宋体" pitchFamily="2" charset="-122"/>
                  </a:rPr>
                  <a:t>}</a:t>
                </a:r>
                <a:r>
                  <a:rPr lang="zh-CN" altLang="zh-CN" sz="1800" dirty="0">
                    <a:solidFill>
                      <a:schemeClr val="tx1"/>
                    </a:solidFill>
                    <a:latin typeface="Times New Roman" panose="02020503050405090304" pitchFamily="18" charset="0"/>
                    <a:ea typeface="宋体" pitchFamily="2" charset="-122"/>
                  </a:rPr>
                  <a:t>，中文分词就是对给定的观测序列，求解对应的最有可能的隐藏状态序列，即求解最大条件概率</a:t>
                </a:r>
                <a:r>
                  <a:rPr lang="en-US" altLang="zh-CN" sz="1800" dirty="0" err="1">
                    <a:solidFill>
                      <a:schemeClr val="tx1"/>
                    </a:solidFill>
                    <a:latin typeface="Times New Roman" panose="02020503050405090304" pitchFamily="18" charset="0"/>
                    <a:ea typeface="宋体" pitchFamily="2" charset="-122"/>
                  </a:rPr>
                  <a:t>maxP</a:t>
                </a:r>
                <a:r>
                  <a:rPr lang="en-US" altLang="zh-CN" sz="1800" dirty="0">
                    <a:solidFill>
                      <a:schemeClr val="tx1"/>
                    </a:solidFill>
                    <a:latin typeface="Times New Roman" panose="02020503050405090304" pitchFamily="18" charset="0"/>
                    <a:ea typeface="宋体" pitchFamily="2" charset="-122"/>
                  </a:rPr>
                  <a:t>(i</a:t>
                </a:r>
                <a:r>
                  <a:rPr lang="en-US" altLang="zh-CN" sz="1800" baseline="-25000" dirty="0">
                    <a:solidFill>
                      <a:schemeClr val="tx1"/>
                    </a:solidFill>
                    <a:latin typeface="Times New Roman" panose="02020503050405090304" pitchFamily="18" charset="0"/>
                    <a:ea typeface="宋体" pitchFamily="2" charset="-122"/>
                  </a:rPr>
                  <a:t>1</a:t>
                </a:r>
                <a:r>
                  <a:rPr lang="en-US" altLang="zh-CN" sz="1800" dirty="0">
                    <a:solidFill>
                      <a:schemeClr val="tx1"/>
                    </a:solidFill>
                    <a:latin typeface="Times New Roman" panose="02020503050405090304" pitchFamily="18" charset="0"/>
                    <a:ea typeface="宋体" pitchFamily="2" charset="-122"/>
                  </a:rPr>
                  <a:t>, </a:t>
                </a:r>
                <a:r>
                  <a:rPr lang="zh-CN" altLang="zh-CN" sz="1800" dirty="0">
                    <a:solidFill>
                      <a:schemeClr val="tx1"/>
                    </a:solidFill>
                    <a:latin typeface="Times New Roman" panose="02020503050405090304" pitchFamily="18" charset="0"/>
                    <a:ea typeface="宋体" pitchFamily="2" charset="-122"/>
                  </a:rPr>
                  <a:t>⋯</a:t>
                </a:r>
                <a:r>
                  <a:rPr lang="en-US" altLang="zh-CN" sz="1800" dirty="0">
                    <a:solidFill>
                      <a:schemeClr val="tx1"/>
                    </a:solidFill>
                    <a:latin typeface="Times New Roman" panose="02020503050405090304" pitchFamily="18" charset="0"/>
                    <a:ea typeface="宋体" pitchFamily="2" charset="-122"/>
                  </a:rPr>
                  <a:t>, i</a:t>
                </a:r>
                <a:r>
                  <a:rPr lang="en-US" altLang="zh-CN" sz="1800" baseline="-25000" dirty="0">
                    <a:solidFill>
                      <a:schemeClr val="tx1"/>
                    </a:solidFill>
                    <a:latin typeface="Times New Roman" panose="02020503050405090304" pitchFamily="18" charset="0"/>
                    <a:ea typeface="宋体" pitchFamily="2" charset="-122"/>
                  </a:rPr>
                  <a:t>n</a:t>
                </a:r>
                <a:r>
                  <a:rPr lang="en-US" altLang="zh-CN" sz="1800" dirty="0">
                    <a:solidFill>
                      <a:schemeClr val="tx1"/>
                    </a:solidFill>
                    <a:latin typeface="Times New Roman" panose="02020503050405090304" pitchFamily="18" charset="0"/>
                    <a:ea typeface="宋体" pitchFamily="2" charset="-122"/>
                  </a:rPr>
                  <a:t> | o</a:t>
                </a:r>
                <a:r>
                  <a:rPr lang="en-US" altLang="zh-CN" sz="1800" baseline="-25000" dirty="0">
                    <a:solidFill>
                      <a:schemeClr val="tx1"/>
                    </a:solidFill>
                    <a:latin typeface="Times New Roman" panose="02020503050405090304" pitchFamily="18" charset="0"/>
                    <a:ea typeface="宋体" pitchFamily="2" charset="-122"/>
                  </a:rPr>
                  <a:t>1</a:t>
                </a:r>
                <a:r>
                  <a:rPr lang="en-US" altLang="zh-CN" sz="1800" dirty="0">
                    <a:solidFill>
                      <a:schemeClr val="tx1"/>
                    </a:solidFill>
                    <a:latin typeface="Times New Roman" panose="02020503050405090304" pitchFamily="18" charset="0"/>
                    <a:ea typeface="宋体" pitchFamily="2" charset="-122"/>
                  </a:rPr>
                  <a:t>,</a:t>
                </a:r>
                <a:r>
                  <a:rPr lang="zh-CN" altLang="zh-CN" sz="1800" dirty="0">
                    <a:solidFill>
                      <a:schemeClr val="tx1"/>
                    </a:solidFill>
                    <a:latin typeface="Times New Roman" panose="02020503050405090304" pitchFamily="18" charset="0"/>
                    <a:ea typeface="宋体" pitchFamily="2" charset="-122"/>
                  </a:rPr>
                  <a:t>⋯</a:t>
                </a:r>
                <a:r>
                  <a:rPr lang="en-US" altLang="zh-CN" sz="1800" dirty="0">
                    <a:solidFill>
                      <a:schemeClr val="tx1"/>
                    </a:solidFill>
                    <a:latin typeface="Times New Roman" panose="02020503050405090304" pitchFamily="18" charset="0"/>
                    <a:ea typeface="宋体" pitchFamily="2" charset="-122"/>
                  </a:rPr>
                  <a:t>, o</a:t>
                </a:r>
                <a:r>
                  <a:rPr lang="en-US" altLang="zh-CN" sz="1800" baseline="-25000" dirty="0">
                    <a:solidFill>
                      <a:schemeClr val="tx1"/>
                    </a:solidFill>
                    <a:latin typeface="Times New Roman" panose="02020503050405090304" pitchFamily="18" charset="0"/>
                    <a:ea typeface="宋体" pitchFamily="2" charset="-122"/>
                  </a:rPr>
                  <a:t>n</a:t>
                </a:r>
                <a:r>
                  <a:rPr lang="en-US" altLang="zh-CN" sz="1800" dirty="0">
                    <a:solidFill>
                      <a:schemeClr val="tx1"/>
                    </a:solidFill>
                    <a:latin typeface="Times New Roman" panose="02020503050405090304" pitchFamily="18" charset="0"/>
                    <a:ea typeface="宋体" pitchFamily="2" charset="-122"/>
                  </a:rPr>
                  <a:t>)</a:t>
                </a:r>
                <a:r>
                  <a:rPr lang="zh-CN" altLang="zh-CN" sz="1800" dirty="0">
                    <a:solidFill>
                      <a:schemeClr val="tx1"/>
                    </a:solidFill>
                    <a:latin typeface="Times New Roman" panose="02020503050405090304" pitchFamily="18" charset="0"/>
                    <a:ea typeface="宋体" pitchFamily="2" charset="-122"/>
                  </a:rPr>
                  <a:t>，利用贝叶斯公式</a:t>
                </a:r>
                <a:r>
                  <a:rPr lang="zh-CN" altLang="zh-CN" sz="1800">
                    <a:solidFill>
                      <a:schemeClr val="tx1"/>
                    </a:solidFill>
                    <a:latin typeface="Times New Roman" panose="02020503050405090304" pitchFamily="18" charset="0"/>
                    <a:ea typeface="宋体" pitchFamily="2" charset="-122"/>
                  </a:rPr>
                  <a:t>可得</a:t>
                </a:r>
                <a:r>
                  <a:rPr lang="zh-CN" altLang="en-US" sz="1800">
                    <a:solidFill>
                      <a:schemeClr val="tx1"/>
                    </a:solidFill>
                    <a:latin typeface="Times New Roman" panose="02020503050405090304" pitchFamily="18" charset="0"/>
                    <a:ea typeface="宋体" pitchFamily="2" charset="-122"/>
                  </a:rPr>
                  <a:t>：</a:t>
                </a:r>
                <a14:m>
                  <m:oMath xmlns:m="http://schemas.openxmlformats.org/officeDocument/2006/math">
                    <m:r>
                      <a:rPr lang="zh-CN" altLang="en-US" sz="1800" i="1">
                        <a:solidFill>
                          <a:schemeClr val="tx1"/>
                        </a:solidFill>
                        <a:latin typeface="Cambria Math" panose="02040503050406030204" pitchFamily="18" charset="0"/>
                      </a:rPr>
                      <m:t>𝑃</m:t>
                    </m:r>
                    <m:d>
                      <m:dPr>
                        <m:ctrlPr>
                          <a:rPr lang="zh-CN" altLang="en-US" sz="1800" i="1">
                            <a:solidFill>
                              <a:schemeClr val="tx1"/>
                            </a:solidFill>
                            <a:latin typeface="Cambria Math" panose="02040503050406030204" pitchFamily="18" charset="0"/>
                          </a:rPr>
                        </m:ctrlPr>
                      </m:dPr>
                      <m:e>
                        <m:sSub>
                          <m:sSubPr>
                            <m:ctrlPr>
                              <a:rPr lang="zh-CN" altLang="en-US" sz="1800" i="1">
                                <a:solidFill>
                                  <a:schemeClr val="tx1"/>
                                </a:solidFill>
                                <a:latin typeface="Cambria Math" panose="02040503050406030204" pitchFamily="18" charset="0"/>
                              </a:rPr>
                            </m:ctrlPr>
                          </m:sSubPr>
                          <m:e>
                            <m:r>
                              <a:rPr lang="zh-CN" altLang="en-US" sz="1800" i="1">
                                <a:solidFill>
                                  <a:schemeClr val="tx1"/>
                                </a:solidFill>
                                <a:latin typeface="Cambria Math" panose="02040503050406030204" pitchFamily="18" charset="0"/>
                              </a:rPr>
                              <m:t>𝑖</m:t>
                            </m:r>
                          </m:e>
                          <m:sub>
                            <m:r>
                              <a:rPr lang="zh-CN" altLang="en-US" sz="1800">
                                <a:solidFill>
                                  <a:schemeClr val="tx1"/>
                                </a:solidFill>
                                <a:latin typeface="Cambria Math" panose="02040503050406030204" pitchFamily="18" charset="0"/>
                              </a:rPr>
                              <m:t>1</m:t>
                            </m:r>
                          </m:sub>
                        </m:sSub>
                        <m:r>
                          <a:rPr lang="zh-CN" altLang="en-US" sz="1800">
                            <a:solidFill>
                              <a:schemeClr val="tx1"/>
                            </a:solidFill>
                            <a:latin typeface="Cambria Math" panose="02040503050406030204" pitchFamily="18" charset="0"/>
                          </a:rPr>
                          <m:t>,⋯,</m:t>
                        </m:r>
                        <m:sSub>
                          <m:sSubPr>
                            <m:ctrlPr>
                              <a:rPr lang="zh-CN" altLang="en-US" sz="1800" i="1">
                                <a:solidFill>
                                  <a:schemeClr val="tx1"/>
                                </a:solidFill>
                                <a:latin typeface="Cambria Math" panose="02040503050406030204" pitchFamily="18" charset="0"/>
                              </a:rPr>
                            </m:ctrlPr>
                          </m:sSubPr>
                          <m:e>
                            <m:r>
                              <a:rPr lang="zh-CN" altLang="en-US" sz="1800" i="1">
                                <a:solidFill>
                                  <a:schemeClr val="tx1"/>
                                </a:solidFill>
                                <a:latin typeface="Cambria Math" panose="02040503050406030204" pitchFamily="18" charset="0"/>
                              </a:rPr>
                              <m:t>𝑖</m:t>
                            </m:r>
                          </m:e>
                          <m:sub>
                            <m:r>
                              <a:rPr lang="zh-CN" altLang="en-US" sz="1800" i="1">
                                <a:solidFill>
                                  <a:schemeClr val="tx1"/>
                                </a:solidFill>
                                <a:latin typeface="Cambria Math" panose="02040503050406030204" pitchFamily="18" charset="0"/>
                              </a:rPr>
                              <m:t>𝑛</m:t>
                            </m:r>
                          </m:sub>
                        </m:sSub>
                        <m:r>
                          <a:rPr lang="zh-CN" altLang="en-US" sz="1800">
                            <a:solidFill>
                              <a:schemeClr val="tx1"/>
                            </a:solidFill>
                            <a:latin typeface="Cambria Math" panose="02040503050406030204" pitchFamily="18" charset="0"/>
                          </a:rPr>
                          <m:t>∣</m:t>
                        </m:r>
                        <m:sSub>
                          <m:sSubPr>
                            <m:ctrlPr>
                              <a:rPr lang="zh-CN" altLang="en-US" sz="1800" i="1">
                                <a:solidFill>
                                  <a:schemeClr val="tx1"/>
                                </a:solidFill>
                                <a:latin typeface="Cambria Math" panose="02040503050406030204" pitchFamily="18" charset="0"/>
                              </a:rPr>
                            </m:ctrlPr>
                          </m:sSubPr>
                          <m:e>
                            <m:r>
                              <a:rPr lang="zh-CN" altLang="en-US" sz="1800" i="1">
                                <a:solidFill>
                                  <a:schemeClr val="tx1"/>
                                </a:solidFill>
                                <a:latin typeface="Cambria Math" panose="02040503050406030204" pitchFamily="18" charset="0"/>
                              </a:rPr>
                              <m:t>𝑜</m:t>
                            </m:r>
                          </m:e>
                          <m:sub>
                            <m:r>
                              <a:rPr lang="zh-CN" altLang="en-US" sz="1800">
                                <a:solidFill>
                                  <a:schemeClr val="tx1"/>
                                </a:solidFill>
                                <a:latin typeface="Cambria Math" panose="02040503050406030204" pitchFamily="18" charset="0"/>
                              </a:rPr>
                              <m:t>1</m:t>
                            </m:r>
                          </m:sub>
                        </m:sSub>
                        <m:r>
                          <a:rPr lang="zh-CN" altLang="en-US" sz="1800">
                            <a:solidFill>
                              <a:schemeClr val="tx1"/>
                            </a:solidFill>
                            <a:latin typeface="Cambria Math" panose="02040503050406030204" pitchFamily="18" charset="0"/>
                          </a:rPr>
                          <m:t>,⋯,</m:t>
                        </m:r>
                        <m:sSub>
                          <m:sSubPr>
                            <m:ctrlPr>
                              <a:rPr lang="zh-CN" altLang="en-US" sz="1800" i="1">
                                <a:solidFill>
                                  <a:schemeClr val="tx1"/>
                                </a:solidFill>
                                <a:latin typeface="Cambria Math" panose="02040503050406030204" pitchFamily="18" charset="0"/>
                              </a:rPr>
                            </m:ctrlPr>
                          </m:sSubPr>
                          <m:e>
                            <m:r>
                              <a:rPr lang="zh-CN" altLang="en-US" sz="1800" i="1">
                                <a:solidFill>
                                  <a:schemeClr val="tx1"/>
                                </a:solidFill>
                                <a:latin typeface="Cambria Math" panose="02040503050406030204" pitchFamily="18" charset="0"/>
                              </a:rPr>
                              <m:t>𝑜</m:t>
                            </m:r>
                          </m:e>
                          <m:sub>
                            <m:r>
                              <a:rPr lang="zh-CN" altLang="en-US" sz="1800" i="1">
                                <a:solidFill>
                                  <a:schemeClr val="tx1"/>
                                </a:solidFill>
                                <a:latin typeface="Cambria Math" panose="02040503050406030204" pitchFamily="18" charset="0"/>
                              </a:rPr>
                              <m:t>𝑛</m:t>
                            </m:r>
                          </m:sub>
                        </m:sSub>
                      </m:e>
                    </m:d>
                    <m:r>
                      <a:rPr lang="zh-CN" altLang="en-US" sz="1800">
                        <a:solidFill>
                          <a:schemeClr val="tx1"/>
                        </a:solidFill>
                        <a:latin typeface="Cambria Math" panose="02040503050406030204" pitchFamily="18" charset="0"/>
                      </a:rPr>
                      <m:t>=</m:t>
                    </m:r>
                    <m:r>
                      <a:rPr lang="zh-CN" altLang="en-US" sz="1800" i="1">
                        <a:solidFill>
                          <a:schemeClr val="tx1"/>
                        </a:solidFill>
                        <a:latin typeface="Cambria Math" panose="02040503050406030204" pitchFamily="18" charset="0"/>
                      </a:rPr>
                      <m:t>𝑃</m:t>
                    </m:r>
                    <m:d>
                      <m:dPr>
                        <m:ctrlPr>
                          <a:rPr lang="zh-CN" altLang="en-US" sz="1800" i="1">
                            <a:solidFill>
                              <a:schemeClr val="tx1"/>
                            </a:solidFill>
                            <a:latin typeface="Cambria Math" panose="02040503050406030204" pitchFamily="18" charset="0"/>
                          </a:rPr>
                        </m:ctrlPr>
                      </m:dPr>
                      <m:e>
                        <m:sSub>
                          <m:sSubPr>
                            <m:ctrlPr>
                              <a:rPr lang="zh-CN" altLang="en-US" sz="1800" i="1">
                                <a:solidFill>
                                  <a:schemeClr val="tx1"/>
                                </a:solidFill>
                                <a:latin typeface="Cambria Math" panose="02040503050406030204" pitchFamily="18" charset="0"/>
                              </a:rPr>
                            </m:ctrlPr>
                          </m:sSubPr>
                          <m:e>
                            <m:r>
                              <a:rPr lang="zh-CN" altLang="en-US" sz="1800" i="1">
                                <a:solidFill>
                                  <a:schemeClr val="tx1"/>
                                </a:solidFill>
                                <a:latin typeface="Cambria Math" panose="02040503050406030204" pitchFamily="18" charset="0"/>
                              </a:rPr>
                              <m:t>𝑜</m:t>
                            </m:r>
                          </m:e>
                          <m:sub>
                            <m:r>
                              <a:rPr lang="zh-CN" altLang="en-US" sz="1800">
                                <a:solidFill>
                                  <a:schemeClr val="tx1"/>
                                </a:solidFill>
                                <a:latin typeface="Cambria Math" panose="02040503050406030204" pitchFamily="18" charset="0"/>
                              </a:rPr>
                              <m:t>1</m:t>
                            </m:r>
                          </m:sub>
                        </m:sSub>
                        <m:r>
                          <a:rPr lang="zh-CN" altLang="en-US" sz="1800">
                            <a:solidFill>
                              <a:schemeClr val="tx1"/>
                            </a:solidFill>
                            <a:latin typeface="Cambria Math" panose="02040503050406030204" pitchFamily="18" charset="0"/>
                          </a:rPr>
                          <m:t>,⋯,</m:t>
                        </m:r>
                        <m:sSub>
                          <m:sSubPr>
                            <m:ctrlPr>
                              <a:rPr lang="zh-CN" altLang="en-US" sz="1800" i="1">
                                <a:solidFill>
                                  <a:schemeClr val="tx1"/>
                                </a:solidFill>
                                <a:latin typeface="Cambria Math" panose="02040503050406030204" pitchFamily="18" charset="0"/>
                              </a:rPr>
                            </m:ctrlPr>
                          </m:sSubPr>
                          <m:e>
                            <m:r>
                              <a:rPr lang="zh-CN" altLang="en-US" sz="1800" i="1">
                                <a:solidFill>
                                  <a:schemeClr val="tx1"/>
                                </a:solidFill>
                                <a:latin typeface="Cambria Math" panose="02040503050406030204" pitchFamily="18" charset="0"/>
                              </a:rPr>
                              <m:t>𝑜</m:t>
                            </m:r>
                          </m:e>
                          <m:sub>
                            <m:r>
                              <a:rPr lang="zh-CN" altLang="en-US" sz="1800" i="1">
                                <a:solidFill>
                                  <a:schemeClr val="tx1"/>
                                </a:solidFill>
                                <a:latin typeface="Cambria Math" panose="02040503050406030204" pitchFamily="18" charset="0"/>
                              </a:rPr>
                              <m:t>𝑛</m:t>
                            </m:r>
                          </m:sub>
                        </m:sSub>
                        <m:r>
                          <a:rPr lang="zh-CN" altLang="en-US" sz="1800">
                            <a:solidFill>
                              <a:schemeClr val="tx1"/>
                            </a:solidFill>
                            <a:latin typeface="Cambria Math" panose="02040503050406030204" pitchFamily="18" charset="0"/>
                          </a:rPr>
                          <m:t>∣</m:t>
                        </m:r>
                        <m:sSub>
                          <m:sSubPr>
                            <m:ctrlPr>
                              <a:rPr lang="zh-CN" altLang="en-US" sz="1800" i="1">
                                <a:solidFill>
                                  <a:schemeClr val="tx1"/>
                                </a:solidFill>
                                <a:latin typeface="Cambria Math" panose="02040503050406030204" pitchFamily="18" charset="0"/>
                              </a:rPr>
                            </m:ctrlPr>
                          </m:sSubPr>
                          <m:e>
                            <m:r>
                              <a:rPr lang="zh-CN" altLang="en-US" sz="1800" i="1">
                                <a:solidFill>
                                  <a:schemeClr val="tx1"/>
                                </a:solidFill>
                                <a:latin typeface="Cambria Math" panose="02040503050406030204" pitchFamily="18" charset="0"/>
                              </a:rPr>
                              <m:t>𝑖</m:t>
                            </m:r>
                          </m:e>
                          <m:sub>
                            <m:r>
                              <a:rPr lang="zh-CN" altLang="en-US" sz="1800">
                                <a:solidFill>
                                  <a:schemeClr val="tx1"/>
                                </a:solidFill>
                                <a:latin typeface="Cambria Math" panose="02040503050406030204" pitchFamily="18" charset="0"/>
                              </a:rPr>
                              <m:t>1</m:t>
                            </m:r>
                          </m:sub>
                        </m:sSub>
                        <m:r>
                          <a:rPr lang="zh-CN" altLang="en-US" sz="1800">
                            <a:solidFill>
                              <a:schemeClr val="tx1"/>
                            </a:solidFill>
                            <a:latin typeface="Cambria Math" panose="02040503050406030204" pitchFamily="18" charset="0"/>
                          </a:rPr>
                          <m:t>,⋯,</m:t>
                        </m:r>
                        <m:sSub>
                          <m:sSubPr>
                            <m:ctrlPr>
                              <a:rPr lang="zh-CN" altLang="en-US" sz="1800" i="1">
                                <a:solidFill>
                                  <a:schemeClr val="tx1"/>
                                </a:solidFill>
                                <a:latin typeface="Cambria Math" panose="02040503050406030204" pitchFamily="18" charset="0"/>
                              </a:rPr>
                            </m:ctrlPr>
                          </m:sSubPr>
                          <m:e>
                            <m:r>
                              <a:rPr lang="zh-CN" altLang="en-US" sz="1800" i="1">
                                <a:solidFill>
                                  <a:schemeClr val="tx1"/>
                                </a:solidFill>
                                <a:latin typeface="Cambria Math" panose="02040503050406030204" pitchFamily="18" charset="0"/>
                              </a:rPr>
                              <m:t>𝑖</m:t>
                            </m:r>
                          </m:e>
                          <m:sub>
                            <m:r>
                              <a:rPr lang="zh-CN" altLang="en-US" sz="1800" i="1">
                                <a:solidFill>
                                  <a:schemeClr val="tx1"/>
                                </a:solidFill>
                                <a:latin typeface="Cambria Math" panose="02040503050406030204" pitchFamily="18" charset="0"/>
                              </a:rPr>
                              <m:t>𝑛</m:t>
                            </m:r>
                          </m:sub>
                        </m:sSub>
                      </m:e>
                    </m:d>
                    <m:r>
                      <a:rPr lang="zh-CN" altLang="en-US" sz="1800" i="1">
                        <a:solidFill>
                          <a:schemeClr val="tx1"/>
                        </a:solidFill>
                        <a:latin typeface="Cambria Math" panose="02040503050406030204" pitchFamily="18" charset="0"/>
                      </a:rPr>
                      <m:t>𝑃</m:t>
                    </m:r>
                    <m:d>
                      <m:dPr>
                        <m:ctrlPr>
                          <a:rPr lang="zh-CN" altLang="en-US" sz="1800" i="1">
                            <a:solidFill>
                              <a:schemeClr val="tx1"/>
                            </a:solidFill>
                            <a:latin typeface="Cambria Math" panose="02040503050406030204" pitchFamily="18" charset="0"/>
                          </a:rPr>
                        </m:ctrlPr>
                      </m:dPr>
                      <m:e>
                        <m:sSub>
                          <m:sSubPr>
                            <m:ctrlPr>
                              <a:rPr lang="zh-CN" altLang="en-US" sz="1800" i="1">
                                <a:solidFill>
                                  <a:schemeClr val="tx1"/>
                                </a:solidFill>
                                <a:latin typeface="Cambria Math" panose="02040503050406030204" pitchFamily="18" charset="0"/>
                              </a:rPr>
                            </m:ctrlPr>
                          </m:sSubPr>
                          <m:e>
                            <m:r>
                              <a:rPr lang="zh-CN" altLang="en-US" sz="1800" i="1">
                                <a:solidFill>
                                  <a:schemeClr val="tx1"/>
                                </a:solidFill>
                                <a:latin typeface="Cambria Math" panose="02040503050406030204" pitchFamily="18" charset="0"/>
                              </a:rPr>
                              <m:t>𝑖</m:t>
                            </m:r>
                          </m:e>
                          <m:sub>
                            <m:r>
                              <a:rPr lang="zh-CN" altLang="en-US" sz="1800">
                                <a:solidFill>
                                  <a:schemeClr val="tx1"/>
                                </a:solidFill>
                                <a:latin typeface="Cambria Math" panose="02040503050406030204" pitchFamily="18" charset="0"/>
                              </a:rPr>
                              <m:t>1</m:t>
                            </m:r>
                          </m:sub>
                        </m:sSub>
                        <m:r>
                          <a:rPr lang="zh-CN" altLang="en-US" sz="1800">
                            <a:solidFill>
                              <a:schemeClr val="tx1"/>
                            </a:solidFill>
                            <a:latin typeface="Cambria Math" panose="02040503050406030204" pitchFamily="18" charset="0"/>
                          </a:rPr>
                          <m:t>,⋯,</m:t>
                        </m:r>
                        <m:sSub>
                          <m:sSubPr>
                            <m:ctrlPr>
                              <a:rPr lang="zh-CN" altLang="en-US" sz="1800" i="1">
                                <a:solidFill>
                                  <a:schemeClr val="tx1"/>
                                </a:solidFill>
                                <a:latin typeface="Cambria Math" panose="02040503050406030204" pitchFamily="18" charset="0"/>
                              </a:rPr>
                            </m:ctrlPr>
                          </m:sSubPr>
                          <m:e>
                            <m:r>
                              <a:rPr lang="zh-CN" altLang="en-US" sz="1800" i="1">
                                <a:solidFill>
                                  <a:schemeClr val="tx1"/>
                                </a:solidFill>
                                <a:latin typeface="Cambria Math" panose="02040503050406030204" pitchFamily="18" charset="0"/>
                              </a:rPr>
                              <m:t>𝑖</m:t>
                            </m:r>
                          </m:e>
                          <m:sub>
                            <m:r>
                              <a:rPr lang="zh-CN" altLang="en-US" sz="1800" i="1">
                                <a:solidFill>
                                  <a:schemeClr val="tx1"/>
                                </a:solidFill>
                                <a:latin typeface="Cambria Math" panose="02040503050406030204" pitchFamily="18" charset="0"/>
                              </a:rPr>
                              <m:t>𝑛</m:t>
                            </m:r>
                          </m:sub>
                        </m:sSub>
                      </m:e>
                    </m:d>
                  </m:oMath>
                </a14:m>
                <a:r>
                  <a:rPr lang="zh-CN" altLang="en-US" sz="1800">
                    <a:solidFill>
                      <a:schemeClr val="tx1"/>
                    </a:solidFill>
                    <a:latin typeface="Times New Roman" panose="02020503050405090304" pitchFamily="18" charset="0"/>
                    <a:ea typeface="宋体" pitchFamily="2" charset="-122"/>
                  </a:rPr>
                  <a:t>。</a:t>
                </a:r>
                <a:endParaRPr lang="en-US" altLang="zh-CN" sz="1800" dirty="0">
                  <a:solidFill>
                    <a:schemeClr val="tx1"/>
                  </a:solidFill>
                  <a:latin typeface="Times New Roman" panose="02020503050405090304" pitchFamily="18" charset="0"/>
                  <a:ea typeface="宋体" pitchFamily="2" charset="-122"/>
                </a:endParaRPr>
              </a:p>
            </p:txBody>
          </p:sp>
        </mc:Choice>
        <mc:Fallback>
          <p:sp>
            <p:nvSpPr>
              <p:cNvPr id="4" name="文本框 3" descr="7b0a202020202262756c6c6574223a20227b5c2263617465676f727949645c223a31303030362c5c2274656d706c61746549645c223a32303233313236327d220a7d0a"/>
              <p:cNvSpPr txBox="1">
                <a:spLocks noRot="1" noChangeAspect="1" noMove="1" noResize="1" noEditPoints="1" noAdjustHandles="1" noChangeArrowheads="1" noChangeShapeType="1" noTextEdit="1"/>
              </p:cNvSpPr>
              <p:nvPr/>
            </p:nvSpPr>
            <p:spPr>
              <a:xfrm>
                <a:off x="549714" y="1053006"/>
                <a:ext cx="8203762" cy="2117246"/>
              </a:xfrm>
              <a:prstGeom prst="rect">
                <a:avLst/>
              </a:prstGeom>
              <a:blipFill rotWithShape="1">
                <a:blip r:embed="rId1"/>
                <a:stretch>
                  <a:fillRect l="-5" t="-8" b="-5983"/>
                </a:stretch>
              </a:blipFill>
              <a:ln>
                <a:noFill/>
              </a:ln>
            </p:spPr>
            <p:style>
              <a:lnRef idx="2">
                <a:schemeClr val="dk1"/>
              </a:lnRef>
              <a:fillRef idx="1">
                <a:schemeClr val="lt1"/>
              </a:fillRef>
              <a:effectRef idx="0">
                <a:schemeClr val="dk1"/>
              </a:effectRef>
              <a:fontRef idx="minor">
                <a:schemeClr val="dk1"/>
              </a:fontRef>
            </p:style>
            <p:txBody>
              <a:bodyPr/>
              <a:lstStyle/>
              <a:p>
                <a:r>
                  <a:rPr lang="zh-CN" altLang="en-US">
                    <a:noFill/>
                  </a:rPr>
                  <a:t> </a:t>
                </a:r>
              </a:p>
            </p:txBody>
          </p:sp>
        </mc:Fallback>
      </mc:AlternateContent>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标题 8"/>
          <p:cNvSpPr>
            <a:spLocks noGrp="1"/>
          </p:cNvSpPr>
          <p:nvPr>
            <p:ph type="title"/>
          </p:nvPr>
        </p:nvSpPr>
        <p:spPr/>
        <p:txBody>
          <a:bodyPr/>
          <a:lstStyle/>
          <a:p>
            <a:r>
              <a:rPr lang="en-US" altLang="zh-CN" sz="2000" b="1">
                <a:solidFill>
                  <a:srgbClr val="004C41"/>
                </a:solidFill>
                <a:ea typeface="宋体" pitchFamily="2" charset="-122"/>
                <a:cs typeface="+mn-ea"/>
                <a:sym typeface="+mn-lt"/>
              </a:rPr>
              <a:t>2. </a:t>
            </a:r>
            <a:r>
              <a:rPr lang="zh-CN" altLang="en-US" sz="2000" b="1">
                <a:solidFill>
                  <a:srgbClr val="004C41"/>
                </a:solidFill>
                <a:ea typeface="宋体" pitchFamily="2" charset="-122"/>
                <a:cs typeface="+mn-ea"/>
                <a:sym typeface="+mn-lt"/>
              </a:rPr>
              <a:t>基于隐马尔可夫模型进行中文分词</a:t>
            </a:r>
            <a:r>
              <a:rPr lang="en-US" altLang="zh-CN" sz="2000" b="1">
                <a:solidFill>
                  <a:srgbClr val="004C41"/>
                </a:solidFill>
                <a:ea typeface="宋体" pitchFamily="2" charset="-122"/>
                <a:cs typeface="+mn-ea"/>
                <a:sym typeface="+mn-lt"/>
              </a:rPr>
              <a:t>——</a:t>
            </a:r>
            <a:r>
              <a:rPr lang="zh-CN" altLang="en-US" sz="2000" b="1">
                <a:solidFill>
                  <a:srgbClr val="004C41"/>
                </a:solidFill>
                <a:ea typeface="宋体" pitchFamily="2" charset="-122"/>
                <a:cs typeface="+mn-ea"/>
                <a:sym typeface="+mn-lt"/>
              </a:rPr>
              <a:t>（</a:t>
            </a:r>
            <a:r>
              <a:rPr lang="en-US" altLang="zh-CN" sz="2000" b="1">
                <a:solidFill>
                  <a:srgbClr val="004C41"/>
                </a:solidFill>
                <a:ea typeface="宋体" pitchFamily="2" charset="-122"/>
                <a:cs typeface="+mn-ea"/>
                <a:sym typeface="+mn-lt"/>
              </a:rPr>
              <a:t>3</a:t>
            </a:r>
            <a:r>
              <a:rPr lang="zh-CN" altLang="en-US" sz="2000" b="1">
                <a:solidFill>
                  <a:srgbClr val="004C41"/>
                </a:solidFill>
                <a:ea typeface="宋体" pitchFamily="2" charset="-122"/>
                <a:cs typeface="+mn-ea"/>
                <a:sym typeface="+mn-lt"/>
              </a:rPr>
              <a:t>）对中文分词进行形式化描述</a:t>
            </a:r>
            <a:endParaRPr lang="zh-CN" altLang="en-US" sz="2000">
              <a:ea typeface="宋体" pitchFamily="2" charset="-122"/>
            </a:endParaRPr>
          </a:p>
        </p:txBody>
      </p:sp>
      <p:sp>
        <p:nvSpPr>
          <p:cNvPr id="7" name="日期占位符 6"/>
          <p:cNvSpPr>
            <a:spLocks noGrp="1"/>
          </p:cNvSpPr>
          <p:nvPr>
            <p:ph type="dt" sz="half" idx="10"/>
          </p:nvPr>
        </p:nvSpPr>
        <p:spPr/>
        <p:txBody>
          <a:bodyPr/>
          <a:lstStyle/>
          <a:p>
            <a:fld id="{DAD52E8B-27E9-408F-B829-6D46734F65AC}"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8" name="灯片编号占位符 7"/>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2"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animBg="1"/>
      <p:bldP spid="4" grpId="2" bldLvl="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descr="7b0a202020202262756c6c6574223a20227b5c2263617465676f727949645c223a31303030362c5c2274656d706c61746549645c223a32303233313236327d220a7d0a"/>
          <p:cNvSpPr txBox="1"/>
          <p:nvPr/>
        </p:nvSpPr>
        <p:spPr>
          <a:xfrm>
            <a:off x="362427" y="944812"/>
            <a:ext cx="8639898" cy="3578865"/>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a:lnSpc>
                <a:spcPct val="130000"/>
              </a:lnSpc>
            </a:pPr>
            <a:r>
              <a:rPr lang="zh-CN" altLang="en-US" sz="1600" b="1" dirty="0">
                <a:solidFill>
                  <a:srgbClr val="00B050"/>
                </a:solidFill>
                <a:latin typeface="Times New Roman" panose="02020503050405090304" pitchFamily="18" charset="0"/>
                <a:ea typeface="宋体" pitchFamily="2" charset="-122"/>
                <a:sym typeface="+mn-ea"/>
              </a:rPr>
              <a:t>分词过程</a:t>
            </a:r>
            <a:r>
              <a:rPr lang="zh-CN" altLang="en-US" sz="1600" dirty="0">
                <a:latin typeface="Times New Roman" panose="02020503050405090304" pitchFamily="18" charset="0"/>
                <a:ea typeface="宋体" pitchFamily="2" charset="-122"/>
                <a:sym typeface="+mn-ea"/>
              </a:rPr>
              <a:t>：</a:t>
            </a:r>
            <a:endParaRPr lang="zh-CN" altLang="en-US" sz="1600" dirty="0">
              <a:latin typeface="Times New Roman" panose="02020503050405090304" pitchFamily="18" charset="0"/>
              <a:ea typeface="宋体" pitchFamily="2" charset="-122"/>
              <a:sym typeface="+mn-ea"/>
            </a:endParaRPr>
          </a:p>
          <a:p>
            <a:pPr indent="0" algn="just">
              <a:lnSpc>
                <a:spcPct val="130000"/>
              </a:lnSpc>
              <a:buNone/>
            </a:pPr>
            <a:r>
              <a:rPr lang="en-US" altLang="zh-CN" sz="1600" dirty="0">
                <a:solidFill>
                  <a:srgbClr val="FF0000"/>
                </a:solidFill>
                <a:latin typeface="Times New Roman" panose="02020503050405090304" pitchFamily="18" charset="0"/>
                <a:ea typeface="宋体" pitchFamily="2" charset="-122"/>
                <a:sym typeface="+mn-ea"/>
              </a:rPr>
              <a:t>  </a:t>
            </a:r>
            <a:r>
              <a:rPr lang="zh-CN" altLang="en-US" sz="1600" dirty="0">
                <a:solidFill>
                  <a:srgbClr val="FF0000"/>
                </a:solidFill>
                <a:latin typeface="Times New Roman" panose="02020503050405090304" pitchFamily="18" charset="0"/>
                <a:ea typeface="宋体" pitchFamily="2" charset="-122"/>
                <a:sym typeface="+mn-ea"/>
              </a:rPr>
              <a:t>（</a:t>
            </a:r>
            <a:r>
              <a:rPr lang="en-US" altLang="zh-CN" sz="1600" dirty="0">
                <a:solidFill>
                  <a:srgbClr val="FF0000"/>
                </a:solidFill>
                <a:latin typeface="Times New Roman" panose="02020503050405090304" pitchFamily="18" charset="0"/>
                <a:ea typeface="宋体" pitchFamily="2" charset="-122"/>
                <a:sym typeface="+mn-ea"/>
              </a:rPr>
              <a:t>1</a:t>
            </a:r>
            <a:r>
              <a:rPr lang="zh-CN" altLang="en-US" sz="1600" dirty="0">
                <a:solidFill>
                  <a:srgbClr val="FF0000"/>
                </a:solidFill>
                <a:latin typeface="Times New Roman" panose="02020503050405090304" pitchFamily="18" charset="0"/>
                <a:ea typeface="宋体" pitchFamily="2" charset="-122"/>
                <a:sym typeface="+mn-ea"/>
              </a:rPr>
              <a:t>）</a:t>
            </a:r>
            <a:r>
              <a:rPr lang="zh-CN" altLang="en-US" sz="1600">
                <a:solidFill>
                  <a:srgbClr val="FF0000"/>
                </a:solidFill>
                <a:latin typeface="Times New Roman" panose="02020503050405090304" pitchFamily="18" charset="0"/>
                <a:ea typeface="宋体" pitchFamily="2" charset="-122"/>
                <a:sym typeface="+mn-ea"/>
              </a:rPr>
              <a:t>初始状态概率分布</a:t>
            </a:r>
            <a:r>
              <a:rPr lang="en-US" altLang="zh-CN" sz="1600">
                <a:solidFill>
                  <a:srgbClr val="FF0000"/>
                </a:solidFill>
                <a:latin typeface="Times New Roman" panose="02020503050405090304" pitchFamily="18" charset="0"/>
                <a:ea typeface="宋体" pitchFamily="2" charset="-122"/>
                <a:sym typeface="+mn-ea"/>
              </a:rPr>
              <a:t>π </a:t>
            </a:r>
            <a:r>
              <a:rPr lang="zh-CN" altLang="en-US" sz="1600" dirty="0">
                <a:solidFill>
                  <a:schemeClr val="tx1"/>
                </a:solidFill>
                <a:latin typeface="Times New Roman" panose="02020503050405090304" pitchFamily="18" charset="0"/>
                <a:ea typeface="宋体" pitchFamily="2" charset="-122"/>
                <a:sym typeface="+mn-ea"/>
              </a:rPr>
              <a:t>：</a:t>
            </a:r>
            <a:r>
              <a:rPr lang="zh-CN" altLang="en-US" sz="1600" dirty="0">
                <a:latin typeface="Times New Roman" panose="02020503050405090304" pitchFamily="18" charset="0"/>
                <a:ea typeface="宋体" pitchFamily="2" charset="-122"/>
                <a:sym typeface="+mn-ea"/>
              </a:rPr>
              <a:t>即句子的第一个</a:t>
            </a:r>
            <a:r>
              <a:rPr lang="zh-CN" altLang="en-US" sz="1600">
                <a:latin typeface="Times New Roman" panose="02020503050405090304" pitchFamily="18" charset="0"/>
                <a:ea typeface="宋体" pitchFamily="2" charset="-122"/>
                <a:sym typeface="+mn-ea"/>
              </a:rPr>
              <a:t>字属于</a:t>
            </a:r>
            <a:r>
              <a:rPr lang="en-US" altLang="zh-CN" sz="1600">
                <a:latin typeface="Times New Roman" panose="02020503050405090304" pitchFamily="18" charset="0"/>
                <a:ea typeface="宋体" pitchFamily="2" charset="-122"/>
                <a:sym typeface="+mn-ea"/>
              </a:rPr>
              <a:t>{</a:t>
            </a:r>
            <a:r>
              <a:rPr lang="en-US" altLang="zh-CN" sz="1600" dirty="0">
                <a:latin typeface="Times New Roman" panose="02020503050405090304" pitchFamily="18" charset="0"/>
                <a:ea typeface="宋体" pitchFamily="2" charset="-122"/>
                <a:sym typeface="+mn-ea"/>
              </a:rPr>
              <a:t>B</a:t>
            </a:r>
            <a:r>
              <a:rPr lang="zh-CN" altLang="en-US" sz="1600" dirty="0">
                <a:latin typeface="Times New Roman" panose="02020503050405090304" pitchFamily="18" charset="0"/>
                <a:ea typeface="宋体" pitchFamily="2" charset="-122"/>
                <a:sym typeface="+mn-ea"/>
              </a:rPr>
              <a:t>、</a:t>
            </a:r>
            <a:r>
              <a:rPr lang="en-US" altLang="zh-CN" sz="1600" dirty="0">
                <a:latin typeface="Times New Roman" panose="02020503050405090304" pitchFamily="18" charset="0"/>
                <a:ea typeface="宋体" pitchFamily="2" charset="-122"/>
                <a:sym typeface="+mn-ea"/>
              </a:rPr>
              <a:t>E</a:t>
            </a:r>
            <a:r>
              <a:rPr lang="zh-CN" altLang="en-US" sz="1600" dirty="0">
                <a:latin typeface="Times New Roman" panose="02020503050405090304" pitchFamily="18" charset="0"/>
                <a:ea typeface="宋体" pitchFamily="2" charset="-122"/>
                <a:sym typeface="+mn-ea"/>
              </a:rPr>
              <a:t>、</a:t>
            </a:r>
            <a:r>
              <a:rPr lang="en-US" altLang="zh-CN" sz="1600" dirty="0">
                <a:latin typeface="Times New Roman" panose="02020503050405090304" pitchFamily="18" charset="0"/>
                <a:ea typeface="宋体" pitchFamily="2" charset="-122"/>
                <a:sym typeface="+mn-ea"/>
              </a:rPr>
              <a:t>M</a:t>
            </a:r>
            <a:r>
              <a:rPr lang="zh-CN" altLang="en-US" sz="1600" dirty="0">
                <a:latin typeface="Times New Roman" panose="02020503050405090304" pitchFamily="18" charset="0"/>
                <a:ea typeface="宋体" pitchFamily="2" charset="-122"/>
                <a:sym typeface="+mn-ea"/>
              </a:rPr>
              <a:t>、</a:t>
            </a:r>
            <a:r>
              <a:rPr lang="en-US" altLang="zh-CN" sz="1600">
                <a:latin typeface="Times New Roman" panose="02020503050405090304" pitchFamily="18" charset="0"/>
                <a:ea typeface="宋体" pitchFamily="2" charset="-122"/>
                <a:sym typeface="+mn-ea"/>
              </a:rPr>
              <a:t>S} </a:t>
            </a:r>
            <a:r>
              <a:rPr lang="zh-CN" altLang="en-US" sz="1600">
                <a:latin typeface="Times New Roman" panose="02020503050405090304" pitchFamily="18" charset="0"/>
                <a:ea typeface="宋体" pitchFamily="2" charset="-122"/>
                <a:sym typeface="+mn-ea"/>
              </a:rPr>
              <a:t>这</a:t>
            </a:r>
            <a:r>
              <a:rPr lang="zh-CN" altLang="en-US" sz="1600" dirty="0">
                <a:latin typeface="Times New Roman" panose="02020503050405090304" pitchFamily="18" charset="0"/>
                <a:ea typeface="宋体" pitchFamily="2" charset="-122"/>
                <a:sym typeface="+mn-ea"/>
              </a:rPr>
              <a:t>四种状态的概率。根据四种状态的概率分析，句子第一个字</a:t>
            </a:r>
            <a:r>
              <a:rPr lang="zh-CN" altLang="en-US" sz="1600">
                <a:latin typeface="Times New Roman" panose="02020503050405090304" pitchFamily="18" charset="0"/>
                <a:ea typeface="宋体" pitchFamily="2" charset="-122"/>
                <a:sym typeface="+mn-ea"/>
              </a:rPr>
              <a:t>状态为</a:t>
            </a:r>
            <a:r>
              <a:rPr lang="en-US" altLang="zh-CN" sz="1600">
                <a:latin typeface="Times New Roman" panose="02020503050405090304" pitchFamily="18" charset="0"/>
                <a:ea typeface="宋体" pitchFamily="2" charset="-122"/>
                <a:sym typeface="+mn-ea"/>
              </a:rPr>
              <a:t>E</a:t>
            </a:r>
            <a:r>
              <a:rPr lang="zh-CN" altLang="en-US" sz="1600">
                <a:latin typeface="Times New Roman" panose="02020503050405090304" pitchFamily="18" charset="0"/>
                <a:ea typeface="宋体" pitchFamily="2" charset="-122"/>
                <a:sym typeface="+mn-ea"/>
              </a:rPr>
              <a:t>、</a:t>
            </a:r>
            <a:r>
              <a:rPr lang="en-US" altLang="zh-CN" sz="1600">
                <a:latin typeface="Times New Roman" panose="02020503050405090304" pitchFamily="18" charset="0"/>
                <a:ea typeface="宋体" pitchFamily="2" charset="-122"/>
                <a:sym typeface="+mn-ea"/>
              </a:rPr>
              <a:t>M</a:t>
            </a:r>
            <a:r>
              <a:rPr lang="zh-CN" altLang="en-US" sz="1600">
                <a:latin typeface="Times New Roman" panose="02020503050405090304" pitchFamily="18" charset="0"/>
                <a:ea typeface="宋体" pitchFamily="2" charset="-122"/>
                <a:sym typeface="+mn-ea"/>
              </a:rPr>
              <a:t>的概率为</a:t>
            </a:r>
            <a:r>
              <a:rPr lang="en-US" altLang="zh-CN" sz="1600">
                <a:latin typeface="Times New Roman" panose="02020503050405090304" pitchFamily="18" charset="0"/>
                <a:ea typeface="宋体" pitchFamily="2" charset="-122"/>
                <a:sym typeface="+mn-ea"/>
              </a:rPr>
              <a:t>0</a:t>
            </a:r>
            <a:r>
              <a:rPr lang="zh-CN" altLang="en-US" sz="1600" dirty="0">
                <a:latin typeface="Times New Roman" panose="02020503050405090304" pitchFamily="18" charset="0"/>
                <a:ea typeface="宋体" pitchFamily="2" charset="-122"/>
                <a:sym typeface="+mn-ea"/>
              </a:rPr>
              <a:t>，即句子开头第一个字只可能是词的开始或单字。 </a:t>
            </a:r>
            <a:endParaRPr lang="zh-CN" altLang="en-US" sz="1600" dirty="0">
              <a:latin typeface="Times New Roman" panose="02020503050405090304" pitchFamily="18" charset="0"/>
              <a:ea typeface="宋体" pitchFamily="2" charset="-122"/>
              <a:sym typeface="+mn-ea"/>
            </a:endParaRPr>
          </a:p>
          <a:p>
            <a:pPr indent="0" algn="just">
              <a:lnSpc>
                <a:spcPct val="130000"/>
              </a:lnSpc>
              <a:buNone/>
            </a:pPr>
            <a:r>
              <a:rPr lang="en-US" altLang="zh-CN" sz="1600" dirty="0">
                <a:solidFill>
                  <a:srgbClr val="FF0000"/>
                </a:solidFill>
                <a:latin typeface="Times New Roman" panose="02020503050405090304" pitchFamily="18" charset="0"/>
                <a:ea typeface="宋体" pitchFamily="2" charset="-122"/>
                <a:sym typeface="+mn-ea"/>
              </a:rPr>
              <a:t>  </a:t>
            </a:r>
            <a:r>
              <a:rPr lang="zh-CN" altLang="en-US" sz="1600" dirty="0">
                <a:solidFill>
                  <a:srgbClr val="FF0000"/>
                </a:solidFill>
                <a:latin typeface="Times New Roman" panose="02020503050405090304" pitchFamily="18" charset="0"/>
                <a:ea typeface="宋体" pitchFamily="2" charset="-122"/>
                <a:sym typeface="+mn-ea"/>
              </a:rPr>
              <a:t>（</a:t>
            </a:r>
            <a:r>
              <a:rPr lang="en-US" altLang="zh-CN" sz="1600" dirty="0">
                <a:solidFill>
                  <a:srgbClr val="FF0000"/>
                </a:solidFill>
                <a:latin typeface="Times New Roman" panose="02020503050405090304" pitchFamily="18" charset="0"/>
                <a:ea typeface="宋体" pitchFamily="2" charset="-122"/>
                <a:sym typeface="+mn-ea"/>
              </a:rPr>
              <a:t>2</a:t>
            </a:r>
            <a:r>
              <a:rPr lang="zh-CN" altLang="en-US" sz="1600" dirty="0">
                <a:solidFill>
                  <a:srgbClr val="FF0000"/>
                </a:solidFill>
                <a:latin typeface="Times New Roman" panose="02020503050405090304" pitchFamily="18" charset="0"/>
                <a:ea typeface="宋体" pitchFamily="2" charset="-122"/>
                <a:sym typeface="+mn-ea"/>
              </a:rPr>
              <a:t>）状态</a:t>
            </a:r>
            <a:r>
              <a:rPr lang="zh-CN" altLang="en-US" sz="1600">
                <a:solidFill>
                  <a:srgbClr val="FF0000"/>
                </a:solidFill>
                <a:latin typeface="Times New Roman" panose="02020503050405090304" pitchFamily="18" charset="0"/>
                <a:ea typeface="宋体" pitchFamily="2" charset="-122"/>
                <a:sym typeface="+mn-ea"/>
              </a:rPr>
              <a:t>转移概率矩阵</a:t>
            </a:r>
            <a:r>
              <a:rPr lang="en-US" altLang="zh-CN" sz="1600">
                <a:solidFill>
                  <a:srgbClr val="FF0000"/>
                </a:solidFill>
                <a:latin typeface="Times New Roman" panose="02020503050405090304" pitchFamily="18" charset="0"/>
                <a:ea typeface="宋体" pitchFamily="2" charset="-122"/>
                <a:sym typeface="+mn-ea"/>
              </a:rPr>
              <a:t>A</a:t>
            </a:r>
            <a:r>
              <a:rPr lang="zh-CN" altLang="en-US" sz="1600">
                <a:solidFill>
                  <a:schemeClr val="tx1"/>
                </a:solidFill>
                <a:latin typeface="Times New Roman" panose="02020503050405090304" pitchFamily="18" charset="0"/>
                <a:ea typeface="宋体" pitchFamily="2" charset="-122"/>
                <a:sym typeface="+mn-ea"/>
              </a:rPr>
              <a:t>：</a:t>
            </a:r>
            <a:r>
              <a:rPr lang="zh-CN" altLang="en-US" sz="1600">
                <a:solidFill>
                  <a:schemeClr val="tx1">
                    <a:lumMod val="95000"/>
                    <a:lumOff val="5000"/>
                  </a:schemeClr>
                </a:solidFill>
                <a:latin typeface="Times New Roman" panose="02020503050405090304" pitchFamily="18" charset="0"/>
                <a:ea typeface="宋体" pitchFamily="2" charset="-122"/>
                <a:sym typeface="+mn-ea"/>
              </a:rPr>
              <a:t>根据</a:t>
            </a:r>
            <a:r>
              <a:rPr lang="en-US" altLang="zh-CN" sz="1600">
                <a:solidFill>
                  <a:schemeClr val="tx1">
                    <a:lumMod val="95000"/>
                    <a:lumOff val="5000"/>
                  </a:schemeClr>
                </a:solidFill>
                <a:latin typeface="Times New Roman" panose="02020503050405090304" pitchFamily="18" charset="0"/>
                <a:ea typeface="宋体" pitchFamily="2" charset="-122"/>
                <a:sym typeface="+mn-ea"/>
              </a:rPr>
              <a:t>HMM</a:t>
            </a:r>
            <a:r>
              <a:rPr lang="zh-CN" altLang="en-US" sz="1600">
                <a:solidFill>
                  <a:schemeClr val="tx1">
                    <a:lumMod val="95000"/>
                    <a:lumOff val="5000"/>
                  </a:schemeClr>
                </a:solidFill>
                <a:latin typeface="Times New Roman" panose="02020503050405090304" pitchFamily="18" charset="0"/>
                <a:ea typeface="宋体" pitchFamily="2" charset="-122"/>
                <a:sym typeface="+mn-ea"/>
              </a:rPr>
              <a:t>基本</a:t>
            </a:r>
            <a:r>
              <a:rPr lang="zh-CN" altLang="en-US" sz="1600" dirty="0">
                <a:solidFill>
                  <a:schemeClr val="tx1">
                    <a:lumMod val="95000"/>
                    <a:lumOff val="5000"/>
                  </a:schemeClr>
                </a:solidFill>
                <a:latin typeface="Times New Roman" panose="02020503050405090304" pitchFamily="18" charset="0"/>
                <a:ea typeface="宋体" pitchFamily="2" charset="-122"/>
                <a:sym typeface="+mn-ea"/>
              </a:rPr>
              <a:t>假设中的马尔科夫假设，可以将问题简化为状态</a:t>
            </a:r>
            <a:r>
              <a:rPr lang="zh-CN" altLang="en-US" sz="1600">
                <a:solidFill>
                  <a:schemeClr val="tx1">
                    <a:lumMod val="95000"/>
                    <a:lumOff val="5000"/>
                  </a:schemeClr>
                </a:solidFill>
                <a:latin typeface="Times New Roman" panose="02020503050405090304" pitchFamily="18" charset="0"/>
                <a:ea typeface="宋体" pitchFamily="2" charset="-122"/>
                <a:sym typeface="+mn-ea"/>
              </a:rPr>
              <a:t>转移概率矩阵</a:t>
            </a:r>
            <a:r>
              <a:rPr lang="en-US" altLang="zh-CN" sz="1600">
                <a:solidFill>
                  <a:schemeClr val="tx1">
                    <a:lumMod val="95000"/>
                    <a:lumOff val="5000"/>
                  </a:schemeClr>
                </a:solidFill>
                <a:latin typeface="Times New Roman" panose="02020503050405090304" pitchFamily="18" charset="0"/>
                <a:ea typeface="宋体" pitchFamily="2" charset="-122"/>
                <a:sym typeface="+mn-ea"/>
              </a:rPr>
              <a:t>A</a:t>
            </a:r>
            <a:r>
              <a:rPr lang="zh-CN" altLang="en-US" sz="1600">
                <a:solidFill>
                  <a:schemeClr val="tx1">
                    <a:lumMod val="95000"/>
                    <a:lumOff val="5000"/>
                  </a:schemeClr>
                </a:solidFill>
                <a:latin typeface="Times New Roman" panose="02020503050405090304" pitchFamily="18" charset="0"/>
                <a:ea typeface="宋体" pitchFamily="2" charset="-122"/>
                <a:sym typeface="+mn-ea"/>
              </a:rPr>
              <a:t>就是</a:t>
            </a:r>
            <a:r>
              <a:rPr lang="zh-CN" altLang="en-US" sz="1600" dirty="0">
                <a:solidFill>
                  <a:schemeClr val="tx1">
                    <a:lumMod val="95000"/>
                    <a:lumOff val="5000"/>
                  </a:schemeClr>
                </a:solidFill>
                <a:latin typeface="Times New Roman" panose="02020503050405090304" pitchFamily="18" charset="0"/>
                <a:ea typeface="宋体" pitchFamily="2" charset="-122"/>
                <a:sym typeface="+mn-ea"/>
              </a:rPr>
              <a:t>从一个状态转移到另一个状态所产生的概率矩阵，即</a:t>
            </a:r>
            <a:r>
              <a:rPr lang="zh-CN" altLang="en-US" sz="1600">
                <a:solidFill>
                  <a:schemeClr val="tx1">
                    <a:lumMod val="95000"/>
                    <a:lumOff val="5000"/>
                  </a:schemeClr>
                </a:solidFill>
                <a:latin typeface="Times New Roman" panose="02020503050405090304" pitchFamily="18" charset="0"/>
                <a:ea typeface="宋体" pitchFamily="2" charset="-122"/>
                <a:sym typeface="+mn-ea"/>
              </a:rPr>
              <a:t>一个</a:t>
            </a:r>
            <a:r>
              <a:rPr lang="en-US" altLang="zh-CN" sz="1600">
                <a:solidFill>
                  <a:schemeClr val="tx1">
                    <a:lumMod val="95000"/>
                    <a:lumOff val="5000"/>
                  </a:schemeClr>
                </a:solidFill>
                <a:latin typeface="Times New Roman" panose="02020503050405090304" pitchFamily="18" charset="0"/>
                <a:ea typeface="宋体" pitchFamily="2" charset="-122"/>
                <a:sym typeface="+mn-ea"/>
              </a:rPr>
              <a:t>4×4</a:t>
            </a:r>
            <a:r>
              <a:rPr lang="zh-CN" altLang="en-US" sz="1600">
                <a:solidFill>
                  <a:schemeClr val="tx1">
                    <a:lumMod val="95000"/>
                    <a:lumOff val="5000"/>
                  </a:schemeClr>
                </a:solidFill>
                <a:latin typeface="Times New Roman" panose="02020503050405090304" pitchFamily="18" charset="0"/>
                <a:ea typeface="宋体" pitchFamily="2" charset="-122"/>
                <a:sym typeface="+mn-ea"/>
              </a:rPr>
              <a:t>的</a:t>
            </a:r>
            <a:r>
              <a:rPr lang="zh-CN" altLang="en-US" sz="1600" dirty="0">
                <a:solidFill>
                  <a:schemeClr val="tx1">
                    <a:lumMod val="95000"/>
                    <a:lumOff val="5000"/>
                  </a:schemeClr>
                </a:solidFill>
                <a:latin typeface="Times New Roman" panose="02020503050405090304" pitchFamily="18" charset="0"/>
                <a:ea typeface="宋体" pitchFamily="2" charset="-122"/>
                <a:sym typeface="+mn-ea"/>
              </a:rPr>
              <a:t>二维矩阵，其中矩阵的</a:t>
            </a:r>
            <a:r>
              <a:rPr lang="zh-CN" altLang="en-US" sz="1600">
                <a:solidFill>
                  <a:schemeClr val="tx1">
                    <a:lumMod val="95000"/>
                    <a:lumOff val="5000"/>
                  </a:schemeClr>
                </a:solidFill>
                <a:latin typeface="Times New Roman" panose="02020503050405090304" pitchFamily="18" charset="0"/>
                <a:ea typeface="宋体" pitchFamily="2" charset="-122"/>
                <a:sym typeface="+mn-ea"/>
              </a:rPr>
              <a:t>坐标为</a:t>
            </a:r>
            <a:r>
              <a:rPr lang="en-US" altLang="zh-CN" sz="1600">
                <a:solidFill>
                  <a:schemeClr val="tx1">
                    <a:lumMod val="95000"/>
                    <a:lumOff val="5000"/>
                  </a:schemeClr>
                </a:solidFill>
                <a:latin typeface="Times New Roman" panose="02020503050405090304" pitchFamily="18" charset="0"/>
                <a:ea typeface="宋体" pitchFamily="2" charset="-122"/>
                <a:sym typeface="+mn-ea"/>
              </a:rPr>
              <a:t>{B</a:t>
            </a:r>
            <a:r>
              <a:rPr lang="zh-CN" altLang="en-US" sz="1600" dirty="0">
                <a:solidFill>
                  <a:schemeClr val="tx1">
                    <a:lumMod val="95000"/>
                    <a:lumOff val="5000"/>
                  </a:schemeClr>
                </a:solidFill>
                <a:latin typeface="Times New Roman" panose="02020503050405090304" pitchFamily="18" charset="0"/>
                <a:ea typeface="宋体" pitchFamily="2" charset="-122"/>
                <a:sym typeface="+mn-ea"/>
              </a:rPr>
              <a:t>、</a:t>
            </a:r>
            <a:r>
              <a:rPr lang="en-US" altLang="zh-CN" sz="1600" dirty="0">
                <a:solidFill>
                  <a:schemeClr val="tx1">
                    <a:lumMod val="95000"/>
                    <a:lumOff val="5000"/>
                  </a:schemeClr>
                </a:solidFill>
                <a:latin typeface="Times New Roman" panose="02020503050405090304" pitchFamily="18" charset="0"/>
                <a:ea typeface="宋体" pitchFamily="2" charset="-122"/>
                <a:sym typeface="+mn-ea"/>
              </a:rPr>
              <a:t>E</a:t>
            </a:r>
            <a:r>
              <a:rPr lang="zh-CN" altLang="en-US" sz="1600" dirty="0">
                <a:solidFill>
                  <a:schemeClr val="tx1">
                    <a:lumMod val="95000"/>
                    <a:lumOff val="5000"/>
                  </a:schemeClr>
                </a:solidFill>
                <a:latin typeface="Times New Roman" panose="02020503050405090304" pitchFamily="18" charset="0"/>
                <a:ea typeface="宋体" pitchFamily="2" charset="-122"/>
                <a:sym typeface="+mn-ea"/>
              </a:rPr>
              <a:t>、</a:t>
            </a:r>
            <a:r>
              <a:rPr lang="en-US" altLang="zh-CN" sz="1600" dirty="0">
                <a:solidFill>
                  <a:schemeClr val="tx1">
                    <a:lumMod val="95000"/>
                    <a:lumOff val="5000"/>
                  </a:schemeClr>
                </a:solidFill>
                <a:latin typeface="Times New Roman" panose="02020503050405090304" pitchFamily="18" charset="0"/>
                <a:ea typeface="宋体" pitchFamily="2" charset="-122"/>
                <a:sym typeface="+mn-ea"/>
              </a:rPr>
              <a:t>M</a:t>
            </a:r>
            <a:r>
              <a:rPr lang="zh-CN" altLang="en-US" sz="1600" dirty="0">
                <a:solidFill>
                  <a:schemeClr val="tx1">
                    <a:lumMod val="95000"/>
                    <a:lumOff val="5000"/>
                  </a:schemeClr>
                </a:solidFill>
                <a:latin typeface="Times New Roman" panose="02020503050405090304" pitchFamily="18" charset="0"/>
                <a:ea typeface="宋体" pitchFamily="2" charset="-122"/>
                <a:sym typeface="+mn-ea"/>
              </a:rPr>
              <a:t>、</a:t>
            </a:r>
            <a:r>
              <a:rPr lang="en-US" altLang="zh-CN" sz="1600" dirty="0">
                <a:solidFill>
                  <a:schemeClr val="tx1">
                    <a:lumMod val="95000"/>
                    <a:lumOff val="5000"/>
                  </a:schemeClr>
                </a:solidFill>
                <a:latin typeface="Times New Roman" panose="02020503050405090304" pitchFamily="18" charset="0"/>
                <a:ea typeface="宋体" pitchFamily="2" charset="-122"/>
                <a:sym typeface="+mn-ea"/>
              </a:rPr>
              <a:t>S}×{B</a:t>
            </a:r>
            <a:r>
              <a:rPr lang="zh-CN" altLang="en-US" sz="1600" dirty="0">
                <a:solidFill>
                  <a:schemeClr val="tx1">
                    <a:lumMod val="95000"/>
                    <a:lumOff val="5000"/>
                  </a:schemeClr>
                </a:solidFill>
                <a:latin typeface="Times New Roman" panose="02020503050405090304" pitchFamily="18" charset="0"/>
                <a:ea typeface="宋体" pitchFamily="2" charset="-122"/>
                <a:sym typeface="+mn-ea"/>
              </a:rPr>
              <a:t>、</a:t>
            </a:r>
            <a:r>
              <a:rPr lang="en-US" altLang="zh-CN" sz="1600" dirty="0">
                <a:solidFill>
                  <a:schemeClr val="tx1">
                    <a:lumMod val="95000"/>
                    <a:lumOff val="5000"/>
                  </a:schemeClr>
                </a:solidFill>
                <a:latin typeface="Times New Roman" panose="02020503050405090304" pitchFamily="18" charset="0"/>
                <a:ea typeface="宋体" pitchFamily="2" charset="-122"/>
                <a:sym typeface="+mn-ea"/>
              </a:rPr>
              <a:t>E</a:t>
            </a:r>
            <a:r>
              <a:rPr lang="zh-CN" altLang="en-US" sz="1600" dirty="0">
                <a:solidFill>
                  <a:schemeClr val="tx1">
                    <a:lumMod val="95000"/>
                    <a:lumOff val="5000"/>
                  </a:schemeClr>
                </a:solidFill>
                <a:latin typeface="Times New Roman" panose="02020503050405090304" pitchFamily="18" charset="0"/>
                <a:ea typeface="宋体" pitchFamily="2" charset="-122"/>
                <a:sym typeface="+mn-ea"/>
              </a:rPr>
              <a:t>、</a:t>
            </a:r>
            <a:r>
              <a:rPr lang="en-US" altLang="zh-CN" sz="1600" dirty="0">
                <a:solidFill>
                  <a:schemeClr val="tx1">
                    <a:lumMod val="95000"/>
                    <a:lumOff val="5000"/>
                  </a:schemeClr>
                </a:solidFill>
                <a:latin typeface="Times New Roman" panose="02020503050405090304" pitchFamily="18" charset="0"/>
                <a:ea typeface="宋体" pitchFamily="2" charset="-122"/>
                <a:sym typeface="+mn-ea"/>
              </a:rPr>
              <a:t>M</a:t>
            </a:r>
            <a:r>
              <a:rPr lang="zh-CN" altLang="en-US" sz="1600" dirty="0">
                <a:solidFill>
                  <a:schemeClr val="tx1">
                    <a:lumMod val="95000"/>
                    <a:lumOff val="5000"/>
                  </a:schemeClr>
                </a:solidFill>
                <a:latin typeface="Times New Roman" panose="02020503050405090304" pitchFamily="18" charset="0"/>
                <a:ea typeface="宋体" pitchFamily="2" charset="-122"/>
                <a:sym typeface="+mn-ea"/>
              </a:rPr>
              <a:t>、</a:t>
            </a:r>
            <a:r>
              <a:rPr lang="en-US" altLang="zh-CN" sz="1600" dirty="0">
                <a:solidFill>
                  <a:schemeClr val="tx1">
                    <a:lumMod val="95000"/>
                    <a:lumOff val="5000"/>
                  </a:schemeClr>
                </a:solidFill>
                <a:latin typeface="Times New Roman" panose="02020503050405090304" pitchFamily="18" charset="0"/>
                <a:ea typeface="宋体" pitchFamily="2" charset="-122"/>
                <a:sym typeface="+mn-ea"/>
              </a:rPr>
              <a:t>S}</a:t>
            </a:r>
            <a:r>
              <a:rPr lang="zh-CN" altLang="en-US" sz="1600" dirty="0">
                <a:solidFill>
                  <a:schemeClr val="tx1">
                    <a:lumMod val="95000"/>
                    <a:lumOff val="5000"/>
                  </a:schemeClr>
                </a:solidFill>
                <a:latin typeface="Times New Roman" panose="02020503050405090304" pitchFamily="18" charset="0"/>
                <a:ea typeface="宋体" pitchFamily="2" charset="-122"/>
                <a:sym typeface="+mn-ea"/>
              </a:rPr>
              <a:t>。       </a:t>
            </a:r>
            <a:endParaRPr lang="zh-CN" altLang="en-US" sz="1600" dirty="0">
              <a:solidFill>
                <a:schemeClr val="tx1">
                  <a:lumMod val="95000"/>
                  <a:lumOff val="5000"/>
                </a:schemeClr>
              </a:solidFill>
              <a:latin typeface="Times New Roman" panose="02020503050405090304" pitchFamily="18" charset="0"/>
              <a:ea typeface="宋体" pitchFamily="2" charset="-122"/>
              <a:sym typeface="+mn-ea"/>
            </a:endParaRPr>
          </a:p>
          <a:p>
            <a:pPr indent="0" algn="just">
              <a:lnSpc>
                <a:spcPct val="130000"/>
              </a:lnSpc>
              <a:buNone/>
            </a:pPr>
            <a:r>
              <a:rPr lang="en-US" altLang="zh-CN" sz="1600" dirty="0">
                <a:solidFill>
                  <a:srgbClr val="FF0000"/>
                </a:solidFill>
                <a:latin typeface="Times New Roman" panose="02020503050405090304" pitchFamily="18" charset="0"/>
                <a:ea typeface="宋体" pitchFamily="2" charset="-122"/>
                <a:sym typeface="+mn-ea"/>
              </a:rPr>
              <a:t>  </a:t>
            </a:r>
            <a:r>
              <a:rPr lang="zh-CN" altLang="en-US" sz="1600" dirty="0">
                <a:solidFill>
                  <a:srgbClr val="FF0000"/>
                </a:solidFill>
                <a:latin typeface="Times New Roman" panose="02020503050405090304" pitchFamily="18" charset="0"/>
                <a:ea typeface="宋体" pitchFamily="2" charset="-122"/>
                <a:sym typeface="+mn-ea"/>
              </a:rPr>
              <a:t>（</a:t>
            </a:r>
            <a:r>
              <a:rPr lang="en-US" altLang="zh-CN" sz="1600" dirty="0">
                <a:solidFill>
                  <a:srgbClr val="FF0000"/>
                </a:solidFill>
                <a:latin typeface="Times New Roman" panose="02020503050405090304" pitchFamily="18" charset="0"/>
                <a:ea typeface="宋体" pitchFamily="2" charset="-122"/>
                <a:sym typeface="+mn-ea"/>
              </a:rPr>
              <a:t>3</a:t>
            </a:r>
            <a:r>
              <a:rPr lang="zh-CN" altLang="en-US" sz="1600" dirty="0">
                <a:solidFill>
                  <a:srgbClr val="FF0000"/>
                </a:solidFill>
                <a:latin typeface="Times New Roman" panose="02020503050405090304" pitchFamily="18" charset="0"/>
                <a:ea typeface="宋体" pitchFamily="2" charset="-122"/>
                <a:sym typeface="+mn-ea"/>
              </a:rPr>
              <a:t>）</a:t>
            </a:r>
            <a:r>
              <a:rPr lang="zh-CN" altLang="en-US" sz="1600">
                <a:solidFill>
                  <a:srgbClr val="FF0000"/>
                </a:solidFill>
                <a:latin typeface="Times New Roman" panose="02020503050405090304" pitchFamily="18" charset="0"/>
                <a:ea typeface="宋体" pitchFamily="2" charset="-122"/>
                <a:sym typeface="+mn-ea"/>
              </a:rPr>
              <a:t>观测矩阵</a:t>
            </a:r>
            <a:r>
              <a:rPr lang="en-US" altLang="zh-CN" sz="1600">
                <a:solidFill>
                  <a:srgbClr val="FF0000"/>
                </a:solidFill>
                <a:latin typeface="Times New Roman" panose="02020503050405090304" pitchFamily="18" charset="0"/>
                <a:ea typeface="宋体" pitchFamily="2" charset="-122"/>
                <a:sym typeface="+mn-ea"/>
              </a:rPr>
              <a:t>B</a:t>
            </a:r>
            <a:r>
              <a:rPr lang="zh-CN" altLang="en-US" sz="1600">
                <a:solidFill>
                  <a:schemeClr val="tx1"/>
                </a:solidFill>
                <a:latin typeface="Times New Roman" panose="02020503050405090304" pitchFamily="18" charset="0"/>
                <a:ea typeface="宋体" pitchFamily="2" charset="-122"/>
                <a:sym typeface="+mn-ea"/>
              </a:rPr>
              <a:t>：</a:t>
            </a:r>
            <a:r>
              <a:rPr lang="zh-CN" altLang="en-US" sz="1600" dirty="0">
                <a:solidFill>
                  <a:schemeClr val="tx1">
                    <a:lumMod val="95000"/>
                    <a:lumOff val="5000"/>
                  </a:schemeClr>
                </a:solidFill>
                <a:latin typeface="Times New Roman" panose="02020503050405090304" pitchFamily="18" charset="0"/>
                <a:ea typeface="宋体" pitchFamily="2" charset="-122"/>
                <a:sym typeface="+mn-ea"/>
              </a:rPr>
              <a:t>根据观测独立性假设，观察值只取决于当前状态值，就可以认为观测矩阵</a:t>
            </a:r>
            <a:r>
              <a:rPr lang="en-US" altLang="zh-CN" sz="1600" dirty="0">
                <a:solidFill>
                  <a:schemeClr val="tx1">
                    <a:lumMod val="95000"/>
                    <a:lumOff val="5000"/>
                  </a:schemeClr>
                </a:solidFill>
                <a:latin typeface="Times New Roman" panose="02020503050405090304" pitchFamily="18" charset="0"/>
                <a:ea typeface="宋体" pitchFamily="2" charset="-122"/>
                <a:sym typeface="+mn-ea"/>
              </a:rPr>
              <a:t>B</a:t>
            </a:r>
            <a:r>
              <a:rPr lang="zh-CN" altLang="en-US" sz="1600" dirty="0">
                <a:solidFill>
                  <a:schemeClr val="tx1">
                    <a:lumMod val="95000"/>
                    <a:lumOff val="5000"/>
                  </a:schemeClr>
                </a:solidFill>
                <a:latin typeface="Times New Roman" panose="02020503050405090304" pitchFamily="18" charset="0"/>
                <a:ea typeface="宋体" pitchFamily="2" charset="-122"/>
                <a:sym typeface="+mn-ea"/>
              </a:rPr>
              <a:t>是在某个状态下的观察值的概率所形成的二维矩阵。比如，对于句子“今天晴天，我们去浅水湾玩吧！”，</a:t>
            </a:r>
            <a:r>
              <a:rPr lang="en-US" altLang="zh-CN" sz="1600" dirty="0">
                <a:solidFill>
                  <a:schemeClr val="tx1">
                    <a:lumMod val="95000"/>
                    <a:lumOff val="5000"/>
                  </a:schemeClr>
                </a:solidFill>
                <a:latin typeface="Times New Roman" panose="02020503050405090304" pitchFamily="18" charset="0"/>
                <a:ea typeface="宋体" pitchFamily="2" charset="-122"/>
                <a:sym typeface="+mn-ea"/>
              </a:rPr>
              <a:t>B[0][</a:t>
            </a:r>
            <a:r>
              <a:rPr lang="en-US" altLang="zh-CN" sz="1600">
                <a:solidFill>
                  <a:schemeClr val="tx1">
                    <a:lumMod val="95000"/>
                    <a:lumOff val="5000"/>
                  </a:schemeClr>
                </a:solidFill>
                <a:latin typeface="Times New Roman" panose="02020503050405090304" pitchFamily="18" charset="0"/>
                <a:ea typeface="宋体" pitchFamily="2" charset="-122"/>
                <a:sym typeface="+mn-ea"/>
              </a:rPr>
              <a:t>0] </a:t>
            </a:r>
            <a:r>
              <a:rPr lang="zh-CN" altLang="en-US" sz="1600">
                <a:solidFill>
                  <a:schemeClr val="tx1">
                    <a:lumMod val="95000"/>
                    <a:lumOff val="5000"/>
                  </a:schemeClr>
                </a:solidFill>
                <a:latin typeface="Times New Roman" panose="02020503050405090304" pitchFamily="18" charset="0"/>
                <a:ea typeface="宋体" pitchFamily="2" charset="-122"/>
                <a:sym typeface="+mn-ea"/>
              </a:rPr>
              <a:t>表示</a:t>
            </a:r>
            <a:r>
              <a:rPr lang="zh-CN" altLang="en-US" sz="1600" dirty="0">
                <a:solidFill>
                  <a:schemeClr val="tx1">
                    <a:lumMod val="95000"/>
                    <a:lumOff val="5000"/>
                  </a:schemeClr>
                </a:solidFill>
                <a:latin typeface="Times New Roman" panose="02020503050405090304" pitchFamily="18" charset="0"/>
                <a:ea typeface="宋体" pitchFamily="2" charset="-122"/>
                <a:sym typeface="+mn-ea"/>
              </a:rPr>
              <a:t>在状态</a:t>
            </a:r>
            <a:r>
              <a:rPr lang="zh-CN" altLang="en-US" sz="1600">
                <a:solidFill>
                  <a:schemeClr val="tx1">
                    <a:lumMod val="95000"/>
                    <a:lumOff val="5000"/>
                  </a:schemeClr>
                </a:solidFill>
                <a:latin typeface="Times New Roman" panose="02020503050405090304" pitchFamily="18" charset="0"/>
                <a:ea typeface="宋体" pitchFamily="2" charset="-122"/>
                <a:sym typeface="+mn-ea"/>
              </a:rPr>
              <a:t>“</a:t>
            </a:r>
            <a:r>
              <a:rPr lang="en-US" altLang="zh-CN" sz="1600">
                <a:solidFill>
                  <a:schemeClr val="tx1">
                    <a:lumMod val="95000"/>
                    <a:lumOff val="5000"/>
                  </a:schemeClr>
                </a:solidFill>
                <a:latin typeface="Times New Roman" panose="02020503050405090304" pitchFamily="18" charset="0"/>
                <a:ea typeface="宋体" pitchFamily="2" charset="-122"/>
                <a:sym typeface="+mn-ea"/>
              </a:rPr>
              <a:t>B</a:t>
            </a:r>
            <a:r>
              <a:rPr lang="zh-CN" altLang="en-US" sz="1600">
                <a:solidFill>
                  <a:schemeClr val="tx1">
                    <a:lumMod val="95000"/>
                    <a:lumOff val="5000"/>
                  </a:schemeClr>
                </a:solidFill>
                <a:latin typeface="Times New Roman" panose="02020503050405090304" pitchFamily="18" charset="0"/>
                <a:ea typeface="宋体" pitchFamily="2" charset="-122"/>
                <a:sym typeface="+mn-ea"/>
              </a:rPr>
              <a:t>”的</a:t>
            </a:r>
            <a:r>
              <a:rPr lang="zh-CN" altLang="en-US" sz="1600" dirty="0">
                <a:solidFill>
                  <a:schemeClr val="tx1">
                    <a:lumMod val="95000"/>
                    <a:lumOff val="5000"/>
                  </a:schemeClr>
                </a:solidFill>
                <a:latin typeface="Times New Roman" panose="02020503050405090304" pitchFamily="18" charset="0"/>
                <a:ea typeface="宋体" pitchFamily="2" charset="-122"/>
                <a:sym typeface="+mn-ea"/>
              </a:rPr>
              <a:t>条件下，出现“今”字的</a:t>
            </a:r>
            <a:r>
              <a:rPr lang="zh-CN" altLang="en-US" sz="1600">
                <a:solidFill>
                  <a:schemeClr val="tx1">
                    <a:lumMod val="95000"/>
                    <a:lumOff val="5000"/>
                  </a:schemeClr>
                </a:solidFill>
                <a:latin typeface="Times New Roman" panose="02020503050405090304" pitchFamily="18" charset="0"/>
                <a:ea typeface="宋体" pitchFamily="2" charset="-122"/>
                <a:sym typeface="+mn-ea"/>
              </a:rPr>
              <a:t>概率。</a:t>
            </a:r>
            <a:r>
              <a:rPr lang="zh-CN" altLang="zh-CN" sz="1600">
                <a:latin typeface="Times New Roman" panose="02020503050405090304" pitchFamily="18" charset="0"/>
                <a:ea typeface="宋体" pitchFamily="2" charset="-122"/>
              </a:rPr>
              <a:t>得到HMM以上</a:t>
            </a:r>
            <a:r>
              <a:rPr lang="zh-CN" altLang="zh-CN" sz="1600" dirty="0">
                <a:latin typeface="Times New Roman" panose="02020503050405090304" pitchFamily="18" charset="0"/>
                <a:ea typeface="宋体" pitchFamily="2" charset="-122"/>
              </a:rPr>
              <a:t>信息后，就</a:t>
            </a:r>
            <a:r>
              <a:rPr lang="zh-CN" altLang="zh-CN" sz="1600">
                <a:latin typeface="Times New Roman" panose="02020503050405090304" pitchFamily="18" charset="0"/>
                <a:ea typeface="宋体" pitchFamily="2" charset="-122"/>
              </a:rPr>
              <a:t>可以根据</a:t>
            </a:r>
            <a:r>
              <a:rPr lang="zh-CN" altLang="zh-CN" sz="1600">
                <a:solidFill>
                  <a:srgbClr val="FF0000"/>
                </a:solidFill>
                <a:latin typeface="Times New Roman" panose="02020503050405090304" pitchFamily="18" charset="0"/>
                <a:ea typeface="宋体" pitchFamily="2" charset="-122"/>
              </a:rPr>
              <a:t>Viterbi算法</a:t>
            </a:r>
            <a:r>
              <a:rPr lang="zh-CN" altLang="zh-CN" sz="1600">
                <a:latin typeface="Times New Roman" panose="02020503050405090304" pitchFamily="18" charset="0"/>
                <a:ea typeface="宋体" pitchFamily="2" charset="-122"/>
              </a:rPr>
              <a:t>完成分词。</a:t>
            </a:r>
            <a:endParaRPr lang="zh-CN" altLang="zh-CN" sz="1600" dirty="0">
              <a:latin typeface="Times New Roman" panose="02020503050405090304" pitchFamily="18" charset="0"/>
              <a:ea typeface="宋体" pitchFamily="2" charset="-122"/>
            </a:endParaRP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1"/>
          <p:cNvSpPr txBox="1">
            <a:spLocks noChangeArrowheads="1"/>
          </p:cNvSpPr>
          <p:nvPr/>
        </p:nvSpPr>
        <p:spPr bwMode="auto">
          <a:xfrm>
            <a:off x="221615" y="304410"/>
            <a:ext cx="767973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90204" pitchFamily="34" charset="0"/>
              <a:buChar char="•"/>
              <a:defRPr sz="2800">
                <a:solidFill>
                  <a:schemeClr val="tx1"/>
                </a:solidFill>
                <a:latin typeface="Calibri" pitchFamily="34" charset="0"/>
                <a:ea typeface="宋体" pitchFamily="2" charset="-122"/>
              </a:defRPr>
            </a:lvl1pPr>
            <a:lvl2pPr marL="742950" indent="-285750">
              <a:lnSpc>
                <a:spcPct val="90000"/>
              </a:lnSpc>
              <a:spcBef>
                <a:spcPts val="500"/>
              </a:spcBef>
              <a:buFont typeface="Arial" panose="020B0604020202090204" pitchFamily="34" charset="0"/>
              <a:buChar char="•"/>
              <a:defRPr sz="2400">
                <a:solidFill>
                  <a:schemeClr val="tx1"/>
                </a:solidFill>
                <a:latin typeface="Calibri" pitchFamily="34" charset="0"/>
                <a:ea typeface="宋体" pitchFamily="2" charset="-122"/>
              </a:defRPr>
            </a:lvl2pPr>
            <a:lvl3pPr marL="1143000" indent="-228600">
              <a:lnSpc>
                <a:spcPct val="90000"/>
              </a:lnSpc>
              <a:spcBef>
                <a:spcPts val="500"/>
              </a:spcBef>
              <a:buFont typeface="Arial" panose="020B0604020202090204" pitchFamily="34" charset="0"/>
              <a:buChar char="•"/>
              <a:defRPr sz="2000">
                <a:solidFill>
                  <a:schemeClr val="tx1"/>
                </a:solidFill>
                <a:latin typeface="Calibri" pitchFamily="34" charset="0"/>
                <a:ea typeface="宋体" pitchFamily="2" charset="-122"/>
              </a:defRPr>
            </a:lvl3pPr>
            <a:lvl4pPr marL="1600200" indent="-228600">
              <a:lnSpc>
                <a:spcPct val="90000"/>
              </a:lnSpc>
              <a:spcBef>
                <a:spcPts val="500"/>
              </a:spcBef>
              <a:buFont typeface="Arial" panose="020B0604020202090204" pitchFamily="34" charset="0"/>
              <a:buChar char="•"/>
              <a:defRPr>
                <a:solidFill>
                  <a:schemeClr val="tx1"/>
                </a:solidFill>
                <a:latin typeface="Calibri" pitchFamily="34" charset="0"/>
                <a:ea typeface="宋体" pitchFamily="2" charset="-122"/>
              </a:defRPr>
            </a:lvl4pPr>
            <a:lvl5pPr marL="2057400" indent="-228600">
              <a:lnSpc>
                <a:spcPct val="90000"/>
              </a:lnSpc>
              <a:spcBef>
                <a:spcPts val="500"/>
              </a:spcBef>
              <a:buFont typeface="Arial" panose="020B0604020202090204" pitchFamily="34" charset="0"/>
              <a:buChar char="•"/>
              <a:defRPr>
                <a:solidFill>
                  <a:schemeClr val="tx1"/>
                </a:solidFill>
                <a:latin typeface="Calibri"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latin typeface="Calibri" pitchFamily="34" charset="0"/>
                <a:ea typeface="宋体" pitchFamily="2" charset="-122"/>
              </a:defRPr>
            </a:lvl9pPr>
          </a:lstStyle>
          <a:p>
            <a:pPr>
              <a:lnSpc>
                <a:spcPct val="100000"/>
              </a:lnSpc>
              <a:spcBef>
                <a:spcPct val="0"/>
              </a:spcBef>
              <a:buFontTx/>
              <a:buNone/>
            </a:pPr>
            <a:endParaRPr lang="zh-CN" altLang="en-US" sz="1800" b="1" dirty="0">
              <a:solidFill>
                <a:srgbClr val="004C41"/>
              </a:solidFill>
              <a:latin typeface="Times New Roman" panose="02020503050405090304" pitchFamily="18" charset="0"/>
              <a:cs typeface="+mn-ea"/>
              <a:sym typeface="+mn-lt"/>
            </a:endParaRPr>
          </a:p>
        </p:txBody>
      </p:sp>
      <p:sp>
        <p:nvSpPr>
          <p:cNvPr id="8" name="标题 7"/>
          <p:cNvSpPr>
            <a:spLocks noGrp="1"/>
          </p:cNvSpPr>
          <p:nvPr>
            <p:ph type="title"/>
          </p:nvPr>
        </p:nvSpPr>
        <p:spPr/>
        <p:txBody>
          <a:bodyPr/>
          <a:lstStyle/>
          <a:p>
            <a:pPr marL="0" marR="0" lvl="0" indent="0" defTabSz="685800" rtl="0" eaLnBrk="1" fontAlgn="auto" latinLnBrk="0" hangingPunct="1">
              <a:lnSpc>
                <a:spcPct val="100000"/>
              </a:lnSpc>
              <a:spcBef>
                <a:spcPct val="0"/>
              </a:spcBef>
              <a:spcAft>
                <a:spcPts val="0"/>
              </a:spcAft>
              <a:defRPr/>
            </a:pPr>
            <a:r>
              <a:rPr kumimoji="0" lang="en-US" altLang="zh-CN" sz="2000" b="1" i="0" u="none" strike="noStrike" kern="1200" cap="none" spc="0" normalizeH="0" baseline="0" noProof="0">
                <a:ln>
                  <a:noFill/>
                </a:ln>
                <a:solidFill>
                  <a:srgbClr val="004C41"/>
                </a:solidFill>
                <a:effectLst/>
                <a:uLnTx/>
                <a:uFillTx/>
                <a:ea typeface="宋体" pitchFamily="2" charset="-122"/>
                <a:cs typeface="+mn-ea"/>
                <a:sym typeface="+mn-lt"/>
              </a:rPr>
              <a:t>2. </a:t>
            </a:r>
            <a:r>
              <a:rPr kumimoji="0" lang="zh-CN" altLang="en-US" sz="2000" b="1" i="0" u="none" strike="noStrike" kern="1200" cap="none" spc="0" normalizeH="0" baseline="0" noProof="0">
                <a:ln>
                  <a:noFill/>
                </a:ln>
                <a:solidFill>
                  <a:srgbClr val="004C41"/>
                </a:solidFill>
                <a:effectLst/>
                <a:uLnTx/>
                <a:uFillTx/>
                <a:ea typeface="宋体" pitchFamily="2" charset="-122"/>
                <a:cs typeface="+mn-ea"/>
                <a:sym typeface="+mn-lt"/>
              </a:rPr>
              <a:t>基于隐马尔可夫模型进行中文分词</a:t>
            </a:r>
            <a:r>
              <a:rPr kumimoji="0" lang="en-US" altLang="zh-CN" sz="1800" b="1" i="0" u="none" strike="noStrike" kern="1200" cap="none" spc="0" normalizeH="0" baseline="0" noProof="0">
                <a:ln>
                  <a:noFill/>
                </a:ln>
                <a:solidFill>
                  <a:srgbClr val="004C41"/>
                </a:solidFill>
                <a:effectLst/>
                <a:uLnTx/>
                <a:uFillTx/>
                <a:ea typeface="宋体" pitchFamily="2" charset="-122"/>
                <a:cs typeface="+mn-ea"/>
                <a:sym typeface="+mn-lt"/>
              </a:rPr>
              <a:t>——</a:t>
            </a:r>
            <a:r>
              <a:rPr kumimoji="0" lang="zh-CN" altLang="en-US" sz="1800" b="1" i="0" u="none" strike="noStrike" kern="1200" cap="none" spc="0" normalizeH="0" baseline="0" noProof="0">
                <a:ln>
                  <a:noFill/>
                </a:ln>
                <a:solidFill>
                  <a:srgbClr val="004C41"/>
                </a:solidFill>
                <a:effectLst/>
                <a:uLnTx/>
                <a:uFillTx/>
                <a:ea typeface="宋体" pitchFamily="2" charset="-122"/>
                <a:cs typeface="+mn-ea"/>
                <a:sym typeface="+mn-lt"/>
              </a:rPr>
              <a:t>（</a:t>
            </a:r>
            <a:r>
              <a:rPr kumimoji="0" lang="en-US" altLang="zh-CN" sz="1800" b="1" i="0" u="none" strike="noStrike" kern="1200" cap="none" spc="0" normalizeH="0" baseline="0" noProof="0">
                <a:ln>
                  <a:noFill/>
                </a:ln>
                <a:solidFill>
                  <a:srgbClr val="004C41"/>
                </a:solidFill>
                <a:effectLst/>
                <a:uLnTx/>
                <a:uFillTx/>
                <a:ea typeface="宋体" pitchFamily="2" charset="-122"/>
                <a:cs typeface="+mn-ea"/>
                <a:sym typeface="+mn-lt"/>
              </a:rPr>
              <a:t>3</a:t>
            </a:r>
            <a:r>
              <a:rPr kumimoji="0" lang="zh-CN" altLang="en-US" sz="1800" b="1" i="0" u="none" strike="noStrike" kern="1200" cap="none" spc="0" normalizeH="0" baseline="0" noProof="0">
                <a:ln>
                  <a:noFill/>
                </a:ln>
                <a:solidFill>
                  <a:srgbClr val="004C41"/>
                </a:solidFill>
                <a:effectLst/>
                <a:uLnTx/>
                <a:uFillTx/>
                <a:ea typeface="宋体" pitchFamily="2" charset="-122"/>
                <a:cs typeface="+mn-ea"/>
                <a:sym typeface="+mn-lt"/>
              </a:rPr>
              <a:t>）对中文分词进行形式化描述</a:t>
            </a:r>
            <a:endParaRPr lang="zh-CN" altLang="en-US">
              <a:ea typeface="宋体" pitchFamily="2" charset="-122"/>
            </a:endParaRPr>
          </a:p>
        </p:txBody>
      </p:sp>
      <p:sp>
        <p:nvSpPr>
          <p:cNvPr id="5" name="日期占位符 4"/>
          <p:cNvSpPr>
            <a:spLocks noGrp="1"/>
          </p:cNvSpPr>
          <p:nvPr>
            <p:ph type="dt" sz="half" idx="10"/>
          </p:nvPr>
        </p:nvSpPr>
        <p:spPr/>
        <p:txBody>
          <a:bodyPr/>
          <a:lstStyle/>
          <a:p>
            <a:fld id="{EA7AEC5F-FED7-4828-91E8-26CBA8860571}"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7" name="灯片编号占位符 6"/>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par>
                          <p:cTn id="10" fill="hold">
                            <p:stCondLst>
                              <p:cond delay="500"/>
                            </p:stCondLst>
                            <p:childTnLst>
                              <p:par>
                                <p:cTn id="11" presetID="10" presetClass="entr" presetSubtype="0" fill="hold" grpId="2"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animBg="1"/>
      <p:bldP spid="4" grpId="2" bldLvl="0" animBg="1"/>
      <p:bldP spid="6"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文本框 2"/>
          <p:cNvSpPr txBox="1"/>
          <p:nvPr/>
        </p:nvSpPr>
        <p:spPr>
          <a:xfrm>
            <a:off x="457200" y="1046371"/>
            <a:ext cx="3228975" cy="369332"/>
          </a:xfrm>
          <a:prstGeom prst="rect">
            <a:avLst/>
          </a:prstGeom>
          <a:noFill/>
        </p:spPr>
        <p:txBody>
          <a:bodyPr wrap="square" rtlCol="0" anchor="t">
            <a:spAutoFit/>
          </a:bodyPr>
          <a:lstStyle/>
          <a:p>
            <a:r>
              <a:rPr lang="zh-CN" altLang="en-US" sz="1800">
                <a:latin typeface="Times New Roman" panose="02020503050405090304" pitchFamily="18" charset="0"/>
                <a:ea typeface="宋体" pitchFamily="2" charset="-122"/>
              </a:rPr>
              <a:t>在HMM中</a:t>
            </a:r>
            <a:r>
              <a:rPr lang="zh-CN" altLang="en-US" sz="1800" dirty="0">
                <a:latin typeface="Times New Roman" panose="02020503050405090304" pitchFamily="18" charset="0"/>
                <a:ea typeface="宋体" pitchFamily="2" charset="-122"/>
              </a:rPr>
              <a:t>，常用维特比算法。</a:t>
            </a:r>
            <a:endParaRPr lang="zh-CN" altLang="en-US" sz="1800" dirty="0">
              <a:latin typeface="Times New Roman" panose="02020503050405090304" pitchFamily="18" charset="0"/>
              <a:ea typeface="宋体" pitchFamily="2" charset="-122"/>
            </a:endParaRPr>
          </a:p>
        </p:txBody>
      </p:sp>
      <p:sp>
        <p:nvSpPr>
          <p:cNvPr id="8" name="标题 7"/>
          <p:cNvSpPr>
            <a:spLocks noGrp="1"/>
          </p:cNvSpPr>
          <p:nvPr>
            <p:ph type="title"/>
          </p:nvPr>
        </p:nvSpPr>
        <p:spPr/>
        <p:txBody>
          <a:bodyPr/>
          <a:lstStyle/>
          <a:p>
            <a:r>
              <a:rPr lang="en-US" altLang="zh-CN" sz="2400" b="1">
                <a:solidFill>
                  <a:srgbClr val="004C41"/>
                </a:solidFill>
                <a:ea typeface="宋体" pitchFamily="2" charset="-122"/>
                <a:cs typeface="+mn-ea"/>
                <a:sym typeface="+mn-lt"/>
              </a:rPr>
              <a:t>3. </a:t>
            </a:r>
            <a:r>
              <a:rPr lang="zh-CN" altLang="en-US" sz="2400" b="1">
                <a:solidFill>
                  <a:srgbClr val="004C41"/>
                </a:solidFill>
                <a:ea typeface="宋体" pitchFamily="2" charset="-122"/>
                <a:cs typeface="+mn-ea"/>
                <a:sym typeface="+mn-lt"/>
              </a:rPr>
              <a:t>维特比（Viterbi）算法</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1</a:t>
            </a:r>
            <a:r>
              <a:rPr lang="zh-CN" altLang="en-US" sz="2400" b="1">
                <a:solidFill>
                  <a:srgbClr val="004C41"/>
                </a:solidFill>
                <a:ea typeface="宋体" pitchFamily="2" charset="-122"/>
                <a:cs typeface="+mn-ea"/>
                <a:sym typeface="+mn-lt"/>
              </a:rPr>
              <a:t>）基本原理</a:t>
            </a:r>
            <a:endParaRPr lang="zh-CN" altLang="en-US">
              <a:ea typeface="宋体" pitchFamily="2" charset="-122"/>
            </a:endParaRPr>
          </a:p>
        </p:txBody>
      </p:sp>
      <p:sp>
        <p:nvSpPr>
          <p:cNvPr id="6" name="日期占位符 5"/>
          <p:cNvSpPr>
            <a:spLocks noGrp="1"/>
          </p:cNvSpPr>
          <p:nvPr>
            <p:ph type="dt" sz="half" idx="10"/>
          </p:nvPr>
        </p:nvSpPr>
        <p:spPr/>
        <p:txBody>
          <a:bodyPr/>
          <a:lstStyle/>
          <a:p>
            <a:fld id="{1537E144-C3D5-4BCF-BAF6-4C1E02E231B2}"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7" name="灯片编号占位符 6"/>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13" name="文本框 12"/>
          <p:cNvSpPr txBox="1"/>
          <p:nvPr/>
        </p:nvSpPr>
        <p:spPr>
          <a:xfrm>
            <a:off x="500063" y="1429038"/>
            <a:ext cx="8321040" cy="1286250"/>
          </a:xfrm>
          <a:prstGeom prst="rect">
            <a:avLst/>
          </a:prstGeom>
          <a:noFill/>
        </p:spPr>
        <p:txBody>
          <a:bodyPr wrap="square">
            <a:spAutoFit/>
          </a:bodyPr>
          <a:lstStyle/>
          <a:p>
            <a:pPr marL="285750" indent="-285750">
              <a:lnSpc>
                <a:spcPct val="150000"/>
              </a:lnSpc>
              <a:buClr>
                <a:srgbClr val="0070C0"/>
              </a:buClr>
              <a:buFont typeface="Wingdings" panose="05000000000000000000" pitchFamily="2" charset="2"/>
              <a:buChar char="n"/>
            </a:pPr>
            <a:r>
              <a:rPr lang="zh-CN" altLang="en-US" sz="1800" b="1">
                <a:solidFill>
                  <a:srgbClr val="00B050"/>
                </a:solidFill>
                <a:latin typeface="Times New Roman" panose="02020503050405090304" pitchFamily="18" charset="0"/>
                <a:ea typeface="宋体" pitchFamily="2" charset="-122"/>
              </a:rPr>
              <a:t>基本原理</a:t>
            </a:r>
            <a:r>
              <a:rPr lang="zh-CN" altLang="en-US" sz="1800">
                <a:latin typeface="Times New Roman" panose="02020503050405090304" pitchFamily="18" charset="0"/>
                <a:ea typeface="宋体" pitchFamily="2" charset="-122"/>
              </a:rPr>
              <a:t>：</a:t>
            </a:r>
            <a:r>
              <a:rPr lang="zh-CN" altLang="en-US" sz="1800">
                <a:solidFill>
                  <a:srgbClr val="FF0000"/>
                </a:solidFill>
                <a:latin typeface="Times New Roman" panose="02020503050405090304" pitchFamily="18" charset="0"/>
                <a:ea typeface="宋体" pitchFamily="2" charset="-122"/>
              </a:rPr>
              <a:t>维特比（</a:t>
            </a:r>
            <a:r>
              <a:rPr lang="en-US" altLang="zh-CN" sz="1800">
                <a:solidFill>
                  <a:srgbClr val="FF0000"/>
                </a:solidFill>
                <a:latin typeface="Times New Roman" panose="02020503050405090304" pitchFamily="18" charset="0"/>
                <a:ea typeface="宋体" pitchFamily="2" charset="-122"/>
              </a:rPr>
              <a:t>Viterbi</a:t>
            </a:r>
            <a:r>
              <a:rPr lang="zh-CN" altLang="en-US" sz="1800">
                <a:solidFill>
                  <a:srgbClr val="FF0000"/>
                </a:solidFill>
                <a:latin typeface="Times New Roman" panose="02020503050405090304" pitchFamily="18" charset="0"/>
                <a:ea typeface="宋体" pitchFamily="2" charset="-122"/>
              </a:rPr>
              <a:t>）算法</a:t>
            </a:r>
            <a:r>
              <a:rPr lang="zh-CN" altLang="en-US" sz="1800">
                <a:latin typeface="Times New Roman" panose="02020503050405090304" pitchFamily="18" charset="0"/>
                <a:ea typeface="宋体" pitchFamily="2" charset="-122"/>
              </a:rPr>
              <a:t>实际是用动态规划解马尔可夫模型预测问题，</a:t>
            </a:r>
            <a:r>
              <a:rPr lang="en-US" altLang="zh-CN" sz="1800">
                <a:latin typeface="Times New Roman" panose="02020503050405090304" pitchFamily="18" charset="0"/>
                <a:ea typeface="宋体" pitchFamily="2" charset="-122"/>
              </a:rPr>
              <a:t> </a:t>
            </a:r>
            <a:r>
              <a:rPr lang="zh-CN" altLang="en-US" sz="1800">
                <a:latin typeface="Times New Roman" panose="02020503050405090304" pitchFamily="18" charset="0"/>
                <a:ea typeface="宋体" pitchFamily="2" charset="-122"/>
              </a:rPr>
              <a:t>即用动态规划求</a:t>
            </a:r>
            <a:r>
              <a:rPr lang="zh-CN" altLang="en-US" sz="1800">
                <a:solidFill>
                  <a:srgbClr val="FF0000"/>
                </a:solidFill>
                <a:latin typeface="Times New Roman" panose="02020503050405090304" pitchFamily="18" charset="0"/>
                <a:ea typeface="宋体" pitchFamily="2" charset="-122"/>
              </a:rPr>
              <a:t>概率最大路径（最优路径）</a:t>
            </a:r>
            <a:r>
              <a:rPr lang="zh-CN" altLang="en-US" sz="1800">
                <a:latin typeface="Times New Roman" panose="02020503050405090304" pitchFamily="18" charset="0"/>
                <a:ea typeface="宋体" pitchFamily="2" charset="-122"/>
              </a:rPr>
              <a:t>。</a:t>
            </a:r>
            <a:endParaRPr lang="zh-CN" altLang="en-US" sz="1800">
              <a:latin typeface="Times New Roman" panose="02020503050405090304" pitchFamily="18" charset="0"/>
              <a:ea typeface="宋体" pitchFamily="2" charset="-122"/>
            </a:endParaRPr>
          </a:p>
          <a:p>
            <a:pPr marL="285750" indent="-285750">
              <a:lnSpc>
                <a:spcPct val="150000"/>
              </a:lnSpc>
              <a:buClr>
                <a:srgbClr val="0070C0"/>
              </a:buClr>
              <a:buFont typeface="Wingdings" panose="05000000000000000000" pitchFamily="2" charset="2"/>
              <a:buChar char="n"/>
            </a:pPr>
            <a:r>
              <a:rPr lang="zh-CN" altLang="en-US" sz="1800">
                <a:latin typeface="Times New Roman" panose="02020503050405090304" pitchFamily="18" charset="0"/>
                <a:ea typeface="宋体" pitchFamily="2" charset="-122"/>
              </a:rPr>
              <a:t>它用于寻找最有可能产生观测事件序列的维特比路径</a:t>
            </a:r>
            <a:r>
              <a:rPr lang="en-US" altLang="zh-CN" sz="1800">
                <a:latin typeface="Times New Roman" panose="02020503050405090304" pitchFamily="18" charset="0"/>
                <a:ea typeface="宋体" pitchFamily="2" charset="-122"/>
              </a:rPr>
              <a:t>——</a:t>
            </a:r>
            <a:r>
              <a:rPr lang="zh-CN" altLang="en-US" sz="1800">
                <a:latin typeface="Times New Roman" panose="02020503050405090304" pitchFamily="18" charset="0"/>
                <a:ea typeface="宋体" pitchFamily="2" charset="-122"/>
              </a:rPr>
              <a:t>隐含状态序列。</a:t>
            </a:r>
            <a:endParaRPr lang="zh-CN" altLang="en-US" sz="1800">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mc:AlternateContent xmlns:mc="http://schemas.openxmlformats.org/markup-compatibility/2006">
        <mc:Choice xmlns:a14="http://schemas.microsoft.com/office/drawing/2010/main" Requires="a14">
          <p:sp>
            <p:nvSpPr>
              <p:cNvPr id="10" name="文本框 9"/>
              <p:cNvSpPr txBox="1"/>
              <p:nvPr/>
            </p:nvSpPr>
            <p:spPr>
              <a:xfrm>
                <a:off x="374409" y="1240320"/>
                <a:ext cx="8395181" cy="3062890"/>
              </a:xfrm>
              <a:prstGeom prst="rect">
                <a:avLst/>
              </a:prstGeom>
              <a:noFill/>
            </p:spPr>
            <p:txBody>
              <a:bodyPr wrap="square">
                <a:spAutoFit/>
              </a:bodyPr>
              <a:lstStyle/>
              <a:p>
                <a:pPr algn="just">
                  <a:lnSpc>
                    <a:spcPct val="130000"/>
                  </a:lnSpc>
                </a:pPr>
                <a:r>
                  <a:rPr lang="zh-CN" altLang="en-US">
                    <a:solidFill>
                      <a:schemeClr val="tx1">
                        <a:lumMod val="95000"/>
                        <a:lumOff val="5000"/>
                      </a:schemeClr>
                    </a:solidFill>
                    <a:latin typeface="Times New Roman" panose="02020503050405090304" pitchFamily="18" charset="0"/>
                    <a:ea typeface="宋体" pitchFamily="2" charset="-122"/>
                  </a:rPr>
                  <a:t>      </a:t>
                </a:r>
                <a:r>
                  <a:rPr lang="en-US" altLang="zh-CN">
                    <a:solidFill>
                      <a:schemeClr val="tx1">
                        <a:lumMod val="95000"/>
                        <a:lumOff val="5000"/>
                      </a:schemeClr>
                    </a:solidFill>
                    <a:latin typeface="Times New Roman" panose="02020503050405090304" pitchFamily="18" charset="0"/>
                    <a:ea typeface="宋体" pitchFamily="2" charset="-122"/>
                  </a:rPr>
                  <a:t> </a:t>
                </a:r>
                <a:r>
                  <a:rPr lang="zh-CN" altLang="en-US" sz="1800">
                    <a:solidFill>
                      <a:srgbClr val="0000FF"/>
                    </a:solidFill>
                    <a:latin typeface="Times New Roman" panose="02020503050405090304" pitchFamily="18" charset="0"/>
                    <a:ea typeface="宋体" pitchFamily="2" charset="-122"/>
                  </a:rPr>
                  <a:t>（</a:t>
                </a:r>
                <a:r>
                  <a:rPr lang="en-US" altLang="zh-CN" sz="1800">
                    <a:solidFill>
                      <a:srgbClr val="0000FF"/>
                    </a:solidFill>
                    <a:latin typeface="Times New Roman" panose="02020503050405090304" pitchFamily="18" charset="0"/>
                    <a:ea typeface="宋体" pitchFamily="2" charset="-122"/>
                  </a:rPr>
                  <a:t>1</a:t>
                </a:r>
                <a:r>
                  <a:rPr lang="zh-CN" altLang="en-US" sz="1800">
                    <a:solidFill>
                      <a:srgbClr val="0000FF"/>
                    </a:solidFill>
                    <a:latin typeface="Times New Roman" panose="02020503050405090304" pitchFamily="18" charset="0"/>
                    <a:ea typeface="宋体" pitchFamily="2" charset="-122"/>
                  </a:rPr>
                  <a:t>）</a:t>
                </a:r>
                <a:r>
                  <a:rPr lang="zh-CN" altLang="en-US" sz="1800">
                    <a:solidFill>
                      <a:srgbClr val="0000FF"/>
                    </a:solidFill>
                  </a:rPr>
                  <a:t>状态变量</a:t>
                </a:r>
                <a14:m>
                  <m:oMath xmlns:m="http://schemas.openxmlformats.org/officeDocument/2006/math">
                    <m:r>
                      <a:rPr lang="en-US" altLang="zh-CN" sz="1800" i="1">
                        <a:solidFill>
                          <a:srgbClr val="0000FF"/>
                        </a:solidFill>
                        <a:latin typeface="Cambria Math" panose="02040503050406030204" pitchFamily="18" charset="0"/>
                      </a:rPr>
                      <m:t>𝛿</m:t>
                    </m:r>
                  </m:oMath>
                </a14:m>
                <a:r>
                  <a:rPr lang="zh-CN" altLang="en-US" sz="1800">
                    <a:solidFill>
                      <a:schemeClr val="tx1">
                        <a:lumMod val="95000"/>
                        <a:lumOff val="5000"/>
                      </a:schemeClr>
                    </a:solidFill>
                    <a:latin typeface="Times New Roman" panose="02020503050405090304" pitchFamily="18" charset="0"/>
                    <a:ea typeface="宋体" pitchFamily="2" charset="-122"/>
                  </a:rPr>
                  <a:t>：如果</a:t>
                </a:r>
                <a:r>
                  <a:rPr lang="zh-CN" altLang="en-US" sz="1800" dirty="0">
                    <a:solidFill>
                      <a:schemeClr val="tx1">
                        <a:lumMod val="95000"/>
                        <a:lumOff val="5000"/>
                      </a:schemeClr>
                    </a:solidFill>
                    <a:latin typeface="Times New Roman" panose="02020503050405090304" pitchFamily="18" charset="0"/>
                    <a:ea typeface="宋体" pitchFamily="2" charset="-122"/>
                  </a:rPr>
                  <a:t>最优路径从结点</a:t>
                </a:r>
                <a14:m>
                  <m:oMath xmlns:m="http://schemas.openxmlformats.org/officeDocument/2006/math">
                    <m:sSub>
                      <m:sSubPr>
                        <m:ctrlPr>
                          <a:rPr lang="en-US" altLang="zh-CN" sz="1800" i="1" smtClean="0">
                            <a:solidFill>
                              <a:schemeClr val="tx1">
                                <a:lumMod val="95000"/>
                                <a:lumOff val="5000"/>
                              </a:schemeClr>
                            </a:solidFill>
                            <a:latin typeface="Cambria Math" panose="02040503050406030204" pitchFamily="18" charset="0"/>
                          </a:rPr>
                        </m:ctrlPr>
                      </m:sSubPr>
                      <m:e>
                        <m:r>
                          <a:rPr lang="en-US" altLang="zh-CN" sz="1800" i="1">
                            <a:solidFill>
                              <a:schemeClr val="tx1">
                                <a:lumMod val="95000"/>
                                <a:lumOff val="5000"/>
                              </a:schemeClr>
                            </a:solidFill>
                            <a:latin typeface="Cambria Math" panose="02040503050406030204" pitchFamily="18" charset="0"/>
                          </a:rPr>
                          <m:t>𝑖</m:t>
                        </m:r>
                      </m:e>
                      <m:sub>
                        <m:r>
                          <a:rPr lang="en-US" altLang="zh-CN" sz="1800" b="0" i="1" smtClean="0">
                            <a:solidFill>
                              <a:schemeClr val="tx1">
                                <a:lumMod val="95000"/>
                                <a:lumOff val="5000"/>
                              </a:schemeClr>
                            </a:solidFill>
                            <a:latin typeface="Cambria Math" panose="02040503050406030204" pitchFamily="18" charset="0"/>
                          </a:rPr>
                          <m:t>𝑡</m:t>
                        </m:r>
                      </m:sub>
                    </m:sSub>
                  </m:oMath>
                </a14:m>
                <a:r>
                  <a:rPr lang="zh-CN" altLang="en-US" sz="1800" dirty="0">
                    <a:solidFill>
                      <a:schemeClr val="tx1">
                        <a:lumMod val="95000"/>
                        <a:lumOff val="5000"/>
                      </a:schemeClr>
                    </a:solidFill>
                    <a:latin typeface="Times New Roman" panose="02020503050405090304" pitchFamily="18" charset="0"/>
                    <a:ea typeface="宋体" pitchFamily="2" charset="-122"/>
                  </a:rPr>
                  <a:t>到终点</a:t>
                </a:r>
                <a14:m>
                  <m:oMath xmlns:m="http://schemas.openxmlformats.org/officeDocument/2006/math">
                    <m:sSub>
                      <m:sSubPr>
                        <m:ctrlPr>
                          <a:rPr lang="en-US" altLang="zh-CN" sz="1800" i="1">
                            <a:solidFill>
                              <a:schemeClr val="tx1">
                                <a:lumMod val="95000"/>
                                <a:lumOff val="5000"/>
                              </a:schemeClr>
                            </a:solidFill>
                            <a:latin typeface="Cambria Math" panose="02040503050406030204" pitchFamily="18" charset="0"/>
                          </a:rPr>
                        </m:ctrlPr>
                      </m:sSubPr>
                      <m:e>
                        <m:r>
                          <a:rPr lang="en-US" altLang="zh-CN" sz="1800" i="1">
                            <a:solidFill>
                              <a:schemeClr val="tx1">
                                <a:lumMod val="95000"/>
                                <a:lumOff val="5000"/>
                              </a:schemeClr>
                            </a:solidFill>
                            <a:latin typeface="Cambria Math" panose="02040503050406030204" pitchFamily="18" charset="0"/>
                          </a:rPr>
                          <m:t>𝑖</m:t>
                        </m:r>
                      </m:e>
                      <m:sub>
                        <m:r>
                          <a:rPr lang="en-US" altLang="zh-CN" sz="1800" b="0" i="1" smtClean="0">
                            <a:solidFill>
                              <a:schemeClr val="tx1">
                                <a:lumMod val="95000"/>
                                <a:lumOff val="5000"/>
                              </a:schemeClr>
                            </a:solidFill>
                            <a:latin typeface="Cambria Math" panose="02040503050406030204" pitchFamily="18" charset="0"/>
                          </a:rPr>
                          <m:t>𝑇</m:t>
                        </m:r>
                      </m:sub>
                    </m:sSub>
                  </m:oMath>
                </a14:m>
                <a:r>
                  <a:rPr lang="zh-CN" altLang="en-US" sz="1800" dirty="0">
                    <a:solidFill>
                      <a:schemeClr val="tx1">
                        <a:lumMod val="95000"/>
                        <a:lumOff val="5000"/>
                      </a:schemeClr>
                    </a:solidFill>
                    <a:latin typeface="Times New Roman" panose="02020503050405090304" pitchFamily="18" charset="0"/>
                    <a:ea typeface="宋体" pitchFamily="2" charset="-122"/>
                  </a:rPr>
                  <a:t>，那么这两点之间的所有可能的部分路径必须是最优</a:t>
                </a:r>
                <a:r>
                  <a:rPr lang="zh-CN" altLang="en-US" sz="1800">
                    <a:solidFill>
                      <a:schemeClr val="tx1">
                        <a:lumMod val="95000"/>
                        <a:lumOff val="5000"/>
                      </a:schemeClr>
                    </a:solidFill>
                    <a:latin typeface="Times New Roman" panose="02020503050405090304" pitchFamily="18" charset="0"/>
                    <a:ea typeface="宋体" pitchFamily="2" charset="-122"/>
                  </a:rPr>
                  <a:t>的，则定义在</a:t>
                </a:r>
                <a14:m>
                  <m:oMath xmlns:m="http://schemas.openxmlformats.org/officeDocument/2006/math">
                    <m:r>
                      <a:rPr lang="zh-CN" altLang="en-US" sz="1800" i="1" smtClean="0">
                        <a:solidFill>
                          <a:schemeClr val="tx1">
                            <a:lumMod val="95000"/>
                            <a:lumOff val="5000"/>
                          </a:schemeClr>
                        </a:solidFill>
                        <a:latin typeface="Cambria Math" panose="02040503050406030204" pitchFamily="18" charset="0"/>
                      </a:rPr>
                      <m:t>𝑡</m:t>
                    </m:r>
                  </m:oMath>
                </a14:m>
                <a:r>
                  <a:rPr lang="zh-CN" altLang="en-US" sz="1800">
                    <a:solidFill>
                      <a:schemeClr val="tx1">
                        <a:lumMod val="95000"/>
                        <a:lumOff val="5000"/>
                      </a:schemeClr>
                    </a:solidFill>
                    <a:latin typeface="Times New Roman" panose="02020503050405090304" pitchFamily="18" charset="0"/>
                    <a:ea typeface="宋体" pitchFamily="2" charset="-122"/>
                  </a:rPr>
                  <a:t>时刻，状态</a:t>
                </a:r>
                <a:r>
                  <a:rPr lang="en-US" altLang="zh-CN" sz="1800" i="1">
                    <a:solidFill>
                      <a:schemeClr val="tx1">
                        <a:lumMod val="95000"/>
                        <a:lumOff val="5000"/>
                      </a:schemeClr>
                    </a:solidFill>
                    <a:latin typeface="Times New Roman" panose="02020503050405090304" pitchFamily="18" charset="0"/>
                    <a:ea typeface="宋体" pitchFamily="2" charset="-122"/>
                  </a:rPr>
                  <a:t>i</a:t>
                </a:r>
                <a:r>
                  <a:rPr lang="zh-CN" altLang="en-US" sz="1800">
                    <a:solidFill>
                      <a:schemeClr val="tx1">
                        <a:lumMod val="95000"/>
                        <a:lumOff val="5000"/>
                      </a:schemeClr>
                    </a:solidFill>
                    <a:latin typeface="Times New Roman" panose="02020503050405090304" pitchFamily="18" charset="0"/>
                    <a:ea typeface="宋体" pitchFamily="2" charset="-122"/>
                  </a:rPr>
                  <a:t>的</a:t>
                </a:r>
                <a:r>
                  <a:rPr lang="zh-CN" altLang="en-US" sz="1800" dirty="0">
                    <a:solidFill>
                      <a:schemeClr val="tx1">
                        <a:lumMod val="95000"/>
                        <a:lumOff val="5000"/>
                      </a:schemeClr>
                    </a:solidFill>
                    <a:latin typeface="Times New Roman" panose="02020503050405090304" pitchFamily="18" charset="0"/>
                    <a:ea typeface="宋体" pitchFamily="2" charset="-122"/>
                  </a:rPr>
                  <a:t>所有单路径中的最大值为：</a:t>
                </a:r>
                <a:endParaRPr lang="en-US" altLang="zh-CN" sz="1800" dirty="0">
                  <a:solidFill>
                    <a:schemeClr val="tx1">
                      <a:lumMod val="95000"/>
                      <a:lumOff val="5000"/>
                    </a:schemeClr>
                  </a:solidFill>
                  <a:latin typeface="Times New Roman" panose="02020503050405090304" pitchFamily="18" charset="0"/>
                  <a:ea typeface="宋体" pitchFamily="2" charset="-122"/>
                </a:endParaRPr>
              </a:p>
              <a:p>
                <a:pPr indent="457200">
                  <a:lnSpc>
                    <a:spcPct val="130000"/>
                  </a:lnSpc>
                </a:pP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𝛿</m:t>
                        </m:r>
                      </m:e>
                      <m:sub>
                        <m:r>
                          <a:rPr lang="en-US" altLang="zh-CN" sz="1800" i="1">
                            <a:latin typeface="Cambria Math" panose="02040503050406030204" pitchFamily="18" charset="0"/>
                          </a:rPr>
                          <m:t>𝑡</m:t>
                        </m:r>
                      </m:sub>
                    </m:sSub>
                    <m:d>
                      <m:dPr>
                        <m:ctrlPr>
                          <a:rPr lang="zh-CN" altLang="zh-CN" sz="1800" i="1">
                            <a:latin typeface="Cambria Math" panose="02040503050406030204" pitchFamily="18" charset="0"/>
                          </a:rPr>
                        </m:ctrlPr>
                      </m:dPr>
                      <m:e>
                        <m:r>
                          <a:rPr lang="en-US" altLang="zh-CN" sz="1800" i="1">
                            <a:latin typeface="Cambria Math" panose="02040503050406030204" pitchFamily="18" charset="0"/>
                          </a:rPr>
                          <m:t>𝑖</m:t>
                        </m:r>
                      </m:e>
                    </m:d>
                    <m:r>
                      <a:rPr lang="en-US" altLang="zh-CN" sz="1800" i="1">
                        <a:latin typeface="Cambria Math" panose="02040503050406030204" pitchFamily="18" charset="0"/>
                      </a:rPr>
                      <m:t>=</m:t>
                    </m:r>
                    <m:limLow>
                      <m:limLowPr>
                        <m:ctrlPr>
                          <a:rPr lang="zh-CN" altLang="zh-CN" sz="1800" i="1">
                            <a:latin typeface="Cambria Math" panose="02040503050406030204" pitchFamily="18" charset="0"/>
                          </a:rPr>
                        </m:ctrlPr>
                      </m:limLowPr>
                      <m:e>
                        <m:r>
                          <a:rPr lang="en-US" altLang="zh-CN" sz="1800" i="1">
                            <a:latin typeface="Cambria Math" panose="02040503050406030204" pitchFamily="18" charset="0"/>
                          </a:rPr>
                          <m:t>𝑚𝑎𝑥</m:t>
                        </m:r>
                      </m:e>
                      <m:lim>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𝑖</m:t>
                            </m:r>
                          </m:e>
                          <m:sub>
                            <m:r>
                              <a:rPr lang="en-US" altLang="zh-CN" sz="1800" i="1">
                                <a:latin typeface="Cambria Math" panose="02040503050406030204" pitchFamily="18" charset="0"/>
                              </a:rPr>
                              <m:t>1</m:t>
                            </m:r>
                          </m:sub>
                        </m:sSub>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𝑖</m:t>
                            </m:r>
                          </m:e>
                          <m:sub>
                            <m:r>
                              <a:rPr lang="en-US" altLang="zh-CN" sz="1800" i="1">
                                <a:latin typeface="Cambria Math" panose="02040503050406030204" pitchFamily="18" charset="0"/>
                              </a:rPr>
                              <m:t>2</m:t>
                            </m:r>
                          </m:sub>
                        </m:sSub>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𝑖</m:t>
                            </m:r>
                          </m:e>
                          <m:sub>
                            <m:r>
                              <a:rPr lang="en-US" altLang="zh-CN" sz="1800" i="1">
                                <a:latin typeface="Cambria Math" panose="02040503050406030204" pitchFamily="18" charset="0"/>
                              </a:rPr>
                              <m:t>𝑡</m:t>
                            </m:r>
                            <m:r>
                              <a:rPr lang="en-US" altLang="zh-CN" sz="1800" i="1">
                                <a:latin typeface="Cambria Math" panose="02040503050406030204" pitchFamily="18" charset="0"/>
                              </a:rPr>
                              <m:t>−</m:t>
                            </m:r>
                            <m:r>
                              <a:rPr lang="en-US" altLang="zh-CN" sz="1800" i="1">
                                <a:latin typeface="Cambria Math" panose="02040503050406030204" pitchFamily="18" charset="0"/>
                              </a:rPr>
                              <m:t>1</m:t>
                            </m:r>
                          </m:sub>
                        </m:sSub>
                      </m:lim>
                    </m:limLow>
                    <m:r>
                      <a:rPr lang="en-US" altLang="zh-CN" sz="1800" i="1">
                        <a:latin typeface="Cambria Math" panose="02040503050406030204" pitchFamily="18" charset="0"/>
                      </a:rPr>
                      <m:t>𝑃</m:t>
                    </m:r>
                    <m:d>
                      <m:dPr>
                        <m:ctrlPr>
                          <a:rPr lang="zh-CN" altLang="zh-CN" sz="1800" i="1">
                            <a:latin typeface="Cambria Math" panose="02040503050406030204" pitchFamily="18" charset="0"/>
                          </a:rPr>
                        </m:ctrlPr>
                      </m:dPr>
                      <m:e>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𝑖</m:t>
                            </m:r>
                          </m:e>
                          <m:sub>
                            <m:r>
                              <a:rPr lang="en-US" altLang="zh-CN" sz="1800" i="1">
                                <a:latin typeface="Cambria Math" panose="02040503050406030204" pitchFamily="18" charset="0"/>
                              </a:rPr>
                              <m:t>𝑡</m:t>
                            </m:r>
                          </m:sub>
                        </m:sSub>
                        <m:r>
                          <a:rPr lang="en-US" altLang="zh-CN" sz="1800" i="1">
                            <a:latin typeface="Cambria Math" panose="02040503050406030204" pitchFamily="18" charset="0"/>
                          </a:rPr>
                          <m:t>=</m:t>
                        </m:r>
                        <m:r>
                          <a:rPr lang="en-US" altLang="zh-CN" sz="1800" i="1">
                            <a:latin typeface="Cambria Math" panose="02040503050406030204" pitchFamily="18" charset="0"/>
                          </a:rPr>
                          <m:t>𝑖</m:t>
                        </m:r>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𝑖</m:t>
                            </m:r>
                          </m:e>
                          <m:sub>
                            <m:r>
                              <a:rPr lang="en-US" altLang="zh-CN" sz="1800" i="1">
                                <a:latin typeface="Cambria Math" panose="02040503050406030204" pitchFamily="18" charset="0"/>
                              </a:rPr>
                              <m:t>1</m:t>
                            </m:r>
                          </m:sub>
                        </m:sSub>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𝑖</m:t>
                            </m:r>
                          </m:e>
                          <m:sub>
                            <m:r>
                              <a:rPr lang="en-US" altLang="zh-CN" sz="1800" i="1">
                                <a:latin typeface="Cambria Math" panose="02040503050406030204" pitchFamily="18" charset="0"/>
                              </a:rPr>
                              <m:t>2</m:t>
                            </m:r>
                          </m:sub>
                        </m:sSub>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𝑖</m:t>
                            </m:r>
                          </m:e>
                          <m:sub>
                            <m:r>
                              <a:rPr lang="en-US" altLang="zh-CN" sz="1800" i="1">
                                <a:latin typeface="Cambria Math" panose="02040503050406030204" pitchFamily="18" charset="0"/>
                              </a:rPr>
                              <m:t>𝑡</m:t>
                            </m:r>
                            <m:r>
                              <a:rPr lang="en-US" altLang="zh-CN" sz="1800" i="1">
                                <a:latin typeface="Cambria Math" panose="02040503050406030204" pitchFamily="18" charset="0"/>
                              </a:rPr>
                              <m:t>−</m:t>
                            </m:r>
                            <m:r>
                              <a:rPr lang="en-US" altLang="zh-CN" sz="1800" i="1">
                                <a:latin typeface="Cambria Math" panose="02040503050406030204" pitchFamily="18" charset="0"/>
                              </a:rPr>
                              <m:t>1</m:t>
                            </m:r>
                          </m:sub>
                        </m:sSub>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𝑜</m:t>
                            </m:r>
                          </m:e>
                          <m:sub>
                            <m:r>
                              <a:rPr lang="en-US" altLang="zh-CN" sz="1800" i="1">
                                <a:latin typeface="Cambria Math" panose="02040503050406030204" pitchFamily="18" charset="0"/>
                              </a:rPr>
                              <m:t>𝑡</m:t>
                            </m:r>
                          </m:sub>
                        </m:sSub>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𝑜</m:t>
                            </m:r>
                          </m:e>
                          <m:sub>
                            <m:r>
                              <a:rPr lang="en-US" altLang="zh-CN" sz="1800" i="1">
                                <a:latin typeface="Cambria Math" panose="02040503050406030204" pitchFamily="18" charset="0"/>
                              </a:rPr>
                              <m:t>𝑡</m:t>
                            </m:r>
                            <m:r>
                              <a:rPr lang="en-US" altLang="zh-CN" sz="1800" i="1">
                                <a:latin typeface="Cambria Math" panose="02040503050406030204" pitchFamily="18" charset="0"/>
                              </a:rPr>
                              <m:t>−</m:t>
                            </m:r>
                            <m:r>
                              <a:rPr lang="en-US" altLang="zh-CN" sz="1800" i="1">
                                <a:latin typeface="Cambria Math" panose="02040503050406030204" pitchFamily="18" charset="0"/>
                              </a:rPr>
                              <m:t>1</m:t>
                            </m:r>
                          </m:sub>
                        </m:sSub>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𝑜</m:t>
                            </m:r>
                          </m:e>
                          <m:sub>
                            <m:r>
                              <a:rPr lang="en-US" altLang="zh-CN" sz="1800" i="1">
                                <a:latin typeface="Cambria Math" panose="02040503050406030204" pitchFamily="18" charset="0"/>
                              </a:rPr>
                              <m:t>1</m:t>
                            </m:r>
                          </m:sub>
                        </m:sSub>
                        <m:r>
                          <a:rPr lang="en-US" altLang="zh-CN" sz="1800" i="1">
                            <a:latin typeface="Cambria Math" panose="02040503050406030204" pitchFamily="18" charset="0"/>
                          </a:rPr>
                          <m:t>∣</m:t>
                        </m:r>
                        <m:r>
                          <a:rPr lang="en-US" altLang="zh-CN" sz="1800" i="1">
                            <a:latin typeface="Cambria Math" panose="02040503050406030204" pitchFamily="18" charset="0"/>
                          </a:rPr>
                          <m:t>𝜆</m:t>
                        </m:r>
                      </m:e>
                    </m:d>
                    <m:r>
                      <a:rPr lang="en-US" altLang="zh-CN" sz="1800" i="1">
                        <a:latin typeface="Cambria Math" panose="02040503050406030204" pitchFamily="18" charset="0"/>
                      </a:rPr>
                      <m:t>,</m:t>
                    </m:r>
                    <m:r>
                      <a:rPr lang="en-US" altLang="zh-CN" sz="1800" i="1">
                        <a:latin typeface="Cambria Math" panose="02040503050406030204" pitchFamily="18" charset="0"/>
                      </a:rPr>
                      <m:t>𝑖</m:t>
                    </m:r>
                    <m:r>
                      <a:rPr lang="en-US" altLang="zh-CN" sz="1800" i="1">
                        <a:latin typeface="Cambria Math" panose="02040503050406030204" pitchFamily="18" charset="0"/>
                      </a:rPr>
                      <m:t>=</m:t>
                    </m:r>
                    <m:r>
                      <a:rPr lang="en-US" altLang="zh-CN" sz="1800" i="1">
                        <a:latin typeface="Cambria Math" panose="02040503050406030204" pitchFamily="18" charset="0"/>
                      </a:rPr>
                      <m:t>1</m:t>
                    </m:r>
                    <m:r>
                      <a:rPr lang="en-US" altLang="zh-CN" sz="1800" i="1">
                        <a:latin typeface="Cambria Math" panose="02040503050406030204" pitchFamily="18" charset="0"/>
                      </a:rPr>
                      <m:t>,</m:t>
                    </m:r>
                    <m:r>
                      <a:rPr lang="en-US" altLang="zh-CN" sz="1800" i="1">
                        <a:latin typeface="Cambria Math" panose="02040503050406030204" pitchFamily="18" charset="0"/>
                      </a:rPr>
                      <m:t>2</m:t>
                    </m:r>
                    <m:r>
                      <a:rPr lang="en-US" altLang="zh-CN" sz="1800" i="1">
                        <a:latin typeface="Cambria Math" panose="02040503050406030204" pitchFamily="18" charset="0"/>
                      </a:rPr>
                      <m:t>,…</m:t>
                    </m:r>
                    <m:r>
                      <a:rPr lang="en-US" altLang="zh-CN" sz="1800" i="1">
                        <a:latin typeface="Cambria Math" panose="02040503050406030204" pitchFamily="18" charset="0"/>
                      </a:rPr>
                      <m:t>𝑁</m:t>
                    </m:r>
                  </m:oMath>
                </a14:m>
                <a:r>
                  <a:rPr lang="en-US" altLang="zh-CN" sz="1800"/>
                  <a:t> </a:t>
                </a:r>
                <a:endParaRPr lang="en-US" altLang="zh-CN" sz="1800"/>
              </a:p>
              <a:p>
                <a:pPr indent="457200">
                  <a:lnSpc>
                    <a:spcPct val="130000"/>
                  </a:lnSpc>
                </a:pPr>
                <a14:m>
                  <m:oMath xmlns:m="http://schemas.openxmlformats.org/officeDocument/2006/math">
                    <m:sSub>
                      <m:sSubPr>
                        <m:ctrlPr>
                          <a:rPr lang="zh-CN" altLang="zh-CN" sz="1800" i="1">
                            <a:solidFill>
                              <a:schemeClr val="tx1">
                                <a:lumMod val="95000"/>
                                <a:lumOff val="5000"/>
                              </a:schemeClr>
                            </a:solidFill>
                            <a:latin typeface="Cambria Math" panose="02040503050406030204" pitchFamily="18" charset="0"/>
                            <a:ea typeface="宋体" pitchFamily="2" charset="-122"/>
                          </a:rPr>
                        </m:ctrlPr>
                      </m:sSubPr>
                      <m:e>
                        <m:r>
                          <a:rPr lang="en-US" altLang="zh-CN" sz="1800">
                            <a:solidFill>
                              <a:schemeClr val="tx1">
                                <a:lumMod val="95000"/>
                                <a:lumOff val="5000"/>
                              </a:schemeClr>
                            </a:solidFill>
                            <a:latin typeface="Cambria Math" panose="02040503050406030204" pitchFamily="18" charset="0"/>
                            <a:ea typeface="宋体" pitchFamily="2" charset="-122"/>
                          </a:rPr>
                          <m:t>𝑖</m:t>
                        </m:r>
                      </m:e>
                      <m:sub>
                        <m:r>
                          <a:rPr lang="en-US" altLang="zh-CN" sz="1800">
                            <a:solidFill>
                              <a:schemeClr val="tx1">
                                <a:lumMod val="95000"/>
                                <a:lumOff val="5000"/>
                              </a:schemeClr>
                            </a:solidFill>
                            <a:latin typeface="Cambria Math" panose="02040503050406030204" pitchFamily="18" charset="0"/>
                            <a:ea typeface="宋体" pitchFamily="2" charset="-122"/>
                          </a:rPr>
                          <m:t>𝑡</m:t>
                        </m:r>
                      </m:sub>
                    </m:sSub>
                  </m:oMath>
                </a14:m>
                <a:r>
                  <a:rPr lang="zh-CN" altLang="en-US" sz="1800">
                    <a:solidFill>
                      <a:schemeClr val="tx1">
                        <a:lumMod val="95000"/>
                        <a:lumOff val="5000"/>
                      </a:schemeClr>
                    </a:solidFill>
                    <a:latin typeface="Times New Roman" panose="02020503050405090304" pitchFamily="18" charset="0"/>
                    <a:ea typeface="宋体" pitchFamily="2" charset="-122"/>
                  </a:rPr>
                  <a:t>表示最短路径，</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𝑜</m:t>
                        </m:r>
                      </m:e>
                      <m:sub>
                        <m:r>
                          <a:rPr lang="en-US" altLang="zh-CN" sz="1800" i="1">
                            <a:latin typeface="Cambria Math" panose="02040503050406030204" pitchFamily="18" charset="0"/>
                          </a:rPr>
                          <m:t>𝑡</m:t>
                        </m:r>
                      </m:sub>
                    </m:sSub>
                  </m:oMath>
                </a14:m>
                <a:r>
                  <a:rPr lang="zh-CN" altLang="en-US" sz="1800">
                    <a:solidFill>
                      <a:schemeClr val="tx1">
                        <a:lumMod val="95000"/>
                        <a:lumOff val="5000"/>
                      </a:schemeClr>
                    </a:solidFill>
                    <a:latin typeface="Times New Roman" panose="02020503050405090304" pitchFamily="18" charset="0"/>
                    <a:ea typeface="宋体" pitchFamily="2" charset="-122"/>
                  </a:rPr>
                  <a:t>表示观测符号， </a:t>
                </a:r>
                <a:r>
                  <a:rPr lang="el-GR" altLang="zh-CN" sz="1800">
                    <a:solidFill>
                      <a:schemeClr val="tx1">
                        <a:lumMod val="95000"/>
                        <a:lumOff val="5000"/>
                      </a:schemeClr>
                    </a:solidFill>
                    <a:latin typeface="Times New Roman" panose="02020503050405090304" pitchFamily="18" charset="0"/>
                    <a:ea typeface="宋体" pitchFamily="2" charset="-122"/>
                  </a:rPr>
                  <a:t>λ</a:t>
                </a:r>
                <a:r>
                  <a:rPr lang="zh-CN" altLang="en-US" sz="1800">
                    <a:solidFill>
                      <a:schemeClr val="tx1">
                        <a:lumMod val="95000"/>
                        <a:lumOff val="5000"/>
                      </a:schemeClr>
                    </a:solidFill>
                    <a:latin typeface="Times New Roman" panose="02020503050405090304" pitchFamily="18" charset="0"/>
                    <a:ea typeface="宋体" pitchFamily="2" charset="-122"/>
                  </a:rPr>
                  <a:t>表示模型参数。则在</a:t>
                </a:r>
                <a:r>
                  <a:rPr lang="en-US" altLang="zh-CN" sz="1800">
                    <a:solidFill>
                      <a:schemeClr val="tx1">
                        <a:lumMod val="95000"/>
                        <a:lumOff val="5000"/>
                      </a:schemeClr>
                    </a:solidFill>
                    <a:latin typeface="Times New Roman" panose="02020503050405090304" pitchFamily="18" charset="0"/>
                    <a:ea typeface="宋体" pitchFamily="2" charset="-122"/>
                  </a:rPr>
                  <a:t>t+1</a:t>
                </a:r>
                <a:r>
                  <a:rPr lang="zh-CN" altLang="en-US" sz="1800">
                    <a:solidFill>
                      <a:schemeClr val="tx1">
                        <a:lumMod val="95000"/>
                        <a:lumOff val="5000"/>
                      </a:schemeClr>
                    </a:solidFill>
                    <a:latin typeface="Times New Roman" panose="02020503050405090304" pitchFamily="18" charset="0"/>
                    <a:ea typeface="宋体" pitchFamily="2" charset="-122"/>
                  </a:rPr>
                  <a:t>时刻</a:t>
                </a:r>
                <a:r>
                  <a:rPr lang="zh-CN" altLang="en-US" sz="1800" dirty="0">
                    <a:solidFill>
                      <a:schemeClr val="tx1">
                        <a:lumMod val="95000"/>
                        <a:lumOff val="5000"/>
                      </a:schemeClr>
                    </a:solidFill>
                    <a:latin typeface="Times New Roman" panose="02020503050405090304" pitchFamily="18" charset="0"/>
                    <a:ea typeface="宋体" pitchFamily="2" charset="-122"/>
                  </a:rPr>
                  <a:t>有：</a:t>
                </a:r>
                <a:endParaRPr lang="en-US" altLang="zh-CN" sz="1800" dirty="0">
                  <a:solidFill>
                    <a:schemeClr val="tx1">
                      <a:lumMod val="95000"/>
                      <a:lumOff val="5000"/>
                    </a:schemeClr>
                  </a:solidFill>
                  <a:latin typeface="Times New Roman" panose="02020503050405090304" pitchFamily="18" charset="0"/>
                  <a:ea typeface="宋体" pitchFamily="2" charset="-122"/>
                </a:endParaRPr>
              </a:p>
              <a:p>
                <a:pPr lvl="1">
                  <a:lnSpc>
                    <a:spcPct val="130000"/>
                  </a:lnSpc>
                </a:pP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𝛿</m:t>
                        </m:r>
                      </m:e>
                      <m:sub>
                        <m:r>
                          <a:rPr lang="en-US" altLang="zh-CN" sz="1800" i="1">
                            <a:latin typeface="Cambria Math" panose="02040503050406030204" pitchFamily="18" charset="0"/>
                          </a:rPr>
                          <m:t>𝑡</m:t>
                        </m:r>
                        <m:r>
                          <a:rPr lang="en-US" altLang="zh-CN" sz="1800" i="1">
                            <a:latin typeface="Cambria Math" panose="02040503050406030204" pitchFamily="18" charset="0"/>
                          </a:rPr>
                          <m:t>+</m:t>
                        </m:r>
                        <m:r>
                          <a:rPr lang="en-US" altLang="zh-CN" sz="1800" i="1">
                            <a:latin typeface="Cambria Math" panose="02040503050406030204" pitchFamily="18" charset="0"/>
                          </a:rPr>
                          <m:t>1</m:t>
                        </m:r>
                      </m:sub>
                    </m:sSub>
                    <m:d>
                      <m:dPr>
                        <m:ctrlPr>
                          <a:rPr lang="zh-CN" altLang="zh-CN" sz="1800" i="1">
                            <a:latin typeface="Cambria Math" panose="02040503050406030204" pitchFamily="18" charset="0"/>
                          </a:rPr>
                        </m:ctrlPr>
                      </m:dPr>
                      <m:e>
                        <m:r>
                          <a:rPr lang="en-US" altLang="zh-CN" sz="1800" i="1">
                            <a:latin typeface="Cambria Math" panose="02040503050406030204" pitchFamily="18" charset="0"/>
                          </a:rPr>
                          <m:t>𝑖</m:t>
                        </m:r>
                      </m:e>
                    </m:d>
                    <m:r>
                      <a:rPr lang="en-US" altLang="zh-CN" sz="1800" i="1">
                        <a:latin typeface="Cambria Math" panose="02040503050406030204" pitchFamily="18" charset="0"/>
                      </a:rPr>
                      <m:t>=</m:t>
                    </m:r>
                    <m:limLow>
                      <m:limLowPr>
                        <m:ctrlPr>
                          <a:rPr lang="zh-CN" altLang="zh-CN" sz="1800" i="1">
                            <a:latin typeface="Cambria Math" panose="02040503050406030204" pitchFamily="18" charset="0"/>
                          </a:rPr>
                        </m:ctrlPr>
                      </m:limLowPr>
                      <m:e>
                        <m:r>
                          <a:rPr lang="en-US" altLang="zh-CN" sz="1800" i="1">
                            <a:latin typeface="Cambria Math" panose="02040503050406030204" pitchFamily="18" charset="0"/>
                          </a:rPr>
                          <m:t>𝑚𝑎𝑥</m:t>
                        </m:r>
                      </m:e>
                      <m:lim>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𝑖</m:t>
                            </m:r>
                          </m:e>
                          <m:sub>
                            <m:r>
                              <a:rPr lang="en-US" altLang="zh-CN" sz="1800" i="1">
                                <a:latin typeface="Cambria Math" panose="02040503050406030204" pitchFamily="18" charset="0"/>
                              </a:rPr>
                              <m:t>1</m:t>
                            </m:r>
                          </m:sub>
                        </m:sSub>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𝑖</m:t>
                            </m:r>
                          </m:e>
                          <m:sub>
                            <m:r>
                              <a:rPr lang="en-US" altLang="zh-CN" sz="1800" i="1">
                                <a:latin typeface="Cambria Math" panose="02040503050406030204" pitchFamily="18" charset="0"/>
                              </a:rPr>
                              <m:t>2</m:t>
                            </m:r>
                          </m:sub>
                        </m:sSub>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𝑖</m:t>
                            </m:r>
                          </m:e>
                          <m:sub>
                            <m:r>
                              <a:rPr lang="en-US" altLang="zh-CN" sz="1800" i="1">
                                <a:latin typeface="Cambria Math" panose="02040503050406030204" pitchFamily="18" charset="0"/>
                              </a:rPr>
                              <m:t>𝑡</m:t>
                            </m:r>
                          </m:sub>
                        </m:sSub>
                      </m:lim>
                    </m:limLow>
                    <m:r>
                      <a:rPr lang="en-US" altLang="zh-CN" sz="1800" i="1">
                        <a:latin typeface="Cambria Math" panose="02040503050406030204" pitchFamily="18" charset="0"/>
                      </a:rPr>
                      <m:t>𝑃</m:t>
                    </m:r>
                    <m:d>
                      <m:dPr>
                        <m:ctrlPr>
                          <a:rPr lang="zh-CN" altLang="zh-CN" sz="1800" i="1">
                            <a:latin typeface="Cambria Math" panose="02040503050406030204" pitchFamily="18" charset="0"/>
                          </a:rPr>
                        </m:ctrlPr>
                      </m:dPr>
                      <m:e>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𝑖</m:t>
                            </m:r>
                          </m:e>
                          <m:sub>
                            <m:r>
                              <a:rPr lang="en-US" altLang="zh-CN" sz="1800" i="1">
                                <a:latin typeface="Cambria Math" panose="02040503050406030204" pitchFamily="18" charset="0"/>
                              </a:rPr>
                              <m:t>𝑡</m:t>
                            </m:r>
                            <m:r>
                              <a:rPr lang="en-US" altLang="zh-CN" sz="1800" i="1">
                                <a:latin typeface="Cambria Math" panose="02040503050406030204" pitchFamily="18" charset="0"/>
                              </a:rPr>
                              <m:t>+</m:t>
                            </m:r>
                            <m:r>
                              <a:rPr lang="en-US" altLang="zh-CN" sz="1800" i="1">
                                <a:latin typeface="Cambria Math" panose="02040503050406030204" pitchFamily="18" charset="0"/>
                              </a:rPr>
                              <m:t>1</m:t>
                            </m:r>
                          </m:sub>
                        </m:sSub>
                        <m:r>
                          <a:rPr lang="en-US" altLang="zh-CN" sz="1800" i="1">
                            <a:latin typeface="Cambria Math" panose="02040503050406030204" pitchFamily="18" charset="0"/>
                          </a:rPr>
                          <m:t>=</m:t>
                        </m:r>
                        <m:r>
                          <a:rPr lang="en-US" altLang="zh-CN" sz="1800" i="1">
                            <a:latin typeface="Cambria Math" panose="02040503050406030204" pitchFamily="18" charset="0"/>
                          </a:rPr>
                          <m:t>𝑖</m:t>
                        </m:r>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𝑖</m:t>
                            </m:r>
                          </m:e>
                          <m:sub>
                            <m:r>
                              <a:rPr lang="en-US" altLang="zh-CN" sz="1800" i="1">
                                <a:latin typeface="Cambria Math" panose="02040503050406030204" pitchFamily="18" charset="0"/>
                              </a:rPr>
                              <m:t>1</m:t>
                            </m:r>
                          </m:sub>
                        </m:sSub>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𝑖</m:t>
                            </m:r>
                          </m:e>
                          <m:sub>
                            <m:r>
                              <a:rPr lang="en-US" altLang="zh-CN" sz="1800" i="1">
                                <a:latin typeface="Cambria Math" panose="02040503050406030204" pitchFamily="18" charset="0"/>
                              </a:rPr>
                              <m:t>2</m:t>
                            </m:r>
                          </m:sub>
                        </m:sSub>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𝑖</m:t>
                            </m:r>
                          </m:e>
                          <m:sub>
                            <m:r>
                              <a:rPr lang="en-US" altLang="zh-CN" sz="1800" i="1">
                                <a:latin typeface="Cambria Math" panose="02040503050406030204" pitchFamily="18" charset="0"/>
                              </a:rPr>
                              <m:t>𝑡</m:t>
                            </m:r>
                          </m:sub>
                        </m:sSub>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𝑜</m:t>
                            </m:r>
                          </m:e>
                          <m:sub>
                            <m:r>
                              <a:rPr lang="en-US" altLang="zh-CN" sz="1800" i="1">
                                <a:latin typeface="Cambria Math" panose="02040503050406030204" pitchFamily="18" charset="0"/>
                              </a:rPr>
                              <m:t>𝑡</m:t>
                            </m:r>
                            <m:r>
                              <a:rPr lang="en-US" altLang="zh-CN" sz="1800" i="1">
                                <a:latin typeface="Cambria Math" panose="02040503050406030204" pitchFamily="18" charset="0"/>
                              </a:rPr>
                              <m:t>+</m:t>
                            </m:r>
                            <m:r>
                              <a:rPr lang="en-US" altLang="zh-CN" sz="1800" i="1">
                                <a:latin typeface="Cambria Math" panose="02040503050406030204" pitchFamily="18" charset="0"/>
                              </a:rPr>
                              <m:t>1</m:t>
                            </m:r>
                          </m:sub>
                        </m:sSub>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𝑜</m:t>
                            </m:r>
                          </m:e>
                          <m:sub>
                            <m:r>
                              <a:rPr lang="en-US" altLang="zh-CN" sz="1800" i="1">
                                <a:latin typeface="Cambria Math" panose="02040503050406030204" pitchFamily="18" charset="0"/>
                              </a:rPr>
                              <m:t>𝑡</m:t>
                            </m:r>
                          </m:sub>
                        </m:sSub>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𝑜</m:t>
                            </m:r>
                          </m:e>
                          <m:sub>
                            <m:r>
                              <a:rPr lang="en-US" altLang="zh-CN" sz="1800" i="1">
                                <a:latin typeface="Cambria Math" panose="02040503050406030204" pitchFamily="18" charset="0"/>
                              </a:rPr>
                              <m:t>1</m:t>
                            </m:r>
                          </m:sub>
                        </m:sSub>
                        <m:r>
                          <a:rPr lang="zh-CN" altLang="zh-CN" sz="1800" i="1">
                            <a:latin typeface="Cambria Math" panose="02040503050406030204" pitchFamily="18" charset="0"/>
                          </a:rPr>
                          <m:t>∣</m:t>
                        </m:r>
                        <m:r>
                          <a:rPr lang="en-US" altLang="zh-CN" sz="1800" i="1">
                            <a:latin typeface="Cambria Math" panose="02040503050406030204" pitchFamily="18" charset="0"/>
                          </a:rPr>
                          <m:t>𝜆</m:t>
                        </m:r>
                      </m:e>
                    </m:d>
                    <m:r>
                      <a:rPr lang="en-US" altLang="zh-CN" sz="1800" i="1">
                        <a:latin typeface="Cambria Math" panose="02040503050406030204" pitchFamily="18" charset="0"/>
                      </a:rPr>
                      <m:t>=</m:t>
                    </m:r>
                    <m:limLow>
                      <m:limLowPr>
                        <m:ctrlPr>
                          <a:rPr lang="zh-CN" altLang="zh-CN" sz="1800" i="1">
                            <a:latin typeface="Cambria Math" panose="02040503050406030204" pitchFamily="18" charset="0"/>
                          </a:rPr>
                        </m:ctrlPr>
                      </m:limLowPr>
                      <m:e>
                        <m:r>
                          <a:rPr lang="en-US" altLang="zh-CN" sz="1800" i="1">
                            <a:latin typeface="Cambria Math" panose="02040503050406030204" pitchFamily="18" charset="0"/>
                          </a:rPr>
                          <m:t>𝑚𝑎𝑥</m:t>
                        </m:r>
                      </m:e>
                      <m:lim>
                        <m:r>
                          <a:rPr lang="en-US" altLang="zh-CN" sz="1800" i="1">
                            <a:latin typeface="Cambria Math" panose="02040503050406030204" pitchFamily="18" charset="0"/>
                          </a:rPr>
                          <m:t>1</m:t>
                        </m:r>
                        <m:r>
                          <a:rPr lang="en-US" altLang="zh-CN" sz="1800" i="1">
                            <a:latin typeface="Cambria Math" panose="02040503050406030204" pitchFamily="18" charset="0"/>
                          </a:rPr>
                          <m:t>≤</m:t>
                        </m:r>
                        <m:r>
                          <a:rPr lang="en-US" altLang="zh-CN" sz="1800" i="1">
                            <a:latin typeface="Cambria Math" panose="02040503050406030204" pitchFamily="18" charset="0"/>
                          </a:rPr>
                          <m:t>𝑗</m:t>
                        </m:r>
                        <m:r>
                          <a:rPr lang="en-US" altLang="zh-CN" sz="1800" i="1">
                            <a:latin typeface="Cambria Math" panose="02040503050406030204" pitchFamily="18" charset="0"/>
                          </a:rPr>
                          <m:t>≤</m:t>
                        </m:r>
                        <m:r>
                          <a:rPr lang="en-US" altLang="zh-CN" sz="1800" i="1">
                            <a:latin typeface="Cambria Math" panose="02040503050406030204" pitchFamily="18" charset="0"/>
                          </a:rPr>
                          <m:t>𝑁</m:t>
                        </m:r>
                      </m:lim>
                    </m:limLow>
                    <m:d>
                      <m:dPr>
                        <m:begChr m:val="["/>
                        <m:endChr m:val="]"/>
                        <m:ctrlPr>
                          <a:rPr lang="zh-CN" altLang="zh-CN" sz="1800" i="1">
                            <a:latin typeface="Cambria Math" panose="02040503050406030204" pitchFamily="18" charset="0"/>
                          </a:rPr>
                        </m:ctrlPr>
                      </m:dPr>
                      <m:e>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𝛿</m:t>
                            </m:r>
                          </m:e>
                          <m:sub>
                            <m:r>
                              <a:rPr lang="en-US" altLang="zh-CN" sz="1800" i="1">
                                <a:latin typeface="Cambria Math" panose="02040503050406030204" pitchFamily="18" charset="0"/>
                              </a:rPr>
                              <m:t>𝑡</m:t>
                            </m:r>
                          </m:sub>
                        </m:sSub>
                        <m:r>
                          <a:rPr lang="en-US" altLang="zh-CN" sz="1800" i="1">
                            <a:latin typeface="Cambria Math" panose="02040503050406030204" pitchFamily="18" charset="0"/>
                          </a:rPr>
                          <m:t>(</m:t>
                        </m:r>
                        <m:r>
                          <a:rPr lang="en-US" altLang="zh-CN" sz="1800" i="1">
                            <a:latin typeface="Cambria Math" panose="02040503050406030204" pitchFamily="18" charset="0"/>
                          </a:rPr>
                          <m:t>𝑗</m:t>
                        </m:r>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i="1">
                                <a:latin typeface="Cambria Math" panose="02040503050406030204" pitchFamily="18" charset="0"/>
                              </a:rPr>
                              <m:t>𝑗𝑖</m:t>
                            </m:r>
                          </m:sub>
                        </m:sSub>
                      </m:e>
                    </m:d>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𝑏</m:t>
                        </m:r>
                      </m:e>
                      <m:sub>
                        <m:r>
                          <a:rPr lang="en-US" altLang="zh-CN" sz="1800" i="1">
                            <a:latin typeface="Cambria Math" panose="02040503050406030204" pitchFamily="18" charset="0"/>
                          </a:rPr>
                          <m:t>𝑖</m:t>
                        </m:r>
                      </m:sub>
                    </m:sSub>
                    <m:d>
                      <m:dPr>
                        <m:ctrlPr>
                          <a:rPr lang="zh-CN" altLang="zh-CN" sz="1800" i="1">
                            <a:latin typeface="Cambria Math" panose="02040503050406030204" pitchFamily="18" charset="0"/>
                          </a:rPr>
                        </m:ctrlPr>
                      </m:dPr>
                      <m:e>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𝑜</m:t>
                            </m:r>
                          </m:e>
                          <m:sub>
                            <m:r>
                              <a:rPr lang="en-US" altLang="zh-CN" sz="1800" i="1">
                                <a:latin typeface="Cambria Math" panose="02040503050406030204" pitchFamily="18" charset="0"/>
                              </a:rPr>
                              <m:t>𝑡</m:t>
                            </m:r>
                            <m:r>
                              <a:rPr lang="en-US" altLang="zh-CN" sz="1800" i="1">
                                <a:latin typeface="Cambria Math" panose="02040503050406030204" pitchFamily="18" charset="0"/>
                              </a:rPr>
                              <m:t>+</m:t>
                            </m:r>
                            <m:r>
                              <a:rPr lang="en-US" altLang="zh-CN" sz="1800" i="1">
                                <a:latin typeface="Cambria Math" panose="02040503050406030204" pitchFamily="18" charset="0"/>
                              </a:rPr>
                              <m:t>1</m:t>
                            </m:r>
                          </m:sub>
                        </m:sSub>
                      </m:e>
                    </m:d>
                    <m:r>
                      <a:rPr lang="en-US" altLang="zh-CN" sz="1800" b="0" i="1" smtClean="0">
                        <a:latin typeface="Cambria Math" panose="02040503050406030204" pitchFamily="18" charset="0"/>
                      </a:rPr>
                      <m:t>,  </m:t>
                    </m:r>
                    <m:r>
                      <a:rPr lang="en-US" altLang="zh-CN" sz="1800" i="1">
                        <a:solidFill>
                          <a:schemeClr val="tx1"/>
                        </a:solidFill>
                        <a:effectLst/>
                        <a:latin typeface="Cambria Math" panose="02040503050406030204" pitchFamily="18" charset="0"/>
                        <a:ea typeface="宋体" pitchFamily="2" charset="-122"/>
                        <a:cs typeface="Times New Roman" panose="02020503050405090304" pitchFamily="18" charset="0"/>
                      </a:rPr>
                      <m:t>𝑖</m:t>
                    </m:r>
                    <m:r>
                      <a:rPr lang="en-US" altLang="zh-CN" sz="1800" i="1">
                        <a:solidFill>
                          <a:schemeClr val="tx1"/>
                        </a:solidFill>
                        <a:effectLst/>
                        <a:latin typeface="Cambria Math" panose="02040503050406030204" pitchFamily="18" charset="0"/>
                        <a:ea typeface="宋体" pitchFamily="2" charset="-122"/>
                        <a:cs typeface="Times New Roman" panose="02020503050405090304" pitchFamily="18" charset="0"/>
                      </a:rPr>
                      <m:t>=</m:t>
                    </m:r>
                    <m:r>
                      <a:rPr lang="en-US" altLang="zh-CN" sz="1800" i="1">
                        <a:solidFill>
                          <a:schemeClr val="tx1"/>
                        </a:solidFill>
                        <a:effectLst/>
                        <a:latin typeface="Cambria Math" panose="02040503050406030204" pitchFamily="18" charset="0"/>
                        <a:ea typeface="宋体" pitchFamily="2" charset="-122"/>
                        <a:cs typeface="Times New Roman" panose="02020503050405090304" pitchFamily="18" charset="0"/>
                      </a:rPr>
                      <m:t>1</m:t>
                    </m:r>
                    <m:r>
                      <a:rPr lang="en-US" altLang="zh-CN" sz="1800" i="1">
                        <a:solidFill>
                          <a:schemeClr val="tx1"/>
                        </a:solidFill>
                        <a:effectLst/>
                        <a:latin typeface="Cambria Math" panose="02040503050406030204" pitchFamily="18" charset="0"/>
                        <a:ea typeface="宋体" pitchFamily="2" charset="-122"/>
                        <a:cs typeface="Times New Roman" panose="02020503050405090304" pitchFamily="18" charset="0"/>
                      </a:rPr>
                      <m:t>,</m:t>
                    </m:r>
                    <m:r>
                      <a:rPr lang="en-US" altLang="zh-CN" sz="1800" i="1">
                        <a:solidFill>
                          <a:schemeClr val="tx1"/>
                        </a:solidFill>
                        <a:effectLst/>
                        <a:latin typeface="Cambria Math" panose="02040503050406030204" pitchFamily="18" charset="0"/>
                        <a:ea typeface="宋体" pitchFamily="2" charset="-122"/>
                        <a:cs typeface="Times New Roman" panose="02020503050405090304" pitchFamily="18" charset="0"/>
                      </a:rPr>
                      <m:t>2</m:t>
                    </m:r>
                    <m:r>
                      <a:rPr lang="en-US" altLang="zh-CN" sz="1800" i="1">
                        <a:solidFill>
                          <a:schemeClr val="tx1"/>
                        </a:solidFill>
                        <a:effectLst/>
                        <a:latin typeface="Cambria Math" panose="02040503050406030204" pitchFamily="18" charset="0"/>
                        <a:ea typeface="宋体" pitchFamily="2" charset="-122"/>
                        <a:cs typeface="Times New Roman" panose="02020503050405090304" pitchFamily="18" charset="0"/>
                      </a:rPr>
                      <m:t>,⋯,</m:t>
                    </m:r>
                    <m:r>
                      <a:rPr lang="en-US" altLang="zh-CN" sz="1800" i="1">
                        <a:solidFill>
                          <a:schemeClr val="tx1"/>
                        </a:solidFill>
                        <a:effectLst/>
                        <a:latin typeface="Cambria Math" panose="02040503050406030204" pitchFamily="18" charset="0"/>
                        <a:ea typeface="宋体" pitchFamily="2" charset="-122"/>
                        <a:cs typeface="Times New Roman" panose="02020503050405090304" pitchFamily="18" charset="0"/>
                      </a:rPr>
                      <m:t>𝑁</m:t>
                    </m:r>
                    <m:r>
                      <a:rPr lang="en-US" altLang="zh-CN" sz="1800" i="1">
                        <a:solidFill>
                          <a:schemeClr val="tx1"/>
                        </a:solidFill>
                        <a:effectLst/>
                        <a:latin typeface="Cambria Math" panose="02040503050406030204" pitchFamily="18" charset="0"/>
                        <a:ea typeface="宋体" pitchFamily="2" charset="-122"/>
                        <a:cs typeface="Times New Roman" panose="02020503050405090304" pitchFamily="18" charset="0"/>
                      </a:rPr>
                      <m:t>;</m:t>
                    </m:r>
                    <m:r>
                      <a:rPr lang="en-US" altLang="zh-CN" sz="1800" i="1">
                        <a:solidFill>
                          <a:schemeClr val="tx1"/>
                        </a:solidFill>
                        <a:effectLst/>
                        <a:latin typeface="Cambria Math" panose="02040503050406030204" pitchFamily="18" charset="0"/>
                        <a:ea typeface="宋体" pitchFamily="2" charset="-122"/>
                        <a:cs typeface="Times New Roman" panose="02020503050405090304" pitchFamily="18" charset="0"/>
                      </a:rPr>
                      <m:t>𝑡</m:t>
                    </m:r>
                    <m:r>
                      <a:rPr lang="en-US" altLang="zh-CN" sz="1800" i="1">
                        <a:solidFill>
                          <a:schemeClr val="tx1"/>
                        </a:solidFill>
                        <a:effectLst/>
                        <a:latin typeface="Cambria Math" panose="02040503050406030204" pitchFamily="18" charset="0"/>
                        <a:ea typeface="宋体" pitchFamily="2" charset="-122"/>
                        <a:cs typeface="Times New Roman" panose="02020503050405090304" pitchFamily="18" charset="0"/>
                      </a:rPr>
                      <m:t>=</m:t>
                    </m:r>
                    <m:r>
                      <a:rPr lang="en-US" altLang="zh-CN" sz="1800" i="1">
                        <a:solidFill>
                          <a:schemeClr val="tx1"/>
                        </a:solidFill>
                        <a:effectLst/>
                        <a:latin typeface="Cambria Math" panose="02040503050406030204" pitchFamily="18" charset="0"/>
                        <a:ea typeface="宋体" pitchFamily="2" charset="-122"/>
                        <a:cs typeface="Times New Roman" panose="02020503050405090304" pitchFamily="18" charset="0"/>
                      </a:rPr>
                      <m:t>1</m:t>
                    </m:r>
                    <m:r>
                      <a:rPr lang="en-US" altLang="zh-CN" sz="1800" i="1">
                        <a:solidFill>
                          <a:schemeClr val="tx1"/>
                        </a:solidFill>
                        <a:effectLst/>
                        <a:latin typeface="Cambria Math" panose="02040503050406030204" pitchFamily="18" charset="0"/>
                        <a:ea typeface="宋体" pitchFamily="2" charset="-122"/>
                        <a:cs typeface="Times New Roman" panose="02020503050405090304" pitchFamily="18" charset="0"/>
                      </a:rPr>
                      <m:t>,</m:t>
                    </m:r>
                    <m:r>
                      <a:rPr lang="en-US" altLang="zh-CN" sz="1800" i="1">
                        <a:solidFill>
                          <a:schemeClr val="tx1"/>
                        </a:solidFill>
                        <a:effectLst/>
                        <a:latin typeface="Cambria Math" panose="02040503050406030204" pitchFamily="18" charset="0"/>
                        <a:ea typeface="宋体" pitchFamily="2" charset="-122"/>
                        <a:cs typeface="Times New Roman" panose="02020503050405090304" pitchFamily="18" charset="0"/>
                      </a:rPr>
                      <m:t>2</m:t>
                    </m:r>
                    <m:r>
                      <a:rPr lang="en-US" altLang="zh-CN" sz="1800" i="1">
                        <a:solidFill>
                          <a:schemeClr val="tx1"/>
                        </a:solidFill>
                        <a:effectLst/>
                        <a:latin typeface="Cambria Math" panose="02040503050406030204" pitchFamily="18" charset="0"/>
                        <a:ea typeface="宋体" pitchFamily="2" charset="-122"/>
                        <a:cs typeface="Times New Roman" panose="02020503050405090304" pitchFamily="18" charset="0"/>
                      </a:rPr>
                      <m:t>,⋯,</m:t>
                    </m:r>
                    <m:r>
                      <a:rPr lang="en-US" altLang="zh-CN" sz="1800" i="1">
                        <a:solidFill>
                          <a:schemeClr val="tx1"/>
                        </a:solidFill>
                        <a:effectLst/>
                        <a:latin typeface="Cambria Math" panose="02040503050406030204" pitchFamily="18" charset="0"/>
                        <a:ea typeface="宋体" pitchFamily="2" charset="-122"/>
                        <a:cs typeface="Times New Roman" panose="02020503050405090304" pitchFamily="18" charset="0"/>
                      </a:rPr>
                      <m:t>𝑇</m:t>
                    </m:r>
                    <m:r>
                      <a:rPr lang="en-US" altLang="zh-CN" sz="1800" i="1">
                        <a:solidFill>
                          <a:schemeClr val="tx1"/>
                        </a:solidFill>
                        <a:effectLst/>
                        <a:latin typeface="Cambria Math" panose="02040503050406030204" pitchFamily="18" charset="0"/>
                        <a:ea typeface="宋体" pitchFamily="2" charset="-122"/>
                        <a:cs typeface="Times New Roman" panose="02020503050405090304" pitchFamily="18" charset="0"/>
                      </a:rPr>
                      <m:t>−</m:t>
                    </m:r>
                    <m:r>
                      <a:rPr lang="en-US" altLang="zh-CN" sz="1800" i="1">
                        <a:solidFill>
                          <a:schemeClr val="tx1"/>
                        </a:solidFill>
                        <a:effectLst/>
                        <a:latin typeface="Cambria Math" panose="02040503050406030204" pitchFamily="18" charset="0"/>
                        <a:ea typeface="宋体" pitchFamily="2" charset="-122"/>
                        <a:cs typeface="Times New Roman" panose="02020503050405090304" pitchFamily="18" charset="0"/>
                      </a:rPr>
                      <m:t>1</m:t>
                    </m:r>
                  </m:oMath>
                </a14:m>
                <a:r>
                  <a:rPr lang="zh-CN" altLang="en-US" sz="1800">
                    <a:solidFill>
                      <a:schemeClr val="tx1"/>
                    </a:solidFill>
                    <a:effectLst/>
                    <a:ea typeface="宋体" pitchFamily="2" charset="-122"/>
                    <a:cs typeface="Times New Roman" panose="02020503050405090304" pitchFamily="18" charset="0"/>
                  </a:rPr>
                  <a:t>。</a:t>
                </a:r>
                <a:endParaRPr lang="en-US" altLang="zh-CN" sz="1800">
                  <a:solidFill>
                    <a:schemeClr val="tx1"/>
                  </a:solidFill>
                  <a:effectLst/>
                  <a:ea typeface="宋体" pitchFamily="2" charset="-122"/>
                  <a:cs typeface="Times New Roman" panose="02020503050405090304" pitchFamily="18" charset="0"/>
                </a:endParaRPr>
              </a:p>
              <a:p>
                <a:pPr lvl="1">
                  <a:lnSpc>
                    <a:spcPct val="130000"/>
                  </a:lnSpc>
                </a:pPr>
                <a:r>
                  <a:rPr lang="zh-CN" altLang="en-US" sz="1800"/>
                  <a:t>表示</a:t>
                </a:r>
                <a:r>
                  <a:rPr lang="en-US" altLang="zh-CN" sz="1800"/>
                  <a:t>t</a:t>
                </a:r>
                <a:r>
                  <a:rPr lang="zh-CN" altLang="en-US" sz="1800"/>
                  <a:t>时刻处于状态</a:t>
                </a:r>
                <a:r>
                  <a:rPr lang="en-US" altLang="zh-CN" sz="1800"/>
                  <a:t>j</a:t>
                </a:r>
                <a:r>
                  <a:rPr lang="zh-CN" altLang="en-US" sz="1800"/>
                  <a:t>，</a:t>
                </a:r>
                <a:r>
                  <a:rPr lang="en-US" altLang="zh-CN" sz="1800"/>
                  <a:t>t+1</a:t>
                </a:r>
                <a:r>
                  <a:rPr lang="zh-CN" altLang="en-US" sz="1800"/>
                  <a:t>时刻转移到状态</a:t>
                </a:r>
                <a:r>
                  <a:rPr lang="en-US" altLang="zh-CN" sz="1800"/>
                  <a:t>i</a:t>
                </a:r>
                <a:r>
                  <a:rPr lang="zh-CN" altLang="en-US" sz="1800"/>
                  <a:t>且观测到符号</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𝑜</m:t>
                        </m:r>
                      </m:e>
                      <m:sub>
                        <m:r>
                          <a:rPr lang="en-US" altLang="zh-CN" sz="1800" i="1">
                            <a:latin typeface="Cambria Math" panose="02040503050406030204" pitchFamily="18" charset="0"/>
                          </a:rPr>
                          <m:t>𝑡</m:t>
                        </m:r>
                        <m:r>
                          <a:rPr lang="en-US" altLang="zh-CN" sz="1800">
                            <a:latin typeface="Cambria Math" panose="02040503050406030204" pitchFamily="18" charset="0"/>
                          </a:rPr>
                          <m:t>+</m:t>
                        </m:r>
                        <m:r>
                          <a:rPr lang="en-US" altLang="zh-CN" sz="1800" i="1">
                            <a:latin typeface="Cambria Math" panose="02040503050406030204" pitchFamily="18" charset="0"/>
                          </a:rPr>
                          <m:t>1</m:t>
                        </m:r>
                      </m:sub>
                    </m:sSub>
                  </m:oMath>
                </a14:m>
                <a:r>
                  <a:rPr lang="zh-CN" altLang="en-US" sz="1800"/>
                  <a:t>的最大概率。</a:t>
                </a:r>
                <a:endParaRPr lang="zh-CN" altLang="zh-CN" sz="1800">
                  <a:solidFill>
                    <a:schemeClr val="tx1"/>
                  </a:solidFill>
                  <a:effectLst/>
                  <a:latin typeface="Times New Roman" panose="02020503050405090304" pitchFamily="18" charset="0"/>
                  <a:ea typeface="宋体" pitchFamily="2" charset="-122"/>
                  <a:cs typeface="Times New Roman" panose="02020503050405090304" pitchFamily="18" charset="0"/>
                </a:endParaRPr>
              </a:p>
            </p:txBody>
          </p:sp>
        </mc:Choice>
        <mc:Fallback>
          <p:sp>
            <p:nvSpPr>
              <p:cNvPr id="10" name="文本框 9"/>
              <p:cNvSpPr txBox="1">
                <a:spLocks noRot="1" noChangeAspect="1" noMove="1" noResize="1" noEditPoints="1" noAdjustHandles="1" noChangeArrowheads="1" noChangeShapeType="1" noTextEdit="1"/>
              </p:cNvSpPr>
              <p:nvPr/>
            </p:nvSpPr>
            <p:spPr>
              <a:xfrm>
                <a:off x="374409" y="1240320"/>
                <a:ext cx="8395181" cy="3062890"/>
              </a:xfrm>
              <a:prstGeom prst="rect">
                <a:avLst/>
              </a:prstGeom>
              <a:blipFill rotWithShape="1">
                <a:blip r:embed="rId1"/>
                <a:stretch>
                  <a:fillRect l="-5" t="-5" r="3" b="-6578"/>
                </a:stretch>
              </a:blipFill>
            </p:spPr>
            <p:txBody>
              <a:bodyPr/>
              <a:lstStyle/>
              <a:p>
                <a:r>
                  <a:rPr lang="zh-CN" altLang="en-US">
                    <a:noFill/>
                  </a:rPr>
                  <a:t> </a:t>
                </a:r>
              </a:p>
            </p:txBody>
          </p:sp>
        </mc:Fallback>
      </mc:AlternateContent>
      <p:sp>
        <p:nvSpPr>
          <p:cNvPr id="11" name="标题 10"/>
          <p:cNvSpPr>
            <a:spLocks noGrp="1"/>
          </p:cNvSpPr>
          <p:nvPr>
            <p:ph type="title"/>
          </p:nvPr>
        </p:nvSpPr>
        <p:spPr/>
        <p:txBody>
          <a:bodyPr/>
          <a:lstStyle/>
          <a:p>
            <a:r>
              <a:rPr lang="en-US" altLang="zh-CN" sz="2400" b="1">
                <a:solidFill>
                  <a:srgbClr val="004C41"/>
                </a:solidFill>
                <a:ea typeface="宋体" pitchFamily="2" charset="-122"/>
                <a:cs typeface="+mn-ea"/>
                <a:sym typeface="+mn-lt"/>
              </a:rPr>
              <a:t>3. </a:t>
            </a:r>
            <a:r>
              <a:rPr lang="zh-CN" altLang="en-US" sz="2400" b="1">
                <a:solidFill>
                  <a:srgbClr val="004C41"/>
                </a:solidFill>
                <a:ea typeface="宋体" pitchFamily="2" charset="-122"/>
                <a:cs typeface="+mn-ea"/>
                <a:sym typeface="+mn-lt"/>
              </a:rPr>
              <a:t>维特比（Viterbi）算法</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）最优路径的特性</a:t>
            </a:r>
            <a:endParaRPr lang="zh-CN" altLang="en-US">
              <a:ea typeface="宋体" pitchFamily="2" charset="-122"/>
            </a:endParaRPr>
          </a:p>
        </p:txBody>
      </p:sp>
      <p:sp>
        <p:nvSpPr>
          <p:cNvPr id="4" name="日期占位符 3"/>
          <p:cNvSpPr>
            <a:spLocks noGrp="1"/>
          </p:cNvSpPr>
          <p:nvPr>
            <p:ph type="dt" sz="half" idx="10"/>
          </p:nvPr>
        </p:nvSpPr>
        <p:spPr/>
        <p:txBody>
          <a:bodyPr/>
          <a:lstStyle/>
          <a:p>
            <a:fld id="{F38A3AB2-BD63-48AA-9922-264FD5A6E04B}"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6" name="灯片编号占位符 5"/>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mc:AlternateContent xmlns:mc="http://schemas.openxmlformats.org/markup-compatibility/2006">
        <mc:Choice xmlns:a14="http://schemas.microsoft.com/office/drawing/2010/main" Requires="a14">
          <p:sp>
            <p:nvSpPr>
              <p:cNvPr id="2" name="文本框 1"/>
              <p:cNvSpPr txBox="1"/>
              <p:nvPr/>
            </p:nvSpPr>
            <p:spPr>
              <a:xfrm>
                <a:off x="512064" y="915076"/>
                <a:ext cx="2577950" cy="369332"/>
              </a:xfrm>
              <a:prstGeom prst="rect">
                <a:avLst/>
              </a:prstGeom>
              <a:noFill/>
            </p:spPr>
            <p:txBody>
              <a:bodyPr wrap="none" rtlCol="0">
                <a:spAutoFit/>
              </a:bodyPr>
              <a:lstStyle/>
              <a:p>
                <a:r>
                  <a:rPr lang="zh-CN" altLang="en-US" sz="1800">
                    <a:solidFill>
                      <a:srgbClr val="0000FF"/>
                    </a:solidFill>
                  </a:rPr>
                  <a:t>定义两个状态变量</a:t>
                </a:r>
                <a14:m>
                  <m:oMath xmlns:m="http://schemas.openxmlformats.org/officeDocument/2006/math">
                    <m:r>
                      <a:rPr lang="en-US" altLang="zh-CN" sz="1800" i="1" smtClean="0">
                        <a:solidFill>
                          <a:srgbClr val="0000FF"/>
                        </a:solidFill>
                        <a:latin typeface="Cambria Math" panose="02040503050406030204" pitchFamily="18" charset="0"/>
                      </a:rPr>
                      <m:t>𝛿</m:t>
                    </m:r>
                  </m:oMath>
                </a14:m>
                <a:r>
                  <a:rPr lang="zh-CN" altLang="en-US" sz="1800">
                    <a:solidFill>
                      <a:srgbClr val="0000FF"/>
                    </a:solidFill>
                  </a:rPr>
                  <a:t>和</a:t>
                </a:r>
                <a14:m>
                  <m:oMath xmlns:m="http://schemas.openxmlformats.org/officeDocument/2006/math">
                    <m:r>
                      <a:rPr lang="en-US" altLang="zh-CN" sz="1800" i="1">
                        <a:solidFill>
                          <a:srgbClr val="0000FF"/>
                        </a:solidFill>
                        <a:latin typeface="Cambria Math" panose="02040503050406030204" pitchFamily="18" charset="0"/>
                        <a:ea typeface="宋体" pitchFamily="2" charset="-122"/>
                        <a:cs typeface="Times New Roman" panose="02020503050405090304" pitchFamily="18" charset="0"/>
                      </a:rPr>
                      <m:t>𝛹</m:t>
                    </m:r>
                  </m:oMath>
                </a14:m>
                <a:endParaRPr lang="zh-CN" altLang="en-US" sz="1800">
                  <a:solidFill>
                    <a:srgbClr val="0000FF"/>
                  </a:solidFill>
                </a:endParaRPr>
              </a:p>
            </p:txBody>
          </p:sp>
        </mc:Choice>
        <mc:Fallback>
          <p:sp>
            <p:nvSpPr>
              <p:cNvPr id="2" name="文本框 1"/>
              <p:cNvSpPr txBox="1">
                <a:spLocks noRot="1" noChangeAspect="1" noMove="1" noResize="1" noEditPoints="1" noAdjustHandles="1" noChangeArrowheads="1" noChangeShapeType="1" noTextEdit="1"/>
              </p:cNvSpPr>
              <p:nvPr/>
            </p:nvSpPr>
            <p:spPr>
              <a:xfrm>
                <a:off x="512064" y="915076"/>
                <a:ext cx="2577950" cy="369332"/>
              </a:xfrm>
              <a:prstGeom prst="rect">
                <a:avLst/>
              </a:prstGeom>
              <a:blipFill rotWithShape="1">
                <a:blip r:embed="rId2"/>
                <a:stretch>
                  <a:fillRect l="-10" t="-11" r="4" b="119"/>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b="1">
                <a:solidFill>
                  <a:srgbClr val="004C41"/>
                </a:solidFill>
                <a:ea typeface="宋体" pitchFamily="2" charset="-122"/>
                <a:cs typeface="+mn-ea"/>
                <a:sym typeface="+mn-lt"/>
              </a:rPr>
              <a:t>3. </a:t>
            </a:r>
            <a:r>
              <a:rPr lang="zh-CN" altLang="en-US" sz="2400" b="1">
                <a:solidFill>
                  <a:srgbClr val="004C41"/>
                </a:solidFill>
                <a:ea typeface="宋体" pitchFamily="2" charset="-122"/>
                <a:cs typeface="+mn-ea"/>
                <a:sym typeface="+mn-lt"/>
              </a:rPr>
              <a:t>维特比（Viterbi）算法</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）最优路径的特性</a:t>
            </a:r>
            <a:endParaRPr lang="zh-CN" altLang="en-US"/>
          </a:p>
        </p:txBody>
      </p:sp>
      <p:sp>
        <p:nvSpPr>
          <p:cNvPr id="3" name="日期占位符 2"/>
          <p:cNvSpPr>
            <a:spLocks noGrp="1"/>
          </p:cNvSpPr>
          <p:nvPr>
            <p:ph type="dt" sz="half" idx="10"/>
          </p:nvPr>
        </p:nvSpPr>
        <p:spPr/>
        <p:txBody>
          <a:bodyPr/>
          <a:lstStyle/>
          <a:p>
            <a:fld id="{B5EB4023-B692-41B2-93C3-32315200AA94}"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mc:AlternateContent xmlns:mc="http://schemas.openxmlformats.org/markup-compatibility/2006">
        <mc:Choice xmlns:a14="http://schemas.microsoft.com/office/drawing/2010/main" Requires="a14">
          <p:sp>
            <p:nvSpPr>
              <p:cNvPr id="6" name="文本框 5"/>
              <p:cNvSpPr txBox="1"/>
              <p:nvPr/>
            </p:nvSpPr>
            <p:spPr>
              <a:xfrm>
                <a:off x="504769" y="894414"/>
                <a:ext cx="8379335" cy="1543628"/>
              </a:xfrm>
              <a:prstGeom prst="rect">
                <a:avLst/>
              </a:prstGeom>
              <a:noFill/>
            </p:spPr>
            <p:txBody>
              <a:bodyPr wrap="square">
                <a:spAutoFit/>
              </a:bodyPr>
              <a:lstStyle/>
              <a:p>
                <a:pPr>
                  <a:lnSpc>
                    <a:spcPct val="150000"/>
                  </a:lnSpc>
                </a:pPr>
                <a:r>
                  <a:rPr lang="zh-CN" altLang="en-US" sz="1800">
                    <a:solidFill>
                      <a:srgbClr val="0000FF"/>
                    </a:solidFill>
                    <a:latin typeface="Times New Roman" panose="02020503050405090304" pitchFamily="18" charset="0"/>
                    <a:ea typeface="宋体" pitchFamily="2" charset="-122"/>
                  </a:rPr>
                  <a:t>（</a:t>
                </a:r>
                <a:r>
                  <a:rPr lang="en-US" altLang="zh-CN" sz="1800">
                    <a:solidFill>
                      <a:srgbClr val="0000FF"/>
                    </a:solidFill>
                    <a:latin typeface="Times New Roman" panose="02020503050405090304" pitchFamily="18" charset="0"/>
                    <a:ea typeface="宋体" pitchFamily="2" charset="-122"/>
                  </a:rPr>
                  <a:t>2</a:t>
                </a:r>
                <a:r>
                  <a:rPr lang="zh-CN" altLang="en-US" sz="1800">
                    <a:solidFill>
                      <a:srgbClr val="0000FF"/>
                    </a:solidFill>
                    <a:latin typeface="Times New Roman" panose="02020503050405090304" pitchFamily="18" charset="0"/>
                    <a:ea typeface="宋体" pitchFamily="2" charset="-122"/>
                  </a:rPr>
                  <a:t>）</a:t>
                </a:r>
                <a:r>
                  <a:rPr lang="zh-CN" altLang="en-US" sz="1800">
                    <a:solidFill>
                      <a:srgbClr val="0000FF"/>
                    </a:solidFill>
                  </a:rPr>
                  <a:t>状态变量</a:t>
                </a:r>
                <a14:m>
                  <m:oMath xmlns:m="http://schemas.openxmlformats.org/officeDocument/2006/math">
                    <m:r>
                      <a:rPr lang="en-US" altLang="zh-CN" sz="1800" i="1">
                        <a:latin typeface="Cambria Math" panose="02040503050406030204" pitchFamily="18" charset="0"/>
                        <a:ea typeface="宋体" pitchFamily="2" charset="-122"/>
                        <a:cs typeface="Times New Roman" panose="02020503050405090304" pitchFamily="18" charset="0"/>
                      </a:rPr>
                      <m:t>𝛹</m:t>
                    </m:r>
                  </m:oMath>
                </a14:m>
                <a:r>
                  <a:rPr lang="zh-CN" altLang="en-US" sz="1800" b="0" i="0">
                    <a:solidFill>
                      <a:srgbClr val="191B1F"/>
                    </a:solidFill>
                    <a:effectLst/>
                  </a:rPr>
                  <a:t>：定义在时刻</a:t>
                </a:r>
                <a14:m>
                  <m:oMath xmlns:m="http://schemas.openxmlformats.org/officeDocument/2006/math">
                    <m:r>
                      <a:rPr lang="en-US" altLang="zh-CN" sz="1800" i="1">
                        <a:solidFill>
                          <a:srgbClr val="191B1F"/>
                        </a:solidFill>
                        <a:latin typeface="Cambria Math" panose="02040503050406030204" pitchFamily="18" charset="0"/>
                      </a:rPr>
                      <m:t>𝑡</m:t>
                    </m:r>
                  </m:oMath>
                </a14:m>
                <a:r>
                  <a:rPr lang="zh-CN" altLang="en-US" sz="1800" b="0" i="0">
                    <a:solidFill>
                      <a:srgbClr val="191B1F"/>
                    </a:solidFill>
                    <a:effectLst/>
                  </a:rPr>
                  <a:t>状态为</a:t>
                </a:r>
                <a14:m>
                  <m:oMath xmlns:m="http://schemas.openxmlformats.org/officeDocument/2006/math">
                    <m:r>
                      <a:rPr lang="en-US" altLang="zh-CN" sz="1800" i="1">
                        <a:solidFill>
                          <a:srgbClr val="191B1F"/>
                        </a:solidFill>
                        <a:latin typeface="Cambria Math" panose="02040503050406030204" pitchFamily="18" charset="0"/>
                      </a:rPr>
                      <m:t>𝑖</m:t>
                    </m:r>
                  </m:oMath>
                </a14:m>
                <a:r>
                  <a:rPr lang="zh-CN" altLang="en-US" sz="1800" b="0" i="0">
                    <a:solidFill>
                      <a:srgbClr val="191B1F"/>
                    </a:solidFill>
                    <a:effectLst/>
                  </a:rPr>
                  <a:t>的所有单个路径</a:t>
                </a:r>
                <a14:m>
                  <m:oMath xmlns:m="http://schemas.openxmlformats.org/officeDocument/2006/math">
                    <m:d>
                      <m:dPr>
                        <m:ctrlPr>
                          <a:rPr lang="zh-CN" altLang="zh-CN" sz="1800" i="1" smtClean="0">
                            <a:effectLst/>
                            <a:latin typeface="Cambria Math" panose="02040503050406030204" pitchFamily="18" charset="0"/>
                            <a:ea typeface="Cambria Math" panose="02040503050406030204" pitchFamily="18" charset="0"/>
                            <a:cs typeface="Times New Roman" panose="02020503050405090304" pitchFamily="18" charset="0"/>
                          </a:rPr>
                        </m:ctrlPr>
                      </m:dPr>
                      <m:e>
                        <m:sSub>
                          <m:sSubPr>
                            <m:ctrlPr>
                              <a:rPr lang="zh-CN" altLang="zh-CN" sz="1800" i="1">
                                <a:effectLst/>
                                <a:latin typeface="Cambria Math" panose="02040503050406030204" pitchFamily="18" charset="0"/>
                                <a:ea typeface="Cambria Math" panose="02040503050406030204" pitchFamily="18" charset="0"/>
                                <a:cs typeface="Times New Roman" panose="02020503050405090304" pitchFamily="18" charset="0"/>
                              </a:rPr>
                            </m:ctrlPr>
                          </m:sSubPr>
                          <m:e>
                            <m:r>
                              <a:rPr lang="en-US" altLang="zh-CN" sz="1800" i="1">
                                <a:effectLst/>
                                <a:latin typeface="Cambria Math" panose="02040503050406030204" pitchFamily="18" charset="0"/>
                                <a:ea typeface="宋体" pitchFamily="2" charset="-122"/>
                                <a:cs typeface="Times New Roman" panose="02020503050405090304" pitchFamily="18" charset="0"/>
                              </a:rPr>
                              <m:t>𝑖</m:t>
                            </m:r>
                          </m:e>
                          <m:sub>
                            <m:r>
                              <a:rPr lang="en-US" altLang="zh-CN" sz="1800" i="1">
                                <a:effectLst/>
                                <a:latin typeface="Cambria Math" panose="02040503050406030204" pitchFamily="18" charset="0"/>
                                <a:ea typeface="宋体" pitchFamily="2" charset="-122"/>
                                <a:cs typeface="Times New Roman" panose="02020503050405090304" pitchFamily="18" charset="0"/>
                              </a:rPr>
                              <m:t>1</m:t>
                            </m:r>
                          </m:sub>
                        </m:sSub>
                        <m:r>
                          <a:rPr lang="en-US" altLang="zh-CN" sz="1800">
                            <a:effectLst/>
                            <a:latin typeface="Cambria Math" panose="02040503050406030204" pitchFamily="18" charset="0"/>
                            <a:ea typeface="宋体" pitchFamily="2" charset="-122"/>
                            <a:cs typeface="Times New Roman" panose="02020503050405090304" pitchFamily="18" charset="0"/>
                          </a:rPr>
                          <m:t>,</m:t>
                        </m:r>
                        <m:sSub>
                          <m:sSubPr>
                            <m:ctrlPr>
                              <a:rPr lang="zh-CN" altLang="zh-CN" sz="1800" i="1">
                                <a:effectLst/>
                                <a:latin typeface="Cambria Math" panose="02040503050406030204" pitchFamily="18" charset="0"/>
                                <a:ea typeface="Cambria Math" panose="02040503050406030204" pitchFamily="18" charset="0"/>
                                <a:cs typeface="Times New Roman" panose="02020503050405090304" pitchFamily="18" charset="0"/>
                              </a:rPr>
                            </m:ctrlPr>
                          </m:sSubPr>
                          <m:e>
                            <m:r>
                              <a:rPr lang="en-US" altLang="zh-CN" sz="1800" i="1">
                                <a:effectLst/>
                                <a:latin typeface="Cambria Math" panose="02040503050406030204" pitchFamily="18" charset="0"/>
                                <a:ea typeface="宋体" pitchFamily="2" charset="-122"/>
                                <a:cs typeface="Times New Roman" panose="02020503050405090304" pitchFamily="18" charset="0"/>
                              </a:rPr>
                              <m:t>𝑖</m:t>
                            </m:r>
                          </m:e>
                          <m:sub>
                            <m:r>
                              <a:rPr lang="en-US" altLang="zh-CN" sz="1800" i="1">
                                <a:effectLst/>
                                <a:latin typeface="Cambria Math" panose="02040503050406030204" pitchFamily="18" charset="0"/>
                                <a:ea typeface="宋体" pitchFamily="2" charset="-122"/>
                                <a:cs typeface="Times New Roman" panose="02020503050405090304" pitchFamily="18" charset="0"/>
                              </a:rPr>
                              <m:t>2</m:t>
                            </m:r>
                          </m:sub>
                        </m:sSub>
                        <m:r>
                          <a:rPr lang="en-US" altLang="zh-CN" sz="1800">
                            <a:effectLst/>
                            <a:latin typeface="Cambria Math" panose="02040503050406030204" pitchFamily="18" charset="0"/>
                            <a:ea typeface="宋体" pitchFamily="2" charset="-122"/>
                            <a:cs typeface="Times New Roman" panose="02020503050405090304" pitchFamily="18" charset="0"/>
                          </a:rPr>
                          <m:t>,⋯,</m:t>
                        </m:r>
                        <m:sSub>
                          <m:sSubPr>
                            <m:ctrlPr>
                              <a:rPr lang="zh-CN" altLang="zh-CN" sz="1800" i="1">
                                <a:effectLst/>
                                <a:latin typeface="Cambria Math" panose="02040503050406030204" pitchFamily="18" charset="0"/>
                                <a:ea typeface="Cambria Math" panose="02040503050406030204" pitchFamily="18" charset="0"/>
                                <a:cs typeface="Times New Roman" panose="02020503050405090304" pitchFamily="18" charset="0"/>
                              </a:rPr>
                            </m:ctrlPr>
                          </m:sSubPr>
                          <m:e>
                            <m:r>
                              <a:rPr lang="en-US" altLang="zh-CN" sz="1800" i="1">
                                <a:effectLst/>
                                <a:latin typeface="Cambria Math" panose="02040503050406030204" pitchFamily="18" charset="0"/>
                                <a:ea typeface="宋体" pitchFamily="2" charset="-122"/>
                                <a:cs typeface="Times New Roman" panose="02020503050405090304" pitchFamily="18" charset="0"/>
                              </a:rPr>
                              <m:t>𝑖</m:t>
                            </m:r>
                          </m:e>
                          <m:sub>
                            <m:r>
                              <a:rPr lang="en-US" altLang="zh-CN" sz="1800" i="1">
                                <a:effectLst/>
                                <a:latin typeface="Cambria Math" panose="02040503050406030204" pitchFamily="18" charset="0"/>
                                <a:ea typeface="宋体" pitchFamily="2" charset="-122"/>
                                <a:cs typeface="Times New Roman" panose="02020503050405090304" pitchFamily="18" charset="0"/>
                              </a:rPr>
                              <m:t>𝑡</m:t>
                            </m:r>
                            <m:r>
                              <a:rPr lang="en-US" altLang="zh-CN" sz="1800" i="1">
                                <a:effectLst/>
                                <a:latin typeface="Cambria Math" panose="02040503050406030204" pitchFamily="18" charset="0"/>
                                <a:ea typeface="宋体" pitchFamily="2" charset="-122"/>
                                <a:cs typeface="Times New Roman" panose="02020503050405090304" pitchFamily="18" charset="0"/>
                              </a:rPr>
                              <m:t>−</m:t>
                            </m:r>
                            <m:r>
                              <a:rPr lang="en-US" altLang="zh-CN" sz="1800" i="1">
                                <a:effectLst/>
                                <a:latin typeface="Cambria Math" panose="02040503050406030204" pitchFamily="18" charset="0"/>
                                <a:ea typeface="宋体" pitchFamily="2" charset="-122"/>
                                <a:cs typeface="Times New Roman" panose="02020503050405090304" pitchFamily="18" charset="0"/>
                              </a:rPr>
                              <m:t>1</m:t>
                            </m:r>
                          </m:sub>
                        </m:sSub>
                        <m:r>
                          <a:rPr lang="en-US" altLang="zh-CN" sz="1800">
                            <a:effectLst/>
                            <a:latin typeface="Cambria Math" panose="02040503050406030204" pitchFamily="18" charset="0"/>
                            <a:ea typeface="宋体" pitchFamily="2" charset="-122"/>
                            <a:cs typeface="Times New Roman" panose="02020503050405090304" pitchFamily="18" charset="0"/>
                          </a:rPr>
                          <m:t>,</m:t>
                        </m:r>
                        <m:r>
                          <a:rPr lang="en-US" altLang="zh-CN" sz="1800" i="1">
                            <a:effectLst/>
                            <a:latin typeface="Cambria Math" panose="02040503050406030204" pitchFamily="18" charset="0"/>
                            <a:ea typeface="宋体" pitchFamily="2" charset="-122"/>
                            <a:cs typeface="Times New Roman" panose="02020503050405090304" pitchFamily="18" charset="0"/>
                          </a:rPr>
                          <m:t>𝑖</m:t>
                        </m:r>
                      </m:e>
                    </m:d>
                  </m:oMath>
                </a14:m>
                <a:r>
                  <a:rPr lang="zh-CN" altLang="en-US" sz="1800" b="0" i="0">
                    <a:solidFill>
                      <a:srgbClr val="191B1F"/>
                    </a:solidFill>
                    <a:effectLst/>
                  </a:rPr>
                  <a:t>中概率最大的路径的第</a:t>
                </a:r>
                <a14:m>
                  <m:oMath xmlns:m="http://schemas.openxmlformats.org/officeDocument/2006/math">
                    <m:r>
                      <a:rPr lang="en-US" altLang="zh-CN" sz="1800" i="1">
                        <a:solidFill>
                          <a:srgbClr val="191B1F"/>
                        </a:solidFill>
                        <a:latin typeface="Cambria Math" panose="02040503050406030204" pitchFamily="18" charset="0"/>
                      </a:rPr>
                      <m:t>𝑡</m:t>
                    </m:r>
                    <m:r>
                      <a:rPr lang="en-US" altLang="zh-CN" sz="1800" i="1">
                        <a:solidFill>
                          <a:srgbClr val="191B1F"/>
                        </a:solidFill>
                        <a:latin typeface="Cambria Math" panose="02040503050406030204" pitchFamily="18" charset="0"/>
                      </a:rPr>
                      <m:t>−</m:t>
                    </m:r>
                    <m:r>
                      <a:rPr lang="en-US" altLang="zh-CN" sz="1800" i="1">
                        <a:solidFill>
                          <a:srgbClr val="191B1F"/>
                        </a:solidFill>
                        <a:latin typeface="Cambria Math" panose="02040503050406030204" pitchFamily="18" charset="0"/>
                      </a:rPr>
                      <m:t>1</m:t>
                    </m:r>
                  </m:oMath>
                </a14:m>
                <a:r>
                  <a:rPr lang="zh-CN" altLang="en-US" sz="1800">
                    <a:solidFill>
                      <a:srgbClr val="191B1F"/>
                    </a:solidFill>
                  </a:rPr>
                  <a:t>个结点的隐藏状态为</a:t>
                </a:r>
                <a14:m>
                  <m:oMath xmlns:m="http://schemas.openxmlformats.org/officeDocument/2006/math">
                    <m:sSub>
                      <m:sSubPr>
                        <m:ctrlPr>
                          <a:rPr lang="zh-CN" altLang="zh-CN" sz="1800" i="1">
                            <a:latin typeface="Cambria Math" panose="02040503050406030204" pitchFamily="18" charset="0"/>
                            <a:ea typeface="Cambria Math" panose="02040503050406030204" pitchFamily="18" charset="0"/>
                            <a:cs typeface="Times New Roman" panose="02020503050405090304" pitchFamily="18" charset="0"/>
                          </a:rPr>
                        </m:ctrlPr>
                      </m:sSubPr>
                      <m:e>
                        <m:r>
                          <a:rPr lang="en-US" altLang="zh-CN" sz="1800" i="1">
                            <a:latin typeface="Cambria Math" panose="02040503050406030204" pitchFamily="18" charset="0"/>
                            <a:ea typeface="宋体" pitchFamily="2" charset="-122"/>
                            <a:cs typeface="Times New Roman" panose="02020503050405090304" pitchFamily="18" charset="0"/>
                          </a:rPr>
                          <m:t>𝛹</m:t>
                        </m:r>
                      </m:e>
                      <m:sub>
                        <m:r>
                          <a:rPr lang="en-US" altLang="zh-CN" sz="1800" i="1">
                            <a:latin typeface="Cambria Math" panose="02040503050406030204" pitchFamily="18" charset="0"/>
                            <a:ea typeface="宋体" pitchFamily="2" charset="-122"/>
                            <a:cs typeface="Times New Roman" panose="02020503050405090304" pitchFamily="18" charset="0"/>
                          </a:rPr>
                          <m:t>𝑡</m:t>
                        </m:r>
                      </m:sub>
                    </m:sSub>
                    <m:d>
                      <m:dPr>
                        <m:ctrlPr>
                          <a:rPr lang="zh-CN" altLang="zh-CN" sz="1800" i="1">
                            <a:latin typeface="Cambria Math" panose="02040503050406030204" pitchFamily="18" charset="0"/>
                            <a:ea typeface="Cambria Math" panose="02040503050406030204" pitchFamily="18" charset="0"/>
                            <a:cs typeface="Times New Roman" panose="02020503050405090304" pitchFamily="18" charset="0"/>
                          </a:rPr>
                        </m:ctrlPr>
                      </m:dPr>
                      <m:e>
                        <m:r>
                          <a:rPr lang="en-US" altLang="zh-CN" sz="1800" i="1">
                            <a:latin typeface="Cambria Math" panose="02040503050406030204" pitchFamily="18" charset="0"/>
                            <a:ea typeface="宋体" pitchFamily="2" charset="-122"/>
                            <a:cs typeface="Times New Roman" panose="02020503050405090304" pitchFamily="18" charset="0"/>
                          </a:rPr>
                          <m:t>𝑖</m:t>
                        </m:r>
                      </m:e>
                    </m:d>
                    <m:r>
                      <a:rPr lang="en-US" altLang="zh-CN" sz="1800" i="1">
                        <a:latin typeface="Cambria Math" panose="02040503050406030204" pitchFamily="18" charset="0"/>
                        <a:ea typeface="宋体" pitchFamily="2" charset="-122"/>
                        <a:cs typeface="Times New Roman" panose="02020503050405090304" pitchFamily="18" charset="0"/>
                      </a:rPr>
                      <m:t> </m:t>
                    </m:r>
                  </m:oMath>
                </a14:m>
                <a:r>
                  <a:rPr lang="zh-CN" altLang="en-US" sz="1800">
                    <a:solidFill>
                      <a:srgbClr val="191B1F"/>
                    </a:solidFill>
                  </a:rPr>
                  <a:t>，其递推表达式为：</a:t>
                </a:r>
                <a:endParaRPr lang="en-US" altLang="zh-CN" sz="1800">
                  <a:solidFill>
                    <a:srgbClr val="191B1F"/>
                  </a:solidFill>
                </a:endParaRPr>
              </a:p>
              <a:p>
                <a:pPr>
                  <a:lnSpc>
                    <a:spcPct val="150000"/>
                  </a:lnSpc>
                </a:pPr>
                <a14:m>
                  <m:oMathPara xmlns:m="http://schemas.openxmlformats.org/officeDocument/2006/math">
                    <m:oMathParaPr>
                      <m:jc m:val="centerGroup"/>
                    </m:oMathParaPr>
                    <m:oMath xmlns:m="http://schemas.openxmlformats.org/officeDocument/2006/math">
                      <m:sSub>
                        <m:sSubPr>
                          <m:ctrlPr>
                            <a:rPr lang="zh-CN" altLang="zh-CN" sz="1800" i="1" smtClean="0">
                              <a:effectLst/>
                              <a:latin typeface="Cambria Math" panose="02040503050406030204" pitchFamily="18" charset="0"/>
                              <a:ea typeface="Cambria Math" panose="02040503050406030204" pitchFamily="18" charset="0"/>
                              <a:cs typeface="Times New Roman" panose="02020503050405090304" pitchFamily="18" charset="0"/>
                            </a:rPr>
                          </m:ctrlPr>
                        </m:sSubPr>
                        <m:e>
                          <m:r>
                            <a:rPr lang="en-US" altLang="zh-CN" sz="1800" i="1">
                              <a:effectLst/>
                              <a:latin typeface="Cambria Math" panose="02040503050406030204" pitchFamily="18" charset="0"/>
                              <a:ea typeface="宋体" pitchFamily="2" charset="-122"/>
                              <a:cs typeface="Times New Roman" panose="02020503050405090304" pitchFamily="18" charset="0"/>
                            </a:rPr>
                            <m:t>𝛹</m:t>
                          </m:r>
                        </m:e>
                        <m:sub>
                          <m:r>
                            <a:rPr lang="en-US" altLang="zh-CN" sz="1800" i="1">
                              <a:effectLst/>
                              <a:latin typeface="Cambria Math" panose="02040503050406030204" pitchFamily="18" charset="0"/>
                              <a:ea typeface="宋体" pitchFamily="2" charset="-122"/>
                              <a:cs typeface="Times New Roman" panose="02020503050405090304" pitchFamily="18" charset="0"/>
                            </a:rPr>
                            <m:t>𝑡</m:t>
                          </m:r>
                        </m:sub>
                      </m:sSub>
                      <m:d>
                        <m:dPr>
                          <m:ctrlPr>
                            <a:rPr lang="zh-CN" altLang="zh-CN" sz="1800" i="1">
                              <a:effectLst/>
                              <a:latin typeface="Cambria Math" panose="02040503050406030204" pitchFamily="18" charset="0"/>
                              <a:ea typeface="Cambria Math" panose="02040503050406030204" pitchFamily="18" charset="0"/>
                              <a:cs typeface="Times New Roman" panose="02020503050405090304" pitchFamily="18" charset="0"/>
                            </a:rPr>
                          </m:ctrlPr>
                        </m:dPr>
                        <m:e>
                          <m:r>
                            <a:rPr lang="en-US" altLang="zh-CN" sz="1800" i="1">
                              <a:effectLst/>
                              <a:latin typeface="Cambria Math" panose="02040503050406030204" pitchFamily="18" charset="0"/>
                              <a:ea typeface="宋体" pitchFamily="2" charset="-122"/>
                              <a:cs typeface="Times New Roman" panose="02020503050405090304" pitchFamily="18" charset="0"/>
                            </a:rPr>
                            <m:t>𝑖</m:t>
                          </m:r>
                        </m:e>
                      </m:d>
                      <m:r>
                        <a:rPr lang="en-US" altLang="zh-CN" sz="1800">
                          <a:effectLst/>
                          <a:latin typeface="Cambria Math" panose="02040503050406030204" pitchFamily="18" charset="0"/>
                          <a:ea typeface="宋体" pitchFamily="2" charset="-122"/>
                          <a:cs typeface="Times New Roman" panose="02020503050405090304" pitchFamily="18" charset="0"/>
                        </a:rPr>
                        <m:t>=</m:t>
                      </m:r>
                      <m:r>
                        <a:rPr lang="en-US" altLang="zh-CN" sz="1800" i="1">
                          <a:effectLst/>
                          <a:latin typeface="Cambria Math" panose="02040503050406030204" pitchFamily="18" charset="0"/>
                          <a:ea typeface="宋体" pitchFamily="2" charset="-122"/>
                          <a:cs typeface="Times New Roman" panose="02020503050405090304" pitchFamily="18" charset="0"/>
                        </a:rPr>
                        <m:t>𝑎𝑟𝑔</m:t>
                      </m:r>
                      <m:limLow>
                        <m:limLowPr>
                          <m:ctrlPr>
                            <a:rPr lang="zh-CN" altLang="zh-CN" sz="1800" i="1">
                              <a:effectLst/>
                              <a:latin typeface="Cambria Math" panose="02040503050406030204" pitchFamily="18" charset="0"/>
                              <a:ea typeface="Cambria Math" panose="02040503050406030204" pitchFamily="18" charset="0"/>
                              <a:cs typeface="Times New Roman" panose="02020503050405090304" pitchFamily="18" charset="0"/>
                            </a:rPr>
                          </m:ctrlPr>
                        </m:limLowPr>
                        <m:e>
                          <m:r>
                            <m:rPr>
                              <m:sty m:val="p"/>
                            </m:rPr>
                            <a:rPr lang="en-US" altLang="zh-CN" sz="1800">
                              <a:effectLst/>
                              <a:latin typeface="Cambria Math" panose="02040503050406030204" pitchFamily="18" charset="0"/>
                              <a:ea typeface="宋体" pitchFamily="2" charset="-122"/>
                              <a:cs typeface="Times New Roman" panose="02020503050405090304" pitchFamily="18" charset="0"/>
                            </a:rPr>
                            <m:t>max</m:t>
                          </m:r>
                        </m:e>
                        <m:lim>
                          <m:r>
                            <a:rPr lang="en-US" altLang="zh-CN" sz="1800" i="1">
                              <a:effectLst/>
                              <a:latin typeface="Cambria Math" panose="02040503050406030204" pitchFamily="18" charset="0"/>
                              <a:ea typeface="宋体" pitchFamily="2" charset="-122"/>
                              <a:cs typeface="Times New Roman" panose="02020503050405090304" pitchFamily="18" charset="0"/>
                            </a:rPr>
                            <m:t>1</m:t>
                          </m:r>
                          <m:r>
                            <a:rPr lang="en-US" altLang="zh-CN" sz="1800">
                              <a:effectLst/>
                              <a:latin typeface="Cambria Math" panose="02040503050406030204" pitchFamily="18" charset="0"/>
                              <a:ea typeface="宋体" pitchFamily="2" charset="-122"/>
                              <a:cs typeface="Times New Roman" panose="02020503050405090304" pitchFamily="18" charset="0"/>
                            </a:rPr>
                            <m:t>≤</m:t>
                          </m:r>
                          <m:r>
                            <a:rPr lang="en-US" altLang="zh-CN" sz="1800" i="1">
                              <a:effectLst/>
                              <a:latin typeface="Cambria Math" panose="02040503050406030204" pitchFamily="18" charset="0"/>
                              <a:ea typeface="宋体" pitchFamily="2" charset="-122"/>
                              <a:cs typeface="Times New Roman" panose="02020503050405090304" pitchFamily="18" charset="0"/>
                            </a:rPr>
                            <m:t>𝑗</m:t>
                          </m:r>
                          <m:r>
                            <a:rPr lang="en-US" altLang="zh-CN" sz="1800">
                              <a:effectLst/>
                              <a:latin typeface="Cambria Math" panose="02040503050406030204" pitchFamily="18" charset="0"/>
                              <a:ea typeface="宋体" pitchFamily="2" charset="-122"/>
                              <a:cs typeface="Times New Roman" panose="02020503050405090304" pitchFamily="18" charset="0"/>
                            </a:rPr>
                            <m:t>≤</m:t>
                          </m:r>
                          <m:r>
                            <a:rPr lang="en-US" altLang="zh-CN" sz="1800" i="1">
                              <a:effectLst/>
                              <a:latin typeface="Cambria Math" panose="02040503050406030204" pitchFamily="18" charset="0"/>
                              <a:ea typeface="宋体" pitchFamily="2" charset="-122"/>
                              <a:cs typeface="Times New Roman" panose="02020503050405090304" pitchFamily="18" charset="0"/>
                            </a:rPr>
                            <m:t>𝑁</m:t>
                          </m:r>
                        </m:lim>
                      </m:limLow>
                      <m:d>
                        <m:dPr>
                          <m:begChr m:val="["/>
                          <m:endChr m:val="]"/>
                          <m:ctrlPr>
                            <a:rPr lang="zh-CN" altLang="zh-CN" sz="1800" i="1">
                              <a:effectLst/>
                              <a:latin typeface="Cambria Math" panose="02040503050406030204" pitchFamily="18" charset="0"/>
                              <a:ea typeface="Cambria Math" panose="02040503050406030204" pitchFamily="18" charset="0"/>
                              <a:cs typeface="Times New Roman" panose="02020503050405090304" pitchFamily="18" charset="0"/>
                            </a:rPr>
                          </m:ctrlPr>
                        </m:dPr>
                        <m:e>
                          <m:sSub>
                            <m:sSubPr>
                              <m:ctrlPr>
                                <a:rPr lang="zh-CN" altLang="zh-CN" sz="1800" i="1">
                                  <a:effectLst/>
                                  <a:latin typeface="Cambria Math" panose="02040503050406030204" pitchFamily="18" charset="0"/>
                                  <a:ea typeface="Cambria Math" panose="02040503050406030204" pitchFamily="18" charset="0"/>
                                  <a:cs typeface="Times New Roman" panose="02020503050405090304" pitchFamily="18" charset="0"/>
                                </a:rPr>
                              </m:ctrlPr>
                            </m:sSubPr>
                            <m:e>
                              <m:r>
                                <a:rPr lang="en-US" altLang="zh-CN" sz="1800" i="1">
                                  <a:effectLst/>
                                  <a:latin typeface="Cambria Math" panose="02040503050406030204" pitchFamily="18" charset="0"/>
                                  <a:ea typeface="宋体" pitchFamily="2" charset="-122"/>
                                  <a:cs typeface="Times New Roman" panose="02020503050405090304" pitchFamily="18" charset="0"/>
                                </a:rPr>
                                <m:t>𝛿</m:t>
                              </m:r>
                            </m:e>
                            <m:sub>
                              <m:r>
                                <a:rPr lang="en-US" altLang="zh-CN" sz="1800" i="1">
                                  <a:effectLst/>
                                  <a:latin typeface="Cambria Math" panose="02040503050406030204" pitchFamily="18" charset="0"/>
                                  <a:ea typeface="宋体" pitchFamily="2" charset="-122"/>
                                  <a:cs typeface="Times New Roman" panose="02020503050405090304" pitchFamily="18" charset="0"/>
                                </a:rPr>
                                <m:t>𝑡</m:t>
                              </m:r>
                              <m:r>
                                <a:rPr lang="en-US" altLang="zh-CN" sz="1800" i="1">
                                  <a:effectLst/>
                                  <a:latin typeface="Cambria Math" panose="02040503050406030204" pitchFamily="18" charset="0"/>
                                  <a:ea typeface="宋体" pitchFamily="2" charset="-122"/>
                                  <a:cs typeface="Times New Roman" panose="02020503050405090304" pitchFamily="18" charset="0"/>
                                </a:rPr>
                                <m:t>−</m:t>
                              </m:r>
                              <m:r>
                                <a:rPr lang="en-US" altLang="zh-CN" sz="1800" i="1">
                                  <a:effectLst/>
                                  <a:latin typeface="Cambria Math" panose="02040503050406030204" pitchFamily="18" charset="0"/>
                                  <a:ea typeface="宋体" pitchFamily="2" charset="-122"/>
                                  <a:cs typeface="Times New Roman" panose="02020503050405090304" pitchFamily="18" charset="0"/>
                                </a:rPr>
                                <m:t>1</m:t>
                              </m:r>
                            </m:sub>
                          </m:sSub>
                          <m:d>
                            <m:dPr>
                              <m:ctrlPr>
                                <a:rPr lang="zh-CN" altLang="zh-CN" sz="1800" i="1">
                                  <a:effectLst/>
                                  <a:latin typeface="Cambria Math" panose="02040503050406030204" pitchFamily="18" charset="0"/>
                                  <a:ea typeface="Cambria Math" panose="02040503050406030204" pitchFamily="18" charset="0"/>
                                  <a:cs typeface="Times New Roman" panose="02020503050405090304" pitchFamily="18" charset="0"/>
                                </a:rPr>
                              </m:ctrlPr>
                            </m:dPr>
                            <m:e>
                              <m:r>
                                <a:rPr lang="en-US" altLang="zh-CN" sz="1800" i="1">
                                  <a:effectLst/>
                                  <a:latin typeface="Cambria Math" panose="02040503050406030204" pitchFamily="18" charset="0"/>
                                  <a:ea typeface="宋体" pitchFamily="2" charset="-122"/>
                                  <a:cs typeface="Times New Roman" panose="02020503050405090304" pitchFamily="18" charset="0"/>
                                </a:rPr>
                                <m:t>𝑗</m:t>
                              </m:r>
                            </m:e>
                          </m:d>
                          <m:sSub>
                            <m:sSubPr>
                              <m:ctrlPr>
                                <a:rPr lang="zh-CN" altLang="zh-CN" sz="1800" i="1">
                                  <a:effectLst/>
                                  <a:latin typeface="Cambria Math" panose="02040503050406030204" pitchFamily="18" charset="0"/>
                                  <a:ea typeface="Cambria Math" panose="02040503050406030204" pitchFamily="18" charset="0"/>
                                  <a:cs typeface="Times New Roman" panose="02020503050405090304" pitchFamily="18" charset="0"/>
                                </a:rPr>
                              </m:ctrlPr>
                            </m:sSubPr>
                            <m:e>
                              <m:r>
                                <a:rPr lang="en-US" altLang="zh-CN" sz="1800" i="1">
                                  <a:effectLst/>
                                  <a:latin typeface="Cambria Math" panose="02040503050406030204" pitchFamily="18" charset="0"/>
                                  <a:ea typeface="宋体" pitchFamily="2" charset="-122"/>
                                  <a:cs typeface="Times New Roman" panose="02020503050405090304" pitchFamily="18" charset="0"/>
                                </a:rPr>
                                <m:t>𝑎</m:t>
                              </m:r>
                            </m:e>
                            <m:sub>
                              <m:r>
                                <a:rPr lang="en-US" altLang="zh-CN" sz="1800" i="1">
                                  <a:effectLst/>
                                  <a:latin typeface="Cambria Math" panose="02040503050406030204" pitchFamily="18" charset="0"/>
                                  <a:ea typeface="宋体" pitchFamily="2" charset="-122"/>
                                  <a:cs typeface="Times New Roman" panose="02020503050405090304" pitchFamily="18" charset="0"/>
                                </a:rPr>
                                <m:t>𝑗𝑖</m:t>
                              </m:r>
                            </m:sub>
                          </m:sSub>
                        </m:e>
                      </m:d>
                      <m:r>
                        <a:rPr lang="en-US" altLang="zh-CN" sz="1800">
                          <a:effectLst/>
                          <a:latin typeface="Cambria Math" panose="02040503050406030204" pitchFamily="18" charset="0"/>
                          <a:ea typeface="宋体" pitchFamily="2" charset="-122"/>
                          <a:cs typeface="Times New Roman" panose="02020503050405090304" pitchFamily="18" charset="0"/>
                        </a:rPr>
                        <m:t>,</m:t>
                      </m:r>
                      <m:r>
                        <a:rPr lang="en-US" altLang="zh-CN" sz="1800" i="1">
                          <a:effectLst/>
                          <a:latin typeface="Cambria Math" panose="02040503050406030204" pitchFamily="18" charset="0"/>
                          <a:ea typeface="宋体" pitchFamily="2" charset="-122"/>
                          <a:cs typeface="Times New Roman" panose="02020503050405090304" pitchFamily="18" charset="0"/>
                        </a:rPr>
                        <m:t>𝑖</m:t>
                      </m:r>
                      <m:r>
                        <a:rPr lang="en-US" altLang="zh-CN" sz="1800">
                          <a:effectLst/>
                          <a:latin typeface="Cambria Math" panose="02040503050406030204" pitchFamily="18" charset="0"/>
                          <a:ea typeface="宋体" pitchFamily="2" charset="-122"/>
                          <a:cs typeface="Times New Roman" panose="02020503050405090304" pitchFamily="18" charset="0"/>
                        </a:rPr>
                        <m:t>=</m:t>
                      </m:r>
                      <m:r>
                        <a:rPr lang="en-US" altLang="zh-CN" sz="1800" i="1">
                          <a:effectLst/>
                          <a:latin typeface="Cambria Math" panose="02040503050406030204" pitchFamily="18" charset="0"/>
                          <a:ea typeface="宋体" pitchFamily="2" charset="-122"/>
                          <a:cs typeface="Times New Roman" panose="02020503050405090304" pitchFamily="18" charset="0"/>
                        </a:rPr>
                        <m:t>1</m:t>
                      </m:r>
                      <m:r>
                        <a:rPr lang="en-US" altLang="zh-CN" sz="1800">
                          <a:effectLst/>
                          <a:latin typeface="Cambria Math" panose="02040503050406030204" pitchFamily="18" charset="0"/>
                          <a:ea typeface="宋体" pitchFamily="2" charset="-122"/>
                          <a:cs typeface="Times New Roman" panose="02020503050405090304" pitchFamily="18" charset="0"/>
                        </a:rPr>
                        <m:t>,</m:t>
                      </m:r>
                      <m:r>
                        <a:rPr lang="en-US" altLang="zh-CN" sz="1800" i="1">
                          <a:effectLst/>
                          <a:latin typeface="Cambria Math" panose="02040503050406030204" pitchFamily="18" charset="0"/>
                          <a:ea typeface="宋体" pitchFamily="2" charset="-122"/>
                          <a:cs typeface="Times New Roman" panose="02020503050405090304" pitchFamily="18" charset="0"/>
                        </a:rPr>
                        <m:t>2</m:t>
                      </m:r>
                      <m:r>
                        <a:rPr lang="en-US" altLang="zh-CN" sz="1800">
                          <a:effectLst/>
                          <a:latin typeface="Cambria Math" panose="02040503050406030204" pitchFamily="18" charset="0"/>
                          <a:ea typeface="宋体" pitchFamily="2" charset="-122"/>
                          <a:cs typeface="Times New Roman" panose="02020503050405090304" pitchFamily="18" charset="0"/>
                        </a:rPr>
                        <m:t>,…,</m:t>
                      </m:r>
                      <m:r>
                        <a:rPr lang="en-US" altLang="zh-CN" sz="1800" i="1">
                          <a:effectLst/>
                          <a:latin typeface="Cambria Math" panose="02040503050406030204" pitchFamily="18" charset="0"/>
                          <a:ea typeface="宋体" pitchFamily="2" charset="-122"/>
                          <a:cs typeface="Times New Roman" panose="02020503050405090304" pitchFamily="18" charset="0"/>
                        </a:rPr>
                        <m:t>𝑁</m:t>
                      </m:r>
                    </m:oMath>
                  </m:oMathPara>
                </a14:m>
                <a:endParaRPr lang="zh-CN" altLang="zh-CN" sz="1800">
                  <a:effectLst/>
                  <a:latin typeface="Cambria" panose="02040503050406030204" pitchFamily="18" charset="0"/>
                  <a:ea typeface="宋体" pitchFamily="2" charset="-122"/>
                  <a:cs typeface="Times New Roman" panose="02020503050405090304" pitchFamily="18"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504769" y="894414"/>
                <a:ext cx="8379335" cy="1543628"/>
              </a:xfrm>
              <a:prstGeom prst="rect">
                <a:avLst/>
              </a:prstGeom>
              <a:blipFill rotWithShape="1">
                <a:blip r:embed="rId1"/>
                <a:stretch>
                  <a:fillRect l="-7" t="-22" r="5" b="-508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p:cNvSpPr txBox="1"/>
              <p:nvPr/>
            </p:nvSpPr>
            <p:spPr>
              <a:xfrm>
                <a:off x="219456" y="2436802"/>
                <a:ext cx="8618220" cy="1286250"/>
              </a:xfrm>
              <a:prstGeom prst="rect">
                <a:avLst/>
              </a:prstGeom>
              <a:noFill/>
            </p:spPr>
            <p:txBody>
              <a:bodyPr wrap="square">
                <a:spAutoFit/>
              </a:bodyPr>
              <a:lstStyle/>
              <a:p>
                <a:pPr lvl="1">
                  <a:lnSpc>
                    <a:spcPct val="150000"/>
                  </a:lnSpc>
                </a:pPr>
                <a:r>
                  <a:rPr lang="zh-CN" altLang="en-US" sz="1600"/>
                  <a:t>其实</a:t>
                </a:r>
                <a:r>
                  <a:rPr lang="en-US" altLang="zh-CN" sz="1600"/>
                  <a:t>ψ</a:t>
                </a:r>
                <a:r>
                  <a:rPr lang="zh-CN" altLang="en-US" sz="1600"/>
                  <a:t>的值就是我们之前算的</a:t>
                </a:r>
                <a:r>
                  <a:rPr lang="en-US" altLang="zh-CN" sz="1600"/>
                  <a:t>δ</a:t>
                </a:r>
                <a:r>
                  <a:rPr lang="zh-CN" altLang="en-US" sz="1600"/>
                  <a:t>的前一项</a:t>
                </a:r>
                <a:r>
                  <a:rPr lang="en-US" altLang="zh-CN" sz="1600"/>
                  <a:t>max</a:t>
                </a:r>
                <a:r>
                  <a:rPr lang="zh-CN" altLang="en-US" sz="1600"/>
                  <a:t>的值所对应的状态。</a:t>
                </a:r>
                <a:r>
                  <a:rPr lang="zh-CN" altLang="en-US" sz="1800">
                    <a:solidFill>
                      <a:schemeClr val="tx1">
                        <a:lumMod val="95000"/>
                        <a:lumOff val="5000"/>
                      </a:schemeClr>
                    </a:solidFill>
                    <a:latin typeface="Times New Roman" panose="02020503050405090304" pitchFamily="18" charset="0"/>
                    <a:ea typeface="宋体" pitchFamily="2" charset="-122"/>
                    <a:sym typeface="+mn-ea"/>
                  </a:rPr>
                  <a:t>有了这两个局部状态，我们就可以从时刻</a:t>
                </a:r>
                <a:r>
                  <a:rPr lang="en-US" altLang="zh-CN" sz="1800">
                    <a:solidFill>
                      <a:schemeClr val="tx1">
                        <a:lumMod val="95000"/>
                        <a:lumOff val="5000"/>
                      </a:schemeClr>
                    </a:solidFill>
                    <a:latin typeface="Times New Roman" panose="02020503050405090304" pitchFamily="18" charset="0"/>
                    <a:ea typeface="宋体" pitchFamily="2" charset="-122"/>
                    <a:sym typeface="+mn-ea"/>
                  </a:rPr>
                  <a:t>0</a:t>
                </a:r>
                <a:r>
                  <a:rPr lang="zh-CN" altLang="en-US" sz="1800">
                    <a:solidFill>
                      <a:schemeClr val="tx1">
                        <a:lumMod val="95000"/>
                        <a:lumOff val="5000"/>
                      </a:schemeClr>
                    </a:solidFill>
                    <a:latin typeface="Times New Roman" panose="02020503050405090304" pitchFamily="18" charset="0"/>
                    <a:ea typeface="宋体" pitchFamily="2" charset="-122"/>
                    <a:sym typeface="+mn-ea"/>
                  </a:rPr>
                  <a:t>一直递推到时刻</a:t>
                </a:r>
                <a:r>
                  <a:rPr lang="en-US" altLang="zh-CN" sz="1800">
                    <a:solidFill>
                      <a:schemeClr val="tx1">
                        <a:lumMod val="95000"/>
                        <a:lumOff val="5000"/>
                      </a:schemeClr>
                    </a:solidFill>
                    <a:latin typeface="Times New Roman" panose="02020503050405090304" pitchFamily="18" charset="0"/>
                    <a:ea typeface="宋体" pitchFamily="2" charset="-122"/>
                    <a:sym typeface="+mn-ea"/>
                  </a:rPr>
                  <a:t>T</a:t>
                </a:r>
                <a:r>
                  <a:rPr lang="zh-CN" altLang="en-US" sz="1800">
                    <a:solidFill>
                      <a:schemeClr val="tx1">
                        <a:lumMod val="95000"/>
                        <a:lumOff val="5000"/>
                      </a:schemeClr>
                    </a:solidFill>
                    <a:latin typeface="Times New Roman" panose="02020503050405090304" pitchFamily="18" charset="0"/>
                    <a:ea typeface="宋体" pitchFamily="2" charset="-122"/>
                    <a:sym typeface="+mn-ea"/>
                  </a:rPr>
                  <a:t>，然后利用</a:t>
                </a:r>
                <a14:m>
                  <m:oMath xmlns:m="http://schemas.openxmlformats.org/officeDocument/2006/math">
                    <m:sSub>
                      <m:sSubPr>
                        <m:ctrlPr>
                          <a:rPr lang="zh-CN" altLang="zh-CN" sz="1800" i="1" smtClean="0">
                            <a:effectLst/>
                            <a:latin typeface="Cambria Math" panose="02040503050406030204" pitchFamily="18" charset="0"/>
                            <a:ea typeface="Cambria Math" panose="02040503050406030204" pitchFamily="18" charset="0"/>
                            <a:cs typeface="Times New Roman" panose="02020503050405090304" pitchFamily="18" charset="0"/>
                          </a:rPr>
                        </m:ctrlPr>
                      </m:sSubPr>
                      <m:e>
                        <m:r>
                          <a:rPr lang="en-US" altLang="zh-CN" sz="1800" i="1">
                            <a:effectLst/>
                            <a:latin typeface="Cambria Math" panose="02040503050406030204" pitchFamily="18" charset="0"/>
                            <a:ea typeface="宋体" pitchFamily="2" charset="-122"/>
                            <a:cs typeface="Times New Roman" panose="02020503050405090304" pitchFamily="18" charset="0"/>
                          </a:rPr>
                          <m:t>𝛹</m:t>
                        </m:r>
                      </m:e>
                      <m:sub>
                        <m:r>
                          <a:rPr lang="en-US" altLang="zh-CN" sz="1800" i="1">
                            <a:effectLst/>
                            <a:latin typeface="Cambria Math" panose="02040503050406030204" pitchFamily="18" charset="0"/>
                            <a:ea typeface="宋体" pitchFamily="2" charset="-122"/>
                            <a:cs typeface="Times New Roman" panose="02020503050405090304" pitchFamily="18" charset="0"/>
                          </a:rPr>
                          <m:t>𝑡</m:t>
                        </m:r>
                      </m:sub>
                    </m:sSub>
                    <m:d>
                      <m:dPr>
                        <m:ctrlPr>
                          <a:rPr lang="zh-CN" altLang="zh-CN" sz="1800" i="1">
                            <a:effectLst/>
                            <a:latin typeface="Cambria Math" panose="02040503050406030204" pitchFamily="18" charset="0"/>
                            <a:ea typeface="Cambria Math" panose="02040503050406030204" pitchFamily="18" charset="0"/>
                            <a:cs typeface="Times New Roman" panose="02020503050405090304" pitchFamily="18" charset="0"/>
                          </a:rPr>
                        </m:ctrlPr>
                      </m:dPr>
                      <m:e>
                        <m:r>
                          <a:rPr lang="en-US" altLang="zh-CN" sz="1800" i="1">
                            <a:effectLst/>
                            <a:latin typeface="Cambria Math" panose="02040503050406030204" pitchFamily="18" charset="0"/>
                            <a:ea typeface="宋体" pitchFamily="2" charset="-122"/>
                            <a:cs typeface="Times New Roman" panose="02020503050405090304" pitchFamily="18" charset="0"/>
                          </a:rPr>
                          <m:t>𝑖</m:t>
                        </m:r>
                      </m:e>
                    </m:d>
                  </m:oMath>
                </a14:m>
                <a:r>
                  <a:rPr lang="zh-CN" altLang="en-US" sz="1800">
                    <a:solidFill>
                      <a:schemeClr val="tx1">
                        <a:lumMod val="95000"/>
                        <a:lumOff val="5000"/>
                      </a:schemeClr>
                    </a:solidFill>
                    <a:latin typeface="Times New Roman" panose="02020503050405090304" pitchFamily="18" charset="0"/>
                    <a:ea typeface="宋体" pitchFamily="2" charset="-122"/>
                    <a:sym typeface="+mn-ea"/>
                  </a:rPr>
                  <a:t>记录的前一个最可能的状态节点回溯，直到找到最优的隐藏状态序列。</a:t>
                </a:r>
                <a:endParaRPr lang="zh-CN" altLang="en-US" sz="1800" dirty="0">
                  <a:solidFill>
                    <a:schemeClr val="tx1">
                      <a:lumMod val="95000"/>
                      <a:lumOff val="5000"/>
                    </a:schemeClr>
                  </a:solidFill>
                  <a:latin typeface="Times New Roman" panose="02020503050405090304" pitchFamily="18" charset="0"/>
                  <a:ea typeface="宋体" pitchFamily="2" charset="-122"/>
                </a:endParaRPr>
              </a:p>
            </p:txBody>
          </p:sp>
        </mc:Choice>
        <mc:Fallback>
          <p:sp>
            <p:nvSpPr>
              <p:cNvPr id="8" name="文本框 7"/>
              <p:cNvSpPr txBox="1">
                <a:spLocks noRot="1" noChangeAspect="1" noMove="1" noResize="1" noEditPoints="1" noAdjustHandles="1" noChangeArrowheads="1" noChangeShapeType="1" noTextEdit="1"/>
              </p:cNvSpPr>
              <p:nvPr/>
            </p:nvSpPr>
            <p:spPr>
              <a:xfrm>
                <a:off x="219456" y="2436802"/>
                <a:ext cx="8618220" cy="1286250"/>
              </a:xfrm>
              <a:prstGeom prst="rect">
                <a:avLst/>
              </a:prstGeom>
              <a:blipFill rotWithShape="1">
                <a:blip r:embed="rId2"/>
                <a:stretch>
                  <a:fillRect l="-4" t="-24" r="4" b="-4983"/>
                </a:stretch>
              </a:blipFill>
            </p:spPr>
            <p:txBody>
              <a:bodyPr/>
              <a:lstStyle/>
              <a:p>
                <a:r>
                  <a:rPr lang="zh-CN" altLang="en-US">
                    <a:noFill/>
                  </a:rPr>
                  <a:t> </a:t>
                </a:r>
              </a:p>
            </p:txBody>
          </p:sp>
        </mc:Fallback>
      </mc:AlternateContent>
      <p:pic>
        <p:nvPicPr>
          <p:cNvPr id="15" name="图片 14"/>
          <p:cNvPicPr>
            <a:picLocks noChangeAspect="1"/>
          </p:cNvPicPr>
          <p:nvPr/>
        </p:nvPicPr>
        <p:blipFill rotWithShape="1">
          <a:blip r:embed="rId3">
            <a:extLst>
              <a:ext uri="{28A0092B-C50C-407E-A947-70E740481C1C}">
                <a14:useLocalDpi xmlns:a14="http://schemas.microsoft.com/office/drawing/2010/main" val="0"/>
              </a:ext>
            </a:extLst>
          </a:blip>
          <a:srcRect l="10352" t="15832" r="10670" b="10968"/>
          <a:stretch>
            <a:fillRect/>
          </a:stretch>
        </p:blipFill>
        <p:spPr>
          <a:xfrm>
            <a:off x="2759964" y="3774344"/>
            <a:ext cx="3415285" cy="1115556"/>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文本框 3" descr="7b0a202020202262756c6c6574223a20227b5c2263617465676f727949645c223a31303030362c5c2274656d706c61746549645c223a32303233313236327d220a7d0a"/>
          <p:cNvSpPr txBox="1"/>
          <p:nvPr/>
        </p:nvSpPr>
        <p:spPr>
          <a:xfrm>
            <a:off x="457200" y="908686"/>
            <a:ext cx="8439665" cy="3508076"/>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hangingPunct="0">
              <a:lnSpc>
                <a:spcPct val="150000"/>
              </a:lnSpc>
            </a:pPr>
            <a:r>
              <a:rPr lang="en-US" altLang="zh-CN" sz="1600">
                <a:solidFill>
                  <a:schemeClr val="tx1"/>
                </a:solidFill>
                <a:latin typeface="Times New Roman" panose="02020503050405090304" pitchFamily="18" charset="0"/>
                <a:ea typeface="宋体" pitchFamily="2" charset="-122"/>
              </a:rPr>
              <a:t>【</a:t>
            </a:r>
            <a:r>
              <a:rPr lang="zh-CN" altLang="en-US" sz="1600">
                <a:solidFill>
                  <a:schemeClr val="tx1"/>
                </a:solidFill>
                <a:latin typeface="Times New Roman" panose="02020503050405090304" pitchFamily="18" charset="0"/>
                <a:ea typeface="宋体" pitchFamily="2" charset="-122"/>
              </a:rPr>
              <a:t>例</a:t>
            </a:r>
            <a:r>
              <a:rPr lang="en-US" altLang="zh-CN" sz="1600">
                <a:solidFill>
                  <a:schemeClr val="tx1"/>
                </a:solidFill>
                <a:latin typeface="Times New Roman" panose="02020503050405090304" pitchFamily="18" charset="0"/>
                <a:ea typeface="宋体" pitchFamily="2" charset="-122"/>
              </a:rPr>
              <a:t>】</a:t>
            </a:r>
            <a:r>
              <a:rPr sz="1600">
                <a:latin typeface="Times New Roman" panose="02020503050405090304" pitchFamily="18" charset="0"/>
                <a:ea typeface="宋体" pitchFamily="2" charset="-122"/>
              </a:rPr>
              <a:t>基于典型的</a:t>
            </a:r>
            <a:r>
              <a:rPr lang="zh-CN" altLang="en-US" sz="1600">
                <a:latin typeface="Times New Roman" panose="02020503050405090304" pitchFamily="18" charset="0"/>
                <a:ea typeface="宋体" pitchFamily="2" charset="-122"/>
              </a:rPr>
              <a:t>“</a:t>
            </a:r>
            <a:r>
              <a:rPr sz="1600">
                <a:latin typeface="Times New Roman" panose="02020503050405090304" pitchFamily="18" charset="0"/>
                <a:ea typeface="宋体" pitchFamily="2" charset="-122"/>
              </a:rPr>
              <a:t>盒子和球模型</a:t>
            </a:r>
            <a:r>
              <a:rPr lang="zh-CN" altLang="en-US" sz="1600">
                <a:latin typeface="Times New Roman" panose="02020503050405090304" pitchFamily="18" charset="0"/>
                <a:ea typeface="宋体" pitchFamily="2" charset="-122"/>
              </a:rPr>
              <a:t>”</a:t>
            </a:r>
            <a:r>
              <a:rPr sz="1600">
                <a:latin typeface="Times New Roman" panose="02020503050405090304" pitchFamily="18" charset="0"/>
                <a:ea typeface="宋体" pitchFamily="2" charset="-122"/>
              </a:rPr>
              <a:t>进行抽球</a:t>
            </a:r>
            <a:r>
              <a:rPr sz="1600" dirty="0">
                <a:latin typeface="Times New Roman" panose="02020503050405090304" pitchFamily="18" charset="0"/>
                <a:ea typeface="宋体" pitchFamily="2" charset="-122"/>
              </a:rPr>
              <a:t>。假设有 3 个盒子，里面装有黑白颜色的球</a:t>
            </a:r>
            <a:r>
              <a:rPr sz="1600">
                <a:latin typeface="Times New Roman" panose="02020503050405090304" pitchFamily="18" charset="0"/>
                <a:ea typeface="宋体" pitchFamily="2" charset="-122"/>
              </a:rPr>
              <a:t>。球的颜色序列对应观测序列O</a:t>
            </a:r>
            <a:r>
              <a:rPr sz="1600" dirty="0">
                <a:latin typeface="Times New Roman" panose="02020503050405090304" pitchFamily="18" charset="0"/>
                <a:ea typeface="宋体" pitchFamily="2" charset="-122"/>
              </a:rPr>
              <a:t>，盒子的序列对应状态序列 </a:t>
            </a:r>
            <a:r>
              <a:rPr sz="1600">
                <a:latin typeface="Times New Roman" panose="02020503050405090304" pitchFamily="18" charset="0"/>
                <a:ea typeface="宋体" pitchFamily="2" charset="-122"/>
              </a:rPr>
              <a:t>S。</a:t>
            </a:r>
            <a:r>
              <a:rPr lang="zh-CN" altLang="en-US" sz="1600">
                <a:latin typeface="Times New Roman" panose="02020503050405090304" pitchFamily="18" charset="0"/>
                <a:ea typeface="宋体" pitchFamily="2" charset="-122"/>
              </a:rPr>
              <a:t>观察集合是</a:t>
            </a:r>
            <a:r>
              <a:rPr lang="en-US" altLang="zh-CN" sz="1600">
                <a:latin typeface="Times New Roman" panose="02020503050405090304" pitchFamily="18" charset="0"/>
                <a:ea typeface="宋体" pitchFamily="2" charset="-122"/>
              </a:rPr>
              <a:t>V = {</a:t>
            </a:r>
            <a:r>
              <a:rPr lang="zh-CN" altLang="en-US" sz="1600">
                <a:latin typeface="Times New Roman" panose="02020503050405090304" pitchFamily="18" charset="0"/>
                <a:ea typeface="宋体" pitchFamily="2" charset="-122"/>
              </a:rPr>
              <a:t>黑</a:t>
            </a:r>
            <a:r>
              <a:rPr lang="en-US" altLang="zh-CN" sz="1600">
                <a:latin typeface="Times New Roman" panose="02020503050405090304" pitchFamily="18" charset="0"/>
                <a:ea typeface="宋体" pitchFamily="2" charset="-122"/>
              </a:rPr>
              <a:t>, </a:t>
            </a:r>
            <a:r>
              <a:rPr lang="zh-CN" altLang="en-US" sz="1600">
                <a:latin typeface="Times New Roman" panose="02020503050405090304" pitchFamily="18" charset="0"/>
                <a:ea typeface="宋体" pitchFamily="2" charset="-122"/>
              </a:rPr>
              <a:t>白</a:t>
            </a:r>
            <a:r>
              <a:rPr lang="en-US" altLang="zh-CN" sz="1600">
                <a:latin typeface="Times New Roman" panose="02020503050405090304" pitchFamily="18" charset="0"/>
                <a:ea typeface="宋体" pitchFamily="2" charset="-122"/>
              </a:rPr>
              <a:t>} ,   M = 2</a:t>
            </a:r>
            <a:r>
              <a:rPr lang="zh-CN" altLang="en-US" sz="1600">
                <a:latin typeface="Times New Roman" panose="02020503050405090304" pitchFamily="18" charset="0"/>
                <a:ea typeface="宋体" pitchFamily="2" charset="-122"/>
              </a:rPr>
              <a:t>；我们的状态集合是：</a:t>
            </a:r>
            <a:r>
              <a:rPr lang="en-US" altLang="zh-CN" sz="1600">
                <a:latin typeface="Times New Roman" panose="02020503050405090304" pitchFamily="18" charset="0"/>
                <a:ea typeface="宋体" pitchFamily="2" charset="-122"/>
              </a:rPr>
              <a:t>Q = {</a:t>
            </a:r>
            <a:r>
              <a:rPr lang="zh-CN" altLang="en-US" sz="1600">
                <a:latin typeface="Times New Roman" panose="02020503050405090304" pitchFamily="18" charset="0"/>
                <a:ea typeface="宋体" pitchFamily="2" charset="-122"/>
              </a:rPr>
              <a:t>盒子</a:t>
            </a:r>
            <a:r>
              <a:rPr lang="en-US" altLang="zh-CN" sz="1600">
                <a:latin typeface="Times New Roman" panose="02020503050405090304" pitchFamily="18" charset="0"/>
                <a:ea typeface="宋体" pitchFamily="2" charset="-122"/>
              </a:rPr>
              <a:t>1</a:t>
            </a:r>
            <a:r>
              <a:rPr lang="zh-CN" altLang="en-US" sz="1600">
                <a:latin typeface="Times New Roman" panose="02020503050405090304" pitchFamily="18" charset="0"/>
                <a:ea typeface="宋体" pitchFamily="2" charset="-122"/>
              </a:rPr>
              <a:t>， 盒子</a:t>
            </a:r>
            <a:r>
              <a:rPr lang="en-US" altLang="zh-CN" sz="1600">
                <a:latin typeface="Times New Roman" panose="02020503050405090304" pitchFamily="18" charset="0"/>
                <a:ea typeface="宋体" pitchFamily="2" charset="-122"/>
              </a:rPr>
              <a:t>2</a:t>
            </a:r>
            <a:r>
              <a:rPr lang="zh-CN" altLang="en-US" sz="1600">
                <a:latin typeface="Times New Roman" panose="02020503050405090304" pitchFamily="18" charset="0"/>
                <a:ea typeface="宋体" pitchFamily="2" charset="-122"/>
              </a:rPr>
              <a:t>， 盒子</a:t>
            </a:r>
            <a:r>
              <a:rPr lang="en-US" altLang="zh-CN" sz="1600">
                <a:latin typeface="Times New Roman" panose="02020503050405090304" pitchFamily="18" charset="0"/>
                <a:ea typeface="宋体" pitchFamily="2" charset="-122"/>
              </a:rPr>
              <a:t>3} </a:t>
            </a:r>
            <a:r>
              <a:rPr lang="zh-CN" altLang="en-US" sz="1600">
                <a:latin typeface="Times New Roman" panose="02020503050405090304" pitchFamily="18" charset="0"/>
                <a:ea typeface="宋体" pitchFamily="2" charset="-122"/>
              </a:rPr>
              <a:t>，   </a:t>
            </a:r>
            <a:r>
              <a:rPr lang="en-US" altLang="zh-CN" sz="1600">
                <a:latin typeface="Times New Roman" panose="02020503050405090304" pitchFamily="18" charset="0"/>
                <a:ea typeface="宋体" pitchFamily="2" charset="-122"/>
              </a:rPr>
              <a:t>N = 3 </a:t>
            </a:r>
            <a:r>
              <a:rPr lang="zh-CN" altLang="en-US" sz="1600">
                <a:latin typeface="Times New Roman" panose="02020503050405090304" pitchFamily="18" charset="0"/>
                <a:ea typeface="宋体" pitchFamily="2" charset="-122"/>
              </a:rPr>
              <a:t>。</a:t>
            </a:r>
            <a:r>
              <a:rPr sz="1600">
                <a:latin typeface="Times New Roman" panose="02020503050405090304" pitchFamily="18" charset="0"/>
                <a:ea typeface="宋体" pitchFamily="2" charset="-122"/>
              </a:rPr>
              <a:t>已知初始状态概率分布π</a:t>
            </a:r>
            <a:r>
              <a:rPr sz="1600" dirty="0">
                <a:latin typeface="Times New Roman" panose="02020503050405090304" pitchFamily="18" charset="0"/>
                <a:ea typeface="宋体" pitchFamily="2" charset="-122"/>
              </a:rPr>
              <a:t>（表 4-4</a:t>
            </a:r>
            <a:r>
              <a:rPr sz="1600">
                <a:latin typeface="Times New Roman" panose="02020503050405090304" pitchFamily="18" charset="0"/>
                <a:ea typeface="宋体" pitchFamily="2" charset="-122"/>
              </a:rPr>
              <a:t>），状态转移矩阵A</a:t>
            </a:r>
            <a:r>
              <a:rPr sz="1600" dirty="0">
                <a:latin typeface="Times New Roman" panose="02020503050405090304" pitchFamily="18" charset="0"/>
                <a:ea typeface="宋体" pitchFamily="2" charset="-122"/>
              </a:rPr>
              <a:t>（表 4-5</a:t>
            </a:r>
            <a:r>
              <a:rPr sz="1600">
                <a:latin typeface="Times New Roman" panose="02020503050405090304" pitchFamily="18" charset="0"/>
                <a:ea typeface="宋体" pitchFamily="2" charset="-122"/>
              </a:rPr>
              <a:t>），状态观测矩阵B</a:t>
            </a:r>
            <a:r>
              <a:rPr sz="1600" dirty="0">
                <a:latin typeface="Times New Roman" panose="02020503050405090304" pitchFamily="18" charset="0"/>
                <a:ea typeface="宋体" pitchFamily="2" charset="-122"/>
              </a:rPr>
              <a:t>（表 4-6）分别为 ：</a:t>
            </a:r>
            <a:endParaRPr sz="1600" dirty="0">
              <a:latin typeface="Times New Roman" panose="02020503050405090304" pitchFamily="18" charset="0"/>
              <a:ea typeface="宋体" pitchFamily="2" charset="-122"/>
            </a:endParaRPr>
          </a:p>
          <a:p>
            <a:pPr>
              <a:lnSpc>
                <a:spcPct val="150000"/>
              </a:lnSpc>
            </a:pPr>
            <a:endParaRPr dirty="0">
              <a:latin typeface="Times New Roman" panose="02020503050405090304" pitchFamily="18" charset="0"/>
              <a:ea typeface="宋体" pitchFamily="2" charset="-122"/>
            </a:endParaRPr>
          </a:p>
          <a:p>
            <a:pPr>
              <a:lnSpc>
                <a:spcPct val="150000"/>
              </a:lnSpc>
            </a:pPr>
            <a:endParaRPr dirty="0">
              <a:latin typeface="Times New Roman" panose="02020503050405090304" pitchFamily="18" charset="0"/>
              <a:ea typeface="宋体" pitchFamily="2" charset="-122"/>
            </a:endParaRPr>
          </a:p>
          <a:p>
            <a:pPr>
              <a:lnSpc>
                <a:spcPct val="150000"/>
              </a:lnSpc>
              <a:buBlip>
                <a:blip r:embed="rId1"/>
              </a:buBlip>
            </a:pPr>
            <a:endParaRPr dirty="0">
              <a:latin typeface="Times New Roman" panose="02020503050405090304" pitchFamily="18" charset="0"/>
              <a:ea typeface="宋体" pitchFamily="2" charset="-122"/>
            </a:endParaRPr>
          </a:p>
          <a:p>
            <a:pPr>
              <a:lnSpc>
                <a:spcPct val="150000"/>
              </a:lnSpc>
              <a:buBlip>
                <a:blip r:embed="rId1"/>
              </a:buBlip>
            </a:pPr>
            <a:endParaRPr dirty="0">
              <a:latin typeface="Times New Roman" panose="02020503050405090304" pitchFamily="18" charset="0"/>
              <a:ea typeface="宋体" pitchFamily="2" charset="-122"/>
            </a:endParaRPr>
          </a:p>
          <a:p>
            <a:pPr>
              <a:lnSpc>
                <a:spcPct val="150000"/>
              </a:lnSpc>
            </a:pPr>
            <a:endParaRPr lang="en-US" sz="1600">
              <a:latin typeface="Times New Roman" panose="02020503050405090304" pitchFamily="18" charset="0"/>
              <a:ea typeface="宋体" pitchFamily="2" charset="-122"/>
            </a:endParaRPr>
          </a:p>
          <a:p>
            <a:pPr>
              <a:lnSpc>
                <a:spcPct val="150000"/>
              </a:lnSpc>
            </a:pPr>
            <a:r>
              <a:rPr sz="1600">
                <a:latin typeface="Times New Roman" panose="02020503050405090304" pitchFamily="18" charset="0"/>
                <a:ea typeface="宋体" pitchFamily="2" charset="-122"/>
              </a:rPr>
              <a:t>观测序列为O={白</a:t>
            </a:r>
            <a:r>
              <a:rPr sz="1600" dirty="0">
                <a:latin typeface="Times New Roman" panose="02020503050405090304" pitchFamily="18" charset="0"/>
                <a:ea typeface="宋体" pitchFamily="2" charset="-122"/>
              </a:rPr>
              <a:t>、黑、白 }，求状态序列 S，其中（1，2，3）为状态。</a:t>
            </a:r>
            <a:endParaRPr sz="1600" dirty="0">
              <a:latin typeface="Times New Roman" panose="02020503050405090304" pitchFamily="18" charset="0"/>
              <a:ea typeface="宋体" pitchFamily="2" charset="-122"/>
            </a:endParaRPr>
          </a:p>
        </p:txBody>
      </p:sp>
      <p:pic>
        <p:nvPicPr>
          <p:cNvPr id="3" name="图片 2"/>
          <p:cNvPicPr>
            <a:picLocks noChangeAspect="1"/>
          </p:cNvPicPr>
          <p:nvPr/>
        </p:nvPicPr>
        <p:blipFill>
          <a:blip r:embed="rId2"/>
          <a:stretch>
            <a:fillRect/>
          </a:stretch>
        </p:blipFill>
        <p:spPr>
          <a:xfrm>
            <a:off x="1023938" y="2447925"/>
            <a:ext cx="6934200" cy="1605280"/>
          </a:xfrm>
          <a:prstGeom prst="rect">
            <a:avLst/>
          </a:prstGeom>
        </p:spPr>
      </p:pic>
      <p:sp>
        <p:nvSpPr>
          <p:cNvPr id="10" name="标题 9"/>
          <p:cNvSpPr>
            <a:spLocks noGrp="1"/>
          </p:cNvSpPr>
          <p:nvPr>
            <p:ph type="title"/>
          </p:nvPr>
        </p:nvSpPr>
        <p:spPr/>
        <p:txBody>
          <a:bodyPr/>
          <a:lstStyle/>
          <a:p>
            <a:r>
              <a:rPr lang="en-US" altLang="zh-CN" sz="2400" b="1">
                <a:solidFill>
                  <a:srgbClr val="004C41"/>
                </a:solidFill>
                <a:ea typeface="宋体" pitchFamily="2" charset="-122"/>
                <a:cs typeface="+mn-ea"/>
                <a:sym typeface="+mn-lt"/>
              </a:rPr>
              <a:t>3. </a:t>
            </a:r>
            <a:r>
              <a:rPr lang="zh-CN" altLang="en-US" sz="2400" b="1">
                <a:solidFill>
                  <a:srgbClr val="004C41"/>
                </a:solidFill>
                <a:ea typeface="宋体" pitchFamily="2" charset="-122"/>
                <a:cs typeface="+mn-ea"/>
                <a:sym typeface="+mn-lt"/>
              </a:rPr>
              <a:t>维特比（Viterbi）算法</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3</a:t>
            </a:r>
            <a:r>
              <a:rPr lang="zh-CN" altLang="en-US" sz="2400" b="1">
                <a:solidFill>
                  <a:srgbClr val="004C41"/>
                </a:solidFill>
                <a:ea typeface="宋体" pitchFamily="2" charset="-122"/>
                <a:cs typeface="+mn-ea"/>
                <a:sym typeface="+mn-lt"/>
              </a:rPr>
              <a:t>）算法举例</a:t>
            </a:r>
            <a:endParaRPr lang="zh-CN" altLang="en-US">
              <a:ea typeface="宋体" pitchFamily="2" charset="-122"/>
            </a:endParaRPr>
          </a:p>
        </p:txBody>
      </p:sp>
      <p:sp>
        <p:nvSpPr>
          <p:cNvPr id="7" name="日期占位符 6"/>
          <p:cNvSpPr>
            <a:spLocks noGrp="1"/>
          </p:cNvSpPr>
          <p:nvPr>
            <p:ph type="dt" sz="half" idx="10"/>
          </p:nvPr>
        </p:nvSpPr>
        <p:spPr/>
        <p:txBody>
          <a:bodyPr/>
          <a:lstStyle/>
          <a:p>
            <a:fld id="{CF9AD67C-9042-4A21-BCEB-7E4E3839E61F}"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8" name="灯片编号占位符 7"/>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b="1">
                <a:solidFill>
                  <a:srgbClr val="004C41"/>
                </a:solidFill>
                <a:ea typeface="宋体" pitchFamily="2" charset="-122"/>
                <a:cs typeface="+mn-ea"/>
                <a:sym typeface="+mn-lt"/>
              </a:rPr>
              <a:t>3. </a:t>
            </a:r>
            <a:r>
              <a:rPr lang="zh-CN" altLang="en-US" sz="2400" b="1">
                <a:solidFill>
                  <a:srgbClr val="004C41"/>
                </a:solidFill>
                <a:ea typeface="宋体" pitchFamily="2" charset="-122"/>
                <a:cs typeface="+mn-ea"/>
                <a:sym typeface="+mn-lt"/>
              </a:rPr>
              <a:t>维特比（Viterbi）算法</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3</a:t>
            </a:r>
            <a:r>
              <a:rPr lang="zh-CN" altLang="en-US" sz="2400" b="1">
                <a:solidFill>
                  <a:srgbClr val="004C41"/>
                </a:solidFill>
                <a:ea typeface="宋体" pitchFamily="2" charset="-122"/>
                <a:cs typeface="+mn-ea"/>
                <a:sym typeface="+mn-lt"/>
              </a:rPr>
              <a:t>）算法举例</a:t>
            </a:r>
            <a:endParaRPr lang="zh-CN" altLang="en-US"/>
          </a:p>
        </p:txBody>
      </p:sp>
      <p:sp>
        <p:nvSpPr>
          <p:cNvPr id="3" name="日期占位符 2"/>
          <p:cNvSpPr>
            <a:spLocks noGrp="1"/>
          </p:cNvSpPr>
          <p:nvPr>
            <p:ph type="dt" sz="half" idx="10"/>
          </p:nvPr>
        </p:nvSpPr>
        <p:spPr/>
        <p:txBody>
          <a:bodyPr/>
          <a:lstStyle/>
          <a:p>
            <a:fld id="{B5EB4023-B692-41B2-93C3-32315200AA94}"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5" name="文本框 4"/>
          <p:cNvSpPr txBox="1"/>
          <p:nvPr/>
        </p:nvSpPr>
        <p:spPr>
          <a:xfrm>
            <a:off x="419099" y="848935"/>
            <a:ext cx="877163" cy="369332"/>
          </a:xfrm>
          <a:prstGeom prst="rect">
            <a:avLst/>
          </a:prstGeom>
          <a:noFill/>
        </p:spPr>
        <p:txBody>
          <a:bodyPr wrap="none" rtlCol="0">
            <a:spAutoFit/>
          </a:bodyPr>
          <a:lstStyle/>
          <a:p>
            <a:r>
              <a:rPr lang="zh-CN" altLang="en-US" sz="1800">
                <a:solidFill>
                  <a:srgbClr val="0000FF"/>
                </a:solidFill>
              </a:rPr>
              <a:t>说明：</a:t>
            </a:r>
            <a:endParaRPr lang="zh-CN" altLang="en-US" sz="1800">
              <a:solidFill>
                <a:srgbClr val="0000FF"/>
              </a:solidFill>
            </a:endParaRPr>
          </a:p>
        </p:txBody>
      </p:sp>
      <p:sp>
        <p:nvSpPr>
          <p:cNvPr id="7" name="文本框 6"/>
          <p:cNvSpPr txBox="1"/>
          <p:nvPr/>
        </p:nvSpPr>
        <p:spPr>
          <a:xfrm>
            <a:off x="457200" y="1130766"/>
            <a:ext cx="8334376" cy="3784600"/>
          </a:xfrm>
          <a:prstGeom prst="rect">
            <a:avLst/>
          </a:prstGeom>
          <a:noFill/>
        </p:spPr>
        <p:txBody>
          <a:bodyPr wrap="square">
            <a:spAutoFit/>
          </a:bodyPr>
          <a:lstStyle/>
          <a:p>
            <a:pPr>
              <a:lnSpc>
                <a:spcPct val="150000"/>
              </a:lnSpc>
            </a:pPr>
            <a:r>
              <a:rPr lang="zh-CN" altLang="en-US" sz="1600"/>
              <a:t>按照下面的方法从盒子里抽球，</a:t>
            </a:r>
            <a:endParaRPr lang="en-US" altLang="zh-CN" sz="1600"/>
          </a:p>
          <a:p>
            <a:pPr marL="285750" indent="-285750">
              <a:lnSpc>
                <a:spcPct val="150000"/>
              </a:lnSpc>
              <a:buClr>
                <a:srgbClr val="0070C0"/>
              </a:buClr>
              <a:buFont typeface="Wingdings" panose="05000000000000000000" pitchFamily="2" charset="2"/>
              <a:buChar char="n"/>
            </a:pPr>
            <a:r>
              <a:rPr lang="zh-CN" altLang="en-US" sz="1600"/>
              <a:t>开始的时候，从第一个盒子抽球的概率是</a:t>
            </a:r>
            <a:r>
              <a:rPr lang="en-US" altLang="zh-CN" sz="1600"/>
              <a:t>0.3</a:t>
            </a:r>
            <a:r>
              <a:rPr lang="zh-CN" altLang="en-US" sz="1600"/>
              <a:t>，从第二个盒子抽球的概率是</a:t>
            </a:r>
            <a:r>
              <a:rPr lang="en-US" altLang="zh-CN" sz="1600"/>
              <a:t>0.5</a:t>
            </a:r>
            <a:r>
              <a:rPr lang="zh-CN" altLang="en-US" sz="1600"/>
              <a:t>，从第三个盒子抽球的概率是</a:t>
            </a:r>
            <a:r>
              <a:rPr lang="en-US" altLang="zh-CN" sz="1600"/>
              <a:t>0.2</a:t>
            </a:r>
            <a:r>
              <a:rPr lang="zh-CN" altLang="en-US" sz="1600"/>
              <a:t>。</a:t>
            </a:r>
            <a:r>
              <a:rPr lang="en-US" altLang="zh-CN" sz="1600">
                <a:sym typeface="Wingdings" panose="05000000000000000000" pitchFamily="2" charset="2"/>
              </a:rPr>
              <a:t></a:t>
            </a:r>
            <a:r>
              <a:rPr lang="zh-CN" altLang="en-US" sz="1600">
                <a:sym typeface="Wingdings" panose="05000000000000000000" pitchFamily="2" charset="2"/>
              </a:rPr>
              <a:t>初始概率分布</a:t>
            </a:r>
            <a:endParaRPr lang="en-US" altLang="zh-CN" sz="1600"/>
          </a:p>
          <a:p>
            <a:pPr marL="285750" indent="-285750">
              <a:lnSpc>
                <a:spcPct val="150000"/>
              </a:lnSpc>
              <a:buClr>
                <a:srgbClr val="0070C0"/>
              </a:buClr>
              <a:buFont typeface="Wingdings" panose="05000000000000000000" pitchFamily="2" charset="2"/>
              <a:buChar char="n"/>
            </a:pPr>
            <a:r>
              <a:rPr lang="zh-CN" altLang="en-US" sz="1600">
                <a:solidFill>
                  <a:srgbClr val="0000FF"/>
                </a:solidFill>
              </a:rPr>
              <a:t>以这个概率抽一次球后，将球放回。然后从当前盒子转移到下一个盒子进行抽球。</a:t>
            </a:r>
            <a:r>
              <a:rPr lang="zh-CN" altLang="en-US" sz="1600"/>
              <a:t>规则是</a:t>
            </a:r>
            <a:r>
              <a:rPr lang="zh-CN" altLang="en-US" sz="1600">
                <a:sym typeface="Wingdings" panose="05000000000000000000" pitchFamily="2" charset="2"/>
              </a:rPr>
              <a:t>（</a:t>
            </a:r>
            <a:r>
              <a:rPr lang="en-US" altLang="zh-CN" sz="1600">
                <a:sym typeface="Wingdings" panose="05000000000000000000" pitchFamily="2" charset="2"/>
              </a:rPr>
              <a:t>1</a:t>
            </a:r>
            <a:r>
              <a:rPr lang="zh-CN" altLang="en-US" sz="1600">
                <a:sym typeface="Wingdings" panose="05000000000000000000" pitchFamily="2" charset="2"/>
              </a:rPr>
              <a:t>）</a:t>
            </a:r>
            <a:r>
              <a:rPr lang="zh-CN" altLang="en-US" sz="1600"/>
              <a:t>如果当前抽球的盒子是第一个盒子，则前一次在第一个盒子抽球的</a:t>
            </a:r>
            <a:r>
              <a:rPr lang="zh-CN" altLang="en-US" sz="1600">
                <a:sym typeface="+mn-ea"/>
              </a:rPr>
              <a:t>概率为</a:t>
            </a:r>
            <a:r>
              <a:rPr lang="en-US" altLang="zh-CN" sz="1600">
                <a:sym typeface="+mn-ea"/>
              </a:rPr>
              <a:t>0.5</a:t>
            </a:r>
            <a:r>
              <a:rPr lang="zh-CN" altLang="en-US" sz="1600"/>
              <a:t>，</a:t>
            </a:r>
            <a:r>
              <a:rPr lang="zh-CN" altLang="en-US" sz="1600">
                <a:sym typeface="+mn-ea"/>
              </a:rPr>
              <a:t>在第二个盒子抽球的</a:t>
            </a:r>
            <a:r>
              <a:rPr lang="zh-CN" altLang="en-US" sz="1600">
                <a:sym typeface="+mn-ea"/>
              </a:rPr>
              <a:t>概率为</a:t>
            </a:r>
            <a:r>
              <a:rPr lang="en-US" altLang="zh-CN" sz="1600">
                <a:sym typeface="+mn-ea"/>
              </a:rPr>
              <a:t>0.2</a:t>
            </a:r>
            <a:r>
              <a:rPr lang="zh-CN" altLang="en-US" sz="1600"/>
              <a:t>，</a:t>
            </a:r>
            <a:r>
              <a:rPr lang="zh-CN" altLang="en-US" sz="1600">
                <a:sym typeface="+mn-ea"/>
              </a:rPr>
              <a:t>在第三个盒子抽球的</a:t>
            </a:r>
            <a:r>
              <a:rPr lang="zh-CN" altLang="en-US" sz="1600">
                <a:sym typeface="+mn-ea"/>
              </a:rPr>
              <a:t>概率为</a:t>
            </a:r>
            <a:r>
              <a:rPr lang="en-US" altLang="zh-CN" sz="1600">
                <a:sym typeface="+mn-ea"/>
              </a:rPr>
              <a:t>0.3</a:t>
            </a:r>
            <a:r>
              <a:rPr lang="zh-CN" altLang="en-US" sz="1600"/>
              <a:t>。</a:t>
            </a:r>
            <a:r>
              <a:rPr lang="zh-CN" altLang="en-US" sz="1600">
                <a:sym typeface="Wingdings" panose="05000000000000000000" pitchFamily="2" charset="2"/>
              </a:rPr>
              <a:t>（</a:t>
            </a:r>
            <a:r>
              <a:rPr lang="en-US" altLang="zh-CN" sz="1600">
                <a:sym typeface="Wingdings" panose="05000000000000000000" pitchFamily="2" charset="2"/>
              </a:rPr>
              <a:t>2</a:t>
            </a:r>
            <a:r>
              <a:rPr lang="zh-CN" altLang="en-US" sz="1600">
                <a:sym typeface="Wingdings" panose="05000000000000000000" pitchFamily="2" charset="2"/>
              </a:rPr>
              <a:t>）</a:t>
            </a:r>
            <a:r>
              <a:rPr lang="zh-CN" altLang="en-US" sz="1600"/>
              <a:t>如果当前抽球的盒子是第二个盒子，</a:t>
            </a:r>
            <a:r>
              <a:rPr lang="zh-CN" altLang="en-US" sz="1600">
                <a:sym typeface="+mn-ea"/>
              </a:rPr>
              <a:t>则前一次在第一个盒子抽球的</a:t>
            </a:r>
            <a:r>
              <a:rPr lang="zh-CN" altLang="en-US" sz="1600">
                <a:sym typeface="+mn-ea"/>
              </a:rPr>
              <a:t>概率为</a:t>
            </a:r>
            <a:r>
              <a:rPr lang="en-US" altLang="zh-CN" sz="1600">
                <a:sym typeface="+mn-ea"/>
              </a:rPr>
              <a:t>0.3</a:t>
            </a:r>
            <a:r>
              <a:rPr lang="zh-CN" altLang="en-US" sz="1600">
                <a:sym typeface="+mn-ea"/>
              </a:rPr>
              <a:t>，</a:t>
            </a:r>
            <a:r>
              <a:rPr lang="zh-CN" altLang="en-US" sz="1600">
                <a:sym typeface="+mn-ea"/>
              </a:rPr>
              <a:t>在第二个盒子抽球的概率为</a:t>
            </a:r>
            <a:r>
              <a:rPr lang="en-US" altLang="zh-CN" sz="1600">
                <a:sym typeface="+mn-ea"/>
              </a:rPr>
              <a:t>0.5</a:t>
            </a:r>
            <a:r>
              <a:rPr lang="zh-CN" altLang="en-US" sz="1600">
                <a:sym typeface="+mn-ea"/>
              </a:rPr>
              <a:t>，</a:t>
            </a:r>
            <a:r>
              <a:rPr lang="zh-CN" altLang="en-US" sz="1600">
                <a:sym typeface="+mn-ea"/>
              </a:rPr>
              <a:t>在第三个盒子抽球的概率为</a:t>
            </a:r>
            <a:r>
              <a:rPr lang="en-US" altLang="zh-CN" sz="1600">
                <a:sym typeface="+mn-ea"/>
              </a:rPr>
              <a:t>0.2</a:t>
            </a:r>
            <a:r>
              <a:rPr lang="zh-CN" altLang="en-US" sz="1600">
                <a:sym typeface="+mn-ea"/>
              </a:rPr>
              <a:t>。</a:t>
            </a:r>
            <a:r>
              <a:rPr lang="zh-CN" altLang="en-US" sz="1600">
                <a:sym typeface="Wingdings" panose="05000000000000000000" pitchFamily="2" charset="2"/>
              </a:rPr>
              <a:t>（</a:t>
            </a:r>
            <a:r>
              <a:rPr lang="en-US" altLang="zh-CN" sz="1600">
                <a:sym typeface="Wingdings" panose="05000000000000000000" pitchFamily="2" charset="2"/>
              </a:rPr>
              <a:t>3</a:t>
            </a:r>
            <a:r>
              <a:rPr lang="zh-CN" altLang="en-US" sz="1600">
                <a:sym typeface="Wingdings" panose="05000000000000000000" pitchFamily="2" charset="2"/>
              </a:rPr>
              <a:t>）</a:t>
            </a:r>
            <a:r>
              <a:rPr lang="zh-CN" altLang="en-US" sz="1600"/>
              <a:t>如果当前抽球的盒子是第三个盒子，则</a:t>
            </a:r>
            <a:r>
              <a:rPr lang="zh-CN" altLang="en-US" sz="1600">
                <a:sym typeface="+mn-ea"/>
              </a:rPr>
              <a:t>则前一次在第一个盒子抽球的</a:t>
            </a:r>
            <a:r>
              <a:rPr lang="zh-CN" altLang="en-US" sz="1600">
                <a:sym typeface="+mn-ea"/>
              </a:rPr>
              <a:t>概率为</a:t>
            </a:r>
            <a:r>
              <a:rPr lang="en-US" altLang="zh-CN" sz="1600">
                <a:sym typeface="+mn-ea"/>
              </a:rPr>
              <a:t>0.3</a:t>
            </a:r>
            <a:r>
              <a:rPr lang="zh-CN" altLang="en-US" sz="1600">
                <a:sym typeface="+mn-ea"/>
              </a:rPr>
              <a:t>，</a:t>
            </a:r>
            <a:r>
              <a:rPr lang="zh-CN" altLang="en-US" sz="1600">
                <a:sym typeface="+mn-ea"/>
              </a:rPr>
              <a:t>在第二个盒子抽球的概率为</a:t>
            </a:r>
            <a:r>
              <a:rPr lang="en-US" altLang="zh-CN" sz="1600">
                <a:sym typeface="+mn-ea"/>
              </a:rPr>
              <a:t>0.4</a:t>
            </a:r>
            <a:r>
              <a:rPr lang="zh-CN" altLang="en-US" sz="1600">
                <a:sym typeface="+mn-ea"/>
              </a:rPr>
              <a:t>，</a:t>
            </a:r>
            <a:r>
              <a:rPr lang="zh-CN" altLang="en-US" sz="1600">
                <a:sym typeface="+mn-ea"/>
              </a:rPr>
              <a:t>在第三个盒子抽球的概率为</a:t>
            </a:r>
            <a:r>
              <a:rPr lang="en-US" altLang="zh-CN" sz="1600">
                <a:sym typeface="+mn-ea"/>
              </a:rPr>
              <a:t>0.3</a:t>
            </a:r>
            <a:r>
              <a:rPr lang="zh-CN" altLang="en-US" sz="1600"/>
              <a:t>。</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2" name="文本框 21"/>
          <p:cNvSpPr txBox="1"/>
          <p:nvPr/>
        </p:nvSpPr>
        <p:spPr>
          <a:xfrm>
            <a:off x="424637" y="2458933"/>
            <a:ext cx="7917497" cy="698076"/>
          </a:xfrm>
          <a:prstGeom prst="rect">
            <a:avLst/>
          </a:prstGeom>
          <a:solidFill>
            <a:schemeClr val="accent1">
              <a:lumMod val="40000"/>
              <a:lumOff val="60000"/>
            </a:schemeClr>
          </a:solidFill>
        </p:spPr>
        <p:txBody>
          <a:bodyPr wrap="square">
            <a:spAutoFit/>
          </a:bodyPr>
          <a:lstStyle/>
          <a:p>
            <a:pPr>
              <a:lnSpc>
                <a:spcPct val="130000"/>
              </a:lnSpc>
            </a:pPr>
            <a:r>
              <a:rPr lang="zh-CN" altLang="en-US" sz="1600" dirty="0">
                <a:solidFill>
                  <a:srgbClr val="FF0000"/>
                </a:solidFill>
                <a:latin typeface="Times New Roman" panose="02020503050405090304" pitchFamily="18" charset="0"/>
                <a:ea typeface="宋体" pitchFamily="2" charset="-122"/>
              </a:rPr>
              <a:t>（</a:t>
            </a:r>
            <a:r>
              <a:rPr lang="en-US" altLang="zh-CN" sz="1600" dirty="0">
                <a:solidFill>
                  <a:srgbClr val="FF0000"/>
                </a:solidFill>
                <a:latin typeface="Times New Roman" panose="02020503050405090304" pitchFamily="18" charset="0"/>
                <a:ea typeface="宋体" pitchFamily="2" charset="-122"/>
              </a:rPr>
              <a:t>1</a:t>
            </a:r>
            <a:r>
              <a:rPr lang="zh-CN" altLang="en-US" sz="1600" dirty="0">
                <a:solidFill>
                  <a:srgbClr val="FF0000"/>
                </a:solidFill>
                <a:latin typeface="Times New Roman" panose="02020503050405090304" pitchFamily="18" charset="0"/>
                <a:ea typeface="宋体" pitchFamily="2" charset="-122"/>
              </a:rPr>
              <a:t>）初始化。</a:t>
            </a:r>
            <a:r>
              <a:rPr lang="en-US" altLang="zh-CN" sz="1600" dirty="0">
                <a:latin typeface="Times New Roman" panose="02020503050405090304" pitchFamily="18" charset="0"/>
                <a:ea typeface="宋体" pitchFamily="2" charset="-122"/>
              </a:rPr>
              <a:t>t </a:t>
            </a:r>
            <a:r>
              <a:rPr lang="en-US" altLang="zh-CN" sz="1600">
                <a:latin typeface="Times New Roman" panose="02020503050405090304" pitchFamily="18" charset="0"/>
                <a:ea typeface="宋体" pitchFamily="2" charset="-122"/>
              </a:rPr>
              <a:t>= 1</a:t>
            </a:r>
            <a:r>
              <a:rPr lang="zh-CN" altLang="en-US" sz="1600">
                <a:latin typeface="Times New Roman" panose="02020503050405090304" pitchFamily="18" charset="0"/>
                <a:ea typeface="宋体" pitchFamily="2" charset="-122"/>
              </a:rPr>
              <a:t>时</a:t>
            </a:r>
            <a:r>
              <a:rPr lang="zh-CN" altLang="en-US" sz="1600" dirty="0">
                <a:latin typeface="Times New Roman" panose="02020503050405090304" pitchFamily="18" charset="0"/>
                <a:ea typeface="宋体" pitchFamily="2" charset="-122"/>
              </a:rPr>
              <a:t>的“白”，分别</a:t>
            </a:r>
            <a:r>
              <a:rPr lang="zh-CN" altLang="en-US" sz="1600">
                <a:latin typeface="Times New Roman" panose="02020503050405090304" pitchFamily="18" charset="0"/>
                <a:ea typeface="宋体" pitchFamily="2" charset="-122"/>
              </a:rPr>
              <a:t>是状态</a:t>
            </a:r>
            <a:r>
              <a:rPr lang="en-US" altLang="zh-CN" sz="1600">
                <a:latin typeface="Times New Roman" panose="02020503050405090304" pitchFamily="18" charset="0"/>
                <a:ea typeface="宋体" pitchFamily="2" charset="-122"/>
              </a:rPr>
              <a:t>1</a:t>
            </a:r>
            <a:r>
              <a:rPr lang="zh-CN" altLang="en-US" sz="1600" dirty="0">
                <a:latin typeface="Times New Roman" panose="02020503050405090304" pitchFamily="18" charset="0"/>
                <a:ea typeface="宋体" pitchFamily="2" charset="-122"/>
              </a:rPr>
              <a:t>，</a:t>
            </a:r>
            <a:r>
              <a:rPr lang="en-US" altLang="zh-CN" sz="1600" dirty="0">
                <a:latin typeface="Times New Roman" panose="02020503050405090304" pitchFamily="18" charset="0"/>
                <a:ea typeface="宋体" pitchFamily="2" charset="-122"/>
              </a:rPr>
              <a:t>2</a:t>
            </a:r>
            <a:r>
              <a:rPr lang="zh-CN" altLang="en-US" sz="1600" dirty="0">
                <a:latin typeface="Times New Roman" panose="02020503050405090304" pitchFamily="18" charset="0"/>
                <a:ea typeface="宋体" pitchFamily="2" charset="-122"/>
              </a:rPr>
              <a:t>，</a:t>
            </a:r>
            <a:r>
              <a:rPr lang="en-US" altLang="zh-CN" sz="1600">
                <a:latin typeface="Times New Roman" panose="02020503050405090304" pitchFamily="18" charset="0"/>
                <a:ea typeface="宋体" pitchFamily="2" charset="-122"/>
              </a:rPr>
              <a:t>3 </a:t>
            </a:r>
            <a:r>
              <a:rPr lang="zh-CN" altLang="en-US" sz="1600">
                <a:latin typeface="Times New Roman" panose="02020503050405090304" pitchFamily="18" charset="0"/>
                <a:ea typeface="宋体" pitchFamily="2" charset="-122"/>
              </a:rPr>
              <a:t>（</a:t>
            </a:r>
            <a:r>
              <a:rPr lang="en-US" altLang="zh-CN" sz="1600">
                <a:latin typeface="Times New Roman" panose="02020503050405090304" pitchFamily="18" charset="0"/>
                <a:ea typeface="宋体" pitchFamily="2" charset="-122"/>
              </a:rPr>
              <a:t>3</a:t>
            </a:r>
            <a:r>
              <a:rPr lang="zh-CN" altLang="en-US" sz="1600">
                <a:latin typeface="Times New Roman" panose="02020503050405090304" pitchFamily="18" charset="0"/>
                <a:ea typeface="宋体" pitchFamily="2" charset="-122"/>
              </a:rPr>
              <a:t>个盒子）的</a:t>
            </a:r>
            <a:r>
              <a:rPr lang="zh-CN" altLang="en-US" sz="1600" dirty="0">
                <a:latin typeface="Times New Roman" panose="02020503050405090304" pitchFamily="18" charset="0"/>
                <a:ea typeface="宋体" pitchFamily="2" charset="-122"/>
              </a:rPr>
              <a:t>条件下观察得来的概率，计算如下：</a:t>
            </a:r>
            <a:endParaRPr lang="zh-CN" altLang="en-US" sz="1600" dirty="0">
              <a:latin typeface="Times New Roman" panose="02020503050405090304" pitchFamily="18" charset="0"/>
              <a:ea typeface="宋体" pitchFamily="2" charset="-122"/>
            </a:endParaRPr>
          </a:p>
        </p:txBody>
      </p:sp>
      <p:pic>
        <p:nvPicPr>
          <p:cNvPr id="21" name="图片 20"/>
          <p:cNvPicPr>
            <a:picLocks noChangeAspect="1"/>
          </p:cNvPicPr>
          <p:nvPr/>
        </p:nvPicPr>
        <p:blipFill rotWithShape="1">
          <a:blip r:embed="rId1"/>
          <a:srcRect l="2045" t="3441" r="3909" b="10688"/>
          <a:stretch>
            <a:fillRect/>
          </a:stretch>
        </p:blipFill>
        <p:spPr>
          <a:xfrm>
            <a:off x="2362199" y="3208140"/>
            <a:ext cx="4248151" cy="1341058"/>
          </a:xfrm>
          <a:prstGeom prst="rect">
            <a:avLst/>
          </a:prstGeom>
        </p:spPr>
      </p:pic>
      <p:sp>
        <p:nvSpPr>
          <p:cNvPr id="28" name="文本框 27"/>
          <p:cNvSpPr txBox="1"/>
          <p:nvPr/>
        </p:nvSpPr>
        <p:spPr>
          <a:xfrm>
            <a:off x="695097" y="4551346"/>
            <a:ext cx="3261757" cy="338554"/>
          </a:xfrm>
          <a:prstGeom prst="rect">
            <a:avLst/>
          </a:prstGeom>
          <a:noFill/>
        </p:spPr>
        <p:txBody>
          <a:bodyPr wrap="square">
            <a:spAutoFit/>
          </a:bodyPr>
          <a:lstStyle/>
          <a:p>
            <a:r>
              <a:rPr lang="zh-CN" altLang="en-US" sz="1600" dirty="0">
                <a:latin typeface="Times New Roman" panose="02020503050405090304" pitchFamily="18" charset="0"/>
                <a:ea typeface="宋体" pitchFamily="2" charset="-122"/>
              </a:rPr>
              <a:t>此时</a:t>
            </a:r>
            <a:r>
              <a:rPr lang="zh-CN" altLang="en-US" sz="1600">
                <a:latin typeface="Times New Roman" panose="02020503050405090304" pitchFamily="18" charset="0"/>
                <a:ea typeface="宋体" pitchFamily="2" charset="-122"/>
              </a:rPr>
              <a:t>，</a:t>
            </a:r>
            <a:r>
              <a:rPr lang="en-US" altLang="zh-CN" sz="1600">
                <a:latin typeface="Times New Roman" panose="02020503050405090304" pitchFamily="18" charset="0"/>
                <a:ea typeface="宋体" pitchFamily="2" charset="-122"/>
              </a:rPr>
              <a:t>path</a:t>
            </a:r>
            <a:r>
              <a:rPr lang="zh-CN" altLang="en-US" sz="1600">
                <a:latin typeface="Times New Roman" panose="02020503050405090304" pitchFamily="18" charset="0"/>
                <a:ea typeface="宋体" pitchFamily="2" charset="-122"/>
              </a:rPr>
              <a:t>矩阵</a:t>
            </a:r>
            <a:r>
              <a:rPr lang="zh-CN" altLang="en-US" sz="1600" dirty="0">
                <a:latin typeface="Times New Roman" panose="02020503050405090304" pitchFamily="18" charset="0"/>
                <a:ea typeface="宋体" pitchFamily="2" charset="-122"/>
              </a:rPr>
              <a:t>的第一列为 </a:t>
            </a:r>
            <a:r>
              <a:rPr lang="en-US" altLang="zh-CN" sz="1600" dirty="0">
                <a:latin typeface="Times New Roman" panose="02020503050405090304" pitchFamily="18" charset="0"/>
                <a:ea typeface="宋体" pitchFamily="2" charset="-122"/>
              </a:rPr>
              <a:t>0</a:t>
            </a:r>
            <a:r>
              <a:rPr lang="zh-CN" altLang="en-US" sz="1600" dirty="0">
                <a:latin typeface="Times New Roman" panose="02020503050405090304" pitchFamily="18" charset="0"/>
                <a:ea typeface="宋体" pitchFamily="2" charset="-122"/>
              </a:rPr>
              <a:t>。</a:t>
            </a:r>
            <a:endParaRPr lang="zh-CN" altLang="en-US" sz="1600" dirty="0">
              <a:latin typeface="Times New Roman" panose="02020503050405090304" pitchFamily="18" charset="0"/>
              <a:ea typeface="宋体" pitchFamily="2" charset="-122"/>
            </a:endParaRPr>
          </a:p>
        </p:txBody>
      </p:sp>
      <p:sp>
        <p:nvSpPr>
          <p:cNvPr id="6" name="文本框 5"/>
          <p:cNvSpPr txBox="1"/>
          <p:nvPr/>
        </p:nvSpPr>
        <p:spPr>
          <a:xfrm>
            <a:off x="424637" y="882063"/>
            <a:ext cx="8055133" cy="1525739"/>
          </a:xfrm>
          <a:prstGeom prst="rect">
            <a:avLst/>
          </a:prstGeom>
          <a:solidFill>
            <a:schemeClr val="accent4">
              <a:lumMod val="40000"/>
              <a:lumOff val="60000"/>
            </a:schemeClr>
          </a:solidFill>
        </p:spPr>
        <p:txBody>
          <a:bodyPr wrap="square">
            <a:spAutoFit/>
          </a:bodyPr>
          <a:lstStyle/>
          <a:p>
            <a:pPr>
              <a:lnSpc>
                <a:spcPct val="150000"/>
              </a:lnSpc>
            </a:pPr>
            <a:r>
              <a:rPr lang="zh-CN" altLang="en-US" sz="1600" dirty="0">
                <a:latin typeface="Times New Roman" panose="02020503050405090304" pitchFamily="18" charset="0"/>
                <a:ea typeface="宋体" pitchFamily="2" charset="-122"/>
              </a:rPr>
              <a:t>【案例分析】首先定义两个矩阵 ：</a:t>
            </a:r>
            <a:endParaRPr lang="en-US" altLang="zh-CN" sz="1600" dirty="0">
              <a:latin typeface="Times New Roman" panose="02020503050405090304" pitchFamily="18" charset="0"/>
              <a:ea typeface="宋体" pitchFamily="2" charset="-122"/>
            </a:endParaRPr>
          </a:p>
          <a:p>
            <a:pPr marL="285750" indent="-285750">
              <a:lnSpc>
                <a:spcPct val="150000"/>
              </a:lnSpc>
              <a:buFont typeface="Arial" panose="020B0604020202090204" pitchFamily="34" charset="0"/>
              <a:buChar char="•"/>
            </a:pPr>
            <a:r>
              <a:rPr lang="en-US" altLang="zh-CN" sz="1600">
                <a:latin typeface="Times New Roman" panose="02020503050405090304" pitchFamily="18" charset="0"/>
                <a:ea typeface="宋体" pitchFamily="2" charset="-122"/>
              </a:rPr>
              <a:t>weight</a:t>
            </a:r>
            <a:r>
              <a:rPr lang="en-US" altLang="zh-CN" sz="1600" dirty="0">
                <a:latin typeface="Times New Roman" panose="02020503050405090304" pitchFamily="18" charset="0"/>
                <a:ea typeface="宋体" pitchFamily="2" charset="-122"/>
              </a:rPr>
              <a:t>[3][</a:t>
            </a:r>
            <a:r>
              <a:rPr lang="en-US" altLang="zh-CN" sz="1600">
                <a:latin typeface="Times New Roman" panose="02020503050405090304" pitchFamily="18" charset="0"/>
                <a:ea typeface="宋体" pitchFamily="2" charset="-122"/>
              </a:rPr>
              <a:t>3]——3×3</a:t>
            </a:r>
            <a:r>
              <a:rPr lang="zh-CN" altLang="en-US" sz="1600">
                <a:latin typeface="Times New Roman" panose="02020503050405090304" pitchFamily="18" charset="0"/>
                <a:ea typeface="宋体" pitchFamily="2" charset="-122"/>
              </a:rPr>
              <a:t>矩阵，表示在</a:t>
            </a:r>
            <a:r>
              <a:rPr lang="en-US" altLang="zh-CN" sz="1600">
                <a:latin typeface="Times New Roman" panose="02020503050405090304" pitchFamily="18" charset="0"/>
                <a:ea typeface="宋体" pitchFamily="2" charset="-122"/>
              </a:rPr>
              <a:t>t</a:t>
            </a:r>
            <a:r>
              <a:rPr lang="zh-CN" altLang="en-US" sz="1600">
                <a:latin typeface="Times New Roman" panose="02020503050405090304" pitchFamily="18" charset="0"/>
                <a:ea typeface="宋体" pitchFamily="2" charset="-122"/>
              </a:rPr>
              <a:t>时刻状态为</a:t>
            </a:r>
            <a:r>
              <a:rPr lang="en-US" altLang="zh-CN" sz="1600">
                <a:latin typeface="Times New Roman" panose="02020503050405090304" pitchFamily="18" charset="0"/>
                <a:ea typeface="宋体" pitchFamily="2" charset="-122"/>
              </a:rPr>
              <a:t>i</a:t>
            </a:r>
            <a:r>
              <a:rPr lang="zh-CN" altLang="en-US" sz="1600">
                <a:latin typeface="Times New Roman" panose="02020503050405090304" pitchFamily="18" charset="0"/>
                <a:ea typeface="宋体" pitchFamily="2" charset="-122"/>
              </a:rPr>
              <a:t>的</a:t>
            </a:r>
            <a:r>
              <a:rPr lang="zh-CN" altLang="en-US" sz="1600" dirty="0">
                <a:latin typeface="Times New Roman" panose="02020503050405090304" pitchFamily="18" charset="0"/>
                <a:ea typeface="宋体" pitchFamily="2" charset="-122"/>
              </a:rPr>
              <a:t>所有单个路径中的概率最大值。 </a:t>
            </a:r>
            <a:endParaRPr lang="en-US" altLang="zh-CN" sz="1600" dirty="0">
              <a:latin typeface="Times New Roman" panose="02020503050405090304" pitchFamily="18" charset="0"/>
              <a:ea typeface="宋体" pitchFamily="2" charset="-122"/>
            </a:endParaRPr>
          </a:p>
          <a:p>
            <a:pPr marL="285750" indent="-285750">
              <a:lnSpc>
                <a:spcPct val="150000"/>
              </a:lnSpc>
              <a:buFont typeface="Arial" panose="020B0604020202090204" pitchFamily="34" charset="0"/>
              <a:buChar char="•"/>
            </a:pPr>
            <a:r>
              <a:rPr lang="en-US" altLang="zh-CN" sz="1600">
                <a:latin typeface="Times New Roman" panose="02020503050405090304" pitchFamily="18" charset="0"/>
                <a:ea typeface="宋体" pitchFamily="2" charset="-122"/>
              </a:rPr>
              <a:t>path</a:t>
            </a:r>
            <a:r>
              <a:rPr lang="en-US" altLang="zh-CN" sz="1600" dirty="0">
                <a:latin typeface="Times New Roman" panose="02020503050405090304" pitchFamily="18" charset="0"/>
                <a:ea typeface="宋体" pitchFamily="2" charset="-122"/>
              </a:rPr>
              <a:t>[3][</a:t>
            </a:r>
            <a:r>
              <a:rPr lang="en-US" altLang="zh-CN" sz="1600">
                <a:latin typeface="Times New Roman" panose="02020503050405090304" pitchFamily="18" charset="0"/>
                <a:ea typeface="宋体" pitchFamily="2" charset="-122"/>
              </a:rPr>
              <a:t>3]——3×3</a:t>
            </a:r>
            <a:r>
              <a:rPr lang="zh-CN" altLang="en-US" sz="1600">
                <a:latin typeface="Times New Roman" panose="02020503050405090304" pitchFamily="18" charset="0"/>
                <a:ea typeface="宋体" pitchFamily="2" charset="-122"/>
              </a:rPr>
              <a:t>矩阵，表示在</a:t>
            </a:r>
            <a:r>
              <a:rPr lang="en-US" altLang="zh-CN" sz="1600">
                <a:latin typeface="Times New Roman" panose="02020503050405090304" pitchFamily="18" charset="0"/>
                <a:ea typeface="宋体" pitchFamily="2" charset="-122"/>
              </a:rPr>
              <a:t>t</a:t>
            </a:r>
            <a:r>
              <a:rPr lang="zh-CN" altLang="en-US" sz="1600">
                <a:latin typeface="Times New Roman" panose="02020503050405090304" pitchFamily="18" charset="0"/>
                <a:ea typeface="宋体" pitchFamily="2" charset="-122"/>
              </a:rPr>
              <a:t>时刻状态为</a:t>
            </a:r>
            <a:r>
              <a:rPr lang="en-US" altLang="zh-CN" sz="1600">
                <a:latin typeface="Times New Roman" panose="02020503050405090304" pitchFamily="18" charset="0"/>
                <a:ea typeface="宋体" pitchFamily="2" charset="-122"/>
              </a:rPr>
              <a:t>i</a:t>
            </a:r>
            <a:r>
              <a:rPr lang="zh-CN" altLang="en-US" sz="1600">
                <a:latin typeface="Times New Roman" panose="02020503050405090304" pitchFamily="18" charset="0"/>
                <a:ea typeface="宋体" pitchFamily="2" charset="-122"/>
              </a:rPr>
              <a:t>的</a:t>
            </a:r>
            <a:r>
              <a:rPr lang="zh-CN" altLang="en-US" sz="1600" dirty="0">
                <a:latin typeface="Times New Roman" panose="02020503050405090304" pitchFamily="18" charset="0"/>
                <a:ea typeface="宋体" pitchFamily="2" charset="-122"/>
              </a:rPr>
              <a:t>所有路径中概率最大的那条，它</a:t>
            </a:r>
            <a:r>
              <a:rPr lang="zh-CN" altLang="en-US" sz="1600">
                <a:latin typeface="Times New Roman" panose="02020503050405090304" pitchFamily="18" charset="0"/>
                <a:ea typeface="宋体" pitchFamily="2" charset="-122"/>
              </a:rPr>
              <a:t>的第</a:t>
            </a:r>
            <a:r>
              <a:rPr lang="en-US" altLang="zh-CN" sz="1600">
                <a:latin typeface="Times New Roman" panose="02020503050405090304" pitchFamily="18" charset="0"/>
                <a:ea typeface="宋体" pitchFamily="2" charset="-122"/>
              </a:rPr>
              <a:t>t-1</a:t>
            </a:r>
            <a:r>
              <a:rPr lang="zh-CN" altLang="en-US" sz="1600">
                <a:latin typeface="Times New Roman" panose="02020503050405090304" pitchFamily="18" charset="0"/>
                <a:ea typeface="宋体" pitchFamily="2" charset="-122"/>
              </a:rPr>
              <a:t>个</a:t>
            </a:r>
            <a:r>
              <a:rPr lang="zh-CN" altLang="en-US" sz="1600" dirty="0">
                <a:latin typeface="Times New Roman" panose="02020503050405090304" pitchFamily="18" charset="0"/>
                <a:ea typeface="宋体" pitchFamily="2" charset="-122"/>
              </a:rPr>
              <a:t>节点是什么。</a:t>
            </a:r>
            <a:endParaRPr lang="zh-CN" altLang="en-US" sz="1600" dirty="0">
              <a:latin typeface="Times New Roman" panose="02020503050405090304" pitchFamily="18" charset="0"/>
              <a:ea typeface="宋体" pitchFamily="2" charset="-122"/>
            </a:endParaRPr>
          </a:p>
        </p:txBody>
      </p:sp>
      <p:sp>
        <p:nvSpPr>
          <p:cNvPr id="7" name="标题 6"/>
          <p:cNvSpPr>
            <a:spLocks noGrp="1"/>
          </p:cNvSpPr>
          <p:nvPr>
            <p:ph type="title"/>
          </p:nvPr>
        </p:nvSpPr>
        <p:spPr/>
        <p:txBody>
          <a:bodyPr/>
          <a:lstStyle/>
          <a:p>
            <a:r>
              <a:rPr lang="en-US" altLang="zh-CN" sz="2400" b="1">
                <a:solidFill>
                  <a:srgbClr val="004C41"/>
                </a:solidFill>
                <a:ea typeface="宋体" pitchFamily="2" charset="-122"/>
                <a:cs typeface="+mn-ea"/>
                <a:sym typeface="+mn-lt"/>
              </a:rPr>
              <a:t>3. </a:t>
            </a:r>
            <a:r>
              <a:rPr lang="zh-CN" altLang="en-US" sz="2400" b="1">
                <a:solidFill>
                  <a:srgbClr val="004C41"/>
                </a:solidFill>
                <a:ea typeface="宋体" pitchFamily="2" charset="-122"/>
                <a:cs typeface="+mn-ea"/>
                <a:sym typeface="+mn-lt"/>
              </a:rPr>
              <a:t>维特比（Viterbi）算法</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3</a:t>
            </a:r>
            <a:r>
              <a:rPr lang="zh-CN" altLang="en-US" sz="2400" b="1">
                <a:solidFill>
                  <a:srgbClr val="004C41"/>
                </a:solidFill>
                <a:ea typeface="宋体" pitchFamily="2" charset="-122"/>
                <a:cs typeface="+mn-ea"/>
                <a:sym typeface="+mn-lt"/>
              </a:rPr>
              <a:t>）算法举例</a:t>
            </a:r>
            <a:endParaRPr lang="zh-CN" altLang="en-US">
              <a:ea typeface="宋体" pitchFamily="2" charset="-122"/>
            </a:endParaRPr>
          </a:p>
        </p:txBody>
      </p:sp>
      <p:sp>
        <p:nvSpPr>
          <p:cNvPr id="3" name="日期占位符 2"/>
          <p:cNvSpPr>
            <a:spLocks noGrp="1"/>
          </p:cNvSpPr>
          <p:nvPr>
            <p:ph type="dt" sz="half" idx="10"/>
          </p:nvPr>
        </p:nvSpPr>
        <p:spPr/>
        <p:txBody>
          <a:bodyPr/>
          <a:lstStyle/>
          <a:p>
            <a:fld id="{64A00451-7BF6-4E60-AF07-2F1CC94448D4}"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4" name="灯片编号占位符 3"/>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1000"/>
                                        <p:tgtEl>
                                          <p:spTgt spid="22"/>
                                        </p:tgtEl>
                                      </p:cBhvr>
                                    </p:animEffect>
                                    <p:anim calcmode="lin" valueType="num">
                                      <p:cBhvr>
                                        <p:cTn id="13" dur="1000" fill="hold"/>
                                        <p:tgtEl>
                                          <p:spTgt spid="22"/>
                                        </p:tgtEl>
                                        <p:attrNameLst>
                                          <p:attrName>ppt_x</p:attrName>
                                        </p:attrNameLst>
                                      </p:cBhvr>
                                      <p:tavLst>
                                        <p:tav tm="0">
                                          <p:val>
                                            <p:strVal val="#ppt_x"/>
                                          </p:val>
                                        </p:tav>
                                        <p:tav tm="100000">
                                          <p:val>
                                            <p:strVal val="#ppt_x"/>
                                          </p:val>
                                        </p:tav>
                                      </p:tavLst>
                                    </p:anim>
                                    <p:anim calcmode="lin" valueType="num">
                                      <p:cBhvr>
                                        <p:cTn id="14" dur="1000" fill="hold"/>
                                        <p:tgtEl>
                                          <p:spTgt spid="22"/>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2" presetClass="entr" presetSubtype="0" fill="hold" nodeType="after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1000"/>
                                        <p:tgtEl>
                                          <p:spTgt spid="21"/>
                                        </p:tgtEl>
                                      </p:cBhvr>
                                    </p:animEffect>
                                    <p:anim calcmode="lin" valueType="num">
                                      <p:cBhvr>
                                        <p:cTn id="19" dur="1000" fill="hold"/>
                                        <p:tgtEl>
                                          <p:spTgt spid="21"/>
                                        </p:tgtEl>
                                        <p:attrNameLst>
                                          <p:attrName>ppt_x</p:attrName>
                                        </p:attrNameLst>
                                      </p:cBhvr>
                                      <p:tavLst>
                                        <p:tav tm="0">
                                          <p:val>
                                            <p:strVal val="#ppt_x"/>
                                          </p:val>
                                        </p:tav>
                                        <p:tav tm="100000">
                                          <p:val>
                                            <p:strVal val="#ppt_x"/>
                                          </p:val>
                                        </p:tav>
                                      </p:tavLst>
                                    </p:anim>
                                    <p:anim calcmode="lin" valueType="num">
                                      <p:cBhvr>
                                        <p:cTn id="20" dur="1000" fill="hold"/>
                                        <p:tgtEl>
                                          <p:spTgt spid="21"/>
                                        </p:tgtEl>
                                        <p:attrNameLst>
                                          <p:attrName>ppt_y</p:attrName>
                                        </p:attrNameLst>
                                      </p:cBhvr>
                                      <p:tavLst>
                                        <p:tav tm="0">
                                          <p:val>
                                            <p:strVal val="#ppt_y+.1"/>
                                          </p:val>
                                        </p:tav>
                                        <p:tav tm="100000">
                                          <p:val>
                                            <p:strVal val="#ppt_y"/>
                                          </p:val>
                                        </p:tav>
                                      </p:tavLst>
                                    </p:anim>
                                  </p:childTnLst>
                                </p:cTn>
                              </p:par>
                            </p:childTnLst>
                          </p:cTn>
                        </p:par>
                        <p:par>
                          <p:cTn id="21" fill="hold">
                            <p:stCondLst>
                              <p:cond delay="2000"/>
                            </p:stCondLst>
                            <p:childTnLst>
                              <p:par>
                                <p:cTn id="22" presetID="1" presetClass="entr" presetSubtype="0" fill="hold" grpId="0" nodeType="afterEffect">
                                  <p:stCondLst>
                                    <p:cond delay="0"/>
                                  </p:stCondLst>
                                  <p:childTnLst>
                                    <p:set>
                                      <p:cBhvr>
                                        <p:cTn id="23"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ldLvl="0" animBg="1"/>
      <p:bldP spid="28" grpId="0"/>
      <p:bldP spid="6" grpId="0" bldLvl="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2" name="文本框 21"/>
          <p:cNvSpPr txBox="1"/>
          <p:nvPr/>
        </p:nvSpPr>
        <p:spPr>
          <a:xfrm>
            <a:off x="296563" y="927244"/>
            <a:ext cx="8847437" cy="1018164"/>
          </a:xfrm>
          <a:prstGeom prst="rect">
            <a:avLst/>
          </a:prstGeom>
          <a:solidFill>
            <a:schemeClr val="accent1">
              <a:lumMod val="40000"/>
              <a:lumOff val="60000"/>
            </a:schemeClr>
          </a:solidFill>
        </p:spPr>
        <p:txBody>
          <a:bodyPr wrap="square">
            <a:spAutoFit/>
          </a:bodyPr>
          <a:lstStyle/>
          <a:p>
            <a:pPr>
              <a:lnSpc>
                <a:spcPct val="130000"/>
              </a:lnSpc>
            </a:pPr>
            <a:r>
              <a:rPr lang="zh-CN" altLang="en-US" sz="1600" dirty="0">
                <a:solidFill>
                  <a:srgbClr val="FF0000"/>
                </a:solidFill>
                <a:latin typeface="Times New Roman" panose="02020503050405090304" pitchFamily="18" charset="0"/>
                <a:ea typeface="宋体" pitchFamily="2" charset="-122"/>
              </a:rPr>
              <a:t>（</a:t>
            </a:r>
            <a:r>
              <a:rPr lang="en-US" altLang="zh-CN" sz="1600" dirty="0">
                <a:solidFill>
                  <a:srgbClr val="FF0000"/>
                </a:solidFill>
                <a:latin typeface="Times New Roman" panose="02020503050405090304" pitchFamily="18" charset="0"/>
                <a:ea typeface="宋体" pitchFamily="2" charset="-122"/>
              </a:rPr>
              <a:t>2</a:t>
            </a:r>
            <a:r>
              <a:rPr lang="zh-CN" altLang="en-US" sz="1600" dirty="0">
                <a:solidFill>
                  <a:srgbClr val="FF0000"/>
                </a:solidFill>
                <a:latin typeface="Times New Roman" panose="02020503050405090304" pitchFamily="18" charset="0"/>
                <a:ea typeface="宋体" pitchFamily="2" charset="-122"/>
              </a:rPr>
              <a:t>）递归</a:t>
            </a:r>
            <a:r>
              <a:rPr lang="zh-CN" altLang="en-US" sz="1600">
                <a:solidFill>
                  <a:srgbClr val="FF0000"/>
                </a:solidFill>
                <a:latin typeface="Times New Roman" panose="02020503050405090304" pitchFamily="18" charset="0"/>
                <a:ea typeface="宋体" pitchFamily="2" charset="-122"/>
              </a:rPr>
              <a:t>。</a:t>
            </a:r>
            <a:r>
              <a:rPr lang="zh-CN" altLang="en-US" sz="1600">
                <a:latin typeface="Times New Roman" panose="02020503050405090304" pitchFamily="18" charset="0"/>
                <a:ea typeface="宋体" pitchFamily="2" charset="-122"/>
              </a:rPr>
              <a:t>根据</a:t>
            </a:r>
            <a:r>
              <a:rPr lang="en-US" altLang="zh-CN" sz="1600">
                <a:latin typeface="Times New Roman" panose="02020503050405090304" pitchFamily="18" charset="0"/>
                <a:ea typeface="宋体" pitchFamily="2" charset="-122"/>
              </a:rPr>
              <a:t>Viterbi</a:t>
            </a:r>
            <a:r>
              <a:rPr lang="zh-CN" altLang="en-US" sz="1600">
                <a:latin typeface="Times New Roman" panose="02020503050405090304" pitchFamily="18" charset="0"/>
                <a:ea typeface="宋体" pitchFamily="2" charset="-122"/>
              </a:rPr>
              <a:t>算法，</a:t>
            </a:r>
            <a:r>
              <a:rPr lang="en-US" altLang="zh-CN" sz="1600">
                <a:latin typeface="Times New Roman" panose="02020503050405090304" pitchFamily="18" charset="0"/>
                <a:ea typeface="宋体" pitchFamily="2" charset="-122"/>
              </a:rPr>
              <a:t>t=2</a:t>
            </a:r>
            <a:r>
              <a:rPr lang="zh-CN" altLang="en-US" sz="1600">
                <a:latin typeface="Times New Roman" panose="02020503050405090304" pitchFamily="18" charset="0"/>
                <a:ea typeface="宋体" pitchFamily="2" charset="-122"/>
              </a:rPr>
              <a:t>时</a:t>
            </a:r>
            <a:r>
              <a:rPr lang="zh-CN" altLang="en-US" sz="1600" dirty="0">
                <a:latin typeface="Times New Roman" panose="02020503050405090304" pitchFamily="18" charset="0"/>
                <a:ea typeface="宋体" pitchFamily="2" charset="-122"/>
              </a:rPr>
              <a:t>的“黑”，是在前一时刻的状态下观察得来的，因此， 先计算此时刻的状态最有可能是由前一时刻的哪个状态转换而来的，取最大值，再乘以当前时刻的状态下观察到“黑”的概率。因此可以得到</a:t>
            </a:r>
            <a:r>
              <a:rPr lang="en-US" altLang="zh-CN" sz="1600" dirty="0">
                <a:latin typeface="Times New Roman" panose="02020503050405090304" pitchFamily="18" charset="0"/>
                <a:ea typeface="宋体" pitchFamily="2" charset="-122"/>
              </a:rPr>
              <a:t>weight[3][3]</a:t>
            </a:r>
            <a:r>
              <a:rPr lang="zh-CN" altLang="en-US" sz="1600" dirty="0">
                <a:latin typeface="Times New Roman" panose="02020503050405090304" pitchFamily="18" charset="0"/>
                <a:ea typeface="宋体" pitchFamily="2" charset="-122"/>
              </a:rPr>
              <a:t>矩阵、</a:t>
            </a:r>
            <a:r>
              <a:rPr lang="en-US" altLang="zh-CN" sz="1600" dirty="0">
                <a:latin typeface="Times New Roman" panose="02020503050405090304" pitchFamily="18" charset="0"/>
                <a:ea typeface="宋体" pitchFamily="2" charset="-122"/>
              </a:rPr>
              <a:t>path[3][3] </a:t>
            </a:r>
            <a:r>
              <a:rPr lang="zh-CN" altLang="en-US" sz="1600" dirty="0">
                <a:latin typeface="Times New Roman" panose="02020503050405090304" pitchFamily="18" charset="0"/>
                <a:ea typeface="宋体" pitchFamily="2" charset="-122"/>
              </a:rPr>
              <a:t>矩阵如下：</a:t>
            </a:r>
            <a:endParaRPr lang="zh-CN" altLang="en-US" sz="1600" dirty="0">
              <a:latin typeface="Times New Roman" panose="02020503050405090304" pitchFamily="18" charset="0"/>
              <a:ea typeface="宋体" pitchFamily="2" charset="-122"/>
            </a:endParaRP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6" name="图片 5"/>
          <p:cNvPicPr>
            <a:picLocks noChangeAspect="1"/>
          </p:cNvPicPr>
          <p:nvPr/>
        </p:nvPicPr>
        <p:blipFill>
          <a:blip r:embed="rId1"/>
          <a:stretch>
            <a:fillRect/>
          </a:stretch>
        </p:blipFill>
        <p:spPr>
          <a:xfrm>
            <a:off x="146618" y="2087708"/>
            <a:ext cx="5190098" cy="2792425"/>
          </a:xfrm>
          <a:prstGeom prst="rect">
            <a:avLst/>
          </a:prstGeom>
        </p:spPr>
      </p:pic>
      <p:pic>
        <p:nvPicPr>
          <p:cNvPr id="7" name="图片 6"/>
          <p:cNvPicPr>
            <a:picLocks noChangeAspect="1"/>
          </p:cNvPicPr>
          <p:nvPr/>
        </p:nvPicPr>
        <p:blipFill>
          <a:blip r:embed="rId2"/>
          <a:stretch>
            <a:fillRect/>
          </a:stretch>
        </p:blipFill>
        <p:spPr>
          <a:xfrm>
            <a:off x="5214691" y="2111470"/>
            <a:ext cx="3782691" cy="1265389"/>
          </a:xfrm>
          <a:prstGeom prst="rect">
            <a:avLst/>
          </a:prstGeom>
        </p:spPr>
      </p:pic>
      <p:sp>
        <p:nvSpPr>
          <p:cNvPr id="11" name="标题 10"/>
          <p:cNvSpPr>
            <a:spLocks noGrp="1"/>
          </p:cNvSpPr>
          <p:nvPr>
            <p:ph type="title"/>
          </p:nvPr>
        </p:nvSpPr>
        <p:spPr/>
        <p:txBody>
          <a:bodyPr/>
          <a:lstStyle/>
          <a:p>
            <a:r>
              <a:rPr lang="en-US" altLang="zh-CN" sz="2400" b="1">
                <a:solidFill>
                  <a:srgbClr val="004C41"/>
                </a:solidFill>
                <a:ea typeface="宋体" pitchFamily="2" charset="-122"/>
                <a:cs typeface="+mn-ea"/>
                <a:sym typeface="+mn-lt"/>
              </a:rPr>
              <a:t>3. </a:t>
            </a:r>
            <a:r>
              <a:rPr lang="zh-CN" altLang="en-US" sz="2400" b="1">
                <a:solidFill>
                  <a:srgbClr val="004C41"/>
                </a:solidFill>
                <a:ea typeface="宋体" pitchFamily="2" charset="-122"/>
                <a:cs typeface="+mn-ea"/>
                <a:sym typeface="+mn-lt"/>
              </a:rPr>
              <a:t>维特比（Viterbi）算法</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3</a:t>
            </a:r>
            <a:r>
              <a:rPr lang="zh-CN" altLang="en-US" sz="2400" b="1">
                <a:solidFill>
                  <a:srgbClr val="004C41"/>
                </a:solidFill>
                <a:ea typeface="宋体" pitchFamily="2" charset="-122"/>
                <a:cs typeface="+mn-ea"/>
                <a:sym typeface="+mn-lt"/>
              </a:rPr>
              <a:t>）算法举例</a:t>
            </a:r>
            <a:endParaRPr lang="zh-CN" altLang="en-US">
              <a:ea typeface="宋体" pitchFamily="2" charset="-122"/>
            </a:endParaRPr>
          </a:p>
        </p:txBody>
      </p:sp>
      <p:sp>
        <p:nvSpPr>
          <p:cNvPr id="8" name="日期占位符 7"/>
          <p:cNvSpPr>
            <a:spLocks noGrp="1"/>
          </p:cNvSpPr>
          <p:nvPr>
            <p:ph type="dt" sz="half" idx="10"/>
          </p:nvPr>
        </p:nvSpPr>
        <p:spPr/>
        <p:txBody>
          <a:bodyPr/>
          <a:lstStyle/>
          <a:p>
            <a:fld id="{5F06CF96-562E-46F8-95A6-85914A2C46C4}"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10" name="灯片编号占位符 9"/>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0" presetClass="entr" presetSubtype="0"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par>
                          <p:cTn id="14" fill="hold">
                            <p:stCondLst>
                              <p:cond delay="1500"/>
                            </p:stCondLst>
                            <p:childTnLst>
                              <p:par>
                                <p:cTn id="15" presetID="10" presetClass="entr" presetSubtype="0"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ldLvl="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4" name="文本框 23"/>
          <p:cNvSpPr txBox="1"/>
          <p:nvPr/>
        </p:nvSpPr>
        <p:spPr>
          <a:xfrm>
            <a:off x="727710" y="1038860"/>
            <a:ext cx="7738558" cy="787075"/>
          </a:xfrm>
          <a:prstGeom prst="rect">
            <a:avLst/>
          </a:prstGeom>
          <a:solidFill>
            <a:schemeClr val="accent1">
              <a:lumMod val="40000"/>
              <a:lumOff val="60000"/>
            </a:schemeClr>
          </a:solidFill>
        </p:spPr>
        <p:txBody>
          <a:bodyPr wrap="square">
            <a:spAutoFit/>
          </a:bodyPr>
          <a:lstStyle/>
          <a:p>
            <a:pPr>
              <a:lnSpc>
                <a:spcPct val="150000"/>
              </a:lnSpc>
            </a:pPr>
            <a:r>
              <a:rPr lang="zh-CN" altLang="en-US" sz="1600" dirty="0">
                <a:solidFill>
                  <a:srgbClr val="FF0000"/>
                </a:solidFill>
                <a:latin typeface="Times New Roman" panose="02020503050405090304" pitchFamily="18" charset="0"/>
                <a:ea typeface="宋体" pitchFamily="2" charset="-122"/>
              </a:rPr>
              <a:t>（</a:t>
            </a:r>
            <a:r>
              <a:rPr lang="en-US" altLang="zh-CN" sz="1600" dirty="0">
                <a:solidFill>
                  <a:srgbClr val="FF0000"/>
                </a:solidFill>
                <a:latin typeface="Times New Roman" panose="02020503050405090304" pitchFamily="18" charset="0"/>
                <a:ea typeface="宋体" pitchFamily="2" charset="-122"/>
              </a:rPr>
              <a:t>3</a:t>
            </a:r>
            <a:r>
              <a:rPr lang="zh-CN" altLang="en-US" sz="1600" dirty="0">
                <a:solidFill>
                  <a:srgbClr val="FF0000"/>
                </a:solidFill>
                <a:latin typeface="Times New Roman" panose="02020503050405090304" pitchFamily="18" charset="0"/>
                <a:ea typeface="宋体" pitchFamily="2" charset="-122"/>
              </a:rPr>
              <a:t>）终止</a:t>
            </a:r>
            <a:r>
              <a:rPr lang="zh-CN" altLang="en-US" sz="1600">
                <a:solidFill>
                  <a:srgbClr val="FF0000"/>
                </a:solidFill>
                <a:latin typeface="Times New Roman" panose="02020503050405090304" pitchFamily="18" charset="0"/>
                <a:ea typeface="宋体" pitchFamily="2" charset="-122"/>
              </a:rPr>
              <a:t>。</a:t>
            </a:r>
            <a:r>
              <a:rPr lang="zh-CN" altLang="en-US" sz="1600">
                <a:latin typeface="Times New Roman" panose="02020503050405090304" pitchFamily="18" charset="0"/>
                <a:ea typeface="宋体" pitchFamily="2" charset="-122"/>
              </a:rPr>
              <a:t>在</a:t>
            </a:r>
            <a:r>
              <a:rPr lang="en-US" altLang="zh-CN" sz="1600">
                <a:latin typeface="Times New Roman" panose="02020503050405090304" pitchFamily="18" charset="0"/>
                <a:ea typeface="宋体" pitchFamily="2" charset="-122"/>
              </a:rPr>
              <a:t>t = 3</a:t>
            </a:r>
            <a:r>
              <a:rPr lang="zh-CN" altLang="en-US" sz="1600">
                <a:latin typeface="Times New Roman" panose="02020503050405090304" pitchFamily="18" charset="0"/>
                <a:ea typeface="宋体" pitchFamily="2" charset="-122"/>
              </a:rPr>
              <a:t>时</a:t>
            </a:r>
            <a:r>
              <a:rPr lang="zh-CN" altLang="en-US" sz="1600" dirty="0">
                <a:latin typeface="Times New Roman" panose="02020503050405090304" pitchFamily="18" charset="0"/>
                <a:ea typeface="宋体" pitchFamily="2" charset="-122"/>
              </a:rPr>
              <a:t>，最大</a:t>
            </a:r>
            <a:r>
              <a:rPr lang="zh-CN" altLang="en-US" sz="1600">
                <a:latin typeface="Times New Roman" panose="02020503050405090304" pitchFamily="18" charset="0"/>
                <a:ea typeface="宋体" pitchFamily="2" charset="-122"/>
              </a:rPr>
              <a:t>概率为</a:t>
            </a:r>
            <a:r>
              <a:rPr lang="en-US" altLang="zh-CN" sz="1600">
                <a:latin typeface="Times New Roman" panose="02020503050405090304" pitchFamily="18" charset="0"/>
                <a:ea typeface="宋体" pitchFamily="2" charset="-122"/>
              </a:rPr>
              <a:t>0.018</a:t>
            </a:r>
            <a:r>
              <a:rPr lang="zh-CN" altLang="en-US" sz="1600" dirty="0">
                <a:latin typeface="Times New Roman" panose="02020503050405090304" pitchFamily="18" charset="0"/>
                <a:ea typeface="宋体" pitchFamily="2" charset="-122"/>
              </a:rPr>
              <a:t>，对应的最优路径的</a:t>
            </a:r>
            <a:r>
              <a:rPr lang="zh-CN" altLang="en-US" sz="1600">
                <a:latin typeface="Times New Roman" panose="02020503050405090304" pitchFamily="18" charset="0"/>
                <a:ea typeface="宋体" pitchFamily="2" charset="-122"/>
              </a:rPr>
              <a:t>终点为</a:t>
            </a:r>
            <a:r>
              <a:rPr lang="en-US" altLang="zh-CN" sz="1600">
                <a:latin typeface="Times New Roman" panose="02020503050405090304" pitchFamily="18" charset="0"/>
                <a:ea typeface="宋体" pitchFamily="2" charset="-122"/>
              </a:rPr>
              <a:t>2</a:t>
            </a:r>
            <a:r>
              <a:rPr lang="zh-CN" altLang="en-US" sz="1600" dirty="0">
                <a:latin typeface="Times New Roman" panose="02020503050405090304" pitchFamily="18" charset="0"/>
                <a:ea typeface="宋体" pitchFamily="2" charset="-122"/>
              </a:rPr>
              <a:t>。 </a:t>
            </a:r>
            <a:endParaRPr lang="en-US" altLang="zh-CN" sz="1600" dirty="0">
              <a:latin typeface="Times New Roman" panose="02020503050405090304" pitchFamily="18" charset="0"/>
              <a:ea typeface="宋体" pitchFamily="2" charset="-122"/>
            </a:endParaRPr>
          </a:p>
          <a:p>
            <a:pPr>
              <a:lnSpc>
                <a:spcPct val="150000"/>
              </a:lnSpc>
            </a:pPr>
            <a:r>
              <a:rPr lang="zh-CN" altLang="en-US" sz="1600" dirty="0">
                <a:solidFill>
                  <a:srgbClr val="FF0000"/>
                </a:solidFill>
                <a:latin typeface="Times New Roman" panose="02020503050405090304" pitchFamily="18" charset="0"/>
                <a:ea typeface="宋体" pitchFamily="2" charset="-122"/>
              </a:rPr>
              <a:t>（</a:t>
            </a:r>
            <a:r>
              <a:rPr lang="en-US" altLang="zh-CN" sz="1600" dirty="0">
                <a:solidFill>
                  <a:srgbClr val="FF0000"/>
                </a:solidFill>
                <a:latin typeface="Times New Roman" panose="02020503050405090304" pitchFamily="18" charset="0"/>
                <a:ea typeface="宋体" pitchFamily="2" charset="-122"/>
              </a:rPr>
              <a:t>4</a:t>
            </a:r>
            <a:r>
              <a:rPr lang="zh-CN" altLang="en-US" sz="1600" dirty="0">
                <a:solidFill>
                  <a:srgbClr val="FF0000"/>
                </a:solidFill>
                <a:latin typeface="Times New Roman" panose="02020503050405090304" pitchFamily="18" charset="0"/>
                <a:ea typeface="宋体" pitchFamily="2" charset="-122"/>
              </a:rPr>
              <a:t>）回溯。</a:t>
            </a:r>
            <a:r>
              <a:rPr lang="zh-CN" altLang="en-US" sz="1600" dirty="0">
                <a:latin typeface="Times New Roman" panose="02020503050405090304" pitchFamily="18" charset="0"/>
                <a:ea typeface="宋体" pitchFamily="2" charset="-122"/>
              </a:rPr>
              <a:t>从最优路径</a:t>
            </a:r>
            <a:r>
              <a:rPr lang="zh-CN" altLang="en-US" sz="1600">
                <a:latin typeface="Times New Roman" panose="02020503050405090304" pitchFamily="18" charset="0"/>
                <a:ea typeface="宋体" pitchFamily="2" charset="-122"/>
              </a:rPr>
              <a:t>的终点</a:t>
            </a:r>
            <a:r>
              <a:rPr lang="en-US" altLang="zh-CN" sz="1600">
                <a:latin typeface="Times New Roman" panose="02020503050405090304" pitchFamily="18" charset="0"/>
                <a:ea typeface="宋体" pitchFamily="2" charset="-122"/>
              </a:rPr>
              <a:t>2</a:t>
            </a:r>
            <a:r>
              <a:rPr lang="zh-CN" altLang="en-US" sz="1600">
                <a:latin typeface="Times New Roman" panose="02020503050405090304" pitchFamily="18" charset="0"/>
                <a:ea typeface="宋体" pitchFamily="2" charset="-122"/>
              </a:rPr>
              <a:t>开始</a:t>
            </a:r>
            <a:r>
              <a:rPr lang="zh-CN" altLang="en-US" sz="1600" dirty="0">
                <a:latin typeface="Times New Roman" panose="02020503050405090304" pitchFamily="18" charset="0"/>
                <a:ea typeface="宋体" pitchFamily="2" charset="-122"/>
              </a:rPr>
              <a:t>，向前回溯，找到最优</a:t>
            </a:r>
            <a:r>
              <a:rPr lang="zh-CN" altLang="en-US" sz="1600">
                <a:latin typeface="Times New Roman" panose="02020503050405090304" pitchFamily="18" charset="0"/>
                <a:ea typeface="宋体" pitchFamily="2" charset="-122"/>
              </a:rPr>
              <a:t>路径为：</a:t>
            </a:r>
            <a:r>
              <a:rPr lang="zh-CN" altLang="en-US" sz="1600" dirty="0">
                <a:latin typeface="Times New Roman" panose="02020503050405090304" pitchFamily="18" charset="0"/>
                <a:ea typeface="宋体" pitchFamily="2" charset="-122"/>
              </a:rPr>
              <a:t>（</a:t>
            </a:r>
            <a:r>
              <a:rPr lang="en-US" altLang="zh-CN" sz="1600" dirty="0">
                <a:latin typeface="Times New Roman" panose="02020503050405090304" pitchFamily="18" charset="0"/>
                <a:ea typeface="宋体" pitchFamily="2" charset="-122"/>
              </a:rPr>
              <a:t>2</a:t>
            </a:r>
            <a:r>
              <a:rPr lang="zh-CN" altLang="en-US" sz="1600" dirty="0">
                <a:latin typeface="Times New Roman" panose="02020503050405090304" pitchFamily="18" charset="0"/>
                <a:ea typeface="宋体" pitchFamily="2" charset="-122"/>
              </a:rPr>
              <a:t>，</a:t>
            </a:r>
            <a:r>
              <a:rPr lang="en-US" altLang="zh-CN" sz="1600" dirty="0">
                <a:latin typeface="Times New Roman" panose="02020503050405090304" pitchFamily="18" charset="0"/>
                <a:ea typeface="宋体" pitchFamily="2" charset="-122"/>
              </a:rPr>
              <a:t>2</a:t>
            </a:r>
            <a:r>
              <a:rPr lang="zh-CN" altLang="en-US" sz="1600" dirty="0">
                <a:latin typeface="Times New Roman" panose="02020503050405090304" pitchFamily="18" charset="0"/>
                <a:ea typeface="宋体" pitchFamily="2" charset="-122"/>
              </a:rPr>
              <a:t>，</a:t>
            </a:r>
            <a:r>
              <a:rPr lang="en-US" altLang="zh-CN" sz="1600" dirty="0">
                <a:latin typeface="Times New Roman" panose="02020503050405090304" pitchFamily="18" charset="0"/>
                <a:ea typeface="宋体" pitchFamily="2" charset="-122"/>
              </a:rPr>
              <a:t>2</a:t>
            </a:r>
            <a:r>
              <a:rPr lang="zh-CN" altLang="en-US" sz="1600" dirty="0">
                <a:latin typeface="Times New Roman" panose="02020503050405090304" pitchFamily="18" charset="0"/>
                <a:ea typeface="宋体" pitchFamily="2" charset="-122"/>
              </a:rPr>
              <a:t>）。</a:t>
            </a:r>
            <a:endParaRPr lang="zh-CN" altLang="en-US" sz="1600" dirty="0">
              <a:latin typeface="Times New Roman" panose="02020503050405090304" pitchFamily="18" charset="0"/>
              <a:ea typeface="宋体" pitchFamily="2" charset="-122"/>
            </a:endParaRPr>
          </a:p>
        </p:txBody>
      </p:sp>
      <p:pic>
        <p:nvPicPr>
          <p:cNvPr id="6" name="图片 5"/>
          <p:cNvPicPr>
            <a:picLocks noChangeAspect="1"/>
          </p:cNvPicPr>
          <p:nvPr/>
        </p:nvPicPr>
        <p:blipFill>
          <a:blip r:embed="rId1"/>
          <a:stretch>
            <a:fillRect/>
          </a:stretch>
        </p:blipFill>
        <p:spPr>
          <a:xfrm>
            <a:off x="137160" y="2044700"/>
            <a:ext cx="5084445" cy="2735580"/>
          </a:xfrm>
          <a:prstGeom prst="rect">
            <a:avLst/>
          </a:prstGeom>
          <a:solidFill>
            <a:srgbClr val="FF0000"/>
          </a:solidFill>
        </p:spPr>
      </p:pic>
      <p:pic>
        <p:nvPicPr>
          <p:cNvPr id="7" name="图片 6"/>
          <p:cNvPicPr>
            <a:picLocks noChangeAspect="1"/>
          </p:cNvPicPr>
          <p:nvPr/>
        </p:nvPicPr>
        <p:blipFill>
          <a:blip r:embed="rId2"/>
          <a:stretch>
            <a:fillRect/>
          </a:stretch>
        </p:blipFill>
        <p:spPr>
          <a:xfrm>
            <a:off x="5151755" y="2100580"/>
            <a:ext cx="3706495" cy="1185545"/>
          </a:xfrm>
          <a:prstGeom prst="rect">
            <a:avLst/>
          </a:prstGeom>
        </p:spPr>
      </p:pic>
      <p:sp>
        <p:nvSpPr>
          <p:cNvPr id="11" name="标题 10"/>
          <p:cNvSpPr>
            <a:spLocks noGrp="1"/>
          </p:cNvSpPr>
          <p:nvPr>
            <p:ph type="title"/>
          </p:nvPr>
        </p:nvSpPr>
        <p:spPr/>
        <p:txBody>
          <a:bodyPr/>
          <a:lstStyle/>
          <a:p>
            <a:r>
              <a:rPr lang="en-US" altLang="zh-CN" sz="2400" b="1">
                <a:solidFill>
                  <a:srgbClr val="004C41"/>
                </a:solidFill>
                <a:ea typeface="宋体" pitchFamily="2" charset="-122"/>
                <a:cs typeface="+mn-ea"/>
                <a:sym typeface="+mn-lt"/>
              </a:rPr>
              <a:t>3. </a:t>
            </a:r>
            <a:r>
              <a:rPr lang="zh-CN" altLang="en-US" sz="2400" b="1">
                <a:solidFill>
                  <a:srgbClr val="004C41"/>
                </a:solidFill>
                <a:ea typeface="宋体" pitchFamily="2" charset="-122"/>
                <a:cs typeface="+mn-ea"/>
                <a:sym typeface="+mn-lt"/>
              </a:rPr>
              <a:t>维特比（Viterbi）算法</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3</a:t>
            </a:r>
            <a:r>
              <a:rPr lang="zh-CN" altLang="en-US" sz="2400" b="1">
                <a:solidFill>
                  <a:srgbClr val="004C41"/>
                </a:solidFill>
                <a:ea typeface="宋体" pitchFamily="2" charset="-122"/>
                <a:cs typeface="+mn-ea"/>
                <a:sym typeface="+mn-lt"/>
              </a:rPr>
              <a:t>）算法举例</a:t>
            </a:r>
            <a:endParaRPr lang="zh-CN" altLang="en-US">
              <a:ea typeface="宋体" pitchFamily="2" charset="-122"/>
            </a:endParaRPr>
          </a:p>
        </p:txBody>
      </p:sp>
      <p:sp>
        <p:nvSpPr>
          <p:cNvPr id="8" name="日期占位符 7"/>
          <p:cNvSpPr>
            <a:spLocks noGrp="1"/>
          </p:cNvSpPr>
          <p:nvPr>
            <p:ph type="dt" sz="half" idx="10"/>
          </p:nvPr>
        </p:nvSpPr>
        <p:spPr/>
        <p:txBody>
          <a:bodyPr/>
          <a:lstStyle/>
          <a:p>
            <a:fld id="{7150B597-17DC-4E2A-AADA-52287C6F0382}"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10" name="灯片编号占位符 9"/>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cxnSp>
        <p:nvCxnSpPr>
          <p:cNvPr id="15" name="直接连接符 14"/>
          <p:cNvCxnSpPr/>
          <p:nvPr/>
        </p:nvCxnSpPr>
        <p:spPr>
          <a:xfrm>
            <a:off x="4535424" y="3671316"/>
            <a:ext cx="306324" cy="0"/>
          </a:xfrm>
          <a:prstGeom prst="line">
            <a:avLst/>
          </a:prstGeom>
          <a:ln w="28575">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7" name="直接连接符 16"/>
          <p:cNvCxnSpPr/>
          <p:nvPr/>
        </p:nvCxnSpPr>
        <p:spPr>
          <a:xfrm>
            <a:off x="2898648" y="3685032"/>
            <a:ext cx="2651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1476756" y="3762756"/>
            <a:ext cx="21945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0" name="任意多边形: 形状 39"/>
          <p:cNvSpPr/>
          <p:nvPr/>
        </p:nvSpPr>
        <p:spPr>
          <a:xfrm>
            <a:off x="3049524" y="3214019"/>
            <a:ext cx="1815084" cy="457297"/>
          </a:xfrm>
          <a:custGeom>
            <a:avLst/>
            <a:gdLst>
              <a:gd name="connsiteX0" fmla="*/ 1815084 w 1815084"/>
              <a:gd name="connsiteY0" fmla="*/ 425293 h 457297"/>
              <a:gd name="connsiteX1" fmla="*/ 493776 w 1815084"/>
              <a:gd name="connsiteY1" fmla="*/ 97 h 457297"/>
              <a:gd name="connsiteX2" fmla="*/ 0 w 1815084"/>
              <a:gd name="connsiteY2" fmla="*/ 457297 h 457297"/>
              <a:gd name="connsiteX3" fmla="*/ 0 w 1815084"/>
              <a:gd name="connsiteY3" fmla="*/ 457297 h 457297"/>
            </a:gdLst>
            <a:ahLst/>
            <a:cxnLst>
              <a:cxn ang="0">
                <a:pos x="connsiteX0" y="connsiteY0"/>
              </a:cxn>
              <a:cxn ang="0">
                <a:pos x="connsiteX1" y="connsiteY1"/>
              </a:cxn>
              <a:cxn ang="0">
                <a:pos x="connsiteX2" y="connsiteY2"/>
              </a:cxn>
              <a:cxn ang="0">
                <a:pos x="connsiteX3" y="connsiteY3"/>
              </a:cxn>
            </a:cxnLst>
            <a:rect l="l" t="t" r="r" b="b"/>
            <a:pathLst>
              <a:path w="1815084" h="457297">
                <a:moveTo>
                  <a:pt x="1815084" y="425293"/>
                </a:moveTo>
                <a:cubicBezTo>
                  <a:pt x="1305687" y="210028"/>
                  <a:pt x="796290" y="-5237"/>
                  <a:pt x="493776" y="97"/>
                </a:cubicBezTo>
                <a:cubicBezTo>
                  <a:pt x="191262" y="5431"/>
                  <a:pt x="0" y="457297"/>
                  <a:pt x="0" y="457297"/>
                </a:cubicBezTo>
                <a:lnTo>
                  <a:pt x="0" y="457297"/>
                </a:lnTo>
              </a:path>
            </a:pathLst>
          </a:custGeom>
          <a:noFill/>
          <a:ln>
            <a:solidFill>
              <a:srgbClr val="3333FF"/>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任意多边形: 形状 40"/>
          <p:cNvSpPr/>
          <p:nvPr/>
        </p:nvSpPr>
        <p:spPr>
          <a:xfrm>
            <a:off x="1556617" y="3244947"/>
            <a:ext cx="1428899" cy="540669"/>
          </a:xfrm>
          <a:custGeom>
            <a:avLst/>
            <a:gdLst>
              <a:gd name="connsiteX0" fmla="*/ 1428899 w 1428899"/>
              <a:gd name="connsiteY0" fmla="*/ 417225 h 540669"/>
              <a:gd name="connsiteX1" fmla="*/ 825395 w 1428899"/>
              <a:gd name="connsiteY1" fmla="*/ 19461 h 540669"/>
              <a:gd name="connsiteX2" fmla="*/ 235607 w 1428899"/>
              <a:gd name="connsiteY2" fmla="*/ 106329 h 540669"/>
              <a:gd name="connsiteX3" fmla="*/ 25295 w 1428899"/>
              <a:gd name="connsiteY3" fmla="*/ 494949 h 540669"/>
              <a:gd name="connsiteX4" fmla="*/ 11579 w 1428899"/>
              <a:gd name="connsiteY4" fmla="*/ 517809 h 540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899" h="540669">
                <a:moveTo>
                  <a:pt x="1428899" y="417225"/>
                </a:moveTo>
                <a:cubicBezTo>
                  <a:pt x="1226588" y="244251"/>
                  <a:pt x="1024277" y="71277"/>
                  <a:pt x="825395" y="19461"/>
                </a:cubicBezTo>
                <a:cubicBezTo>
                  <a:pt x="626513" y="-32355"/>
                  <a:pt x="368957" y="27081"/>
                  <a:pt x="235607" y="106329"/>
                </a:cubicBezTo>
                <a:cubicBezTo>
                  <a:pt x="102257" y="185577"/>
                  <a:pt x="62633" y="426369"/>
                  <a:pt x="25295" y="494949"/>
                </a:cubicBezTo>
                <a:cubicBezTo>
                  <a:pt x="-12043" y="563529"/>
                  <a:pt x="-232" y="540669"/>
                  <a:pt x="11579" y="517809"/>
                </a:cubicBezTo>
              </a:path>
            </a:pathLst>
          </a:custGeom>
          <a:noFill/>
          <a:ln>
            <a:solidFill>
              <a:schemeClr val="accent6">
                <a:lumMod val="75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anim calcmode="lin" valueType="num">
                                      <p:cBhvr>
                                        <p:cTn id="8" dur="1000" fill="hold"/>
                                        <p:tgtEl>
                                          <p:spTgt spid="24"/>
                                        </p:tgtEl>
                                        <p:attrNameLst>
                                          <p:attrName>ppt_x</p:attrName>
                                        </p:attrNameLst>
                                      </p:cBhvr>
                                      <p:tavLst>
                                        <p:tav tm="0">
                                          <p:val>
                                            <p:strVal val="#ppt_x"/>
                                          </p:val>
                                        </p:tav>
                                        <p:tav tm="100000">
                                          <p:val>
                                            <p:strVal val="#ppt_x"/>
                                          </p:val>
                                        </p:tav>
                                      </p:tavLst>
                                    </p:anim>
                                    <p:anim calcmode="lin" valueType="num">
                                      <p:cBhvr>
                                        <p:cTn id="9" dur="1000" fill="hold"/>
                                        <p:tgtEl>
                                          <p:spTgt spid="2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0" presetClass="entr" presetSubtype="0"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par>
                          <p:cTn id="14" fill="hold">
                            <p:stCondLst>
                              <p:cond delay="1500"/>
                            </p:stCondLst>
                            <p:childTnLst>
                              <p:par>
                                <p:cTn id="15" presetID="10" presetClass="entr" presetSubtype="0"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 calcmode="lin" valueType="num">
                                      <p:cBhvr additive="base">
                                        <p:cTn id="22" dur="500" fill="hold"/>
                                        <p:tgtEl>
                                          <p:spTgt spid="15"/>
                                        </p:tgtEl>
                                        <p:attrNameLst>
                                          <p:attrName>ppt_x</p:attrName>
                                        </p:attrNameLst>
                                      </p:cBhvr>
                                      <p:tavLst>
                                        <p:tav tm="0">
                                          <p:val>
                                            <p:strVal val="#ppt_x"/>
                                          </p:val>
                                        </p:tav>
                                        <p:tav tm="100000">
                                          <p:val>
                                            <p:strVal val="#ppt_x"/>
                                          </p:val>
                                        </p:tav>
                                      </p:tavLst>
                                    </p:anim>
                                    <p:anim calcmode="lin" valueType="num">
                                      <p:cBhvr additive="base">
                                        <p:cTn id="23"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40"/>
                                        </p:tgtEl>
                                        <p:attrNameLst>
                                          <p:attrName>style.visibility</p:attrName>
                                        </p:attrNameLst>
                                      </p:cBhvr>
                                      <p:to>
                                        <p:strVal val="visible"/>
                                      </p:to>
                                    </p:set>
                                    <p:anim calcmode="lin" valueType="num">
                                      <p:cBhvr additive="base">
                                        <p:cTn id="28" dur="500" fill="hold"/>
                                        <p:tgtEl>
                                          <p:spTgt spid="40"/>
                                        </p:tgtEl>
                                        <p:attrNameLst>
                                          <p:attrName>ppt_x</p:attrName>
                                        </p:attrNameLst>
                                      </p:cBhvr>
                                      <p:tavLst>
                                        <p:tav tm="0">
                                          <p:val>
                                            <p:strVal val="#ppt_x"/>
                                          </p:val>
                                        </p:tav>
                                        <p:tav tm="100000">
                                          <p:val>
                                            <p:strVal val="#ppt_x"/>
                                          </p:val>
                                        </p:tav>
                                      </p:tavLst>
                                    </p:anim>
                                    <p:anim calcmode="lin" valueType="num">
                                      <p:cBhvr additive="base">
                                        <p:cTn id="29"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17"/>
                                        </p:tgtEl>
                                        <p:attrNameLst>
                                          <p:attrName>style.visibility</p:attrName>
                                        </p:attrNameLst>
                                      </p:cBhvr>
                                      <p:to>
                                        <p:strVal val="visible"/>
                                      </p:to>
                                    </p:set>
                                    <p:anim calcmode="lin" valueType="num">
                                      <p:cBhvr additive="base">
                                        <p:cTn id="34" dur="500" fill="hold"/>
                                        <p:tgtEl>
                                          <p:spTgt spid="17"/>
                                        </p:tgtEl>
                                        <p:attrNameLst>
                                          <p:attrName>ppt_x</p:attrName>
                                        </p:attrNameLst>
                                      </p:cBhvr>
                                      <p:tavLst>
                                        <p:tav tm="0">
                                          <p:val>
                                            <p:strVal val="#ppt_x"/>
                                          </p:val>
                                        </p:tav>
                                        <p:tav tm="100000">
                                          <p:val>
                                            <p:strVal val="#ppt_x"/>
                                          </p:val>
                                        </p:tav>
                                      </p:tavLst>
                                    </p:anim>
                                    <p:anim calcmode="lin" valueType="num">
                                      <p:cBhvr additive="base">
                                        <p:cTn id="35"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41"/>
                                        </p:tgtEl>
                                        <p:attrNameLst>
                                          <p:attrName>style.visibility</p:attrName>
                                        </p:attrNameLst>
                                      </p:cBhvr>
                                      <p:to>
                                        <p:strVal val="visible"/>
                                      </p:to>
                                    </p:set>
                                    <p:anim calcmode="lin" valueType="num">
                                      <p:cBhvr additive="base">
                                        <p:cTn id="40" dur="500" fill="hold"/>
                                        <p:tgtEl>
                                          <p:spTgt spid="41"/>
                                        </p:tgtEl>
                                        <p:attrNameLst>
                                          <p:attrName>ppt_x</p:attrName>
                                        </p:attrNameLst>
                                      </p:cBhvr>
                                      <p:tavLst>
                                        <p:tav tm="0">
                                          <p:val>
                                            <p:strVal val="#ppt_x"/>
                                          </p:val>
                                        </p:tav>
                                        <p:tav tm="100000">
                                          <p:val>
                                            <p:strVal val="#ppt_x"/>
                                          </p:val>
                                        </p:tav>
                                      </p:tavLst>
                                    </p:anim>
                                    <p:anim calcmode="lin" valueType="num">
                                      <p:cBhvr additive="base">
                                        <p:cTn id="41"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ldLvl="0" animBg="1"/>
      <p:bldP spid="40" grpId="0" animBg="1"/>
      <p:bldP spid="41"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descr="7b0a202020202262756c6c6574223a20227b5c2263617465676f727949645c223a31303030362c5c2274656d706c61746549645c223a32303233313236327d220a7d0a"/>
          <p:cNvSpPr txBox="1"/>
          <p:nvPr/>
        </p:nvSpPr>
        <p:spPr>
          <a:xfrm>
            <a:off x="496399" y="936234"/>
            <a:ext cx="8355982" cy="3372398"/>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a:lnSpc>
                <a:spcPct val="150000"/>
              </a:lnSpc>
            </a:pPr>
            <a:r>
              <a:rPr lang="zh-CN" altLang="en-US" sz="1600" b="1" dirty="0">
                <a:solidFill>
                  <a:srgbClr val="0000FF"/>
                </a:solidFill>
                <a:latin typeface="Times New Roman" panose="02020503050405090304" pitchFamily="18" charset="0"/>
                <a:ea typeface="宋体" pitchFamily="2" charset="-122"/>
                <a:sym typeface="+mn-ea"/>
              </a:rPr>
              <a:t>（</a:t>
            </a:r>
            <a:r>
              <a:rPr lang="en-US" altLang="zh-CN" sz="1600" b="1" dirty="0">
                <a:solidFill>
                  <a:srgbClr val="0000FF"/>
                </a:solidFill>
                <a:latin typeface="Times New Roman" panose="02020503050405090304" pitchFamily="18" charset="0"/>
                <a:ea typeface="宋体" pitchFamily="2" charset="-122"/>
                <a:sym typeface="+mn-ea"/>
              </a:rPr>
              <a:t>1</a:t>
            </a:r>
            <a:r>
              <a:rPr lang="zh-CN" altLang="en-US" sz="1600" b="1" dirty="0">
                <a:solidFill>
                  <a:srgbClr val="0000FF"/>
                </a:solidFill>
                <a:latin typeface="Times New Roman" panose="02020503050405090304" pitchFamily="18" charset="0"/>
                <a:ea typeface="宋体" pitchFamily="2" charset="-122"/>
                <a:sym typeface="+mn-ea"/>
              </a:rPr>
              <a:t>）基于条件随机场（CRF）的分词算法 </a:t>
            </a:r>
            <a:endParaRPr lang="zh-CN" altLang="en-US" sz="1600" b="1" dirty="0">
              <a:solidFill>
                <a:srgbClr val="0000FF"/>
              </a:solidFill>
              <a:latin typeface="Times New Roman" panose="02020503050405090304" pitchFamily="18" charset="0"/>
              <a:ea typeface="宋体" pitchFamily="2" charset="-122"/>
              <a:sym typeface="+mn-ea"/>
            </a:endParaRPr>
          </a:p>
          <a:p>
            <a:pPr indent="0" algn="just">
              <a:lnSpc>
                <a:spcPct val="150000"/>
              </a:lnSpc>
              <a:buNone/>
            </a:pPr>
            <a:r>
              <a:rPr lang="en-US" altLang="zh-CN" sz="1600" dirty="0">
                <a:latin typeface="Times New Roman" panose="02020503050405090304" pitchFamily="18" charset="0"/>
                <a:ea typeface="宋体" pitchFamily="2" charset="-122"/>
                <a:sym typeface="+mn-ea"/>
              </a:rPr>
              <a:t>       </a:t>
            </a:r>
            <a:r>
              <a:rPr lang="zh-CN" altLang="en-US" sz="1600" dirty="0">
                <a:latin typeface="Times New Roman" panose="02020503050405090304" pitchFamily="18" charset="0"/>
                <a:ea typeface="宋体" pitchFamily="2" charset="-122"/>
                <a:sym typeface="+mn-ea"/>
              </a:rPr>
              <a:t>基于条件随机场（Conditional Random Field，CRF）的分词算法是一种判别式的</a:t>
            </a:r>
            <a:r>
              <a:rPr lang="zh-CN" altLang="en-US" sz="1600" dirty="0">
                <a:solidFill>
                  <a:srgbClr val="0000FF"/>
                </a:solidFill>
                <a:latin typeface="Times New Roman" panose="02020503050405090304" pitchFamily="18" charset="0"/>
                <a:ea typeface="宋体" pitchFamily="2" charset="-122"/>
                <a:sym typeface="+mn-ea"/>
              </a:rPr>
              <a:t>无向图模型</a:t>
            </a:r>
            <a:r>
              <a:rPr lang="zh-CN" altLang="en-US" sz="1600" dirty="0">
                <a:latin typeface="Times New Roman" panose="02020503050405090304" pitchFamily="18" charset="0"/>
                <a:ea typeface="宋体" pitchFamily="2" charset="-122"/>
                <a:sym typeface="+mn-ea"/>
              </a:rPr>
              <a:t>，它试图对多个变量在给定观测值后的条件概率进行建模，常用于序列标注</a:t>
            </a:r>
            <a:r>
              <a:rPr lang="zh-CN" altLang="en-US" sz="1600">
                <a:latin typeface="Times New Roman" panose="02020503050405090304" pitchFamily="18" charset="0"/>
                <a:ea typeface="宋体" pitchFamily="2" charset="-122"/>
                <a:sym typeface="+mn-ea"/>
              </a:rPr>
              <a:t>问题。在 CRF的</a:t>
            </a:r>
            <a:r>
              <a:rPr lang="zh-CN" altLang="en-US" sz="1600" dirty="0">
                <a:latin typeface="Times New Roman" panose="02020503050405090304" pitchFamily="18" charset="0"/>
                <a:ea typeface="宋体" pitchFamily="2" charset="-122"/>
                <a:sym typeface="+mn-ea"/>
              </a:rPr>
              <a:t>假设中，每个状态不仅仅与它前面的状态有关，还与它后面的状态有关。与隐马尔可夫模型相比，CRF考虑的影响范围更大，顾及更多数量的特征函数以及相应</a:t>
            </a:r>
            <a:r>
              <a:rPr lang="zh-CN" altLang="en-US" sz="1600">
                <a:latin typeface="Times New Roman" panose="02020503050405090304" pitchFamily="18" charset="0"/>
                <a:ea typeface="宋体" pitchFamily="2" charset="-122"/>
                <a:sym typeface="+mn-ea"/>
              </a:rPr>
              <a:t>权重。因此</a:t>
            </a:r>
            <a:r>
              <a:rPr lang="zh-CN" altLang="en-US" sz="1600" dirty="0">
                <a:latin typeface="Times New Roman" panose="02020503050405090304" pitchFamily="18" charset="0"/>
                <a:ea typeface="宋体" pitchFamily="2" charset="-122"/>
                <a:sym typeface="+mn-ea"/>
              </a:rPr>
              <a:t>该算法的精度也更高，当然计算代价也偏高。</a:t>
            </a:r>
            <a:endParaRPr lang="zh-CN" altLang="en-US" sz="1600" dirty="0">
              <a:latin typeface="Times New Roman" panose="02020503050405090304" pitchFamily="18" charset="0"/>
              <a:ea typeface="宋体" pitchFamily="2" charset="-122"/>
              <a:sym typeface="+mn-ea"/>
            </a:endParaRPr>
          </a:p>
          <a:p>
            <a:pPr>
              <a:lnSpc>
                <a:spcPct val="150000"/>
              </a:lnSpc>
            </a:pPr>
            <a:r>
              <a:rPr lang="zh-CN" altLang="en-US" sz="1600" b="1" dirty="0">
                <a:solidFill>
                  <a:srgbClr val="0000FF"/>
                </a:solidFill>
                <a:latin typeface="Times New Roman" panose="02020503050405090304" pitchFamily="18" charset="0"/>
                <a:ea typeface="宋体" pitchFamily="2" charset="-122"/>
                <a:sym typeface="+mn-ea"/>
              </a:rPr>
              <a:t>（</a:t>
            </a:r>
            <a:r>
              <a:rPr lang="en-US" altLang="zh-CN" sz="1600" b="1" dirty="0">
                <a:solidFill>
                  <a:srgbClr val="0000FF"/>
                </a:solidFill>
                <a:latin typeface="Times New Roman" panose="02020503050405090304" pitchFamily="18" charset="0"/>
                <a:ea typeface="宋体" pitchFamily="2" charset="-122"/>
                <a:sym typeface="+mn-ea"/>
              </a:rPr>
              <a:t>2</a:t>
            </a:r>
            <a:r>
              <a:rPr lang="zh-CN" altLang="en-US" sz="1600" b="1" dirty="0">
                <a:solidFill>
                  <a:srgbClr val="0000FF"/>
                </a:solidFill>
                <a:latin typeface="Times New Roman" panose="02020503050405090304" pitchFamily="18" charset="0"/>
                <a:ea typeface="宋体" pitchFamily="2" charset="-122"/>
                <a:sym typeface="+mn-ea"/>
              </a:rPr>
              <a:t>）基于循环神经网络模型的分词算法 </a:t>
            </a:r>
            <a:endParaRPr lang="zh-CN" altLang="en-US" sz="1600" b="1" dirty="0">
              <a:solidFill>
                <a:srgbClr val="0000FF"/>
              </a:solidFill>
              <a:latin typeface="Times New Roman" panose="02020503050405090304" pitchFamily="18" charset="0"/>
              <a:ea typeface="宋体" pitchFamily="2" charset="-122"/>
              <a:sym typeface="+mn-ea"/>
            </a:endParaRPr>
          </a:p>
          <a:p>
            <a:pPr indent="0" algn="just">
              <a:lnSpc>
                <a:spcPct val="150000"/>
              </a:lnSpc>
              <a:buNone/>
            </a:pPr>
            <a:r>
              <a:rPr lang="en-US" altLang="zh-CN" sz="1600" dirty="0">
                <a:latin typeface="Times New Roman" panose="02020503050405090304" pitchFamily="18" charset="0"/>
                <a:ea typeface="宋体" pitchFamily="2" charset="-122"/>
                <a:sym typeface="+mn-ea"/>
              </a:rPr>
              <a:t>       </a:t>
            </a:r>
            <a:r>
              <a:rPr lang="zh-CN" altLang="en-US" sz="1600" dirty="0">
                <a:latin typeface="Times New Roman" panose="02020503050405090304" pitchFamily="18" charset="0"/>
                <a:ea typeface="宋体" pitchFamily="2" charset="-122"/>
                <a:sym typeface="+mn-ea"/>
              </a:rPr>
              <a:t>深度学习中的循环神经网络也适用于序列标注问题，</a:t>
            </a:r>
            <a:r>
              <a:rPr lang="zh-CN" altLang="en-US" sz="1600">
                <a:latin typeface="Times New Roman" panose="02020503050405090304" pitchFamily="18" charset="0"/>
                <a:ea typeface="宋体" pitchFamily="2" charset="-122"/>
                <a:sym typeface="+mn-ea"/>
              </a:rPr>
              <a:t>可以采用</a:t>
            </a:r>
            <a:r>
              <a:rPr lang="en-US" altLang="zh-CN" sz="1600">
                <a:latin typeface="Times New Roman" panose="02020503050405090304" pitchFamily="18" charset="0"/>
                <a:ea typeface="宋体" pitchFamily="2" charset="-122"/>
                <a:sym typeface="+mn-ea"/>
              </a:rPr>
              <a:t>R</a:t>
            </a:r>
            <a:r>
              <a:rPr lang="zh-CN" altLang="en-US" sz="1600">
                <a:latin typeface="Times New Roman" panose="02020503050405090304" pitchFamily="18" charset="0"/>
                <a:ea typeface="宋体" pitchFamily="2" charset="-122"/>
                <a:sym typeface="+mn-ea"/>
              </a:rPr>
              <a:t>NN、LSTM等</a:t>
            </a:r>
            <a:r>
              <a:rPr lang="zh-CN" altLang="en-US" sz="1600" dirty="0">
                <a:latin typeface="Times New Roman" panose="02020503050405090304" pitchFamily="18" charset="0"/>
                <a:ea typeface="宋体" pitchFamily="2" charset="-122"/>
                <a:sym typeface="+mn-ea"/>
              </a:rPr>
              <a:t>深度学习模型</a:t>
            </a:r>
            <a:r>
              <a:rPr lang="zh-CN" altLang="en-US" sz="1600">
                <a:latin typeface="Times New Roman" panose="02020503050405090304" pitchFamily="18" charset="0"/>
                <a:ea typeface="宋体" pitchFamily="2" charset="-122"/>
                <a:sym typeface="+mn-ea"/>
              </a:rPr>
              <a:t>，结合CRF等</a:t>
            </a:r>
            <a:r>
              <a:rPr lang="zh-CN" altLang="en-US" sz="1600" dirty="0">
                <a:latin typeface="Times New Roman" panose="02020503050405090304" pitchFamily="18" charset="0"/>
                <a:ea typeface="宋体" pitchFamily="2" charset="-122"/>
                <a:sym typeface="+mn-ea"/>
              </a:rPr>
              <a:t>分类算法，从而实现中文分词。 </a:t>
            </a:r>
            <a:endParaRPr lang="zh-CN" altLang="en-US" sz="1600" dirty="0">
              <a:latin typeface="Times New Roman" panose="02020503050405090304" pitchFamily="18" charset="0"/>
              <a:ea typeface="宋体" pitchFamily="2" charset="-122"/>
              <a:sym typeface="+mn-ea"/>
            </a:endParaRP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标题 7"/>
          <p:cNvSpPr>
            <a:spLocks noGrp="1"/>
          </p:cNvSpPr>
          <p:nvPr>
            <p:ph type="title"/>
          </p:nvPr>
        </p:nvSpPr>
        <p:spPr/>
        <p:txBody>
          <a:bodyPr/>
          <a:lstStyle/>
          <a:p>
            <a:r>
              <a:rPr lang="en-US" altLang="zh-CN" sz="2400" b="1">
                <a:solidFill>
                  <a:srgbClr val="004C41"/>
                </a:solidFill>
                <a:ea typeface="宋体" pitchFamily="2" charset="-122"/>
                <a:cs typeface="+mn-ea"/>
                <a:sym typeface="+mn-lt"/>
              </a:rPr>
              <a:t>4. 其他基于序列标注的分词算法</a:t>
            </a:r>
            <a:endParaRPr lang="zh-CN" altLang="en-US">
              <a:ea typeface="宋体" pitchFamily="2" charset="-122"/>
            </a:endParaRPr>
          </a:p>
        </p:txBody>
      </p:sp>
      <p:sp>
        <p:nvSpPr>
          <p:cNvPr id="6" name="日期占位符 5"/>
          <p:cNvSpPr>
            <a:spLocks noGrp="1"/>
          </p:cNvSpPr>
          <p:nvPr>
            <p:ph type="dt" sz="half" idx="10"/>
          </p:nvPr>
        </p:nvSpPr>
        <p:spPr/>
        <p:txBody>
          <a:bodyPr/>
          <a:lstStyle/>
          <a:p>
            <a:fld id="{C4CBC959-D29D-44DF-AFDB-B7FB4F0FBB8A}"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7" name="灯片编号占位符 6"/>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2"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animBg="1"/>
      <p:bldP spid="4" grpId="2" bldLvl="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descr="7b0a202020202262756c6c6574223a20227b5c2263617465676f727949645c223a31303030362c5c2274656d706c61746549645c223a32303233313236327d220a7d0a"/>
          <p:cNvSpPr txBox="1"/>
          <p:nvPr/>
        </p:nvSpPr>
        <p:spPr>
          <a:xfrm>
            <a:off x="763595" y="1007450"/>
            <a:ext cx="7960857" cy="338554"/>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r>
              <a:rPr lang="en-US" altLang="zh-CN" dirty="0">
                <a:solidFill>
                  <a:schemeClr val="tx1">
                    <a:lumMod val="95000"/>
                    <a:lumOff val="5000"/>
                  </a:schemeClr>
                </a:solidFill>
                <a:latin typeface="Times New Roman" panose="02020503050405090304" pitchFamily="18" charset="0"/>
                <a:ea typeface="宋体" pitchFamily="2" charset="-122"/>
              </a:rPr>
              <a:t>【</a:t>
            </a:r>
            <a:r>
              <a:rPr lang="zh-CN" altLang="en-US" sz="1600" dirty="0">
                <a:solidFill>
                  <a:schemeClr val="tx1">
                    <a:lumMod val="95000"/>
                    <a:lumOff val="5000"/>
                  </a:schemeClr>
                </a:solidFill>
                <a:latin typeface="Times New Roman" panose="02020503050405090304" pitchFamily="18" charset="0"/>
                <a:ea typeface="宋体" pitchFamily="2" charset="-122"/>
              </a:rPr>
              <a:t>例</a:t>
            </a:r>
            <a:r>
              <a:rPr lang="en-US" altLang="zh-CN" sz="1600" dirty="0">
                <a:solidFill>
                  <a:schemeClr val="tx1">
                    <a:lumMod val="95000"/>
                    <a:lumOff val="5000"/>
                  </a:schemeClr>
                </a:solidFill>
                <a:latin typeface="Times New Roman" panose="02020503050405090304" pitchFamily="18" charset="0"/>
                <a:ea typeface="宋体" pitchFamily="2" charset="-122"/>
              </a:rPr>
              <a:t>】</a:t>
            </a:r>
            <a:r>
              <a:rPr lang="zh-CN" altLang="en-US" sz="1600" dirty="0">
                <a:latin typeface="Times New Roman" panose="02020503050405090304" pitchFamily="18" charset="0"/>
                <a:ea typeface="宋体" pitchFamily="2" charset="-122"/>
              </a:rPr>
              <a:t>对“我喜欢观赏日出”这句中文文本，使用基于</a:t>
            </a:r>
            <a:r>
              <a:rPr lang="en-US" altLang="zh-CN" sz="1600" dirty="0">
                <a:latin typeface="Times New Roman" panose="02020503050405090304" pitchFamily="18" charset="0"/>
                <a:ea typeface="宋体" pitchFamily="2" charset="-122"/>
              </a:rPr>
              <a:t>HMM</a:t>
            </a:r>
            <a:r>
              <a:rPr lang="zh-CN" altLang="en-US" sz="1600" dirty="0">
                <a:latin typeface="Times New Roman" panose="02020503050405090304" pitchFamily="18" charset="0"/>
                <a:ea typeface="宋体" pitchFamily="2" charset="-122"/>
              </a:rPr>
              <a:t>模型的分词算法进行分词。</a:t>
            </a:r>
            <a:endParaRPr lang="en-US" altLang="zh-CN" sz="1600" dirty="0">
              <a:latin typeface="Times New Roman" panose="02020503050405090304" pitchFamily="18" charset="0"/>
              <a:ea typeface="宋体" pitchFamily="2" charset="-122"/>
            </a:endParaRPr>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4" name="文本框 13" descr="7b0a202020202262756c6c6574223a20227b5c2263617465676f727949645c223a31303030362c5c2274656d706c61746549645c223a32303233313236327d220a7d0a"/>
          <p:cNvSpPr txBox="1"/>
          <p:nvPr/>
        </p:nvSpPr>
        <p:spPr>
          <a:xfrm>
            <a:off x="763595" y="1437001"/>
            <a:ext cx="3914970" cy="1525739"/>
          </a:xfrm>
          <a:prstGeom prst="rect">
            <a:avLst/>
          </a:prstGeom>
          <a:ln>
            <a:solidFill>
              <a:schemeClr val="accent5">
                <a:lumMod val="60000"/>
                <a:lumOff val="40000"/>
              </a:schemeClr>
            </a:solidFill>
          </a:ln>
        </p:spPr>
        <p:style>
          <a:lnRef idx="2">
            <a:schemeClr val="dk1"/>
          </a:lnRef>
          <a:fillRef idx="1">
            <a:schemeClr val="lt1"/>
          </a:fillRef>
          <a:effectRef idx="0">
            <a:schemeClr val="dk1"/>
          </a:effectRef>
          <a:fontRef idx="minor">
            <a:schemeClr val="dk1"/>
          </a:fontRef>
        </p:style>
        <p:txBody>
          <a:bodyPr wrap="square" rtlCol="0" anchor="t">
            <a:spAutoFit/>
          </a:bodyPr>
          <a:lstStyle/>
          <a:p>
            <a:pPr>
              <a:lnSpc>
                <a:spcPct val="150000"/>
              </a:lnSpc>
            </a:pPr>
            <a:r>
              <a:rPr lang="zh-CN" altLang="en-US" sz="1400" dirty="0">
                <a:latin typeface="Times New Roman" panose="02020503050405090304" pitchFamily="18" charset="0"/>
                <a:ea typeface="宋体" pitchFamily="2" charset="-122"/>
                <a:sym typeface="+mn-ea"/>
              </a:rPr>
              <a:t>【</a:t>
            </a:r>
            <a:r>
              <a:rPr lang="zh-CN" altLang="en-US" sz="1600" dirty="0">
                <a:latin typeface="Times New Roman" panose="02020503050405090304" pitchFamily="18" charset="0"/>
                <a:ea typeface="宋体" pitchFamily="2" charset="-122"/>
                <a:sym typeface="+mn-ea"/>
              </a:rPr>
              <a:t>案例分析】</a:t>
            </a:r>
            <a:endParaRPr lang="zh-CN" altLang="en-US" sz="1600" dirty="0">
              <a:latin typeface="Times New Roman" panose="02020503050405090304" pitchFamily="18" charset="0"/>
              <a:ea typeface="宋体" pitchFamily="2" charset="-122"/>
              <a:sym typeface="+mn-ea"/>
            </a:endParaRPr>
          </a:p>
          <a:p>
            <a:pPr>
              <a:lnSpc>
                <a:spcPct val="150000"/>
              </a:lnSpc>
            </a:pPr>
            <a:r>
              <a:rPr lang="en-US" altLang="zh-CN" sz="1600" dirty="0">
                <a:solidFill>
                  <a:srgbClr val="FF0000"/>
                </a:solidFill>
                <a:latin typeface="Times New Roman" panose="02020503050405090304" pitchFamily="18" charset="0"/>
                <a:ea typeface="宋体" pitchFamily="2" charset="-122"/>
              </a:rPr>
              <a:t>  </a:t>
            </a:r>
            <a:r>
              <a:rPr lang="zh-CN" altLang="en-US" sz="1600" dirty="0">
                <a:solidFill>
                  <a:srgbClr val="FF0000"/>
                </a:solidFill>
                <a:latin typeface="Times New Roman" panose="02020503050405090304" pitchFamily="18" charset="0"/>
                <a:ea typeface="宋体" pitchFamily="2" charset="-122"/>
              </a:rPr>
              <a:t>此分词算法分两步开展：</a:t>
            </a:r>
            <a:endParaRPr lang="en-US" altLang="zh-CN" sz="1600" dirty="0">
              <a:solidFill>
                <a:srgbClr val="FF0000"/>
              </a:solidFill>
              <a:latin typeface="Times New Roman" panose="02020503050405090304" pitchFamily="18" charset="0"/>
              <a:ea typeface="宋体" pitchFamily="2" charset="-122"/>
            </a:endParaRPr>
          </a:p>
          <a:p>
            <a:pPr>
              <a:lnSpc>
                <a:spcPct val="150000"/>
              </a:lnSpc>
            </a:pPr>
            <a:r>
              <a:rPr lang="en-US" altLang="zh-CN" sz="1600" dirty="0">
                <a:solidFill>
                  <a:srgbClr val="FF0000"/>
                </a:solidFill>
                <a:latin typeface="Times New Roman" panose="02020503050405090304" pitchFamily="18" charset="0"/>
                <a:ea typeface="宋体" pitchFamily="2" charset="-122"/>
              </a:rPr>
              <a:t>     </a:t>
            </a:r>
            <a:r>
              <a:rPr lang="zh-CN" altLang="en-US" sz="1600" dirty="0">
                <a:solidFill>
                  <a:srgbClr val="FF0000"/>
                </a:solidFill>
                <a:latin typeface="Times New Roman" panose="02020503050405090304" pitchFamily="18" charset="0"/>
                <a:ea typeface="宋体" pitchFamily="2" charset="-122"/>
              </a:rPr>
              <a:t>（</a:t>
            </a:r>
            <a:r>
              <a:rPr lang="en-US" altLang="zh-CN" sz="1600" dirty="0">
                <a:solidFill>
                  <a:srgbClr val="FF0000"/>
                </a:solidFill>
                <a:latin typeface="Times New Roman" panose="02020503050405090304" pitchFamily="18" charset="0"/>
                <a:ea typeface="宋体" pitchFamily="2" charset="-122"/>
              </a:rPr>
              <a:t>1</a:t>
            </a:r>
            <a:r>
              <a:rPr lang="zh-CN" altLang="en-US" sz="1600" dirty="0">
                <a:solidFill>
                  <a:srgbClr val="FF0000"/>
                </a:solidFill>
                <a:latin typeface="Times New Roman" panose="02020503050405090304" pitchFamily="18" charset="0"/>
                <a:ea typeface="宋体" pitchFamily="2" charset="-122"/>
              </a:rPr>
              <a:t>）获取切分句子的最优状态序列；</a:t>
            </a:r>
            <a:endParaRPr lang="en-US" altLang="zh-CN" sz="1600" dirty="0">
              <a:solidFill>
                <a:srgbClr val="FF0000"/>
              </a:solidFill>
              <a:latin typeface="Times New Roman" panose="02020503050405090304" pitchFamily="18" charset="0"/>
              <a:ea typeface="宋体" pitchFamily="2" charset="-122"/>
            </a:endParaRPr>
          </a:p>
          <a:p>
            <a:pPr>
              <a:lnSpc>
                <a:spcPct val="150000"/>
              </a:lnSpc>
            </a:pPr>
            <a:r>
              <a:rPr lang="en-US" altLang="zh-CN" sz="1600" dirty="0">
                <a:solidFill>
                  <a:srgbClr val="FF0000"/>
                </a:solidFill>
                <a:latin typeface="Times New Roman" panose="02020503050405090304" pitchFamily="18" charset="0"/>
                <a:ea typeface="宋体" pitchFamily="2" charset="-122"/>
              </a:rPr>
              <a:t>     </a:t>
            </a:r>
            <a:r>
              <a:rPr lang="zh-CN" altLang="en-US" sz="1600" dirty="0">
                <a:solidFill>
                  <a:srgbClr val="FF0000"/>
                </a:solidFill>
                <a:latin typeface="Times New Roman" panose="02020503050405090304" pitchFamily="18" charset="0"/>
                <a:ea typeface="宋体" pitchFamily="2" charset="-122"/>
              </a:rPr>
              <a:t>（</a:t>
            </a:r>
            <a:r>
              <a:rPr lang="en-US" altLang="zh-CN" sz="1600" dirty="0">
                <a:solidFill>
                  <a:srgbClr val="FF0000"/>
                </a:solidFill>
                <a:latin typeface="Times New Roman" panose="02020503050405090304" pitchFamily="18" charset="0"/>
                <a:ea typeface="宋体" pitchFamily="2" charset="-122"/>
              </a:rPr>
              <a:t>2</a:t>
            </a:r>
            <a:r>
              <a:rPr lang="zh-CN" altLang="en-US" sz="1600" dirty="0">
                <a:solidFill>
                  <a:srgbClr val="FF0000"/>
                </a:solidFill>
                <a:latin typeface="Times New Roman" panose="02020503050405090304" pitchFamily="18" charset="0"/>
                <a:ea typeface="宋体" pitchFamily="2" charset="-122"/>
              </a:rPr>
              <a:t>）将最优状态序列转换为切分方案。</a:t>
            </a:r>
            <a:endParaRPr lang="en-US" altLang="zh-CN" sz="1600" dirty="0">
              <a:solidFill>
                <a:srgbClr val="FF0000"/>
              </a:solidFill>
              <a:latin typeface="Times New Roman" panose="02020503050405090304" pitchFamily="18" charset="0"/>
              <a:ea typeface="宋体" pitchFamily="2" charset="-122"/>
            </a:endParaRPr>
          </a:p>
        </p:txBody>
      </p:sp>
      <p:sp>
        <p:nvSpPr>
          <p:cNvPr id="15" name="文本框 14"/>
          <p:cNvSpPr txBox="1"/>
          <p:nvPr/>
        </p:nvSpPr>
        <p:spPr>
          <a:xfrm>
            <a:off x="740012" y="3164602"/>
            <a:ext cx="3634869" cy="1387239"/>
          </a:xfrm>
          <a:prstGeom prst="rect">
            <a:avLst/>
          </a:prstGeom>
          <a:solidFill>
            <a:schemeClr val="accent5">
              <a:lumMod val="40000"/>
              <a:lumOff val="60000"/>
            </a:schemeClr>
          </a:solidFill>
        </p:spPr>
        <p:txBody>
          <a:bodyPr wrap="square">
            <a:spAutoFit/>
          </a:bodyPr>
          <a:lstStyle/>
          <a:p>
            <a:pPr>
              <a:lnSpc>
                <a:spcPct val="150000"/>
              </a:lnSpc>
            </a:pPr>
            <a:r>
              <a:rPr lang="zh-CN" altLang="en-US" sz="1400" b="1" dirty="0">
                <a:latin typeface="Times New Roman" panose="02020503050405090304" pitchFamily="18" charset="0"/>
                <a:ea typeface="宋体" pitchFamily="2" charset="-122"/>
              </a:rPr>
              <a:t>重要函数有：</a:t>
            </a:r>
            <a:endParaRPr lang="en-US" altLang="zh-CN" sz="1400" b="1" dirty="0">
              <a:latin typeface="Times New Roman" panose="02020503050405090304" pitchFamily="18" charset="0"/>
              <a:ea typeface="宋体" pitchFamily="2" charset="-122"/>
            </a:endParaRPr>
          </a:p>
          <a:p>
            <a:pPr>
              <a:lnSpc>
                <a:spcPct val="150000"/>
              </a:lnSpc>
            </a:pPr>
            <a:r>
              <a:rPr lang="en-US" altLang="zh-CN" sz="1400" dirty="0">
                <a:solidFill>
                  <a:srgbClr val="FF0000"/>
                </a:solidFill>
                <a:latin typeface="Times New Roman" panose="02020503050405090304" pitchFamily="18" charset="0"/>
                <a:ea typeface="宋体" pitchFamily="2" charset="-122"/>
              </a:rPr>
              <a:t>   Viterbi</a:t>
            </a:r>
            <a:r>
              <a:rPr lang="zh-CN" altLang="en-US" sz="1400" dirty="0">
                <a:solidFill>
                  <a:srgbClr val="FF0000"/>
                </a:solidFill>
                <a:latin typeface="Times New Roman" panose="02020503050405090304" pitchFamily="18" charset="0"/>
                <a:ea typeface="宋体" pitchFamily="2" charset="-122"/>
              </a:rPr>
              <a:t>函数</a:t>
            </a:r>
            <a:r>
              <a:rPr lang="zh-CN" altLang="en-US" sz="1400" dirty="0">
                <a:latin typeface="Times New Roman" panose="02020503050405090304" pitchFamily="18" charset="0"/>
                <a:ea typeface="宋体" pitchFamily="2" charset="-122"/>
              </a:rPr>
              <a:t>应用维特比算法来求解最优状态序列。</a:t>
            </a:r>
            <a:endParaRPr lang="en-US" altLang="zh-CN" sz="1400" dirty="0">
              <a:latin typeface="Times New Roman" panose="02020503050405090304" pitchFamily="18" charset="0"/>
              <a:ea typeface="宋体" pitchFamily="2" charset="-122"/>
            </a:endParaRPr>
          </a:p>
          <a:p>
            <a:pPr>
              <a:lnSpc>
                <a:spcPct val="150000"/>
              </a:lnSpc>
            </a:pPr>
            <a:r>
              <a:rPr lang="en-US" altLang="zh-CN" sz="1400" dirty="0">
                <a:solidFill>
                  <a:srgbClr val="FF0000"/>
                </a:solidFill>
                <a:latin typeface="Times New Roman" panose="02020503050405090304" pitchFamily="18" charset="0"/>
                <a:ea typeface="宋体" pitchFamily="2" charset="-122"/>
              </a:rPr>
              <a:t>   </a:t>
            </a:r>
            <a:r>
              <a:rPr lang="en-US" altLang="zh-CN" sz="1400" dirty="0" err="1">
                <a:solidFill>
                  <a:srgbClr val="FF0000"/>
                </a:solidFill>
                <a:latin typeface="Times New Roman" panose="02020503050405090304" pitchFamily="18" charset="0"/>
                <a:ea typeface="宋体" pitchFamily="2" charset="-122"/>
              </a:rPr>
              <a:t>tag_seg</a:t>
            </a:r>
            <a:r>
              <a:rPr lang="zh-CN" altLang="en-US" sz="1400" dirty="0">
                <a:solidFill>
                  <a:srgbClr val="FF0000"/>
                </a:solidFill>
                <a:latin typeface="Times New Roman" panose="02020503050405090304" pitchFamily="18" charset="0"/>
                <a:ea typeface="宋体" pitchFamily="2" charset="-122"/>
              </a:rPr>
              <a:t>函数</a:t>
            </a:r>
            <a:r>
              <a:rPr lang="zh-CN" altLang="en-US" sz="1400" dirty="0">
                <a:latin typeface="Times New Roman" panose="02020503050405090304" pitchFamily="18" charset="0"/>
                <a:ea typeface="宋体" pitchFamily="2" charset="-122"/>
              </a:rPr>
              <a:t>根据状态序列进行分词</a:t>
            </a:r>
            <a:r>
              <a:rPr lang="zh-CN" altLang="en-US" sz="1600" dirty="0">
                <a:latin typeface="Times New Roman" panose="02020503050405090304" pitchFamily="18" charset="0"/>
                <a:ea typeface="宋体" pitchFamily="2" charset="-122"/>
              </a:rPr>
              <a:t>。</a:t>
            </a:r>
            <a:endParaRPr lang="en-US" altLang="zh-CN" sz="1600" dirty="0">
              <a:latin typeface="Times New Roman" panose="02020503050405090304" pitchFamily="18" charset="0"/>
              <a:ea typeface="宋体" pitchFamily="2" charset="-122"/>
            </a:endParaRPr>
          </a:p>
        </p:txBody>
      </p:sp>
      <p:sp>
        <p:nvSpPr>
          <p:cNvPr id="16" name="矩形: 圆角 15"/>
          <p:cNvSpPr/>
          <p:nvPr/>
        </p:nvSpPr>
        <p:spPr>
          <a:xfrm>
            <a:off x="6336436" y="1908800"/>
            <a:ext cx="607375" cy="257305"/>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95000"/>
                    <a:lumOff val="5000"/>
                  </a:schemeClr>
                </a:solidFill>
                <a:latin typeface="Times New Roman" panose="02020503050405090304" pitchFamily="18" charset="0"/>
                <a:ea typeface="宋体" pitchFamily="2" charset="-122"/>
              </a:rPr>
              <a:t>main</a:t>
            </a:r>
            <a:endParaRPr lang="zh-CN" altLang="en-US" sz="1100" dirty="0">
              <a:solidFill>
                <a:schemeClr val="tx1">
                  <a:lumMod val="95000"/>
                  <a:lumOff val="5000"/>
                </a:schemeClr>
              </a:solidFill>
              <a:latin typeface="Times New Roman" panose="02020503050405090304" pitchFamily="18" charset="0"/>
              <a:ea typeface="宋体" pitchFamily="2" charset="-122"/>
            </a:endParaRPr>
          </a:p>
        </p:txBody>
      </p:sp>
      <p:sp>
        <p:nvSpPr>
          <p:cNvPr id="17" name="矩形: 圆角 16"/>
          <p:cNvSpPr/>
          <p:nvPr/>
        </p:nvSpPr>
        <p:spPr>
          <a:xfrm>
            <a:off x="6179586" y="2459705"/>
            <a:ext cx="921074" cy="257305"/>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95000"/>
                    <a:lumOff val="5000"/>
                  </a:schemeClr>
                </a:solidFill>
                <a:latin typeface="Times New Roman" panose="02020503050405090304" pitchFamily="18" charset="0"/>
                <a:ea typeface="宋体" pitchFamily="2" charset="-122"/>
              </a:rPr>
              <a:t>Viterbi</a:t>
            </a:r>
            <a:endParaRPr lang="zh-CN" altLang="en-US" sz="1100" dirty="0">
              <a:solidFill>
                <a:schemeClr val="tx1">
                  <a:lumMod val="95000"/>
                  <a:lumOff val="5000"/>
                </a:schemeClr>
              </a:solidFill>
              <a:latin typeface="Times New Roman" panose="02020503050405090304" pitchFamily="18" charset="0"/>
              <a:ea typeface="宋体" pitchFamily="2" charset="-122"/>
            </a:endParaRPr>
          </a:p>
        </p:txBody>
      </p:sp>
      <p:sp>
        <p:nvSpPr>
          <p:cNvPr id="20" name="矩形: 圆角 19"/>
          <p:cNvSpPr/>
          <p:nvPr/>
        </p:nvSpPr>
        <p:spPr>
          <a:xfrm>
            <a:off x="6022736" y="2981241"/>
            <a:ext cx="1234774" cy="257305"/>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err="1">
                <a:solidFill>
                  <a:schemeClr val="tx1">
                    <a:lumMod val="95000"/>
                    <a:lumOff val="5000"/>
                  </a:schemeClr>
                </a:solidFill>
                <a:latin typeface="Times New Roman" panose="02020503050405090304" pitchFamily="18" charset="0"/>
                <a:ea typeface="宋体" pitchFamily="2" charset="-122"/>
              </a:rPr>
              <a:t>tag_seg</a:t>
            </a:r>
            <a:endParaRPr lang="zh-CN" altLang="en-US" sz="1100" dirty="0">
              <a:solidFill>
                <a:schemeClr val="tx1">
                  <a:lumMod val="95000"/>
                  <a:lumOff val="5000"/>
                </a:schemeClr>
              </a:solidFill>
              <a:latin typeface="Times New Roman" panose="02020503050405090304" pitchFamily="18" charset="0"/>
              <a:ea typeface="宋体" pitchFamily="2" charset="-122"/>
            </a:endParaRPr>
          </a:p>
        </p:txBody>
      </p:sp>
      <p:cxnSp>
        <p:nvCxnSpPr>
          <p:cNvPr id="23" name="直接箭头连接符 22"/>
          <p:cNvCxnSpPr>
            <a:stCxn id="16" idx="2"/>
            <a:endCxn id="17" idx="0"/>
          </p:cNvCxnSpPr>
          <p:nvPr/>
        </p:nvCxnSpPr>
        <p:spPr>
          <a:xfrm flipH="1">
            <a:off x="6640123" y="2166105"/>
            <a:ext cx="1" cy="293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17" idx="2"/>
            <a:endCxn id="20" idx="0"/>
          </p:cNvCxnSpPr>
          <p:nvPr/>
        </p:nvCxnSpPr>
        <p:spPr>
          <a:xfrm>
            <a:off x="6640123" y="2717010"/>
            <a:ext cx="0" cy="2642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椭圆 43"/>
          <p:cNvSpPr/>
          <p:nvPr/>
        </p:nvSpPr>
        <p:spPr>
          <a:xfrm>
            <a:off x="6802179" y="3765333"/>
            <a:ext cx="279180" cy="279180"/>
          </a:xfrm>
          <a:prstGeom prst="ellipse">
            <a:avLst/>
          </a:prstGeom>
          <a:solidFill>
            <a:srgbClr val="DF5451"/>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5" name="椭圆 44"/>
          <p:cNvSpPr/>
          <p:nvPr/>
        </p:nvSpPr>
        <p:spPr>
          <a:xfrm>
            <a:off x="7258303" y="3775601"/>
            <a:ext cx="280256" cy="268912"/>
          </a:xfrm>
          <a:prstGeom prst="ellipse">
            <a:avLst/>
          </a:prstGeom>
          <a:solidFill>
            <a:srgbClr val="DF5451"/>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椭圆 45"/>
          <p:cNvSpPr/>
          <p:nvPr/>
        </p:nvSpPr>
        <p:spPr>
          <a:xfrm>
            <a:off x="7703769" y="3774161"/>
            <a:ext cx="279180" cy="279180"/>
          </a:xfrm>
          <a:prstGeom prst="ellipse">
            <a:avLst/>
          </a:prstGeom>
          <a:solidFill>
            <a:srgbClr val="DF5451"/>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椭圆 46"/>
          <p:cNvSpPr/>
          <p:nvPr/>
        </p:nvSpPr>
        <p:spPr>
          <a:xfrm>
            <a:off x="8160969" y="3774161"/>
            <a:ext cx="279180" cy="279180"/>
          </a:xfrm>
          <a:prstGeom prst="ellipse">
            <a:avLst/>
          </a:prstGeom>
          <a:solidFill>
            <a:srgbClr val="DF5451"/>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8" name="矩形 47"/>
          <p:cNvSpPr/>
          <p:nvPr/>
        </p:nvSpPr>
        <p:spPr>
          <a:xfrm>
            <a:off x="6822186" y="4267279"/>
            <a:ext cx="275768" cy="2757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dirty="0">
              <a:latin typeface="Times New Roman" panose="02020503050405090304" pitchFamily="18" charset="0"/>
              <a:cs typeface="Times New Roman" panose="02020503050405090304" pitchFamily="18" charset="0"/>
            </a:endParaRPr>
          </a:p>
        </p:txBody>
      </p:sp>
      <p:sp>
        <p:nvSpPr>
          <p:cNvPr id="49" name="矩形 48"/>
          <p:cNvSpPr/>
          <p:nvPr/>
        </p:nvSpPr>
        <p:spPr>
          <a:xfrm>
            <a:off x="7283126" y="4263268"/>
            <a:ext cx="275768" cy="2757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7727188" y="4261097"/>
            <a:ext cx="275768" cy="2757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8178283" y="4257075"/>
            <a:ext cx="275768" cy="2757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p:cNvSpPr txBox="1"/>
          <p:nvPr/>
        </p:nvSpPr>
        <p:spPr>
          <a:xfrm>
            <a:off x="6761144" y="4270997"/>
            <a:ext cx="402609" cy="276999"/>
          </a:xfrm>
          <a:prstGeom prst="rect">
            <a:avLst/>
          </a:prstGeom>
          <a:noFill/>
        </p:spPr>
        <p:txBody>
          <a:bodyPr wrap="square" rtlCol="0">
            <a:spAutoFit/>
          </a:bodyPr>
          <a:lstStyle/>
          <a:p>
            <a:r>
              <a:rPr lang="en-US" altLang="zh-CN" sz="1200" dirty="0">
                <a:solidFill>
                  <a:schemeClr val="bg1"/>
                </a:solidFill>
                <a:latin typeface="Times New Roman" panose="02020503050405090304" pitchFamily="18" charset="0"/>
                <a:ea typeface="宋体" pitchFamily="2" charset="-122"/>
              </a:rPr>
              <a:t>O1</a:t>
            </a:r>
            <a:endParaRPr lang="zh-CN" altLang="en-US" sz="1200" dirty="0">
              <a:solidFill>
                <a:schemeClr val="bg1"/>
              </a:solidFill>
              <a:latin typeface="Times New Roman" panose="02020503050405090304" pitchFamily="18" charset="0"/>
              <a:ea typeface="宋体" pitchFamily="2" charset="-122"/>
            </a:endParaRPr>
          </a:p>
        </p:txBody>
      </p:sp>
      <p:sp>
        <p:nvSpPr>
          <p:cNvPr id="53" name="文本框 52"/>
          <p:cNvSpPr txBox="1"/>
          <p:nvPr/>
        </p:nvSpPr>
        <p:spPr>
          <a:xfrm>
            <a:off x="7227626" y="4257692"/>
            <a:ext cx="402609" cy="276999"/>
          </a:xfrm>
          <a:prstGeom prst="rect">
            <a:avLst/>
          </a:prstGeom>
          <a:noFill/>
        </p:spPr>
        <p:txBody>
          <a:bodyPr wrap="square" rtlCol="0">
            <a:spAutoFit/>
          </a:bodyPr>
          <a:lstStyle/>
          <a:p>
            <a:r>
              <a:rPr lang="en-US" altLang="zh-CN" sz="1200" dirty="0">
                <a:solidFill>
                  <a:schemeClr val="bg1"/>
                </a:solidFill>
                <a:latin typeface="Times New Roman" panose="02020503050405090304" pitchFamily="18" charset="0"/>
                <a:ea typeface="宋体" pitchFamily="2" charset="-122"/>
              </a:rPr>
              <a:t>O2</a:t>
            </a:r>
            <a:endParaRPr lang="zh-CN" altLang="en-US" sz="1200" dirty="0">
              <a:solidFill>
                <a:schemeClr val="bg1"/>
              </a:solidFill>
              <a:latin typeface="Times New Roman" panose="02020503050405090304" pitchFamily="18" charset="0"/>
              <a:ea typeface="宋体" pitchFamily="2" charset="-122"/>
            </a:endParaRPr>
          </a:p>
        </p:txBody>
      </p:sp>
      <p:sp>
        <p:nvSpPr>
          <p:cNvPr id="54" name="文本框 53"/>
          <p:cNvSpPr txBox="1"/>
          <p:nvPr/>
        </p:nvSpPr>
        <p:spPr>
          <a:xfrm>
            <a:off x="7678267" y="4263755"/>
            <a:ext cx="402609" cy="276999"/>
          </a:xfrm>
          <a:prstGeom prst="rect">
            <a:avLst/>
          </a:prstGeom>
          <a:noFill/>
        </p:spPr>
        <p:txBody>
          <a:bodyPr wrap="square" rtlCol="0">
            <a:spAutoFit/>
          </a:bodyPr>
          <a:lstStyle/>
          <a:p>
            <a:r>
              <a:rPr lang="en-US" altLang="zh-CN" sz="1200" dirty="0">
                <a:solidFill>
                  <a:schemeClr val="bg1"/>
                </a:solidFill>
                <a:latin typeface="Times New Roman" panose="02020503050405090304" pitchFamily="18" charset="0"/>
                <a:ea typeface="宋体" pitchFamily="2" charset="-122"/>
              </a:rPr>
              <a:t>O3</a:t>
            </a:r>
            <a:endParaRPr lang="zh-CN" altLang="en-US" sz="1200" dirty="0">
              <a:solidFill>
                <a:schemeClr val="bg1"/>
              </a:solidFill>
              <a:latin typeface="Times New Roman" panose="02020503050405090304" pitchFamily="18" charset="0"/>
              <a:ea typeface="宋体" pitchFamily="2" charset="-122"/>
            </a:endParaRPr>
          </a:p>
        </p:txBody>
      </p:sp>
      <p:sp>
        <p:nvSpPr>
          <p:cNvPr id="55" name="文本框 54"/>
          <p:cNvSpPr txBox="1"/>
          <p:nvPr/>
        </p:nvSpPr>
        <p:spPr>
          <a:xfrm>
            <a:off x="8128908" y="4255619"/>
            <a:ext cx="402609" cy="276999"/>
          </a:xfrm>
          <a:prstGeom prst="rect">
            <a:avLst/>
          </a:prstGeom>
          <a:noFill/>
        </p:spPr>
        <p:txBody>
          <a:bodyPr wrap="square" rtlCol="0">
            <a:spAutoFit/>
          </a:bodyPr>
          <a:lstStyle/>
          <a:p>
            <a:r>
              <a:rPr lang="en-US" altLang="zh-CN" sz="1200" dirty="0">
                <a:solidFill>
                  <a:schemeClr val="bg1"/>
                </a:solidFill>
                <a:latin typeface="Times New Roman" panose="02020503050405090304" pitchFamily="18" charset="0"/>
                <a:ea typeface="宋体" pitchFamily="2" charset="-122"/>
              </a:rPr>
              <a:t>O4</a:t>
            </a:r>
            <a:endParaRPr lang="zh-CN" altLang="en-US" sz="1200" dirty="0">
              <a:solidFill>
                <a:schemeClr val="bg1"/>
              </a:solidFill>
              <a:latin typeface="Times New Roman" panose="02020503050405090304" pitchFamily="18" charset="0"/>
              <a:ea typeface="宋体" pitchFamily="2" charset="-122"/>
            </a:endParaRPr>
          </a:p>
        </p:txBody>
      </p:sp>
      <p:sp>
        <p:nvSpPr>
          <p:cNvPr id="56" name="文本框 55"/>
          <p:cNvSpPr txBox="1"/>
          <p:nvPr/>
        </p:nvSpPr>
        <p:spPr>
          <a:xfrm>
            <a:off x="6789317" y="3758139"/>
            <a:ext cx="394626" cy="276999"/>
          </a:xfrm>
          <a:prstGeom prst="rect">
            <a:avLst/>
          </a:prstGeom>
          <a:noFill/>
        </p:spPr>
        <p:txBody>
          <a:bodyPr wrap="square" rtlCol="0">
            <a:spAutoFit/>
          </a:bodyPr>
          <a:lstStyle/>
          <a:p>
            <a:r>
              <a:rPr lang="en-US" altLang="zh-CN" sz="1200" dirty="0">
                <a:solidFill>
                  <a:schemeClr val="bg1"/>
                </a:solidFill>
                <a:latin typeface="Times New Roman" panose="02020503050405090304" pitchFamily="18" charset="0"/>
                <a:ea typeface="宋体" pitchFamily="2" charset="-122"/>
              </a:rPr>
              <a:t>s1</a:t>
            </a:r>
            <a:endParaRPr lang="zh-CN" altLang="en-US" sz="1200" dirty="0">
              <a:solidFill>
                <a:schemeClr val="bg1"/>
              </a:solidFill>
              <a:latin typeface="Times New Roman" panose="02020503050405090304" pitchFamily="18" charset="0"/>
              <a:ea typeface="宋体" pitchFamily="2" charset="-122"/>
            </a:endParaRPr>
          </a:p>
        </p:txBody>
      </p:sp>
      <p:sp>
        <p:nvSpPr>
          <p:cNvPr id="57" name="文本框 56"/>
          <p:cNvSpPr txBox="1"/>
          <p:nvPr/>
        </p:nvSpPr>
        <p:spPr>
          <a:xfrm>
            <a:off x="7239323" y="3767514"/>
            <a:ext cx="402609" cy="276999"/>
          </a:xfrm>
          <a:prstGeom prst="rect">
            <a:avLst/>
          </a:prstGeom>
          <a:noFill/>
        </p:spPr>
        <p:txBody>
          <a:bodyPr wrap="square" rtlCol="0">
            <a:spAutoFit/>
          </a:bodyPr>
          <a:lstStyle/>
          <a:p>
            <a:r>
              <a:rPr lang="en-US" altLang="zh-CN" sz="1200" dirty="0">
                <a:solidFill>
                  <a:schemeClr val="bg1"/>
                </a:solidFill>
                <a:latin typeface="Times New Roman" panose="02020503050405090304" pitchFamily="18" charset="0"/>
                <a:ea typeface="宋体" pitchFamily="2" charset="-122"/>
              </a:rPr>
              <a:t>s2</a:t>
            </a:r>
            <a:endParaRPr lang="zh-CN" altLang="en-US" sz="1200" dirty="0">
              <a:solidFill>
                <a:schemeClr val="bg1"/>
              </a:solidFill>
              <a:latin typeface="Times New Roman" panose="02020503050405090304" pitchFamily="18" charset="0"/>
              <a:ea typeface="宋体" pitchFamily="2" charset="-122"/>
            </a:endParaRPr>
          </a:p>
        </p:txBody>
      </p:sp>
      <p:sp>
        <p:nvSpPr>
          <p:cNvPr id="58" name="文本框 57"/>
          <p:cNvSpPr txBox="1"/>
          <p:nvPr/>
        </p:nvSpPr>
        <p:spPr>
          <a:xfrm>
            <a:off x="7669350" y="3769148"/>
            <a:ext cx="402609" cy="276999"/>
          </a:xfrm>
          <a:prstGeom prst="rect">
            <a:avLst/>
          </a:prstGeom>
          <a:noFill/>
        </p:spPr>
        <p:txBody>
          <a:bodyPr wrap="square" rtlCol="0">
            <a:spAutoFit/>
          </a:bodyPr>
          <a:lstStyle/>
          <a:p>
            <a:r>
              <a:rPr lang="en-US" altLang="zh-CN" sz="1200" dirty="0">
                <a:solidFill>
                  <a:schemeClr val="bg1"/>
                </a:solidFill>
                <a:latin typeface="Times New Roman" panose="02020503050405090304" pitchFamily="18" charset="0"/>
                <a:ea typeface="宋体" pitchFamily="2" charset="-122"/>
              </a:rPr>
              <a:t>s3</a:t>
            </a:r>
            <a:endParaRPr lang="zh-CN" altLang="en-US" sz="1200" dirty="0">
              <a:solidFill>
                <a:schemeClr val="bg1"/>
              </a:solidFill>
              <a:latin typeface="Times New Roman" panose="02020503050405090304" pitchFamily="18" charset="0"/>
              <a:ea typeface="宋体" pitchFamily="2" charset="-122"/>
            </a:endParaRPr>
          </a:p>
        </p:txBody>
      </p:sp>
      <p:sp>
        <p:nvSpPr>
          <p:cNvPr id="59" name="文本框 58"/>
          <p:cNvSpPr txBox="1"/>
          <p:nvPr/>
        </p:nvSpPr>
        <p:spPr>
          <a:xfrm>
            <a:off x="8140913" y="3773936"/>
            <a:ext cx="402609" cy="276999"/>
          </a:xfrm>
          <a:prstGeom prst="rect">
            <a:avLst/>
          </a:prstGeom>
          <a:noFill/>
        </p:spPr>
        <p:txBody>
          <a:bodyPr wrap="square" rtlCol="0">
            <a:spAutoFit/>
          </a:bodyPr>
          <a:lstStyle/>
          <a:p>
            <a:r>
              <a:rPr lang="en-US" altLang="zh-CN" sz="1200" dirty="0">
                <a:solidFill>
                  <a:schemeClr val="bg1"/>
                </a:solidFill>
                <a:latin typeface="Times New Roman" panose="02020503050405090304" pitchFamily="18" charset="0"/>
                <a:ea typeface="宋体" pitchFamily="2" charset="-122"/>
              </a:rPr>
              <a:t>s4</a:t>
            </a:r>
            <a:endParaRPr lang="zh-CN" altLang="en-US" sz="1200" dirty="0">
              <a:solidFill>
                <a:schemeClr val="bg1"/>
              </a:solidFill>
              <a:latin typeface="Times New Roman" panose="02020503050405090304" pitchFamily="18" charset="0"/>
              <a:ea typeface="宋体" pitchFamily="2" charset="-122"/>
            </a:endParaRPr>
          </a:p>
        </p:txBody>
      </p:sp>
      <p:cxnSp>
        <p:nvCxnSpPr>
          <p:cNvPr id="60" name="直接箭头连接符 59"/>
          <p:cNvCxnSpPr/>
          <p:nvPr/>
        </p:nvCxnSpPr>
        <p:spPr>
          <a:xfrm>
            <a:off x="6958510" y="4070337"/>
            <a:ext cx="0" cy="1852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p:nvPr/>
        </p:nvCxnSpPr>
        <p:spPr>
          <a:xfrm>
            <a:off x="7417984" y="4050935"/>
            <a:ext cx="0" cy="1852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p:nvPr/>
        </p:nvCxnSpPr>
        <p:spPr>
          <a:xfrm>
            <a:off x="7861537" y="4050935"/>
            <a:ext cx="0" cy="1852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p:nvPr/>
        </p:nvCxnSpPr>
        <p:spPr>
          <a:xfrm>
            <a:off x="8325560" y="4070337"/>
            <a:ext cx="0" cy="1852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p:nvPr/>
        </p:nvCxnSpPr>
        <p:spPr>
          <a:xfrm>
            <a:off x="7097954" y="3916760"/>
            <a:ext cx="156949"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p:nvPr/>
        </p:nvCxnSpPr>
        <p:spPr>
          <a:xfrm>
            <a:off x="7546820" y="3912211"/>
            <a:ext cx="156949"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p:nvPr/>
        </p:nvCxnSpPr>
        <p:spPr>
          <a:xfrm>
            <a:off x="8004020" y="3912211"/>
            <a:ext cx="156949"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7" name="文本框 66"/>
          <p:cNvSpPr txBox="1"/>
          <p:nvPr/>
        </p:nvSpPr>
        <p:spPr>
          <a:xfrm>
            <a:off x="4742253" y="3779162"/>
            <a:ext cx="2079141" cy="300082"/>
          </a:xfrm>
          <a:prstGeom prst="rect">
            <a:avLst/>
          </a:prstGeom>
          <a:noFill/>
        </p:spPr>
        <p:txBody>
          <a:bodyPr wrap="square">
            <a:spAutoFit/>
          </a:bodyPr>
          <a:lstStyle/>
          <a:p>
            <a:r>
              <a:rPr lang="zh-CN" altLang="en-US">
                <a:solidFill>
                  <a:srgbClr val="FF0000"/>
                </a:solidFill>
                <a:latin typeface="Times New Roman" panose="02020503050405090304" pitchFamily="18" charset="0"/>
                <a:ea typeface="宋体" pitchFamily="2" charset="-122"/>
              </a:rPr>
              <a:t>状态链：</a:t>
            </a:r>
            <a:r>
              <a:rPr lang="en-US" altLang="zh-CN">
                <a:solidFill>
                  <a:srgbClr val="FF0000"/>
                </a:solidFill>
                <a:latin typeface="Times New Roman" panose="02020503050405090304" pitchFamily="18" charset="0"/>
                <a:ea typeface="宋体" pitchFamily="2" charset="-122"/>
              </a:rPr>
              <a:t>BEMS</a:t>
            </a:r>
            <a:r>
              <a:rPr lang="zh-CN" altLang="en-US" dirty="0">
                <a:solidFill>
                  <a:srgbClr val="FF0000"/>
                </a:solidFill>
                <a:latin typeface="Times New Roman" panose="02020503050405090304" pitchFamily="18" charset="0"/>
                <a:ea typeface="宋体" pitchFamily="2" charset="-122"/>
              </a:rPr>
              <a:t>标注序列</a:t>
            </a:r>
            <a:endParaRPr lang="zh-CN" altLang="en-US" dirty="0">
              <a:solidFill>
                <a:srgbClr val="FF0000"/>
              </a:solidFill>
              <a:latin typeface="Times New Roman" panose="02020503050405090304" pitchFamily="18" charset="0"/>
              <a:ea typeface="宋体" pitchFamily="2" charset="-122"/>
            </a:endParaRPr>
          </a:p>
        </p:txBody>
      </p:sp>
      <p:sp>
        <p:nvSpPr>
          <p:cNvPr id="68" name="文本框 67"/>
          <p:cNvSpPr txBox="1"/>
          <p:nvPr/>
        </p:nvSpPr>
        <p:spPr>
          <a:xfrm>
            <a:off x="4758360" y="4113227"/>
            <a:ext cx="1806569" cy="300082"/>
          </a:xfrm>
          <a:prstGeom prst="rect">
            <a:avLst/>
          </a:prstGeom>
          <a:noFill/>
        </p:spPr>
        <p:txBody>
          <a:bodyPr wrap="square">
            <a:spAutoFit/>
          </a:bodyPr>
          <a:lstStyle/>
          <a:p>
            <a:r>
              <a:rPr lang="zh-CN" altLang="en-US">
                <a:solidFill>
                  <a:schemeClr val="accent1">
                    <a:lumMod val="75000"/>
                  </a:schemeClr>
                </a:solidFill>
                <a:latin typeface="Times New Roman" panose="02020503050405090304" pitchFamily="18" charset="0"/>
                <a:ea typeface="宋体" pitchFamily="2" charset="-122"/>
              </a:rPr>
              <a:t>观测链：待</a:t>
            </a:r>
            <a:r>
              <a:rPr lang="zh-CN" altLang="en-US" dirty="0">
                <a:solidFill>
                  <a:schemeClr val="accent1">
                    <a:lumMod val="75000"/>
                  </a:schemeClr>
                </a:solidFill>
                <a:latin typeface="Times New Roman" panose="02020503050405090304" pitchFamily="18" charset="0"/>
                <a:ea typeface="宋体" pitchFamily="2" charset="-122"/>
              </a:rPr>
              <a:t>分词文本</a:t>
            </a:r>
            <a:endParaRPr lang="zh-CN" altLang="en-US" dirty="0">
              <a:solidFill>
                <a:schemeClr val="accent1">
                  <a:lumMod val="75000"/>
                </a:schemeClr>
              </a:solidFill>
              <a:latin typeface="Times New Roman" panose="02020503050405090304" pitchFamily="18" charset="0"/>
              <a:ea typeface="宋体" pitchFamily="2" charset="-122"/>
            </a:endParaRPr>
          </a:p>
        </p:txBody>
      </p:sp>
      <p:sp>
        <p:nvSpPr>
          <p:cNvPr id="7" name="标题 6"/>
          <p:cNvSpPr>
            <a:spLocks noGrp="1"/>
          </p:cNvSpPr>
          <p:nvPr>
            <p:ph type="title"/>
          </p:nvPr>
        </p:nvSpPr>
        <p:spPr/>
        <p:txBody>
          <a:bodyPr/>
          <a:lstStyle/>
          <a:p>
            <a:r>
              <a:rPr lang="en-US" altLang="zh-CN" sz="2400" b="1">
                <a:solidFill>
                  <a:srgbClr val="004C41"/>
                </a:solidFill>
                <a:ea typeface="宋体" pitchFamily="2" charset="-122"/>
                <a:cs typeface="+mn-ea"/>
                <a:sym typeface="+mn-lt"/>
              </a:rPr>
              <a:t>5. </a:t>
            </a:r>
            <a:r>
              <a:rPr lang="zh-CN" altLang="en-US" sz="2400" b="1">
                <a:solidFill>
                  <a:srgbClr val="004C41"/>
                </a:solidFill>
                <a:ea typeface="宋体" pitchFamily="2" charset="-122"/>
                <a:cs typeface="+mn-ea"/>
                <a:sym typeface="+mn-lt"/>
              </a:rPr>
              <a:t>基于序列标注的分词案例</a:t>
            </a:r>
            <a:endParaRPr lang="zh-CN" altLang="en-US">
              <a:ea typeface="宋体" pitchFamily="2" charset="-122"/>
            </a:endParaRPr>
          </a:p>
        </p:txBody>
      </p:sp>
      <p:sp>
        <p:nvSpPr>
          <p:cNvPr id="3" name="日期占位符 2"/>
          <p:cNvSpPr>
            <a:spLocks noGrp="1"/>
          </p:cNvSpPr>
          <p:nvPr>
            <p:ph type="dt" sz="half" idx="10"/>
          </p:nvPr>
        </p:nvSpPr>
        <p:spPr/>
        <p:txBody>
          <a:bodyPr/>
          <a:lstStyle/>
          <a:p>
            <a:fld id="{FCCA1901-ABC0-4378-81CF-0162F4D5FD81}"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6" name="灯片编号占位符 5"/>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2"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2"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par>
                          <p:cTn id="11" fill="hold">
                            <p:stCondLst>
                              <p:cond delay="500"/>
                            </p:stCondLst>
                            <p:childTnLst>
                              <p:par>
                                <p:cTn id="12" presetID="42" presetClass="entr" presetSubtype="0" fill="hold" grpId="0" nodeType="after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1000"/>
                                        <p:tgtEl>
                                          <p:spTgt spid="15"/>
                                        </p:tgtEl>
                                      </p:cBhvr>
                                    </p:animEffect>
                                    <p:anim calcmode="lin" valueType="num">
                                      <p:cBhvr>
                                        <p:cTn id="15" dur="1000" fill="hold"/>
                                        <p:tgtEl>
                                          <p:spTgt spid="15"/>
                                        </p:tgtEl>
                                        <p:attrNameLst>
                                          <p:attrName>ppt_x</p:attrName>
                                        </p:attrNameLst>
                                      </p:cBhvr>
                                      <p:tavLst>
                                        <p:tav tm="0">
                                          <p:val>
                                            <p:strVal val="#ppt_x"/>
                                          </p:val>
                                        </p:tav>
                                        <p:tav tm="100000">
                                          <p:val>
                                            <p:strVal val="#ppt_x"/>
                                          </p:val>
                                        </p:tav>
                                      </p:tavLst>
                                    </p:anim>
                                    <p:anim calcmode="lin" valueType="num">
                                      <p:cBhvr>
                                        <p:cTn id="1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1000"/>
                                        <p:tgtEl>
                                          <p:spTgt spid="16"/>
                                        </p:tgtEl>
                                      </p:cBhvr>
                                    </p:animEffect>
                                    <p:anim calcmode="lin" valueType="num">
                                      <p:cBhvr>
                                        <p:cTn id="22" dur="1000" fill="hold"/>
                                        <p:tgtEl>
                                          <p:spTgt spid="16"/>
                                        </p:tgtEl>
                                        <p:attrNameLst>
                                          <p:attrName>ppt_x</p:attrName>
                                        </p:attrNameLst>
                                      </p:cBhvr>
                                      <p:tavLst>
                                        <p:tav tm="0">
                                          <p:val>
                                            <p:strVal val="#ppt_x"/>
                                          </p:val>
                                        </p:tav>
                                        <p:tav tm="100000">
                                          <p:val>
                                            <p:strVal val="#ppt_x"/>
                                          </p:val>
                                        </p:tav>
                                      </p:tavLst>
                                    </p:anim>
                                    <p:anim calcmode="lin" valueType="num">
                                      <p:cBhvr>
                                        <p:cTn id="23" dur="1000" fill="hold"/>
                                        <p:tgtEl>
                                          <p:spTgt spid="16"/>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1000"/>
                                        <p:tgtEl>
                                          <p:spTgt spid="17"/>
                                        </p:tgtEl>
                                      </p:cBhvr>
                                    </p:animEffect>
                                    <p:anim calcmode="lin" valueType="num">
                                      <p:cBhvr>
                                        <p:cTn id="27" dur="1000" fill="hold"/>
                                        <p:tgtEl>
                                          <p:spTgt spid="17"/>
                                        </p:tgtEl>
                                        <p:attrNameLst>
                                          <p:attrName>ppt_x</p:attrName>
                                        </p:attrNameLst>
                                      </p:cBhvr>
                                      <p:tavLst>
                                        <p:tav tm="0">
                                          <p:val>
                                            <p:strVal val="#ppt_x"/>
                                          </p:val>
                                        </p:tav>
                                        <p:tav tm="100000">
                                          <p:val>
                                            <p:strVal val="#ppt_x"/>
                                          </p:val>
                                        </p:tav>
                                      </p:tavLst>
                                    </p:anim>
                                    <p:anim calcmode="lin" valueType="num">
                                      <p:cBhvr>
                                        <p:cTn id="28" dur="1000" fill="hold"/>
                                        <p:tgtEl>
                                          <p:spTgt spid="17"/>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1000"/>
                                        <p:tgtEl>
                                          <p:spTgt spid="20"/>
                                        </p:tgtEl>
                                      </p:cBhvr>
                                    </p:animEffect>
                                    <p:anim calcmode="lin" valueType="num">
                                      <p:cBhvr>
                                        <p:cTn id="32" dur="1000" fill="hold"/>
                                        <p:tgtEl>
                                          <p:spTgt spid="20"/>
                                        </p:tgtEl>
                                        <p:attrNameLst>
                                          <p:attrName>ppt_x</p:attrName>
                                        </p:attrNameLst>
                                      </p:cBhvr>
                                      <p:tavLst>
                                        <p:tav tm="0">
                                          <p:val>
                                            <p:strVal val="#ppt_x"/>
                                          </p:val>
                                        </p:tav>
                                        <p:tav tm="100000">
                                          <p:val>
                                            <p:strVal val="#ppt_x"/>
                                          </p:val>
                                        </p:tav>
                                      </p:tavLst>
                                    </p:anim>
                                    <p:anim calcmode="lin" valueType="num">
                                      <p:cBhvr>
                                        <p:cTn id="33" dur="1000" fill="hold"/>
                                        <p:tgtEl>
                                          <p:spTgt spid="20"/>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1000"/>
                                        <p:tgtEl>
                                          <p:spTgt spid="23"/>
                                        </p:tgtEl>
                                      </p:cBhvr>
                                    </p:animEffect>
                                    <p:anim calcmode="lin" valueType="num">
                                      <p:cBhvr>
                                        <p:cTn id="37" dur="1000" fill="hold"/>
                                        <p:tgtEl>
                                          <p:spTgt spid="23"/>
                                        </p:tgtEl>
                                        <p:attrNameLst>
                                          <p:attrName>ppt_x</p:attrName>
                                        </p:attrNameLst>
                                      </p:cBhvr>
                                      <p:tavLst>
                                        <p:tav tm="0">
                                          <p:val>
                                            <p:strVal val="#ppt_x"/>
                                          </p:val>
                                        </p:tav>
                                        <p:tav tm="100000">
                                          <p:val>
                                            <p:strVal val="#ppt_x"/>
                                          </p:val>
                                        </p:tav>
                                      </p:tavLst>
                                    </p:anim>
                                    <p:anim calcmode="lin" valueType="num">
                                      <p:cBhvr>
                                        <p:cTn id="38" dur="1000" fill="hold"/>
                                        <p:tgtEl>
                                          <p:spTgt spid="23"/>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1000"/>
                                        <p:tgtEl>
                                          <p:spTgt spid="24"/>
                                        </p:tgtEl>
                                      </p:cBhvr>
                                    </p:animEffect>
                                    <p:anim calcmode="lin" valueType="num">
                                      <p:cBhvr>
                                        <p:cTn id="42" dur="1000" fill="hold"/>
                                        <p:tgtEl>
                                          <p:spTgt spid="24"/>
                                        </p:tgtEl>
                                        <p:attrNameLst>
                                          <p:attrName>ppt_x</p:attrName>
                                        </p:attrNameLst>
                                      </p:cBhvr>
                                      <p:tavLst>
                                        <p:tav tm="0">
                                          <p:val>
                                            <p:strVal val="#ppt_x"/>
                                          </p:val>
                                        </p:tav>
                                        <p:tav tm="100000">
                                          <p:val>
                                            <p:strVal val="#ppt_x"/>
                                          </p:val>
                                        </p:tav>
                                      </p:tavLst>
                                    </p:anim>
                                    <p:anim calcmode="lin" valueType="num">
                                      <p:cBhvr>
                                        <p:cTn id="43"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44"/>
                                        </p:tgtEl>
                                        <p:attrNameLst>
                                          <p:attrName>style.visibility</p:attrName>
                                        </p:attrNameLst>
                                      </p:cBhvr>
                                      <p:to>
                                        <p:strVal val="visible"/>
                                      </p:to>
                                    </p:set>
                                    <p:animEffect transition="in" filter="fade">
                                      <p:cBhvr>
                                        <p:cTn id="48" dur="500"/>
                                        <p:tgtEl>
                                          <p:spTgt spid="44"/>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45"/>
                                        </p:tgtEl>
                                        <p:attrNameLst>
                                          <p:attrName>style.visibility</p:attrName>
                                        </p:attrNameLst>
                                      </p:cBhvr>
                                      <p:to>
                                        <p:strVal val="visible"/>
                                      </p:to>
                                    </p:set>
                                    <p:animEffect transition="in" filter="fade">
                                      <p:cBhvr>
                                        <p:cTn id="51" dur="500"/>
                                        <p:tgtEl>
                                          <p:spTgt spid="4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6"/>
                                        </p:tgtEl>
                                        <p:attrNameLst>
                                          <p:attrName>style.visibility</p:attrName>
                                        </p:attrNameLst>
                                      </p:cBhvr>
                                      <p:to>
                                        <p:strVal val="visible"/>
                                      </p:to>
                                    </p:set>
                                    <p:animEffect transition="in" filter="fade">
                                      <p:cBhvr>
                                        <p:cTn id="54" dur="500"/>
                                        <p:tgtEl>
                                          <p:spTgt spid="46"/>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7"/>
                                        </p:tgtEl>
                                        <p:attrNameLst>
                                          <p:attrName>style.visibility</p:attrName>
                                        </p:attrNameLst>
                                      </p:cBhvr>
                                      <p:to>
                                        <p:strVal val="visible"/>
                                      </p:to>
                                    </p:set>
                                    <p:animEffect transition="in" filter="fade">
                                      <p:cBhvr>
                                        <p:cTn id="57" dur="500"/>
                                        <p:tgtEl>
                                          <p:spTgt spid="47"/>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8"/>
                                        </p:tgtEl>
                                        <p:attrNameLst>
                                          <p:attrName>style.visibility</p:attrName>
                                        </p:attrNameLst>
                                      </p:cBhvr>
                                      <p:to>
                                        <p:strVal val="visible"/>
                                      </p:to>
                                    </p:set>
                                    <p:animEffect transition="in" filter="fade">
                                      <p:cBhvr>
                                        <p:cTn id="60" dur="500"/>
                                        <p:tgtEl>
                                          <p:spTgt spid="48"/>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9"/>
                                        </p:tgtEl>
                                        <p:attrNameLst>
                                          <p:attrName>style.visibility</p:attrName>
                                        </p:attrNameLst>
                                      </p:cBhvr>
                                      <p:to>
                                        <p:strVal val="visible"/>
                                      </p:to>
                                    </p:set>
                                    <p:animEffect transition="in" filter="fade">
                                      <p:cBhvr>
                                        <p:cTn id="63" dur="500"/>
                                        <p:tgtEl>
                                          <p:spTgt spid="4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50"/>
                                        </p:tgtEl>
                                        <p:attrNameLst>
                                          <p:attrName>style.visibility</p:attrName>
                                        </p:attrNameLst>
                                      </p:cBhvr>
                                      <p:to>
                                        <p:strVal val="visible"/>
                                      </p:to>
                                    </p:set>
                                    <p:animEffect transition="in" filter="fade">
                                      <p:cBhvr>
                                        <p:cTn id="66" dur="500"/>
                                        <p:tgtEl>
                                          <p:spTgt spid="50"/>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51"/>
                                        </p:tgtEl>
                                        <p:attrNameLst>
                                          <p:attrName>style.visibility</p:attrName>
                                        </p:attrNameLst>
                                      </p:cBhvr>
                                      <p:to>
                                        <p:strVal val="visible"/>
                                      </p:to>
                                    </p:set>
                                    <p:animEffect transition="in" filter="fade">
                                      <p:cBhvr>
                                        <p:cTn id="69" dur="500"/>
                                        <p:tgtEl>
                                          <p:spTgt spid="51"/>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52"/>
                                        </p:tgtEl>
                                        <p:attrNameLst>
                                          <p:attrName>style.visibility</p:attrName>
                                        </p:attrNameLst>
                                      </p:cBhvr>
                                      <p:to>
                                        <p:strVal val="visible"/>
                                      </p:to>
                                    </p:set>
                                    <p:animEffect transition="in" filter="fade">
                                      <p:cBhvr>
                                        <p:cTn id="72" dur="500"/>
                                        <p:tgtEl>
                                          <p:spTgt spid="52"/>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53"/>
                                        </p:tgtEl>
                                        <p:attrNameLst>
                                          <p:attrName>style.visibility</p:attrName>
                                        </p:attrNameLst>
                                      </p:cBhvr>
                                      <p:to>
                                        <p:strVal val="visible"/>
                                      </p:to>
                                    </p:set>
                                    <p:animEffect transition="in" filter="fade">
                                      <p:cBhvr>
                                        <p:cTn id="75" dur="500"/>
                                        <p:tgtEl>
                                          <p:spTgt spid="53"/>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54"/>
                                        </p:tgtEl>
                                        <p:attrNameLst>
                                          <p:attrName>style.visibility</p:attrName>
                                        </p:attrNameLst>
                                      </p:cBhvr>
                                      <p:to>
                                        <p:strVal val="visible"/>
                                      </p:to>
                                    </p:set>
                                    <p:animEffect transition="in" filter="fade">
                                      <p:cBhvr>
                                        <p:cTn id="78" dur="500"/>
                                        <p:tgtEl>
                                          <p:spTgt spid="54"/>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55"/>
                                        </p:tgtEl>
                                        <p:attrNameLst>
                                          <p:attrName>style.visibility</p:attrName>
                                        </p:attrNameLst>
                                      </p:cBhvr>
                                      <p:to>
                                        <p:strVal val="visible"/>
                                      </p:to>
                                    </p:set>
                                    <p:animEffect transition="in" filter="fade">
                                      <p:cBhvr>
                                        <p:cTn id="81" dur="500"/>
                                        <p:tgtEl>
                                          <p:spTgt spid="55"/>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56"/>
                                        </p:tgtEl>
                                        <p:attrNameLst>
                                          <p:attrName>style.visibility</p:attrName>
                                        </p:attrNameLst>
                                      </p:cBhvr>
                                      <p:to>
                                        <p:strVal val="visible"/>
                                      </p:to>
                                    </p:set>
                                    <p:animEffect transition="in" filter="fade">
                                      <p:cBhvr>
                                        <p:cTn id="84" dur="500"/>
                                        <p:tgtEl>
                                          <p:spTgt spid="56"/>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57"/>
                                        </p:tgtEl>
                                        <p:attrNameLst>
                                          <p:attrName>style.visibility</p:attrName>
                                        </p:attrNameLst>
                                      </p:cBhvr>
                                      <p:to>
                                        <p:strVal val="visible"/>
                                      </p:to>
                                    </p:set>
                                    <p:animEffect transition="in" filter="fade">
                                      <p:cBhvr>
                                        <p:cTn id="87" dur="500"/>
                                        <p:tgtEl>
                                          <p:spTgt spid="57"/>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58"/>
                                        </p:tgtEl>
                                        <p:attrNameLst>
                                          <p:attrName>style.visibility</p:attrName>
                                        </p:attrNameLst>
                                      </p:cBhvr>
                                      <p:to>
                                        <p:strVal val="visible"/>
                                      </p:to>
                                    </p:set>
                                    <p:animEffect transition="in" filter="fade">
                                      <p:cBhvr>
                                        <p:cTn id="90" dur="500"/>
                                        <p:tgtEl>
                                          <p:spTgt spid="58"/>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59"/>
                                        </p:tgtEl>
                                        <p:attrNameLst>
                                          <p:attrName>style.visibility</p:attrName>
                                        </p:attrNameLst>
                                      </p:cBhvr>
                                      <p:to>
                                        <p:strVal val="visible"/>
                                      </p:to>
                                    </p:set>
                                    <p:animEffect transition="in" filter="fade">
                                      <p:cBhvr>
                                        <p:cTn id="93" dur="500"/>
                                        <p:tgtEl>
                                          <p:spTgt spid="59"/>
                                        </p:tgtEl>
                                      </p:cBhvr>
                                    </p:animEffect>
                                  </p:childTnLst>
                                </p:cTn>
                              </p:par>
                              <p:par>
                                <p:cTn id="94" presetID="10" presetClass="entr" presetSubtype="0" fill="hold" nodeType="withEffect">
                                  <p:stCondLst>
                                    <p:cond delay="0"/>
                                  </p:stCondLst>
                                  <p:childTnLst>
                                    <p:set>
                                      <p:cBhvr>
                                        <p:cTn id="95" dur="1" fill="hold">
                                          <p:stCondLst>
                                            <p:cond delay="0"/>
                                          </p:stCondLst>
                                        </p:cTn>
                                        <p:tgtEl>
                                          <p:spTgt spid="60"/>
                                        </p:tgtEl>
                                        <p:attrNameLst>
                                          <p:attrName>style.visibility</p:attrName>
                                        </p:attrNameLst>
                                      </p:cBhvr>
                                      <p:to>
                                        <p:strVal val="visible"/>
                                      </p:to>
                                    </p:set>
                                    <p:animEffect transition="in" filter="fade">
                                      <p:cBhvr>
                                        <p:cTn id="96" dur="500"/>
                                        <p:tgtEl>
                                          <p:spTgt spid="60"/>
                                        </p:tgtEl>
                                      </p:cBhvr>
                                    </p:animEffect>
                                  </p:childTnLst>
                                </p:cTn>
                              </p:par>
                              <p:par>
                                <p:cTn id="97" presetID="10" presetClass="entr" presetSubtype="0" fill="hold" nodeType="withEffect">
                                  <p:stCondLst>
                                    <p:cond delay="0"/>
                                  </p:stCondLst>
                                  <p:childTnLst>
                                    <p:set>
                                      <p:cBhvr>
                                        <p:cTn id="98" dur="1" fill="hold">
                                          <p:stCondLst>
                                            <p:cond delay="0"/>
                                          </p:stCondLst>
                                        </p:cTn>
                                        <p:tgtEl>
                                          <p:spTgt spid="61"/>
                                        </p:tgtEl>
                                        <p:attrNameLst>
                                          <p:attrName>style.visibility</p:attrName>
                                        </p:attrNameLst>
                                      </p:cBhvr>
                                      <p:to>
                                        <p:strVal val="visible"/>
                                      </p:to>
                                    </p:set>
                                    <p:animEffect transition="in" filter="fade">
                                      <p:cBhvr>
                                        <p:cTn id="99" dur="500"/>
                                        <p:tgtEl>
                                          <p:spTgt spid="61"/>
                                        </p:tgtEl>
                                      </p:cBhvr>
                                    </p:animEffect>
                                  </p:childTnLst>
                                </p:cTn>
                              </p:par>
                              <p:par>
                                <p:cTn id="100" presetID="10" presetClass="entr" presetSubtype="0" fill="hold" nodeType="withEffect">
                                  <p:stCondLst>
                                    <p:cond delay="0"/>
                                  </p:stCondLst>
                                  <p:childTnLst>
                                    <p:set>
                                      <p:cBhvr>
                                        <p:cTn id="101" dur="1" fill="hold">
                                          <p:stCondLst>
                                            <p:cond delay="0"/>
                                          </p:stCondLst>
                                        </p:cTn>
                                        <p:tgtEl>
                                          <p:spTgt spid="62"/>
                                        </p:tgtEl>
                                        <p:attrNameLst>
                                          <p:attrName>style.visibility</p:attrName>
                                        </p:attrNameLst>
                                      </p:cBhvr>
                                      <p:to>
                                        <p:strVal val="visible"/>
                                      </p:to>
                                    </p:set>
                                    <p:animEffect transition="in" filter="fade">
                                      <p:cBhvr>
                                        <p:cTn id="102" dur="500"/>
                                        <p:tgtEl>
                                          <p:spTgt spid="62"/>
                                        </p:tgtEl>
                                      </p:cBhvr>
                                    </p:animEffect>
                                  </p:childTnLst>
                                </p:cTn>
                              </p:par>
                              <p:par>
                                <p:cTn id="103" presetID="10" presetClass="entr" presetSubtype="0" fill="hold" nodeType="withEffect">
                                  <p:stCondLst>
                                    <p:cond delay="0"/>
                                  </p:stCondLst>
                                  <p:childTnLst>
                                    <p:set>
                                      <p:cBhvr>
                                        <p:cTn id="104" dur="1" fill="hold">
                                          <p:stCondLst>
                                            <p:cond delay="0"/>
                                          </p:stCondLst>
                                        </p:cTn>
                                        <p:tgtEl>
                                          <p:spTgt spid="63"/>
                                        </p:tgtEl>
                                        <p:attrNameLst>
                                          <p:attrName>style.visibility</p:attrName>
                                        </p:attrNameLst>
                                      </p:cBhvr>
                                      <p:to>
                                        <p:strVal val="visible"/>
                                      </p:to>
                                    </p:set>
                                    <p:animEffect transition="in" filter="fade">
                                      <p:cBhvr>
                                        <p:cTn id="105" dur="500"/>
                                        <p:tgtEl>
                                          <p:spTgt spid="63"/>
                                        </p:tgtEl>
                                      </p:cBhvr>
                                    </p:animEffect>
                                  </p:childTnLst>
                                </p:cTn>
                              </p:par>
                              <p:par>
                                <p:cTn id="106" presetID="10" presetClass="entr" presetSubtype="0" fill="hold" nodeType="withEffect">
                                  <p:stCondLst>
                                    <p:cond delay="0"/>
                                  </p:stCondLst>
                                  <p:childTnLst>
                                    <p:set>
                                      <p:cBhvr>
                                        <p:cTn id="107" dur="1" fill="hold">
                                          <p:stCondLst>
                                            <p:cond delay="0"/>
                                          </p:stCondLst>
                                        </p:cTn>
                                        <p:tgtEl>
                                          <p:spTgt spid="64"/>
                                        </p:tgtEl>
                                        <p:attrNameLst>
                                          <p:attrName>style.visibility</p:attrName>
                                        </p:attrNameLst>
                                      </p:cBhvr>
                                      <p:to>
                                        <p:strVal val="visible"/>
                                      </p:to>
                                    </p:set>
                                    <p:animEffect transition="in" filter="fade">
                                      <p:cBhvr>
                                        <p:cTn id="108" dur="500"/>
                                        <p:tgtEl>
                                          <p:spTgt spid="64"/>
                                        </p:tgtEl>
                                      </p:cBhvr>
                                    </p:animEffect>
                                  </p:childTnLst>
                                </p:cTn>
                              </p:par>
                              <p:par>
                                <p:cTn id="109" presetID="10" presetClass="entr" presetSubtype="0" fill="hold" nodeType="withEffect">
                                  <p:stCondLst>
                                    <p:cond delay="0"/>
                                  </p:stCondLst>
                                  <p:childTnLst>
                                    <p:set>
                                      <p:cBhvr>
                                        <p:cTn id="110" dur="1" fill="hold">
                                          <p:stCondLst>
                                            <p:cond delay="0"/>
                                          </p:stCondLst>
                                        </p:cTn>
                                        <p:tgtEl>
                                          <p:spTgt spid="65"/>
                                        </p:tgtEl>
                                        <p:attrNameLst>
                                          <p:attrName>style.visibility</p:attrName>
                                        </p:attrNameLst>
                                      </p:cBhvr>
                                      <p:to>
                                        <p:strVal val="visible"/>
                                      </p:to>
                                    </p:set>
                                    <p:animEffect transition="in" filter="fade">
                                      <p:cBhvr>
                                        <p:cTn id="111" dur="500"/>
                                        <p:tgtEl>
                                          <p:spTgt spid="65"/>
                                        </p:tgtEl>
                                      </p:cBhvr>
                                    </p:animEffect>
                                  </p:childTnLst>
                                </p:cTn>
                              </p:par>
                              <p:par>
                                <p:cTn id="112" presetID="10" presetClass="entr" presetSubtype="0" fill="hold" nodeType="withEffect">
                                  <p:stCondLst>
                                    <p:cond delay="0"/>
                                  </p:stCondLst>
                                  <p:childTnLst>
                                    <p:set>
                                      <p:cBhvr>
                                        <p:cTn id="113" dur="1" fill="hold">
                                          <p:stCondLst>
                                            <p:cond delay="0"/>
                                          </p:stCondLst>
                                        </p:cTn>
                                        <p:tgtEl>
                                          <p:spTgt spid="66"/>
                                        </p:tgtEl>
                                        <p:attrNameLst>
                                          <p:attrName>style.visibility</p:attrName>
                                        </p:attrNameLst>
                                      </p:cBhvr>
                                      <p:to>
                                        <p:strVal val="visible"/>
                                      </p:to>
                                    </p:set>
                                    <p:animEffect transition="in" filter="fade">
                                      <p:cBhvr>
                                        <p:cTn id="114" dur="500"/>
                                        <p:tgtEl>
                                          <p:spTgt spid="66"/>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67"/>
                                        </p:tgtEl>
                                        <p:attrNameLst>
                                          <p:attrName>style.visibility</p:attrName>
                                        </p:attrNameLst>
                                      </p:cBhvr>
                                      <p:to>
                                        <p:strVal val="visible"/>
                                      </p:to>
                                    </p:set>
                                    <p:animEffect transition="in" filter="fade">
                                      <p:cBhvr>
                                        <p:cTn id="117" dur="500"/>
                                        <p:tgtEl>
                                          <p:spTgt spid="67"/>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68"/>
                                        </p:tgtEl>
                                        <p:attrNameLst>
                                          <p:attrName>style.visibility</p:attrName>
                                        </p:attrNameLst>
                                      </p:cBhvr>
                                      <p:to>
                                        <p:strVal val="visible"/>
                                      </p:to>
                                    </p:set>
                                    <p:animEffect transition="in" filter="fade">
                                      <p:cBhvr>
                                        <p:cTn id="120"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animBg="1"/>
      <p:bldP spid="4" grpId="2" bldLvl="0" animBg="1"/>
      <p:bldP spid="14" grpId="1" animBg="1"/>
      <p:bldP spid="14" grpId="2" bldLvl="0" animBg="1"/>
      <p:bldP spid="15" grpId="0" bldLvl="0" animBg="1"/>
      <p:bldP spid="16" grpId="0" bldLvl="0" animBg="1"/>
      <p:bldP spid="17" grpId="0" bldLvl="0" animBg="1"/>
      <p:bldP spid="20" grpId="0" bldLvl="0" animBg="1"/>
      <p:bldP spid="44" grpId="0" bldLvl="0" animBg="1"/>
      <p:bldP spid="45" grpId="0" bldLvl="0" animBg="1"/>
      <p:bldP spid="46" grpId="0" bldLvl="0" animBg="1"/>
      <p:bldP spid="47" grpId="0" bldLvl="0" animBg="1"/>
      <p:bldP spid="48" grpId="0" bldLvl="0" animBg="1"/>
      <p:bldP spid="49" grpId="0" bldLvl="0" animBg="1"/>
      <p:bldP spid="50" grpId="0" bldLvl="0" animBg="1"/>
      <p:bldP spid="51" grpId="0" bldLvl="0" animBg="1"/>
      <p:bldP spid="52" grpId="0"/>
      <p:bldP spid="53" grpId="0"/>
      <p:bldP spid="54" grpId="0"/>
      <p:bldP spid="55" grpId="0"/>
      <p:bldP spid="56" grpId="0"/>
      <p:bldP spid="57" grpId="0"/>
      <p:bldP spid="58" grpId="0"/>
      <p:bldP spid="59" grpId="0"/>
      <p:bldP spid="67" grpId="0"/>
      <p:bldP spid="68"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4820" y="2355850"/>
            <a:ext cx="4236085" cy="1337945"/>
          </a:xfrm>
          <a:prstGeom prst="rect">
            <a:avLst/>
          </a:prstGeom>
          <a:solidFill>
            <a:schemeClr val="accent4">
              <a:lumMod val="40000"/>
              <a:lumOff val="60000"/>
            </a:schemeClr>
          </a:solidFill>
        </p:spPr>
        <p:txBody>
          <a:bodyPr wrap="square">
            <a:spAutoFit/>
          </a:bodyPr>
          <a:lstStyle/>
          <a:p>
            <a:pPr>
              <a:lnSpc>
                <a:spcPct val="150000"/>
              </a:lnSpc>
            </a:pPr>
            <a:r>
              <a:rPr lang="zh-CN" altLang="en-US" dirty="0">
                <a:latin typeface="Times New Roman" panose="02020503050405090304" pitchFamily="18" charset="0"/>
                <a:ea typeface="宋体" pitchFamily="2" charset="-122"/>
              </a:rPr>
              <a:t>两个</a:t>
            </a:r>
            <a:r>
              <a:rPr lang="zh-CN" altLang="en-US" dirty="0">
                <a:solidFill>
                  <a:srgbClr val="FF0000"/>
                </a:solidFill>
                <a:latin typeface="Times New Roman" panose="02020503050405090304" pitchFamily="18" charset="0"/>
                <a:ea typeface="宋体" pitchFamily="2" charset="-122"/>
              </a:rPr>
              <a:t>重要变量</a:t>
            </a:r>
            <a:r>
              <a:rPr lang="zh-CN" altLang="en-US" dirty="0">
                <a:latin typeface="Times New Roman" panose="02020503050405090304" pitchFamily="18" charset="0"/>
                <a:ea typeface="宋体" pitchFamily="2" charset="-122"/>
              </a:rPr>
              <a:t>：</a:t>
            </a:r>
            <a:endParaRPr lang="en-US" altLang="zh-CN" dirty="0">
              <a:latin typeface="Times New Roman" panose="02020503050405090304" pitchFamily="18" charset="0"/>
              <a:ea typeface="宋体" pitchFamily="2" charset="-122"/>
            </a:endParaRPr>
          </a:p>
          <a:p>
            <a:pPr>
              <a:lnSpc>
                <a:spcPct val="150000"/>
              </a:lnSpc>
            </a:pPr>
            <a:r>
              <a:rPr lang="en-US" altLang="zh-CN" dirty="0">
                <a:latin typeface="Times New Roman" panose="02020503050405090304" pitchFamily="18" charset="0"/>
                <a:ea typeface="宋体" pitchFamily="2" charset="-122"/>
                <a:cs typeface="Arial" panose="020B0604020202090204" pitchFamily="34" charset="0"/>
                <a:sym typeface="+mn-ea"/>
              </a:rPr>
              <a:t>• </a:t>
            </a:r>
            <a:r>
              <a:rPr lang="en-US" altLang="zh-CN" dirty="0">
                <a:latin typeface="Times New Roman" panose="02020503050405090304" pitchFamily="18" charset="0"/>
                <a:ea typeface="宋体" pitchFamily="2" charset="-122"/>
              </a:rPr>
              <a:t>weight[t][state]</a:t>
            </a:r>
            <a:r>
              <a:rPr lang="zh-CN" altLang="en-US" dirty="0">
                <a:latin typeface="Times New Roman" panose="02020503050405090304" pitchFamily="18" charset="0"/>
                <a:ea typeface="宋体" pitchFamily="2" charset="-122"/>
              </a:rPr>
              <a:t>表示时刻</a:t>
            </a:r>
            <a:r>
              <a:rPr lang="en-US" altLang="zh-CN" dirty="0">
                <a:latin typeface="Times New Roman" panose="02020503050405090304" pitchFamily="18" charset="0"/>
                <a:ea typeface="宋体" pitchFamily="2" charset="-122"/>
              </a:rPr>
              <a:t>t</a:t>
            </a:r>
            <a:r>
              <a:rPr lang="zh-CN" altLang="en-US" dirty="0">
                <a:latin typeface="Times New Roman" panose="02020503050405090304" pitchFamily="18" charset="0"/>
                <a:ea typeface="宋体" pitchFamily="2" charset="-122"/>
              </a:rPr>
              <a:t>到达</a:t>
            </a:r>
            <a:r>
              <a:rPr lang="en-US" altLang="zh-CN" dirty="0">
                <a:latin typeface="Times New Roman" panose="02020503050405090304" pitchFamily="18" charset="0"/>
                <a:ea typeface="宋体" pitchFamily="2" charset="-122"/>
              </a:rPr>
              <a:t>state</a:t>
            </a:r>
            <a:r>
              <a:rPr lang="zh-CN" altLang="en-US" dirty="0">
                <a:latin typeface="Times New Roman" panose="02020503050405090304" pitchFamily="18" charset="0"/>
                <a:ea typeface="宋体" pitchFamily="2" charset="-122"/>
              </a:rPr>
              <a:t>状态的所有路径中，</a:t>
            </a:r>
            <a:endParaRPr lang="en-US" altLang="zh-CN" dirty="0">
              <a:latin typeface="Times New Roman" panose="02020503050405090304" pitchFamily="18" charset="0"/>
              <a:ea typeface="宋体" pitchFamily="2" charset="-122"/>
            </a:endParaRPr>
          </a:p>
          <a:p>
            <a:pPr>
              <a:lnSpc>
                <a:spcPct val="150000"/>
              </a:lnSpc>
            </a:pPr>
            <a:r>
              <a:rPr lang="en-US" altLang="zh-CN" dirty="0">
                <a:latin typeface="Times New Roman" panose="02020503050405090304" pitchFamily="18" charset="0"/>
                <a:ea typeface="宋体" pitchFamily="2" charset="-122"/>
              </a:rPr>
              <a:t>  </a:t>
            </a:r>
            <a:r>
              <a:rPr lang="zh-CN" altLang="en-US" dirty="0">
                <a:latin typeface="Times New Roman" panose="02020503050405090304" pitchFamily="18" charset="0"/>
                <a:ea typeface="宋体" pitchFamily="2" charset="-122"/>
              </a:rPr>
              <a:t>概率最大路径的概率值</a:t>
            </a:r>
            <a:endParaRPr lang="en-US" altLang="zh-CN" dirty="0">
              <a:latin typeface="Times New Roman" panose="02020503050405090304" pitchFamily="18" charset="0"/>
              <a:ea typeface="宋体" pitchFamily="2" charset="-122"/>
            </a:endParaRPr>
          </a:p>
          <a:p>
            <a:pPr>
              <a:lnSpc>
                <a:spcPct val="150000"/>
              </a:lnSpc>
            </a:pPr>
            <a:r>
              <a:rPr lang="en-US" altLang="zh-CN" dirty="0">
                <a:latin typeface="Times New Roman" panose="02020503050405090304" pitchFamily="18" charset="0"/>
                <a:ea typeface="宋体" pitchFamily="2" charset="-122"/>
                <a:cs typeface="Arial" panose="020B0604020202090204" pitchFamily="34" charset="0"/>
              </a:rPr>
              <a:t>• </a:t>
            </a:r>
            <a:r>
              <a:rPr lang="en-US" altLang="zh-CN" dirty="0">
                <a:latin typeface="Times New Roman" panose="02020503050405090304" pitchFamily="18" charset="0"/>
                <a:ea typeface="宋体" pitchFamily="2" charset="-122"/>
              </a:rPr>
              <a:t>path[state]</a:t>
            </a:r>
            <a:r>
              <a:rPr lang="zh-CN" altLang="en-US" dirty="0">
                <a:latin typeface="Times New Roman" panose="02020503050405090304" pitchFamily="18" charset="0"/>
                <a:ea typeface="宋体" pitchFamily="2" charset="-122"/>
              </a:rPr>
              <a:t>表示当前到达状态</a:t>
            </a:r>
            <a:r>
              <a:rPr lang="en-US" altLang="zh-CN" dirty="0">
                <a:latin typeface="Times New Roman" panose="02020503050405090304" pitchFamily="18" charset="0"/>
                <a:ea typeface="宋体" pitchFamily="2" charset="-122"/>
              </a:rPr>
              <a:t>state</a:t>
            </a:r>
            <a:r>
              <a:rPr lang="zh-CN" altLang="en-US" dirty="0">
                <a:latin typeface="Times New Roman" panose="02020503050405090304" pitchFamily="18" charset="0"/>
                <a:ea typeface="宋体" pitchFamily="2" charset="-122"/>
              </a:rPr>
              <a:t>所经过的最优路径</a:t>
            </a:r>
            <a:endParaRPr lang="zh-CN" altLang="en-US" dirty="0">
              <a:latin typeface="Times New Roman" panose="02020503050405090304" pitchFamily="18" charset="0"/>
              <a:ea typeface="宋体" pitchFamily="2" charset="-122"/>
            </a:endParaRPr>
          </a:p>
        </p:txBody>
      </p:sp>
      <p:sp>
        <p:nvSpPr>
          <p:cNvPr id="3" name="文本框 2"/>
          <p:cNvSpPr txBox="1"/>
          <p:nvPr/>
        </p:nvSpPr>
        <p:spPr>
          <a:xfrm>
            <a:off x="463525" y="911600"/>
            <a:ext cx="2733538" cy="1337945"/>
          </a:xfrm>
          <a:prstGeom prst="rect">
            <a:avLst/>
          </a:prstGeom>
          <a:solidFill>
            <a:schemeClr val="accent4">
              <a:lumMod val="40000"/>
              <a:lumOff val="60000"/>
            </a:schemeClr>
          </a:solidFill>
        </p:spPr>
        <p:txBody>
          <a:bodyPr wrap="square">
            <a:spAutoFit/>
          </a:bodyPr>
          <a:lstStyle/>
          <a:p>
            <a:pPr>
              <a:lnSpc>
                <a:spcPct val="150000"/>
              </a:lnSpc>
            </a:pPr>
            <a:r>
              <a:rPr lang="zh-CN" altLang="en-US" dirty="0">
                <a:latin typeface="Times New Roman" panose="02020503050405090304" pitchFamily="18" charset="0"/>
                <a:ea typeface="宋体" pitchFamily="2" charset="-122"/>
              </a:rPr>
              <a:t>首先获取</a:t>
            </a:r>
            <a:r>
              <a:rPr lang="zh-CN" altLang="en-US" dirty="0">
                <a:solidFill>
                  <a:srgbClr val="FF0000"/>
                </a:solidFill>
                <a:latin typeface="Times New Roman" panose="02020503050405090304" pitchFamily="18" charset="0"/>
                <a:ea typeface="宋体" pitchFamily="2" charset="-122"/>
              </a:rPr>
              <a:t>三元素</a:t>
            </a:r>
            <a:r>
              <a:rPr lang="zh-CN" altLang="en-US" dirty="0">
                <a:latin typeface="Times New Roman" panose="02020503050405090304" pitchFamily="18" charset="0"/>
                <a:ea typeface="宋体" pitchFamily="2" charset="-122"/>
              </a:rPr>
              <a:t>：</a:t>
            </a:r>
            <a:endParaRPr lang="en-US" altLang="zh-CN" dirty="0">
              <a:latin typeface="Times New Roman" panose="02020503050405090304" pitchFamily="18" charset="0"/>
              <a:ea typeface="宋体" pitchFamily="2" charset="-122"/>
            </a:endParaRPr>
          </a:p>
          <a:p>
            <a:pPr>
              <a:lnSpc>
                <a:spcPct val="150000"/>
              </a:lnSpc>
            </a:pPr>
            <a:r>
              <a:rPr lang="en-US" altLang="zh-CN" dirty="0">
                <a:latin typeface="Times New Roman" panose="02020503050405090304" pitchFamily="18" charset="0"/>
                <a:ea typeface="宋体" pitchFamily="2" charset="-122"/>
              </a:rPr>
              <a:t>1. </a:t>
            </a:r>
            <a:r>
              <a:rPr lang="zh-CN" altLang="en-US" dirty="0">
                <a:latin typeface="Times New Roman" panose="02020503050405090304" pitchFamily="18" charset="0"/>
                <a:ea typeface="宋体" pitchFamily="2" charset="-122"/>
              </a:rPr>
              <a:t>初始状态概率分布矩阵</a:t>
            </a:r>
            <a:r>
              <a:rPr lang="en-US" altLang="zh-CN" dirty="0" err="1">
                <a:latin typeface="Times New Roman" panose="02020503050405090304" pitchFamily="18" charset="0"/>
                <a:ea typeface="宋体" pitchFamily="2" charset="-122"/>
              </a:rPr>
              <a:t>array_Pi</a:t>
            </a:r>
            <a:endParaRPr lang="en-US" altLang="zh-CN" dirty="0">
              <a:latin typeface="Times New Roman" panose="02020503050405090304" pitchFamily="18" charset="0"/>
              <a:ea typeface="宋体" pitchFamily="2" charset="-122"/>
            </a:endParaRPr>
          </a:p>
          <a:p>
            <a:pPr>
              <a:lnSpc>
                <a:spcPct val="150000"/>
              </a:lnSpc>
            </a:pPr>
            <a:r>
              <a:rPr lang="en-US" altLang="zh-CN" dirty="0">
                <a:latin typeface="Times New Roman" panose="02020503050405090304" pitchFamily="18" charset="0"/>
                <a:ea typeface="宋体" pitchFamily="2" charset="-122"/>
              </a:rPr>
              <a:t>2. </a:t>
            </a:r>
            <a:r>
              <a:rPr lang="zh-CN" altLang="en-US" dirty="0">
                <a:latin typeface="Times New Roman" panose="02020503050405090304" pitchFamily="18" charset="0"/>
                <a:ea typeface="宋体" pitchFamily="2" charset="-122"/>
              </a:rPr>
              <a:t>观测状态概率矩阵</a:t>
            </a:r>
            <a:r>
              <a:rPr lang="en-US" altLang="zh-CN" dirty="0" err="1">
                <a:latin typeface="Times New Roman" panose="02020503050405090304" pitchFamily="18" charset="0"/>
                <a:ea typeface="宋体" pitchFamily="2" charset="-122"/>
              </a:rPr>
              <a:t>array_b</a:t>
            </a:r>
            <a:endParaRPr lang="en-US" altLang="zh-CN" dirty="0">
              <a:latin typeface="Times New Roman" panose="02020503050405090304" pitchFamily="18" charset="0"/>
              <a:ea typeface="宋体" pitchFamily="2" charset="-122"/>
            </a:endParaRPr>
          </a:p>
          <a:p>
            <a:pPr>
              <a:lnSpc>
                <a:spcPct val="150000"/>
              </a:lnSpc>
            </a:pPr>
            <a:r>
              <a:rPr lang="en-US" altLang="zh-CN" dirty="0">
                <a:latin typeface="Times New Roman" panose="02020503050405090304" pitchFamily="18" charset="0"/>
                <a:ea typeface="宋体" pitchFamily="2" charset="-122"/>
              </a:rPr>
              <a:t>3. </a:t>
            </a:r>
            <a:r>
              <a:rPr lang="zh-CN" altLang="en-US" dirty="0">
                <a:latin typeface="Times New Roman" panose="02020503050405090304" pitchFamily="18" charset="0"/>
                <a:ea typeface="宋体" pitchFamily="2" charset="-122"/>
              </a:rPr>
              <a:t>状态转移概率矩阵</a:t>
            </a:r>
            <a:r>
              <a:rPr lang="en-US" altLang="zh-CN" dirty="0" err="1">
                <a:latin typeface="Times New Roman" panose="02020503050405090304" pitchFamily="18" charset="0"/>
                <a:ea typeface="宋体" pitchFamily="2" charset="-122"/>
              </a:rPr>
              <a:t>array_a</a:t>
            </a:r>
            <a:endParaRPr lang="zh-CN" altLang="en-US" dirty="0">
              <a:latin typeface="Times New Roman" panose="02020503050405090304" pitchFamily="18" charset="0"/>
              <a:ea typeface="宋体" pitchFamily="2" charset="-122"/>
            </a:endParaRPr>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9" name="文本框 18"/>
          <p:cNvSpPr txBox="1"/>
          <p:nvPr/>
        </p:nvSpPr>
        <p:spPr>
          <a:xfrm>
            <a:off x="5767332" y="552412"/>
            <a:ext cx="1992324" cy="307777"/>
          </a:xfrm>
          <a:prstGeom prst="rect">
            <a:avLst/>
          </a:prstGeom>
          <a:noFill/>
        </p:spPr>
        <p:txBody>
          <a:bodyPr wrap="square">
            <a:spAutoFit/>
          </a:bodyPr>
          <a:lstStyle/>
          <a:p>
            <a:r>
              <a:rPr lang="en-US" altLang="zh-CN" sz="1400" dirty="0">
                <a:solidFill>
                  <a:schemeClr val="tx1">
                    <a:lumMod val="95000"/>
                    <a:lumOff val="5000"/>
                  </a:schemeClr>
                </a:solidFill>
                <a:latin typeface="Times New Roman" panose="02020503050405090304" pitchFamily="18" charset="0"/>
                <a:ea typeface="宋体" pitchFamily="2" charset="-122"/>
              </a:rPr>
              <a:t>X = " </a:t>
            </a:r>
            <a:r>
              <a:rPr lang="zh-CN" altLang="en-US" sz="1400" dirty="0">
                <a:solidFill>
                  <a:schemeClr val="tx1">
                    <a:lumMod val="95000"/>
                    <a:lumOff val="5000"/>
                  </a:schemeClr>
                </a:solidFill>
                <a:latin typeface="Times New Roman" panose="02020503050405090304" pitchFamily="18" charset="0"/>
                <a:ea typeface="宋体" pitchFamily="2" charset="-122"/>
              </a:rPr>
              <a:t>我喜欢观赏日出 </a:t>
            </a:r>
            <a:r>
              <a:rPr lang="en-US" altLang="zh-CN" sz="1400" dirty="0">
                <a:solidFill>
                  <a:schemeClr val="tx1">
                    <a:lumMod val="95000"/>
                    <a:lumOff val="5000"/>
                  </a:schemeClr>
                </a:solidFill>
                <a:latin typeface="Times New Roman" panose="02020503050405090304" pitchFamily="18" charset="0"/>
                <a:ea typeface="宋体" pitchFamily="2" charset="-122"/>
              </a:rPr>
              <a:t>" </a:t>
            </a:r>
            <a:endParaRPr lang="zh-CN" altLang="en-US" dirty="0">
              <a:latin typeface="Times New Roman" panose="02020503050405090304" pitchFamily="18" charset="0"/>
              <a:ea typeface="宋体" pitchFamily="2" charset="-122"/>
            </a:endParaRPr>
          </a:p>
        </p:txBody>
      </p:sp>
      <p:sp>
        <p:nvSpPr>
          <p:cNvPr id="21" name="文本框 20"/>
          <p:cNvSpPr txBox="1"/>
          <p:nvPr/>
        </p:nvSpPr>
        <p:spPr>
          <a:xfrm>
            <a:off x="6293877" y="824841"/>
            <a:ext cx="1634912" cy="369332"/>
          </a:xfrm>
          <a:prstGeom prst="rect">
            <a:avLst/>
          </a:prstGeom>
          <a:noFill/>
        </p:spPr>
        <p:txBody>
          <a:bodyPr wrap="square">
            <a:spAutoFit/>
          </a:bodyPr>
          <a:lstStyle/>
          <a:p>
            <a:r>
              <a:rPr lang="en-US" altLang="zh-CN" sz="1800" dirty="0">
                <a:solidFill>
                  <a:schemeClr val="tx1">
                    <a:lumMod val="95000"/>
                    <a:lumOff val="5000"/>
                  </a:schemeClr>
                </a:solidFill>
                <a:latin typeface="Times New Roman" panose="02020503050405090304" pitchFamily="18" charset="0"/>
                <a:ea typeface="宋体" pitchFamily="2" charset="-122"/>
              </a:rPr>
              <a:t> </a:t>
            </a:r>
            <a:r>
              <a:rPr lang="en-US" altLang="zh-CN" sz="1000" dirty="0">
                <a:solidFill>
                  <a:schemeClr val="accent1">
                    <a:lumMod val="75000"/>
                  </a:schemeClr>
                </a:solidFill>
                <a:latin typeface="Times New Roman" panose="02020503050405090304" pitchFamily="18" charset="0"/>
                <a:ea typeface="宋体" pitchFamily="2" charset="-122"/>
              </a:rPr>
              <a:t>(path = {}, weight = [{}])</a:t>
            </a:r>
            <a:endParaRPr lang="zh-CN" altLang="en-US" sz="1000" dirty="0">
              <a:solidFill>
                <a:schemeClr val="accent1">
                  <a:lumMod val="75000"/>
                </a:schemeClr>
              </a:solidFill>
              <a:latin typeface="Times New Roman" panose="02020503050405090304" pitchFamily="18" charset="0"/>
              <a:ea typeface="宋体" pitchFamily="2" charset="-122"/>
            </a:endParaRPr>
          </a:p>
        </p:txBody>
      </p:sp>
      <p:cxnSp>
        <p:nvCxnSpPr>
          <p:cNvPr id="22" name="直接箭头连接符 21"/>
          <p:cNvCxnSpPr/>
          <p:nvPr/>
        </p:nvCxnSpPr>
        <p:spPr>
          <a:xfrm>
            <a:off x="6385469" y="889879"/>
            <a:ext cx="0" cy="3934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6428751" y="1002263"/>
            <a:ext cx="1194997" cy="369332"/>
          </a:xfrm>
          <a:prstGeom prst="rect">
            <a:avLst/>
          </a:prstGeom>
          <a:noFill/>
        </p:spPr>
        <p:txBody>
          <a:bodyPr wrap="square">
            <a:spAutoFit/>
          </a:bodyPr>
          <a:lstStyle/>
          <a:p>
            <a:r>
              <a:rPr lang="en-US" altLang="zh-CN" sz="1800" dirty="0">
                <a:solidFill>
                  <a:schemeClr val="tx1">
                    <a:lumMod val="95000"/>
                    <a:lumOff val="5000"/>
                  </a:schemeClr>
                </a:solidFill>
                <a:latin typeface="Times New Roman" panose="02020503050405090304" pitchFamily="18" charset="0"/>
                <a:ea typeface="宋体" pitchFamily="2" charset="-122"/>
              </a:rPr>
              <a:t> </a:t>
            </a:r>
            <a:r>
              <a:rPr lang="en-US" altLang="zh-CN" sz="1000" dirty="0">
                <a:solidFill>
                  <a:schemeClr val="accent1">
                    <a:lumMod val="75000"/>
                  </a:schemeClr>
                </a:solidFill>
                <a:latin typeface="Times New Roman" panose="02020503050405090304" pitchFamily="18" charset="0"/>
                <a:ea typeface="宋体" pitchFamily="2" charset="-122"/>
              </a:rPr>
              <a:t>(</a:t>
            </a:r>
            <a:r>
              <a:rPr lang="en-US" altLang="zh-CN" sz="1000" dirty="0" err="1">
                <a:solidFill>
                  <a:schemeClr val="accent1">
                    <a:lumMod val="75000"/>
                  </a:schemeClr>
                </a:solidFill>
                <a:latin typeface="Times New Roman" panose="02020503050405090304" pitchFamily="18" charset="0"/>
                <a:ea typeface="宋体" pitchFamily="2" charset="-122"/>
              </a:rPr>
              <a:t>i</a:t>
            </a:r>
            <a:r>
              <a:rPr lang="en-US" altLang="zh-CN" sz="1000" dirty="0">
                <a:solidFill>
                  <a:schemeClr val="accent1">
                    <a:lumMod val="75000"/>
                  </a:schemeClr>
                </a:solidFill>
                <a:latin typeface="Times New Roman" panose="02020503050405090304" pitchFamily="18" charset="0"/>
                <a:ea typeface="宋体" pitchFamily="2" charset="-122"/>
              </a:rPr>
              <a:t>=0, word=‘</a:t>
            </a:r>
            <a:r>
              <a:rPr lang="zh-CN" altLang="en-US" sz="1000" dirty="0">
                <a:solidFill>
                  <a:schemeClr val="accent1">
                    <a:lumMod val="75000"/>
                  </a:schemeClr>
                </a:solidFill>
                <a:latin typeface="Times New Roman" panose="02020503050405090304" pitchFamily="18" charset="0"/>
                <a:ea typeface="宋体" pitchFamily="2" charset="-122"/>
              </a:rPr>
              <a:t>我</a:t>
            </a:r>
            <a:r>
              <a:rPr lang="en-US" altLang="zh-CN" sz="1000" dirty="0">
                <a:solidFill>
                  <a:schemeClr val="accent1">
                    <a:lumMod val="75000"/>
                  </a:schemeClr>
                </a:solidFill>
                <a:latin typeface="Times New Roman" panose="02020503050405090304" pitchFamily="18" charset="0"/>
                <a:ea typeface="宋体" pitchFamily="2" charset="-122"/>
              </a:rPr>
              <a:t>’)</a:t>
            </a:r>
            <a:endParaRPr lang="zh-CN" altLang="en-US" sz="1000" dirty="0">
              <a:solidFill>
                <a:schemeClr val="accent1">
                  <a:lumMod val="75000"/>
                </a:schemeClr>
              </a:solidFill>
              <a:latin typeface="Times New Roman" panose="02020503050405090304" pitchFamily="18" charset="0"/>
              <a:ea typeface="宋体" pitchFamily="2" charset="-122"/>
            </a:endParaRPr>
          </a:p>
        </p:txBody>
      </p:sp>
      <p:graphicFrame>
        <p:nvGraphicFramePr>
          <p:cNvPr id="8" name="表格 9"/>
          <p:cNvGraphicFramePr>
            <a:graphicFrameLocks noGrp="1"/>
          </p:cNvGraphicFramePr>
          <p:nvPr/>
        </p:nvGraphicFramePr>
        <p:xfrm>
          <a:off x="5526177" y="1351359"/>
          <a:ext cx="1953342" cy="853440"/>
        </p:xfrm>
        <a:graphic>
          <a:graphicData uri="http://schemas.openxmlformats.org/drawingml/2006/table">
            <a:tbl>
              <a:tblPr firstRow="1" bandRow="1">
                <a:tableStyleId>{69CF1AB2-1976-4502-BF36-3FF5EA218861}</a:tableStyleId>
              </a:tblPr>
              <a:tblGrid>
                <a:gridCol w="298077"/>
                <a:gridCol w="1655265"/>
              </a:tblGrid>
              <a:tr h="212270">
                <a:tc>
                  <a:txBody>
                    <a:bodyPr/>
                    <a:lstStyle/>
                    <a:p>
                      <a:pPr algn="ctr"/>
                      <a:r>
                        <a:rPr lang="en-US" altLang="zh-CN" sz="800" b="0" dirty="0">
                          <a:latin typeface="Times New Roman" panose="02020503050405090304" pitchFamily="18" charset="0"/>
                          <a:ea typeface="宋体" pitchFamily="2" charset="-122"/>
                        </a:rPr>
                        <a:t>B</a:t>
                      </a:r>
                      <a:endParaRPr lang="zh-CN" altLang="en-US" sz="800" b="0" dirty="0">
                        <a:latin typeface="Times New Roman" panose="02020503050405090304" pitchFamily="18" charset="0"/>
                        <a:ea typeface="宋体" pitchFamily="2" charset="-122"/>
                      </a:endParaRPr>
                    </a:p>
                  </a:txBody>
                  <a:tcPr/>
                </a:tc>
                <a:tc>
                  <a:txBody>
                    <a:bodyPr/>
                    <a:lstStyle/>
                    <a:p>
                      <a:pPr algn="ctr"/>
                      <a:r>
                        <a:rPr lang="en-US" altLang="zh-CN" sz="800" b="0" dirty="0" err="1">
                          <a:latin typeface="Times New Roman" panose="02020503050405090304" pitchFamily="18" charset="0"/>
                          <a:ea typeface="宋体" pitchFamily="2" charset="-122"/>
                        </a:rPr>
                        <a:t>array_pi</a:t>
                      </a:r>
                      <a:r>
                        <a:rPr lang="en-US" altLang="zh-CN" sz="800" b="0" dirty="0">
                          <a:latin typeface="Times New Roman" panose="02020503050405090304" pitchFamily="18" charset="0"/>
                          <a:ea typeface="宋体" pitchFamily="2" charset="-122"/>
                        </a:rPr>
                        <a:t>[‘B’] + </a:t>
                      </a:r>
                      <a:r>
                        <a:rPr lang="en-US" altLang="zh-CN" sz="800" b="0" dirty="0" err="1">
                          <a:latin typeface="Times New Roman" panose="02020503050405090304" pitchFamily="18" charset="0"/>
                          <a:ea typeface="宋体" pitchFamily="2" charset="-122"/>
                        </a:rPr>
                        <a:t>array_b</a:t>
                      </a:r>
                      <a:r>
                        <a:rPr lang="en-US" altLang="zh-CN" sz="800" b="0" dirty="0">
                          <a:latin typeface="Times New Roman" panose="02020503050405090304" pitchFamily="18" charset="0"/>
                          <a:ea typeface="宋体" pitchFamily="2" charset="-122"/>
                        </a:rPr>
                        <a:t>[‘B’][‘</a:t>
                      </a:r>
                      <a:r>
                        <a:rPr lang="zh-CN" altLang="en-US" sz="800" b="0" dirty="0">
                          <a:latin typeface="Times New Roman" panose="02020503050405090304" pitchFamily="18" charset="0"/>
                          <a:ea typeface="宋体" pitchFamily="2" charset="-122"/>
                        </a:rPr>
                        <a:t>我</a:t>
                      </a:r>
                      <a:r>
                        <a:rPr lang="en-US" altLang="zh-CN" sz="800" b="0" dirty="0">
                          <a:latin typeface="Times New Roman" panose="02020503050405090304" pitchFamily="18" charset="0"/>
                          <a:ea typeface="宋体" pitchFamily="2" charset="-122"/>
                        </a:rPr>
                        <a:t>’]</a:t>
                      </a:r>
                      <a:endParaRPr lang="zh-CN" altLang="en-US" sz="800" b="0" dirty="0">
                        <a:latin typeface="Times New Roman" panose="02020503050405090304" pitchFamily="18" charset="0"/>
                        <a:ea typeface="宋体" pitchFamily="2" charset="-122"/>
                      </a:endParaRPr>
                    </a:p>
                  </a:txBody>
                  <a:tcPr/>
                </a:tc>
              </a:tr>
              <a:tr h="212270">
                <a:tc>
                  <a:txBody>
                    <a:bodyPr/>
                    <a:lstStyle/>
                    <a:p>
                      <a:pPr algn="ctr"/>
                      <a:r>
                        <a:rPr lang="en-US" altLang="zh-CN" sz="800" dirty="0">
                          <a:latin typeface="Times New Roman" panose="02020503050405090304" pitchFamily="18" charset="0"/>
                          <a:ea typeface="宋体" pitchFamily="2" charset="-122"/>
                        </a:rPr>
                        <a:t>E</a:t>
                      </a:r>
                      <a:endParaRPr lang="zh-CN" altLang="en-US" sz="8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800" b="0" dirty="0" err="1">
                          <a:latin typeface="Times New Roman" panose="02020503050405090304" pitchFamily="18" charset="0"/>
                          <a:ea typeface="宋体" pitchFamily="2" charset="-122"/>
                        </a:rPr>
                        <a:t>array_pi</a:t>
                      </a:r>
                      <a:r>
                        <a:rPr lang="en-US" altLang="zh-CN" sz="800" b="0" dirty="0">
                          <a:latin typeface="Times New Roman" panose="02020503050405090304" pitchFamily="18" charset="0"/>
                          <a:ea typeface="宋体" pitchFamily="2" charset="-122"/>
                        </a:rPr>
                        <a:t>[‘E’] + </a:t>
                      </a:r>
                      <a:r>
                        <a:rPr lang="en-US" altLang="zh-CN" sz="800" b="0" dirty="0" err="1">
                          <a:latin typeface="Times New Roman" panose="02020503050405090304" pitchFamily="18" charset="0"/>
                          <a:ea typeface="宋体" pitchFamily="2" charset="-122"/>
                        </a:rPr>
                        <a:t>array_b</a:t>
                      </a:r>
                      <a:r>
                        <a:rPr lang="en-US" altLang="zh-CN" sz="800" b="0" dirty="0">
                          <a:latin typeface="Times New Roman" panose="02020503050405090304" pitchFamily="18" charset="0"/>
                          <a:ea typeface="宋体" pitchFamily="2" charset="-122"/>
                        </a:rPr>
                        <a:t>[‘E’][‘</a:t>
                      </a:r>
                      <a:r>
                        <a:rPr lang="zh-CN" altLang="en-US" sz="800" b="0" dirty="0">
                          <a:latin typeface="Times New Roman" panose="02020503050405090304" pitchFamily="18" charset="0"/>
                          <a:ea typeface="宋体" pitchFamily="2" charset="-122"/>
                        </a:rPr>
                        <a:t>我</a:t>
                      </a:r>
                      <a:r>
                        <a:rPr lang="en-US" altLang="zh-CN" sz="800" b="0" dirty="0">
                          <a:latin typeface="Times New Roman" panose="02020503050405090304" pitchFamily="18" charset="0"/>
                          <a:ea typeface="宋体" pitchFamily="2" charset="-122"/>
                        </a:rPr>
                        <a:t>’]</a:t>
                      </a:r>
                      <a:endParaRPr lang="zh-CN" altLang="en-US" sz="800" b="0" dirty="0">
                        <a:latin typeface="Times New Roman" panose="02020503050405090304" pitchFamily="18" charset="0"/>
                        <a:ea typeface="宋体" pitchFamily="2" charset="-122"/>
                      </a:endParaRPr>
                    </a:p>
                  </a:txBody>
                  <a:tcPr/>
                </a:tc>
              </a:tr>
              <a:tr h="212270">
                <a:tc>
                  <a:txBody>
                    <a:bodyPr/>
                    <a:lstStyle/>
                    <a:p>
                      <a:pPr algn="ctr"/>
                      <a:r>
                        <a:rPr lang="en-US" altLang="zh-CN" sz="800" dirty="0">
                          <a:latin typeface="Times New Roman" panose="02020503050405090304" pitchFamily="18" charset="0"/>
                          <a:ea typeface="宋体" pitchFamily="2" charset="-122"/>
                        </a:rPr>
                        <a:t>M</a:t>
                      </a:r>
                      <a:endParaRPr lang="zh-CN" altLang="en-US" sz="8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800" b="0" dirty="0" err="1">
                          <a:latin typeface="Times New Roman" panose="02020503050405090304" pitchFamily="18" charset="0"/>
                          <a:ea typeface="宋体" pitchFamily="2" charset="-122"/>
                        </a:rPr>
                        <a:t>array_pi</a:t>
                      </a:r>
                      <a:r>
                        <a:rPr lang="en-US" altLang="zh-CN" sz="800" b="0" dirty="0">
                          <a:latin typeface="Times New Roman" panose="02020503050405090304" pitchFamily="18" charset="0"/>
                          <a:ea typeface="宋体" pitchFamily="2" charset="-122"/>
                        </a:rPr>
                        <a:t>[‘M’] + </a:t>
                      </a:r>
                      <a:r>
                        <a:rPr lang="en-US" altLang="zh-CN" sz="800" b="0" dirty="0" err="1">
                          <a:latin typeface="Times New Roman" panose="02020503050405090304" pitchFamily="18" charset="0"/>
                          <a:ea typeface="宋体" pitchFamily="2" charset="-122"/>
                        </a:rPr>
                        <a:t>array_b</a:t>
                      </a:r>
                      <a:r>
                        <a:rPr lang="en-US" altLang="zh-CN" sz="800" b="0" dirty="0">
                          <a:latin typeface="Times New Roman" panose="02020503050405090304" pitchFamily="18" charset="0"/>
                          <a:ea typeface="宋体" pitchFamily="2" charset="-122"/>
                        </a:rPr>
                        <a:t>[‘M’][‘</a:t>
                      </a:r>
                      <a:r>
                        <a:rPr lang="zh-CN" altLang="en-US" sz="800" b="0" dirty="0">
                          <a:latin typeface="Times New Roman" panose="02020503050405090304" pitchFamily="18" charset="0"/>
                          <a:ea typeface="宋体" pitchFamily="2" charset="-122"/>
                        </a:rPr>
                        <a:t>我</a:t>
                      </a:r>
                      <a:r>
                        <a:rPr lang="en-US" altLang="zh-CN" sz="800" b="0" dirty="0">
                          <a:latin typeface="Times New Roman" panose="02020503050405090304" pitchFamily="18" charset="0"/>
                          <a:ea typeface="宋体" pitchFamily="2" charset="-122"/>
                        </a:rPr>
                        <a:t>’]</a:t>
                      </a:r>
                      <a:endParaRPr lang="zh-CN" altLang="en-US" sz="800" b="0" dirty="0">
                        <a:latin typeface="Times New Roman" panose="02020503050405090304" pitchFamily="18" charset="0"/>
                        <a:ea typeface="宋体" pitchFamily="2" charset="-122"/>
                      </a:endParaRPr>
                    </a:p>
                  </a:txBody>
                  <a:tcPr/>
                </a:tc>
              </a:tr>
              <a:tr h="212270">
                <a:tc>
                  <a:txBody>
                    <a:bodyPr/>
                    <a:lstStyle/>
                    <a:p>
                      <a:pPr algn="ctr"/>
                      <a:r>
                        <a:rPr lang="en-US" altLang="zh-CN" sz="800" dirty="0">
                          <a:latin typeface="Times New Roman" panose="02020503050405090304" pitchFamily="18" charset="0"/>
                          <a:ea typeface="宋体" pitchFamily="2" charset="-122"/>
                        </a:rPr>
                        <a:t>S</a:t>
                      </a:r>
                      <a:endParaRPr lang="zh-CN" altLang="en-US" sz="8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800" b="0" dirty="0" err="1">
                          <a:latin typeface="Times New Roman" panose="02020503050405090304" pitchFamily="18" charset="0"/>
                          <a:ea typeface="宋体" pitchFamily="2" charset="-122"/>
                        </a:rPr>
                        <a:t>array_pi</a:t>
                      </a:r>
                      <a:r>
                        <a:rPr lang="en-US" altLang="zh-CN" sz="800" b="0" dirty="0">
                          <a:latin typeface="Times New Roman" panose="02020503050405090304" pitchFamily="18" charset="0"/>
                          <a:ea typeface="宋体" pitchFamily="2" charset="-122"/>
                        </a:rPr>
                        <a:t>[‘S’] + </a:t>
                      </a:r>
                      <a:r>
                        <a:rPr lang="en-US" altLang="zh-CN" sz="800" b="0" dirty="0" err="1">
                          <a:latin typeface="Times New Roman" panose="02020503050405090304" pitchFamily="18" charset="0"/>
                          <a:ea typeface="宋体" pitchFamily="2" charset="-122"/>
                        </a:rPr>
                        <a:t>array_b</a:t>
                      </a:r>
                      <a:r>
                        <a:rPr lang="en-US" altLang="zh-CN" sz="800" b="0" dirty="0">
                          <a:latin typeface="Times New Roman" panose="02020503050405090304" pitchFamily="18" charset="0"/>
                          <a:ea typeface="宋体" pitchFamily="2" charset="-122"/>
                        </a:rPr>
                        <a:t>[‘S’][‘</a:t>
                      </a:r>
                      <a:r>
                        <a:rPr lang="zh-CN" altLang="en-US" sz="800" b="0" dirty="0">
                          <a:latin typeface="Times New Roman" panose="02020503050405090304" pitchFamily="18" charset="0"/>
                          <a:ea typeface="宋体" pitchFamily="2" charset="-122"/>
                        </a:rPr>
                        <a:t>我</a:t>
                      </a:r>
                      <a:r>
                        <a:rPr lang="en-US" altLang="zh-CN" sz="800" b="0" dirty="0">
                          <a:latin typeface="Times New Roman" panose="02020503050405090304" pitchFamily="18" charset="0"/>
                          <a:ea typeface="宋体" pitchFamily="2" charset="-122"/>
                        </a:rPr>
                        <a:t>’]</a:t>
                      </a:r>
                      <a:endParaRPr lang="zh-CN" altLang="en-US" sz="800" b="0" dirty="0">
                        <a:latin typeface="Times New Roman" panose="02020503050405090304" pitchFamily="18" charset="0"/>
                        <a:ea typeface="宋体" pitchFamily="2" charset="-122"/>
                      </a:endParaRPr>
                    </a:p>
                  </a:txBody>
                  <a:tcPr/>
                </a:tc>
              </a:tr>
            </a:tbl>
          </a:graphicData>
        </a:graphic>
      </p:graphicFrame>
      <p:sp>
        <p:nvSpPr>
          <p:cNvPr id="29" name="文本框 28"/>
          <p:cNvSpPr txBox="1"/>
          <p:nvPr/>
        </p:nvSpPr>
        <p:spPr>
          <a:xfrm>
            <a:off x="4700890" y="1494798"/>
            <a:ext cx="951110" cy="307777"/>
          </a:xfrm>
          <a:prstGeom prst="rect">
            <a:avLst/>
          </a:prstGeom>
          <a:noFill/>
        </p:spPr>
        <p:txBody>
          <a:bodyPr wrap="square">
            <a:spAutoFit/>
          </a:bodyPr>
          <a:lstStyle/>
          <a:p>
            <a:r>
              <a:rPr lang="en-US" altLang="zh-CN" sz="1400" dirty="0">
                <a:solidFill>
                  <a:schemeClr val="accent1">
                    <a:lumMod val="75000"/>
                  </a:schemeClr>
                </a:solidFill>
                <a:latin typeface="Times New Roman" panose="02020503050405090304" pitchFamily="18" charset="0"/>
                <a:ea typeface="宋体" pitchFamily="2" charset="-122"/>
              </a:rPr>
              <a:t>weight[0]</a:t>
            </a:r>
            <a:endParaRPr lang="zh-CN" altLang="en-US" dirty="0">
              <a:latin typeface="Times New Roman" panose="02020503050405090304" pitchFamily="18" charset="0"/>
              <a:ea typeface="宋体" pitchFamily="2" charset="-122"/>
            </a:endParaRPr>
          </a:p>
        </p:txBody>
      </p:sp>
      <p:graphicFrame>
        <p:nvGraphicFramePr>
          <p:cNvPr id="30" name="表格 9"/>
          <p:cNvGraphicFramePr>
            <a:graphicFrameLocks noGrp="1"/>
          </p:cNvGraphicFramePr>
          <p:nvPr/>
        </p:nvGraphicFramePr>
        <p:xfrm>
          <a:off x="7683470" y="1351359"/>
          <a:ext cx="595288" cy="853440"/>
        </p:xfrm>
        <a:graphic>
          <a:graphicData uri="http://schemas.openxmlformats.org/drawingml/2006/table">
            <a:tbl>
              <a:tblPr firstRow="1" bandRow="1">
                <a:tableStyleId>{16D9F66E-5EB9-4882-86FB-DCBF35E3C3E4}</a:tableStyleId>
              </a:tblPr>
              <a:tblGrid>
                <a:gridCol w="298077"/>
                <a:gridCol w="297211"/>
              </a:tblGrid>
              <a:tr h="212270">
                <a:tc>
                  <a:txBody>
                    <a:bodyPr/>
                    <a:lstStyle/>
                    <a:p>
                      <a:pPr algn="ctr"/>
                      <a:r>
                        <a:rPr lang="en-US" altLang="zh-CN" sz="800" b="0" dirty="0">
                          <a:latin typeface="Times New Roman" panose="02020503050405090304" pitchFamily="18" charset="0"/>
                          <a:ea typeface="宋体" pitchFamily="2" charset="-122"/>
                        </a:rPr>
                        <a:t>B</a:t>
                      </a:r>
                      <a:endParaRPr lang="zh-CN" altLang="en-US" sz="800" b="0" dirty="0">
                        <a:latin typeface="Times New Roman" panose="02020503050405090304" pitchFamily="18" charset="0"/>
                        <a:ea typeface="宋体" pitchFamily="2" charset="-122"/>
                      </a:endParaRPr>
                    </a:p>
                  </a:txBody>
                  <a:tcPr/>
                </a:tc>
                <a:tc>
                  <a:txBody>
                    <a:bodyPr/>
                    <a:lstStyle/>
                    <a:p>
                      <a:pPr algn="ctr"/>
                      <a:r>
                        <a:rPr lang="en-US" altLang="zh-CN" sz="800" b="0" dirty="0">
                          <a:latin typeface="Times New Roman" panose="02020503050405090304" pitchFamily="18" charset="0"/>
                          <a:ea typeface="宋体" pitchFamily="2" charset="-122"/>
                        </a:rPr>
                        <a:t>B</a:t>
                      </a:r>
                      <a:endParaRPr lang="zh-CN" altLang="en-US" sz="800" b="0" dirty="0">
                        <a:latin typeface="Times New Roman" panose="02020503050405090304" pitchFamily="18" charset="0"/>
                        <a:ea typeface="宋体" pitchFamily="2" charset="-122"/>
                      </a:endParaRPr>
                    </a:p>
                  </a:txBody>
                  <a:tcPr/>
                </a:tc>
              </a:tr>
              <a:tr h="212270">
                <a:tc>
                  <a:txBody>
                    <a:bodyPr/>
                    <a:lstStyle/>
                    <a:p>
                      <a:pPr algn="ctr"/>
                      <a:r>
                        <a:rPr lang="en-US" altLang="zh-CN" sz="800" dirty="0">
                          <a:latin typeface="Times New Roman" panose="02020503050405090304" pitchFamily="18" charset="0"/>
                          <a:ea typeface="宋体" pitchFamily="2" charset="-122"/>
                        </a:rPr>
                        <a:t>E</a:t>
                      </a:r>
                      <a:endParaRPr lang="zh-CN" altLang="en-US" sz="8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800" b="0" dirty="0">
                          <a:latin typeface="Times New Roman" panose="02020503050405090304" pitchFamily="18" charset="0"/>
                          <a:ea typeface="宋体" pitchFamily="2" charset="-122"/>
                        </a:rPr>
                        <a:t>E</a:t>
                      </a:r>
                      <a:endParaRPr lang="zh-CN" altLang="en-US" sz="800" b="0" dirty="0">
                        <a:latin typeface="Times New Roman" panose="02020503050405090304" pitchFamily="18" charset="0"/>
                        <a:ea typeface="宋体" pitchFamily="2" charset="-122"/>
                      </a:endParaRPr>
                    </a:p>
                  </a:txBody>
                  <a:tcPr/>
                </a:tc>
              </a:tr>
              <a:tr h="212270">
                <a:tc>
                  <a:txBody>
                    <a:bodyPr/>
                    <a:lstStyle/>
                    <a:p>
                      <a:pPr algn="ctr"/>
                      <a:r>
                        <a:rPr lang="en-US" altLang="zh-CN" sz="800" dirty="0">
                          <a:latin typeface="Times New Roman" panose="02020503050405090304" pitchFamily="18" charset="0"/>
                          <a:ea typeface="宋体" pitchFamily="2" charset="-122"/>
                        </a:rPr>
                        <a:t>M</a:t>
                      </a:r>
                      <a:endParaRPr lang="zh-CN" altLang="en-US" sz="8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800" b="0" dirty="0">
                          <a:latin typeface="Times New Roman" panose="02020503050405090304" pitchFamily="18" charset="0"/>
                          <a:ea typeface="宋体" pitchFamily="2" charset="-122"/>
                        </a:rPr>
                        <a:t>M</a:t>
                      </a:r>
                      <a:endParaRPr lang="zh-CN" altLang="en-US" sz="800" b="0" dirty="0">
                        <a:latin typeface="Times New Roman" panose="02020503050405090304" pitchFamily="18" charset="0"/>
                        <a:ea typeface="宋体" pitchFamily="2" charset="-122"/>
                      </a:endParaRPr>
                    </a:p>
                  </a:txBody>
                  <a:tcPr/>
                </a:tc>
              </a:tr>
              <a:tr h="212270">
                <a:tc>
                  <a:txBody>
                    <a:bodyPr/>
                    <a:lstStyle/>
                    <a:p>
                      <a:pPr algn="ctr"/>
                      <a:r>
                        <a:rPr lang="en-US" altLang="zh-CN" sz="800" dirty="0">
                          <a:latin typeface="Times New Roman" panose="02020503050405090304" pitchFamily="18" charset="0"/>
                          <a:ea typeface="宋体" pitchFamily="2" charset="-122"/>
                        </a:rPr>
                        <a:t>S</a:t>
                      </a:r>
                      <a:endParaRPr lang="zh-CN" altLang="en-US" sz="8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800" b="0" dirty="0">
                          <a:latin typeface="Times New Roman" panose="02020503050405090304" pitchFamily="18" charset="0"/>
                          <a:ea typeface="宋体" pitchFamily="2" charset="-122"/>
                        </a:rPr>
                        <a:t>S</a:t>
                      </a:r>
                      <a:endParaRPr lang="zh-CN" altLang="en-US" sz="800" b="0" dirty="0">
                        <a:latin typeface="Times New Roman" panose="02020503050405090304" pitchFamily="18" charset="0"/>
                        <a:ea typeface="宋体" pitchFamily="2" charset="-122"/>
                      </a:endParaRPr>
                    </a:p>
                  </a:txBody>
                  <a:tcPr/>
                </a:tc>
              </a:tr>
            </a:tbl>
          </a:graphicData>
        </a:graphic>
      </p:graphicFrame>
      <p:sp>
        <p:nvSpPr>
          <p:cNvPr id="31" name="文本框 30"/>
          <p:cNvSpPr txBox="1"/>
          <p:nvPr/>
        </p:nvSpPr>
        <p:spPr>
          <a:xfrm>
            <a:off x="8230721" y="1506587"/>
            <a:ext cx="632952" cy="307777"/>
          </a:xfrm>
          <a:prstGeom prst="rect">
            <a:avLst/>
          </a:prstGeom>
          <a:noFill/>
        </p:spPr>
        <p:txBody>
          <a:bodyPr wrap="square">
            <a:spAutoFit/>
          </a:bodyPr>
          <a:lstStyle/>
          <a:p>
            <a:r>
              <a:rPr lang="en-US" altLang="zh-CN" sz="1400" dirty="0">
                <a:solidFill>
                  <a:srgbClr val="00B050"/>
                </a:solidFill>
                <a:latin typeface="Times New Roman" panose="02020503050405090304" pitchFamily="18" charset="0"/>
                <a:ea typeface="宋体" pitchFamily="2" charset="-122"/>
              </a:rPr>
              <a:t>path</a:t>
            </a:r>
            <a:endParaRPr lang="zh-CN" altLang="en-US" dirty="0">
              <a:solidFill>
                <a:srgbClr val="00B050"/>
              </a:solidFill>
              <a:latin typeface="Times New Roman" panose="02020503050405090304" pitchFamily="18" charset="0"/>
              <a:ea typeface="宋体" pitchFamily="2" charset="-122"/>
            </a:endParaRPr>
          </a:p>
        </p:txBody>
      </p:sp>
      <p:cxnSp>
        <p:nvCxnSpPr>
          <p:cNvPr id="32" name="直接箭头连接符 31"/>
          <p:cNvCxnSpPr/>
          <p:nvPr/>
        </p:nvCxnSpPr>
        <p:spPr>
          <a:xfrm>
            <a:off x="6385469" y="2252198"/>
            <a:ext cx="0" cy="3934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4657682" y="2246262"/>
            <a:ext cx="1845166" cy="41549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pPr>
            <a:r>
              <a:rPr lang="zh-CN" altLang="en-US" sz="1050" dirty="0">
                <a:solidFill>
                  <a:schemeClr val="bg1">
                    <a:lumMod val="50000"/>
                  </a:schemeClr>
                </a:solidFill>
                <a:latin typeface="Times New Roman" panose="02020503050405090304" pitchFamily="18" charset="0"/>
                <a:ea typeface="宋体" pitchFamily="2" charset="-122"/>
              </a:rPr>
              <a:t>计算上时刻每个状态转换到</a:t>
            </a:r>
            <a:endParaRPr lang="en-US" altLang="zh-CN" sz="1050" dirty="0">
              <a:solidFill>
                <a:schemeClr val="bg1">
                  <a:lumMod val="50000"/>
                </a:schemeClr>
              </a:solidFill>
              <a:latin typeface="Times New Roman" panose="02020503050405090304" pitchFamily="18" charset="0"/>
              <a:ea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lang="zh-CN" altLang="en-US" sz="1050" dirty="0">
                <a:solidFill>
                  <a:schemeClr val="bg1">
                    <a:lumMod val="50000"/>
                  </a:schemeClr>
                </a:solidFill>
                <a:latin typeface="Times New Roman" panose="02020503050405090304" pitchFamily="18" charset="0"/>
                <a:ea typeface="宋体" pitchFamily="2" charset="-122"/>
              </a:rPr>
              <a:t>当前时刻的每个状态的概率</a:t>
            </a:r>
            <a:endParaRPr kumimoji="0" lang="zh-CN" altLang="zh-CN" sz="1400" b="0" u="none" strike="noStrike" cap="none" normalizeH="0" baseline="0" dirty="0">
              <a:ln>
                <a:noFill/>
              </a:ln>
              <a:solidFill>
                <a:schemeClr val="bg1">
                  <a:lumMod val="50000"/>
                </a:schemeClr>
              </a:solidFill>
              <a:effectLst/>
              <a:latin typeface="Times New Roman" panose="02020503050405090304" pitchFamily="18" charset="0"/>
              <a:ea typeface="宋体" pitchFamily="2" charset="-122"/>
            </a:endParaRPr>
          </a:p>
        </p:txBody>
      </p:sp>
      <p:sp>
        <p:nvSpPr>
          <p:cNvPr id="35" name="文本框 34"/>
          <p:cNvSpPr txBox="1"/>
          <p:nvPr/>
        </p:nvSpPr>
        <p:spPr>
          <a:xfrm>
            <a:off x="6293877" y="2218097"/>
            <a:ext cx="1088344" cy="369332"/>
          </a:xfrm>
          <a:prstGeom prst="rect">
            <a:avLst/>
          </a:prstGeom>
          <a:noFill/>
        </p:spPr>
        <p:txBody>
          <a:bodyPr wrap="square">
            <a:spAutoFit/>
          </a:bodyPr>
          <a:lstStyle/>
          <a:p>
            <a:r>
              <a:rPr lang="en-US" altLang="zh-CN" sz="1800" dirty="0">
                <a:solidFill>
                  <a:schemeClr val="tx1">
                    <a:lumMod val="95000"/>
                    <a:lumOff val="5000"/>
                  </a:schemeClr>
                </a:solidFill>
                <a:latin typeface="Times New Roman" panose="02020503050405090304" pitchFamily="18" charset="0"/>
                <a:ea typeface="宋体" pitchFamily="2" charset="-122"/>
              </a:rPr>
              <a:t> </a:t>
            </a:r>
            <a:r>
              <a:rPr lang="en-US" altLang="zh-CN" sz="1000" dirty="0">
                <a:solidFill>
                  <a:schemeClr val="accent1">
                    <a:lumMod val="75000"/>
                  </a:schemeClr>
                </a:solidFill>
                <a:latin typeface="Times New Roman" panose="02020503050405090304" pitchFamily="18" charset="0"/>
                <a:ea typeface="宋体" pitchFamily="2" charset="-122"/>
              </a:rPr>
              <a:t>(</a:t>
            </a:r>
            <a:r>
              <a:rPr lang="en-US" altLang="zh-CN" sz="1000" dirty="0" err="1">
                <a:solidFill>
                  <a:schemeClr val="accent1">
                    <a:lumMod val="75000"/>
                  </a:schemeClr>
                </a:solidFill>
                <a:latin typeface="Times New Roman" panose="02020503050405090304" pitchFamily="18" charset="0"/>
                <a:ea typeface="宋体" pitchFamily="2" charset="-122"/>
              </a:rPr>
              <a:t>i</a:t>
            </a:r>
            <a:r>
              <a:rPr lang="en-US" altLang="zh-CN" sz="1000" dirty="0">
                <a:solidFill>
                  <a:schemeClr val="accent1">
                    <a:lumMod val="75000"/>
                  </a:schemeClr>
                </a:solidFill>
                <a:latin typeface="Times New Roman" panose="02020503050405090304" pitchFamily="18" charset="0"/>
                <a:ea typeface="宋体" pitchFamily="2" charset="-122"/>
              </a:rPr>
              <a:t>=1, word=‘</a:t>
            </a:r>
            <a:r>
              <a:rPr lang="zh-CN" altLang="en-US" sz="1000" dirty="0">
                <a:solidFill>
                  <a:schemeClr val="accent1">
                    <a:lumMod val="75000"/>
                  </a:schemeClr>
                </a:solidFill>
                <a:latin typeface="Times New Roman" panose="02020503050405090304" pitchFamily="18" charset="0"/>
                <a:ea typeface="宋体" pitchFamily="2" charset="-122"/>
              </a:rPr>
              <a:t>喜</a:t>
            </a:r>
            <a:r>
              <a:rPr lang="en-US" altLang="zh-CN" sz="1000" dirty="0">
                <a:solidFill>
                  <a:schemeClr val="accent1">
                    <a:lumMod val="75000"/>
                  </a:schemeClr>
                </a:solidFill>
                <a:latin typeface="Times New Roman" panose="02020503050405090304" pitchFamily="18" charset="0"/>
                <a:ea typeface="宋体" pitchFamily="2" charset="-122"/>
              </a:rPr>
              <a:t>’)</a:t>
            </a:r>
            <a:endParaRPr lang="zh-CN" altLang="en-US" sz="1000" dirty="0">
              <a:solidFill>
                <a:schemeClr val="accent1">
                  <a:lumMod val="75000"/>
                </a:schemeClr>
              </a:solidFill>
              <a:latin typeface="Times New Roman" panose="02020503050405090304" pitchFamily="18" charset="0"/>
              <a:ea typeface="宋体" pitchFamily="2" charset="-122"/>
            </a:endParaRPr>
          </a:p>
        </p:txBody>
      </p:sp>
      <p:graphicFrame>
        <p:nvGraphicFramePr>
          <p:cNvPr id="13" name="表格 32"/>
          <p:cNvGraphicFramePr>
            <a:graphicFrameLocks noGrp="1"/>
          </p:cNvGraphicFramePr>
          <p:nvPr>
            <p:custDataLst>
              <p:tags r:id="rId1"/>
            </p:custDataLst>
          </p:nvPr>
        </p:nvGraphicFramePr>
        <p:xfrm>
          <a:off x="162053" y="1015915"/>
          <a:ext cx="4520321" cy="3108960"/>
        </p:xfrm>
        <a:graphic>
          <a:graphicData uri="http://schemas.openxmlformats.org/drawingml/2006/table">
            <a:tbl>
              <a:tblPr firstRow="1" bandRow="1">
                <a:tableStyleId>{5C22544A-7EE6-4342-B048-85BDC9FD1C3A}</a:tableStyleId>
              </a:tblPr>
              <a:tblGrid>
                <a:gridCol w="579700"/>
                <a:gridCol w="974989"/>
                <a:gridCol w="974116"/>
                <a:gridCol w="986894"/>
                <a:gridCol w="1004622"/>
              </a:tblGrid>
              <a:tr h="426720">
                <a:tc>
                  <a:txBody>
                    <a:bodyPr/>
                    <a:lstStyle/>
                    <a:p>
                      <a:pPr algn="ctr"/>
                      <a:r>
                        <a:rPr lang="en-US" altLang="zh-CN" sz="1100" dirty="0" err="1">
                          <a:latin typeface="Times New Roman" panose="02020503050405090304" pitchFamily="18" charset="0"/>
                          <a:ea typeface="宋体" pitchFamily="2" charset="-122"/>
                        </a:rPr>
                        <a:t>i</a:t>
                      </a:r>
                      <a:r>
                        <a:rPr lang="en-US" altLang="zh-CN" sz="1100" dirty="0">
                          <a:latin typeface="Times New Roman" panose="02020503050405090304" pitchFamily="18" charset="0"/>
                          <a:ea typeface="宋体" pitchFamily="2" charset="-122"/>
                        </a:rPr>
                        <a:t>=0/</a:t>
                      </a:r>
                      <a:endParaRPr lang="en-US" altLang="zh-CN" sz="1100" dirty="0">
                        <a:latin typeface="Times New Roman" panose="02020503050405090304" pitchFamily="18" charset="0"/>
                        <a:ea typeface="宋体" pitchFamily="2" charset="-122"/>
                      </a:endParaRPr>
                    </a:p>
                    <a:p>
                      <a:pPr algn="ctr"/>
                      <a:r>
                        <a:rPr lang="en-US" altLang="zh-CN" sz="1100" dirty="0">
                          <a:solidFill>
                            <a:schemeClr val="tx1"/>
                          </a:solidFill>
                          <a:latin typeface="Times New Roman" panose="02020503050405090304" pitchFamily="18" charset="0"/>
                          <a:ea typeface="宋体" pitchFamily="2" charset="-122"/>
                        </a:rPr>
                        <a:t>i=1</a:t>
                      </a:r>
                      <a:endParaRPr lang="zh-CN" altLang="en-US" sz="1100" dirty="0">
                        <a:solidFill>
                          <a:schemeClr val="tx1"/>
                        </a:solidFill>
                        <a:latin typeface="Times New Roman" panose="02020503050405090304" pitchFamily="18" charset="0"/>
                        <a:ea typeface="宋体" pitchFamily="2" charset="-122"/>
                      </a:endParaRPr>
                    </a:p>
                  </a:txBody>
                  <a:tcPr/>
                </a:tc>
                <a:tc>
                  <a:txBody>
                    <a:bodyPr/>
                    <a:lstStyle/>
                    <a:p>
                      <a:pPr algn="ctr"/>
                      <a:r>
                        <a:rPr lang="en-US" altLang="zh-CN" sz="1100" dirty="0">
                          <a:latin typeface="Times New Roman" panose="02020503050405090304" pitchFamily="18" charset="0"/>
                          <a:ea typeface="宋体" pitchFamily="2" charset="-122"/>
                        </a:rPr>
                        <a:t>B</a:t>
                      </a:r>
                      <a:endParaRPr lang="zh-CN" altLang="en-US" sz="1100" dirty="0">
                        <a:latin typeface="Times New Roman" panose="02020503050405090304" pitchFamily="18" charset="0"/>
                        <a:ea typeface="宋体" pitchFamily="2" charset="-122"/>
                      </a:endParaRPr>
                    </a:p>
                  </a:txBody>
                  <a:tcPr/>
                </a:tc>
                <a:tc>
                  <a:txBody>
                    <a:bodyPr/>
                    <a:lstStyle/>
                    <a:p>
                      <a:pPr algn="ctr"/>
                      <a:r>
                        <a:rPr lang="en-US" altLang="zh-CN" sz="1100" dirty="0">
                          <a:latin typeface="Times New Roman" panose="02020503050405090304" pitchFamily="18" charset="0"/>
                          <a:ea typeface="宋体" pitchFamily="2" charset="-122"/>
                        </a:rPr>
                        <a:t>E</a:t>
                      </a:r>
                      <a:endParaRPr lang="zh-CN" altLang="en-US" sz="1100" dirty="0">
                        <a:latin typeface="Times New Roman" panose="02020503050405090304" pitchFamily="18" charset="0"/>
                        <a:ea typeface="宋体" pitchFamily="2" charset="-122"/>
                      </a:endParaRPr>
                    </a:p>
                  </a:txBody>
                  <a:tcPr/>
                </a:tc>
                <a:tc>
                  <a:txBody>
                    <a:bodyPr/>
                    <a:lstStyle/>
                    <a:p>
                      <a:pPr algn="ctr"/>
                      <a:r>
                        <a:rPr lang="en-US" altLang="zh-CN" sz="1100" dirty="0">
                          <a:latin typeface="Times New Roman" panose="02020503050405090304" pitchFamily="18" charset="0"/>
                          <a:ea typeface="宋体" pitchFamily="2" charset="-122"/>
                        </a:rPr>
                        <a:t>M</a:t>
                      </a:r>
                      <a:endParaRPr lang="zh-CN" altLang="en-US" sz="1100" dirty="0">
                        <a:latin typeface="Times New Roman" panose="02020503050405090304" pitchFamily="18" charset="0"/>
                        <a:ea typeface="宋体" pitchFamily="2" charset="-122"/>
                      </a:endParaRPr>
                    </a:p>
                  </a:txBody>
                  <a:tcPr/>
                </a:tc>
                <a:tc>
                  <a:txBody>
                    <a:bodyPr/>
                    <a:lstStyle/>
                    <a:p>
                      <a:pPr algn="ctr"/>
                      <a:r>
                        <a:rPr lang="en-US" altLang="zh-CN" sz="1100" dirty="0">
                          <a:latin typeface="Times New Roman" panose="02020503050405090304" pitchFamily="18" charset="0"/>
                          <a:ea typeface="宋体" pitchFamily="2" charset="-122"/>
                        </a:rPr>
                        <a:t>S</a:t>
                      </a:r>
                      <a:endParaRPr lang="zh-CN" altLang="en-US" sz="1100" dirty="0">
                        <a:latin typeface="Times New Roman" panose="02020503050405090304" pitchFamily="18" charset="0"/>
                        <a:ea typeface="宋体" pitchFamily="2" charset="-122"/>
                      </a:endParaRPr>
                    </a:p>
                  </a:txBody>
                  <a:tcPr/>
                </a:tc>
              </a:tr>
              <a:tr h="473974">
                <a:tc>
                  <a:txBody>
                    <a:bodyPr/>
                    <a:lstStyle/>
                    <a:p>
                      <a:pPr algn="ctr"/>
                      <a:r>
                        <a:rPr lang="en-US" altLang="zh-CN" sz="1100" dirty="0">
                          <a:latin typeface="Times New Roman" panose="02020503050405090304" pitchFamily="18" charset="0"/>
                          <a:ea typeface="宋体" pitchFamily="2" charset="-122"/>
                        </a:rPr>
                        <a:t>B</a:t>
                      </a:r>
                      <a:endParaRPr lang="zh-CN" altLang="en-US" sz="1100" dirty="0">
                        <a:latin typeface="Times New Roman" panose="02020503050405090304" pitchFamily="18" charset="0"/>
                        <a:ea typeface="宋体" pitchFamily="2" charset="-122"/>
                      </a:endParaRPr>
                    </a:p>
                  </a:txBody>
                  <a:tcPr/>
                </a:tc>
                <a:tc>
                  <a:txBody>
                    <a:bodyPr/>
                    <a:lstStyle/>
                    <a:p>
                      <a:pPr algn="ctr"/>
                      <a:r>
                        <a:rPr lang="en-US" altLang="zh-CN" sz="800" dirty="0">
                          <a:solidFill>
                            <a:schemeClr val="tx1"/>
                          </a:solidFill>
                          <a:latin typeface="Times New Roman" panose="02020503050405090304" pitchFamily="18" charset="0"/>
                          <a:ea typeface="宋体" pitchFamily="2" charset="-122"/>
                        </a:rPr>
                        <a:t>weight[0][‘B’] + </a:t>
                      </a:r>
                      <a:r>
                        <a:rPr lang="en-US" altLang="zh-CN" sz="800" dirty="0" err="1">
                          <a:solidFill>
                            <a:schemeClr val="tx1"/>
                          </a:solidFill>
                          <a:latin typeface="Times New Roman" panose="02020503050405090304" pitchFamily="18" charset="0"/>
                          <a:ea typeface="宋体" pitchFamily="2" charset="-122"/>
                        </a:rPr>
                        <a:t>array_a</a:t>
                      </a:r>
                      <a:r>
                        <a:rPr lang="en-US" altLang="zh-CN" sz="800" dirty="0">
                          <a:solidFill>
                            <a:schemeClr val="tx1"/>
                          </a:solidFill>
                          <a:latin typeface="Times New Roman" panose="02020503050405090304" pitchFamily="18" charset="0"/>
                          <a:ea typeface="宋体" pitchFamily="2" charset="-122"/>
                        </a:rPr>
                        <a:t>[‘B’][‘B’] + </a:t>
                      </a:r>
                      <a:r>
                        <a:rPr lang="en-US" altLang="zh-CN" sz="800" dirty="0" err="1">
                          <a:solidFill>
                            <a:schemeClr val="tx1"/>
                          </a:solidFill>
                          <a:latin typeface="Times New Roman" panose="02020503050405090304" pitchFamily="18" charset="0"/>
                          <a:ea typeface="宋体" pitchFamily="2" charset="-122"/>
                        </a:rPr>
                        <a:t>array_b</a:t>
                      </a:r>
                      <a:r>
                        <a:rPr lang="en-US" altLang="zh-CN" sz="800" dirty="0">
                          <a:solidFill>
                            <a:schemeClr val="tx1"/>
                          </a:solidFill>
                          <a:latin typeface="Times New Roman" panose="02020503050405090304" pitchFamily="18" charset="0"/>
                          <a:ea typeface="宋体" pitchFamily="2" charset="-122"/>
                        </a:rPr>
                        <a:t>[‘B’][‘</a:t>
                      </a:r>
                      <a:r>
                        <a:rPr lang="zh-CN" altLang="en-US" sz="800" dirty="0">
                          <a:solidFill>
                            <a:schemeClr val="tx1"/>
                          </a:solidFill>
                          <a:latin typeface="Times New Roman" panose="02020503050405090304" pitchFamily="18" charset="0"/>
                          <a:ea typeface="宋体" pitchFamily="2" charset="-122"/>
                        </a:rPr>
                        <a:t>喜</a:t>
                      </a:r>
                      <a:r>
                        <a:rPr lang="en-US" altLang="zh-CN" sz="800" dirty="0">
                          <a:solidFill>
                            <a:schemeClr val="tx1"/>
                          </a:solidFill>
                          <a:latin typeface="Times New Roman" panose="02020503050405090304" pitchFamily="18" charset="0"/>
                          <a:ea typeface="宋体" pitchFamily="2" charset="-122"/>
                        </a:rPr>
                        <a:t>’]</a:t>
                      </a:r>
                      <a:endParaRPr lang="zh-CN" altLang="en-US" sz="800" dirty="0">
                        <a:solidFill>
                          <a:schemeClr val="tx1"/>
                        </a:solidFill>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weight[0][‘E’] + </a:t>
                      </a:r>
                      <a:r>
                        <a:rPr kumimoji="0" lang="en-US" altLang="zh-CN" sz="800" b="0" i="0" u="none" strike="noStrike" kern="1200" cap="none" spc="0" normalizeH="0" baseline="0" noProof="0" dirty="0" err="1">
                          <a:ln>
                            <a:noFill/>
                          </a:ln>
                          <a:solidFill>
                            <a:prstClr val="black"/>
                          </a:solidFill>
                          <a:effectLst/>
                          <a:uLnTx/>
                          <a:uFillTx/>
                          <a:latin typeface="Times New Roman" panose="02020503050405090304" pitchFamily="18" charset="0"/>
                          <a:ea typeface="宋体" pitchFamily="2" charset="-122"/>
                          <a:cs typeface="+mn-cs"/>
                        </a:rPr>
                        <a:t>array_a</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[‘E’][‘B’] + </a:t>
                      </a:r>
                      <a:r>
                        <a:rPr kumimoji="0" lang="en-US" altLang="zh-CN" sz="800" b="0" i="0" u="none" strike="noStrike" kern="1200" cap="none" spc="0" normalizeH="0" baseline="0" noProof="0" dirty="0" err="1">
                          <a:ln>
                            <a:noFill/>
                          </a:ln>
                          <a:solidFill>
                            <a:prstClr val="black"/>
                          </a:solidFill>
                          <a:effectLst/>
                          <a:uLnTx/>
                          <a:uFillTx/>
                          <a:latin typeface="Times New Roman" panose="02020503050405090304" pitchFamily="18" charset="0"/>
                          <a:ea typeface="宋体" pitchFamily="2" charset="-122"/>
                          <a:cs typeface="+mn-cs"/>
                        </a:rPr>
                        <a:t>array_b</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[‘B’][‘</a:t>
                      </a:r>
                      <a:r>
                        <a:rPr kumimoji="0" lang="zh-CN" altLang="en-US"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喜</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endParaRPr kumimoji="0" lang="zh-CN" altLang="en-US"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endParaRPr>
                    </a:p>
                    <a:p>
                      <a:pPr algn="ctr"/>
                      <a:endParaRPr lang="zh-CN" altLang="en-US" sz="12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weight[0][‘M’] + </a:t>
                      </a:r>
                      <a:r>
                        <a:rPr kumimoji="0" lang="en-US" altLang="zh-CN" sz="800" b="0" i="0" u="none" strike="noStrike" kern="1200" cap="none" spc="0" normalizeH="0" baseline="0" noProof="0" dirty="0" err="1">
                          <a:ln>
                            <a:noFill/>
                          </a:ln>
                          <a:solidFill>
                            <a:prstClr val="black"/>
                          </a:solidFill>
                          <a:effectLst/>
                          <a:uLnTx/>
                          <a:uFillTx/>
                          <a:latin typeface="Times New Roman" panose="02020503050405090304" pitchFamily="18" charset="0"/>
                          <a:ea typeface="宋体" pitchFamily="2" charset="-122"/>
                          <a:cs typeface="+mn-cs"/>
                        </a:rPr>
                        <a:t>array_a</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[‘M’][‘B’] + </a:t>
                      </a:r>
                      <a:r>
                        <a:rPr kumimoji="0" lang="en-US" altLang="zh-CN" sz="800" b="0" i="0" u="none" strike="noStrike" kern="1200" cap="none" spc="0" normalizeH="0" baseline="0" noProof="0" dirty="0" err="1">
                          <a:ln>
                            <a:noFill/>
                          </a:ln>
                          <a:solidFill>
                            <a:prstClr val="black"/>
                          </a:solidFill>
                          <a:effectLst/>
                          <a:uLnTx/>
                          <a:uFillTx/>
                          <a:latin typeface="Times New Roman" panose="02020503050405090304" pitchFamily="18" charset="0"/>
                          <a:ea typeface="宋体" pitchFamily="2" charset="-122"/>
                          <a:cs typeface="+mn-cs"/>
                        </a:rPr>
                        <a:t>array_b</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[‘B’][‘</a:t>
                      </a:r>
                      <a:r>
                        <a:rPr kumimoji="0" lang="zh-CN" altLang="en-US"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喜</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endParaRPr kumimoji="0" lang="zh-CN" altLang="en-US"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endParaRPr>
                    </a:p>
                    <a:p>
                      <a:pPr algn="ctr"/>
                      <a:endParaRPr lang="zh-CN" altLang="en-US" sz="12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weight[0][‘S’] + </a:t>
                      </a:r>
                      <a:r>
                        <a:rPr kumimoji="0" lang="en-US" altLang="zh-CN" sz="800" b="0" i="0" u="none" strike="noStrike" kern="1200" cap="none" spc="0" normalizeH="0" baseline="0" noProof="0" dirty="0" err="1">
                          <a:ln>
                            <a:noFill/>
                          </a:ln>
                          <a:solidFill>
                            <a:srgbClr val="FF0000"/>
                          </a:solidFill>
                          <a:effectLst/>
                          <a:uLnTx/>
                          <a:uFillTx/>
                          <a:latin typeface="Times New Roman" panose="02020503050405090304" pitchFamily="18" charset="0"/>
                          <a:ea typeface="宋体" pitchFamily="2" charset="-122"/>
                          <a:cs typeface="+mn-cs"/>
                        </a:rPr>
                        <a:t>array_a</a:t>
                      </a:r>
                      <a:r>
                        <a:rPr kumimoji="0" lang="en-US" altLang="zh-CN"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[‘S’][‘B’] + </a:t>
                      </a:r>
                      <a:r>
                        <a:rPr kumimoji="0" lang="en-US" altLang="zh-CN" sz="800" b="0" i="0" u="none" strike="noStrike" kern="1200" cap="none" spc="0" normalizeH="0" baseline="0" noProof="0" dirty="0" err="1">
                          <a:ln>
                            <a:noFill/>
                          </a:ln>
                          <a:solidFill>
                            <a:srgbClr val="FF0000"/>
                          </a:solidFill>
                          <a:effectLst/>
                          <a:uLnTx/>
                          <a:uFillTx/>
                          <a:latin typeface="Times New Roman" panose="02020503050405090304" pitchFamily="18" charset="0"/>
                          <a:ea typeface="宋体" pitchFamily="2" charset="-122"/>
                          <a:cs typeface="+mn-cs"/>
                        </a:rPr>
                        <a:t>array_b</a:t>
                      </a:r>
                      <a:r>
                        <a:rPr kumimoji="0" lang="en-US" altLang="zh-CN"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[‘B’][‘</a:t>
                      </a:r>
                      <a:r>
                        <a:rPr kumimoji="0" lang="zh-CN" altLang="en-US"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喜</a:t>
                      </a:r>
                      <a:r>
                        <a:rPr kumimoji="0" lang="en-US" altLang="zh-CN"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a:t>
                      </a:r>
                      <a:endParaRPr kumimoji="0" lang="zh-CN" altLang="en-US"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endParaRPr>
                    </a:p>
                    <a:p>
                      <a:pPr algn="ctr"/>
                      <a:endParaRPr lang="zh-CN" altLang="en-US" sz="1200" dirty="0">
                        <a:latin typeface="Times New Roman" panose="02020503050405090304" pitchFamily="18" charset="0"/>
                        <a:ea typeface="宋体" pitchFamily="2" charset="-122"/>
                      </a:endParaRPr>
                    </a:p>
                  </a:txBody>
                  <a:tcPr/>
                </a:tc>
              </a:tr>
              <a:tr h="510973">
                <a:tc>
                  <a:txBody>
                    <a:bodyPr/>
                    <a:lstStyle/>
                    <a:p>
                      <a:pPr algn="ctr"/>
                      <a:r>
                        <a:rPr lang="en-US" altLang="zh-CN" sz="1100" dirty="0">
                          <a:latin typeface="Times New Roman" panose="02020503050405090304" pitchFamily="18" charset="0"/>
                          <a:ea typeface="宋体" pitchFamily="2" charset="-122"/>
                        </a:rPr>
                        <a:t>E</a:t>
                      </a:r>
                      <a:endParaRPr lang="zh-CN" altLang="en-US" sz="11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weight[0][‘B’] + </a:t>
                      </a:r>
                      <a:r>
                        <a:rPr kumimoji="0" lang="en-US" altLang="zh-CN" sz="800" b="0" i="0" u="none" strike="noStrike" kern="1200" cap="none" spc="0" normalizeH="0" baseline="0" noProof="0" dirty="0" err="1">
                          <a:ln>
                            <a:noFill/>
                          </a:ln>
                          <a:solidFill>
                            <a:srgbClr val="FF0000"/>
                          </a:solidFill>
                          <a:effectLst/>
                          <a:uLnTx/>
                          <a:uFillTx/>
                          <a:latin typeface="Times New Roman" panose="02020503050405090304" pitchFamily="18" charset="0"/>
                          <a:ea typeface="宋体" pitchFamily="2" charset="-122"/>
                          <a:cs typeface="+mn-cs"/>
                        </a:rPr>
                        <a:t>array_a</a:t>
                      </a:r>
                      <a:r>
                        <a:rPr kumimoji="0" lang="en-US" altLang="zh-CN"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[‘B’][‘E’] + </a:t>
                      </a:r>
                      <a:r>
                        <a:rPr kumimoji="0" lang="en-US" altLang="zh-CN" sz="800" b="0" i="0" u="none" strike="noStrike" kern="1200" cap="none" spc="0" normalizeH="0" baseline="0" noProof="0" dirty="0" err="1">
                          <a:ln>
                            <a:noFill/>
                          </a:ln>
                          <a:solidFill>
                            <a:srgbClr val="FF0000"/>
                          </a:solidFill>
                          <a:effectLst/>
                          <a:uLnTx/>
                          <a:uFillTx/>
                          <a:latin typeface="Times New Roman" panose="02020503050405090304" pitchFamily="18" charset="0"/>
                          <a:ea typeface="宋体" pitchFamily="2" charset="-122"/>
                          <a:cs typeface="+mn-cs"/>
                        </a:rPr>
                        <a:t>array_b</a:t>
                      </a:r>
                      <a:r>
                        <a:rPr kumimoji="0" lang="en-US" altLang="zh-CN"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[‘E’][‘</a:t>
                      </a:r>
                      <a:r>
                        <a:rPr kumimoji="0" lang="zh-CN" altLang="en-US"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喜</a:t>
                      </a:r>
                      <a:r>
                        <a:rPr kumimoji="0" lang="en-US" altLang="zh-CN"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a:t>
                      </a:r>
                      <a:endParaRPr kumimoji="0" lang="zh-CN" altLang="en-US"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weight[0][‘E’] + </a:t>
                      </a:r>
                      <a:r>
                        <a:rPr kumimoji="0" lang="en-US" altLang="zh-CN" sz="800" b="0" i="0" u="none" strike="noStrike" kern="1200" cap="none" spc="0" normalizeH="0" baseline="0" noProof="0" dirty="0" err="1">
                          <a:ln>
                            <a:noFill/>
                          </a:ln>
                          <a:solidFill>
                            <a:prstClr val="black"/>
                          </a:solidFill>
                          <a:effectLst/>
                          <a:uLnTx/>
                          <a:uFillTx/>
                          <a:latin typeface="Times New Roman" panose="02020503050405090304" pitchFamily="18" charset="0"/>
                          <a:ea typeface="宋体" pitchFamily="2" charset="-122"/>
                          <a:cs typeface="+mn-cs"/>
                        </a:rPr>
                        <a:t>array_a</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[‘E’][‘E’] + </a:t>
                      </a:r>
                      <a:r>
                        <a:rPr kumimoji="0" lang="en-US" altLang="zh-CN" sz="800" b="0" i="0" u="none" strike="noStrike" kern="1200" cap="none" spc="0" normalizeH="0" baseline="0" noProof="0" dirty="0" err="1">
                          <a:ln>
                            <a:noFill/>
                          </a:ln>
                          <a:solidFill>
                            <a:prstClr val="black"/>
                          </a:solidFill>
                          <a:effectLst/>
                          <a:uLnTx/>
                          <a:uFillTx/>
                          <a:latin typeface="Times New Roman" panose="02020503050405090304" pitchFamily="18" charset="0"/>
                          <a:ea typeface="宋体" pitchFamily="2" charset="-122"/>
                          <a:cs typeface="+mn-cs"/>
                        </a:rPr>
                        <a:t>array_b</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[‘E’][‘</a:t>
                      </a:r>
                      <a:r>
                        <a:rPr kumimoji="0" lang="zh-CN" altLang="en-US"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喜</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endParaRPr kumimoji="0" lang="zh-CN" altLang="en-US"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weight[0][‘B’] + </a:t>
                      </a:r>
                      <a:r>
                        <a:rPr kumimoji="0" lang="en-US" altLang="zh-CN" sz="800" b="0" i="0" u="none" strike="noStrike" kern="1200" cap="none" spc="0" normalizeH="0" baseline="0" noProof="0" dirty="0" err="1">
                          <a:ln>
                            <a:noFill/>
                          </a:ln>
                          <a:solidFill>
                            <a:prstClr val="black"/>
                          </a:solidFill>
                          <a:effectLst/>
                          <a:uLnTx/>
                          <a:uFillTx/>
                          <a:latin typeface="Times New Roman" panose="02020503050405090304" pitchFamily="18" charset="0"/>
                          <a:ea typeface="宋体" pitchFamily="2" charset="-122"/>
                          <a:cs typeface="+mn-cs"/>
                        </a:rPr>
                        <a:t>array_a</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[‘B’][‘E’] + </a:t>
                      </a:r>
                      <a:r>
                        <a:rPr kumimoji="0" lang="en-US" altLang="zh-CN" sz="800" b="0" i="0" u="none" strike="noStrike" kern="1200" cap="none" spc="0" normalizeH="0" baseline="0" noProof="0" dirty="0" err="1">
                          <a:ln>
                            <a:noFill/>
                          </a:ln>
                          <a:solidFill>
                            <a:prstClr val="black"/>
                          </a:solidFill>
                          <a:effectLst/>
                          <a:uLnTx/>
                          <a:uFillTx/>
                          <a:latin typeface="Times New Roman" panose="02020503050405090304" pitchFamily="18" charset="0"/>
                          <a:ea typeface="宋体" pitchFamily="2" charset="-122"/>
                          <a:cs typeface="+mn-cs"/>
                        </a:rPr>
                        <a:t>array_b</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[‘E’][‘</a:t>
                      </a:r>
                      <a:r>
                        <a:rPr kumimoji="0" lang="zh-CN" altLang="en-US"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喜</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endParaRPr kumimoji="0" lang="zh-CN" altLang="en-US"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endParaRPr>
                    </a:p>
                    <a:p>
                      <a:pPr algn="ctr"/>
                      <a:endParaRPr lang="zh-CN" altLang="en-US" sz="12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weight[0][‘S’] + </a:t>
                      </a:r>
                      <a:r>
                        <a:rPr kumimoji="0" lang="en-US" altLang="zh-CN" sz="800" b="0" i="0" u="none" strike="noStrike" kern="1200" cap="none" spc="0" normalizeH="0" baseline="0" noProof="0" dirty="0" err="1">
                          <a:ln>
                            <a:noFill/>
                          </a:ln>
                          <a:solidFill>
                            <a:prstClr val="black"/>
                          </a:solidFill>
                          <a:effectLst/>
                          <a:uLnTx/>
                          <a:uFillTx/>
                          <a:latin typeface="Times New Roman" panose="02020503050405090304" pitchFamily="18" charset="0"/>
                          <a:ea typeface="宋体" pitchFamily="2" charset="-122"/>
                          <a:cs typeface="+mn-cs"/>
                        </a:rPr>
                        <a:t>array_a</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[‘S’][‘E’] + </a:t>
                      </a:r>
                      <a:r>
                        <a:rPr kumimoji="0" lang="en-US" altLang="zh-CN" sz="800" b="0" i="0" u="none" strike="noStrike" kern="1200" cap="none" spc="0" normalizeH="0" baseline="0" noProof="0" dirty="0" err="1">
                          <a:ln>
                            <a:noFill/>
                          </a:ln>
                          <a:solidFill>
                            <a:prstClr val="black"/>
                          </a:solidFill>
                          <a:effectLst/>
                          <a:uLnTx/>
                          <a:uFillTx/>
                          <a:latin typeface="Times New Roman" panose="02020503050405090304" pitchFamily="18" charset="0"/>
                          <a:ea typeface="宋体" pitchFamily="2" charset="-122"/>
                          <a:cs typeface="+mn-cs"/>
                        </a:rPr>
                        <a:t>array_b</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[‘E’][‘</a:t>
                      </a:r>
                      <a:r>
                        <a:rPr kumimoji="0" lang="zh-CN" altLang="en-US"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喜</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endParaRPr kumimoji="0" lang="zh-CN" altLang="en-US"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endParaRPr>
                    </a:p>
                    <a:p>
                      <a:pPr algn="ctr"/>
                      <a:endParaRPr lang="zh-CN" altLang="en-US" sz="1200" dirty="0">
                        <a:latin typeface="Times New Roman" panose="02020503050405090304" pitchFamily="18" charset="0"/>
                        <a:ea typeface="宋体" pitchFamily="2" charset="-122"/>
                      </a:endParaRPr>
                    </a:p>
                  </a:txBody>
                  <a:tcPr/>
                </a:tc>
              </a:tr>
              <a:tr h="464919">
                <a:tc>
                  <a:txBody>
                    <a:bodyPr/>
                    <a:lstStyle/>
                    <a:p>
                      <a:pPr algn="ctr"/>
                      <a:r>
                        <a:rPr lang="en-US" altLang="zh-CN" sz="1100" dirty="0">
                          <a:latin typeface="Times New Roman" panose="02020503050405090304" pitchFamily="18" charset="0"/>
                          <a:ea typeface="宋体" pitchFamily="2" charset="-122"/>
                        </a:rPr>
                        <a:t>M</a:t>
                      </a:r>
                      <a:endParaRPr lang="zh-CN" altLang="en-US" sz="11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weight[0][‘B’] + </a:t>
                      </a:r>
                      <a:r>
                        <a:rPr kumimoji="0" lang="en-US" altLang="zh-CN" sz="800" b="0" i="0" u="none" strike="noStrike" kern="1200" cap="none" spc="0" normalizeH="0" baseline="0" noProof="0" dirty="0" err="1">
                          <a:ln>
                            <a:noFill/>
                          </a:ln>
                          <a:solidFill>
                            <a:srgbClr val="FF0000"/>
                          </a:solidFill>
                          <a:effectLst/>
                          <a:uLnTx/>
                          <a:uFillTx/>
                          <a:latin typeface="Times New Roman" panose="02020503050405090304" pitchFamily="18" charset="0"/>
                          <a:ea typeface="宋体" pitchFamily="2" charset="-122"/>
                          <a:cs typeface="+mn-cs"/>
                        </a:rPr>
                        <a:t>array_a</a:t>
                      </a:r>
                      <a:r>
                        <a:rPr kumimoji="0" lang="en-US" altLang="zh-CN"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[‘B’][‘M’] + </a:t>
                      </a:r>
                      <a:r>
                        <a:rPr kumimoji="0" lang="en-US" altLang="zh-CN" sz="800" b="0" i="0" u="none" strike="noStrike" kern="1200" cap="none" spc="0" normalizeH="0" baseline="0" noProof="0" dirty="0" err="1">
                          <a:ln>
                            <a:noFill/>
                          </a:ln>
                          <a:solidFill>
                            <a:srgbClr val="FF0000"/>
                          </a:solidFill>
                          <a:effectLst/>
                          <a:uLnTx/>
                          <a:uFillTx/>
                          <a:latin typeface="Times New Roman" panose="02020503050405090304" pitchFamily="18" charset="0"/>
                          <a:ea typeface="宋体" pitchFamily="2" charset="-122"/>
                          <a:cs typeface="+mn-cs"/>
                        </a:rPr>
                        <a:t>array_b</a:t>
                      </a:r>
                      <a:r>
                        <a:rPr kumimoji="0" lang="en-US" altLang="zh-CN"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[‘M’][‘</a:t>
                      </a:r>
                      <a:r>
                        <a:rPr kumimoji="0" lang="zh-CN" altLang="en-US"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喜</a:t>
                      </a:r>
                      <a:r>
                        <a:rPr kumimoji="0" lang="en-US" altLang="zh-CN"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a:t>
                      </a:r>
                      <a:endParaRPr kumimoji="0" lang="zh-CN" altLang="en-US"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endParaRPr>
                    </a:p>
                    <a:p>
                      <a:pPr algn="ctr"/>
                      <a:endParaRPr lang="zh-CN" altLang="en-US" sz="12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weight[0][‘E’] + </a:t>
                      </a:r>
                      <a:r>
                        <a:rPr kumimoji="0" lang="en-US" altLang="zh-CN" sz="800" b="0" i="0" u="none" strike="noStrike" kern="1200" cap="none" spc="0" normalizeH="0" baseline="0" noProof="0" dirty="0" err="1">
                          <a:ln>
                            <a:noFill/>
                          </a:ln>
                          <a:solidFill>
                            <a:prstClr val="black"/>
                          </a:solidFill>
                          <a:effectLst/>
                          <a:uLnTx/>
                          <a:uFillTx/>
                          <a:latin typeface="Times New Roman" panose="02020503050405090304" pitchFamily="18" charset="0"/>
                          <a:ea typeface="宋体" pitchFamily="2" charset="-122"/>
                          <a:cs typeface="+mn-cs"/>
                        </a:rPr>
                        <a:t>array_a</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[‘E’][‘M’] + </a:t>
                      </a:r>
                      <a:r>
                        <a:rPr kumimoji="0" lang="en-US" altLang="zh-CN" sz="800" b="0" i="0" u="none" strike="noStrike" kern="1200" cap="none" spc="0" normalizeH="0" baseline="0" noProof="0" dirty="0" err="1">
                          <a:ln>
                            <a:noFill/>
                          </a:ln>
                          <a:solidFill>
                            <a:prstClr val="black"/>
                          </a:solidFill>
                          <a:effectLst/>
                          <a:uLnTx/>
                          <a:uFillTx/>
                          <a:latin typeface="Times New Roman" panose="02020503050405090304" pitchFamily="18" charset="0"/>
                          <a:ea typeface="宋体" pitchFamily="2" charset="-122"/>
                          <a:cs typeface="+mn-cs"/>
                        </a:rPr>
                        <a:t>array_b</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[‘M’][‘</a:t>
                      </a:r>
                      <a:r>
                        <a:rPr kumimoji="0" lang="zh-CN" altLang="en-US"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喜</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endParaRPr kumimoji="0" lang="zh-CN" altLang="en-US"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endParaRPr>
                    </a:p>
                    <a:p>
                      <a:pPr algn="ctr"/>
                      <a:endParaRPr lang="zh-CN" altLang="en-US" sz="12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weight[0][‘M’] + </a:t>
                      </a:r>
                      <a:r>
                        <a:rPr kumimoji="0" lang="en-US" altLang="zh-CN" sz="800" b="0" i="0" u="none" strike="noStrike" kern="1200" cap="none" spc="0" normalizeH="0" baseline="0" noProof="0" dirty="0" err="1">
                          <a:ln>
                            <a:noFill/>
                          </a:ln>
                          <a:solidFill>
                            <a:prstClr val="black"/>
                          </a:solidFill>
                          <a:effectLst/>
                          <a:uLnTx/>
                          <a:uFillTx/>
                          <a:latin typeface="Times New Roman" panose="02020503050405090304" pitchFamily="18" charset="0"/>
                          <a:ea typeface="宋体" pitchFamily="2" charset="-122"/>
                          <a:cs typeface="+mn-cs"/>
                        </a:rPr>
                        <a:t>array_a</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[‘M’][‘M’] + </a:t>
                      </a:r>
                      <a:r>
                        <a:rPr kumimoji="0" lang="en-US" altLang="zh-CN" sz="800" b="0" i="0" u="none" strike="noStrike" kern="1200" cap="none" spc="0" normalizeH="0" baseline="0" noProof="0" dirty="0" err="1">
                          <a:ln>
                            <a:noFill/>
                          </a:ln>
                          <a:solidFill>
                            <a:prstClr val="black"/>
                          </a:solidFill>
                          <a:effectLst/>
                          <a:uLnTx/>
                          <a:uFillTx/>
                          <a:latin typeface="Times New Roman" panose="02020503050405090304" pitchFamily="18" charset="0"/>
                          <a:ea typeface="宋体" pitchFamily="2" charset="-122"/>
                          <a:cs typeface="+mn-cs"/>
                        </a:rPr>
                        <a:t>array_b</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[‘M’][‘</a:t>
                      </a:r>
                      <a:r>
                        <a:rPr kumimoji="0" lang="zh-CN" altLang="en-US"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喜</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endParaRPr kumimoji="0" lang="zh-CN" altLang="en-US"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endParaRPr>
                    </a:p>
                    <a:p>
                      <a:pPr algn="ctr"/>
                      <a:endParaRPr lang="zh-CN" altLang="en-US" sz="12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weight[0][‘S’] + </a:t>
                      </a:r>
                      <a:r>
                        <a:rPr kumimoji="0" lang="en-US" altLang="zh-CN" sz="800" b="0" i="0" u="none" strike="noStrike" kern="1200" cap="none" spc="0" normalizeH="0" baseline="0" noProof="0" dirty="0" err="1">
                          <a:ln>
                            <a:noFill/>
                          </a:ln>
                          <a:solidFill>
                            <a:prstClr val="black"/>
                          </a:solidFill>
                          <a:effectLst/>
                          <a:uLnTx/>
                          <a:uFillTx/>
                          <a:latin typeface="Times New Roman" panose="02020503050405090304" pitchFamily="18" charset="0"/>
                          <a:ea typeface="宋体" pitchFamily="2" charset="-122"/>
                          <a:cs typeface="+mn-cs"/>
                        </a:rPr>
                        <a:t>array_a</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[‘S’][‘M’] + </a:t>
                      </a:r>
                      <a:r>
                        <a:rPr kumimoji="0" lang="en-US" altLang="zh-CN" sz="800" b="0" i="0" u="none" strike="noStrike" kern="1200" cap="none" spc="0" normalizeH="0" baseline="0" noProof="0" dirty="0" err="1">
                          <a:ln>
                            <a:noFill/>
                          </a:ln>
                          <a:solidFill>
                            <a:prstClr val="black"/>
                          </a:solidFill>
                          <a:effectLst/>
                          <a:uLnTx/>
                          <a:uFillTx/>
                          <a:latin typeface="Times New Roman" panose="02020503050405090304" pitchFamily="18" charset="0"/>
                          <a:ea typeface="宋体" pitchFamily="2" charset="-122"/>
                          <a:cs typeface="+mn-cs"/>
                        </a:rPr>
                        <a:t>array_b</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[‘M’][‘</a:t>
                      </a:r>
                      <a:r>
                        <a:rPr kumimoji="0" lang="zh-CN" altLang="en-US"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喜</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endParaRPr kumimoji="0" lang="zh-CN" altLang="en-US"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endParaRPr>
                    </a:p>
                    <a:p>
                      <a:pPr algn="ctr"/>
                      <a:endParaRPr lang="zh-CN" altLang="en-US" sz="1200" dirty="0">
                        <a:latin typeface="Times New Roman" panose="02020503050405090304" pitchFamily="18" charset="0"/>
                        <a:ea typeface="宋体" pitchFamily="2" charset="-122"/>
                      </a:endParaRPr>
                    </a:p>
                  </a:txBody>
                  <a:tcPr/>
                </a:tc>
              </a:tr>
              <a:tr h="531879">
                <a:tc>
                  <a:txBody>
                    <a:bodyPr/>
                    <a:lstStyle/>
                    <a:p>
                      <a:pPr algn="ctr"/>
                      <a:r>
                        <a:rPr lang="en-US" altLang="zh-CN" sz="1100" dirty="0">
                          <a:latin typeface="Times New Roman" panose="02020503050405090304" pitchFamily="18" charset="0"/>
                          <a:ea typeface="宋体" pitchFamily="2" charset="-122"/>
                        </a:rPr>
                        <a:t>S</a:t>
                      </a:r>
                      <a:endParaRPr lang="zh-CN" altLang="en-US" sz="11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weight[0][‘B’] + </a:t>
                      </a:r>
                      <a:r>
                        <a:rPr kumimoji="0" lang="en-US" altLang="zh-CN" sz="800" b="0" i="0" u="none" strike="noStrike" kern="1200" cap="none" spc="0" normalizeH="0" baseline="0" noProof="0" dirty="0" err="1">
                          <a:ln>
                            <a:noFill/>
                          </a:ln>
                          <a:solidFill>
                            <a:prstClr val="black"/>
                          </a:solidFill>
                          <a:effectLst/>
                          <a:uLnTx/>
                          <a:uFillTx/>
                          <a:latin typeface="Times New Roman" panose="02020503050405090304" pitchFamily="18" charset="0"/>
                          <a:ea typeface="宋体" pitchFamily="2" charset="-122"/>
                          <a:cs typeface="+mn-cs"/>
                        </a:rPr>
                        <a:t>array_a</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[‘B’][‘S’] + </a:t>
                      </a:r>
                      <a:r>
                        <a:rPr kumimoji="0" lang="en-US" altLang="zh-CN" sz="800" b="0" i="0" u="none" strike="noStrike" kern="1200" cap="none" spc="0" normalizeH="0" baseline="0" noProof="0" dirty="0" err="1">
                          <a:ln>
                            <a:noFill/>
                          </a:ln>
                          <a:solidFill>
                            <a:prstClr val="black"/>
                          </a:solidFill>
                          <a:effectLst/>
                          <a:uLnTx/>
                          <a:uFillTx/>
                          <a:latin typeface="Times New Roman" panose="02020503050405090304" pitchFamily="18" charset="0"/>
                          <a:ea typeface="宋体" pitchFamily="2" charset="-122"/>
                          <a:cs typeface="+mn-cs"/>
                        </a:rPr>
                        <a:t>array_b</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[‘S’][‘</a:t>
                      </a:r>
                      <a:r>
                        <a:rPr kumimoji="0" lang="zh-CN" altLang="en-US"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喜</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endParaRPr kumimoji="0" lang="zh-CN" altLang="en-US"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endParaRPr>
                    </a:p>
                    <a:p>
                      <a:pPr algn="ctr"/>
                      <a:endParaRPr lang="zh-CN" altLang="en-US" sz="12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weight[0][‘E’] + </a:t>
                      </a:r>
                      <a:r>
                        <a:rPr kumimoji="0" lang="en-US" altLang="zh-CN" sz="800" b="0" i="0" u="none" strike="noStrike" kern="1200" cap="none" spc="0" normalizeH="0" baseline="0" noProof="0" dirty="0" err="1">
                          <a:ln>
                            <a:noFill/>
                          </a:ln>
                          <a:solidFill>
                            <a:prstClr val="black"/>
                          </a:solidFill>
                          <a:effectLst/>
                          <a:uLnTx/>
                          <a:uFillTx/>
                          <a:latin typeface="Times New Roman" panose="02020503050405090304" pitchFamily="18" charset="0"/>
                          <a:ea typeface="宋体" pitchFamily="2" charset="-122"/>
                          <a:cs typeface="+mn-cs"/>
                        </a:rPr>
                        <a:t>array_a</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[‘E’][‘S’] + </a:t>
                      </a:r>
                      <a:r>
                        <a:rPr kumimoji="0" lang="en-US" altLang="zh-CN" sz="800" b="0" i="0" u="none" strike="noStrike" kern="1200" cap="none" spc="0" normalizeH="0" baseline="0" noProof="0" dirty="0" err="1">
                          <a:ln>
                            <a:noFill/>
                          </a:ln>
                          <a:solidFill>
                            <a:prstClr val="black"/>
                          </a:solidFill>
                          <a:effectLst/>
                          <a:uLnTx/>
                          <a:uFillTx/>
                          <a:latin typeface="Times New Roman" panose="02020503050405090304" pitchFamily="18" charset="0"/>
                          <a:ea typeface="宋体" pitchFamily="2" charset="-122"/>
                          <a:cs typeface="+mn-cs"/>
                        </a:rPr>
                        <a:t>array_b</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[‘S’][‘</a:t>
                      </a:r>
                      <a:r>
                        <a:rPr kumimoji="0" lang="zh-CN" altLang="en-US"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喜</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endParaRPr kumimoji="0" lang="zh-CN" altLang="en-US"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endParaRPr>
                    </a:p>
                    <a:p>
                      <a:pPr algn="ctr"/>
                      <a:endParaRPr lang="zh-CN" altLang="en-US" sz="12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weight[0][‘M’] + </a:t>
                      </a:r>
                      <a:r>
                        <a:rPr kumimoji="0" lang="en-US" altLang="zh-CN" sz="800" b="0" i="0" u="none" strike="noStrike" kern="1200" cap="none" spc="0" normalizeH="0" baseline="0" noProof="0" dirty="0" err="1">
                          <a:ln>
                            <a:noFill/>
                          </a:ln>
                          <a:solidFill>
                            <a:prstClr val="black"/>
                          </a:solidFill>
                          <a:effectLst/>
                          <a:uLnTx/>
                          <a:uFillTx/>
                          <a:latin typeface="Times New Roman" panose="02020503050405090304" pitchFamily="18" charset="0"/>
                          <a:ea typeface="宋体" pitchFamily="2" charset="-122"/>
                          <a:cs typeface="+mn-cs"/>
                        </a:rPr>
                        <a:t>array_a</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[‘M’][‘S’] + </a:t>
                      </a:r>
                      <a:r>
                        <a:rPr kumimoji="0" lang="en-US" altLang="zh-CN" sz="800" b="0" i="0" u="none" strike="noStrike" kern="1200" cap="none" spc="0" normalizeH="0" baseline="0" noProof="0" dirty="0" err="1">
                          <a:ln>
                            <a:noFill/>
                          </a:ln>
                          <a:solidFill>
                            <a:prstClr val="black"/>
                          </a:solidFill>
                          <a:effectLst/>
                          <a:uLnTx/>
                          <a:uFillTx/>
                          <a:latin typeface="Times New Roman" panose="02020503050405090304" pitchFamily="18" charset="0"/>
                          <a:ea typeface="宋体" pitchFamily="2" charset="-122"/>
                          <a:cs typeface="+mn-cs"/>
                        </a:rPr>
                        <a:t>array_b</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[‘S’][‘</a:t>
                      </a:r>
                      <a:r>
                        <a:rPr kumimoji="0" lang="zh-CN" altLang="en-US"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喜</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endParaRPr kumimoji="0" lang="zh-CN" altLang="en-US"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endParaRPr>
                    </a:p>
                    <a:p>
                      <a:pPr algn="ctr"/>
                      <a:endParaRPr lang="zh-CN" altLang="en-US" sz="12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weight[0][‘S’] + </a:t>
                      </a:r>
                      <a:r>
                        <a:rPr kumimoji="0" lang="en-US" altLang="zh-CN" sz="800" b="0" i="0" u="none" strike="noStrike" kern="1200" cap="none" spc="0" normalizeH="0" baseline="0" noProof="0" dirty="0" err="1">
                          <a:ln>
                            <a:noFill/>
                          </a:ln>
                          <a:solidFill>
                            <a:srgbClr val="FF0000"/>
                          </a:solidFill>
                          <a:effectLst/>
                          <a:uLnTx/>
                          <a:uFillTx/>
                          <a:latin typeface="Times New Roman" panose="02020503050405090304" pitchFamily="18" charset="0"/>
                          <a:ea typeface="宋体" pitchFamily="2" charset="-122"/>
                          <a:cs typeface="+mn-cs"/>
                        </a:rPr>
                        <a:t>array_a</a:t>
                      </a:r>
                      <a:r>
                        <a:rPr kumimoji="0" lang="en-US" altLang="zh-CN"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[‘S’][‘S’] + </a:t>
                      </a:r>
                      <a:r>
                        <a:rPr kumimoji="0" lang="en-US" altLang="zh-CN" sz="800" b="0" i="0" u="none" strike="noStrike" kern="1200" cap="none" spc="0" normalizeH="0" baseline="0" noProof="0" dirty="0" err="1">
                          <a:ln>
                            <a:noFill/>
                          </a:ln>
                          <a:solidFill>
                            <a:srgbClr val="FF0000"/>
                          </a:solidFill>
                          <a:effectLst/>
                          <a:uLnTx/>
                          <a:uFillTx/>
                          <a:latin typeface="Times New Roman" panose="02020503050405090304" pitchFamily="18" charset="0"/>
                          <a:ea typeface="宋体" pitchFamily="2" charset="-122"/>
                          <a:cs typeface="+mn-cs"/>
                        </a:rPr>
                        <a:t>array_b</a:t>
                      </a:r>
                      <a:r>
                        <a:rPr kumimoji="0" lang="en-US" altLang="zh-CN"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[‘S’][‘</a:t>
                      </a:r>
                      <a:r>
                        <a:rPr kumimoji="0" lang="zh-CN" altLang="en-US"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喜</a:t>
                      </a:r>
                      <a:r>
                        <a:rPr kumimoji="0" lang="en-US" altLang="zh-CN"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a:t>
                      </a:r>
                      <a:endParaRPr kumimoji="0" lang="zh-CN" altLang="en-US"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endParaRPr>
                    </a:p>
                    <a:p>
                      <a:pPr algn="ctr"/>
                      <a:endParaRPr lang="zh-CN" altLang="en-US" sz="1200" dirty="0">
                        <a:latin typeface="Times New Roman" panose="02020503050405090304" pitchFamily="18" charset="0"/>
                        <a:ea typeface="宋体" pitchFamily="2" charset="-122"/>
                      </a:endParaRPr>
                    </a:p>
                  </a:txBody>
                  <a:tcPr/>
                </a:tc>
              </a:tr>
            </a:tbl>
          </a:graphicData>
        </a:graphic>
      </p:graphicFrame>
      <p:graphicFrame>
        <p:nvGraphicFramePr>
          <p:cNvPr id="38" name="表格 9"/>
          <p:cNvGraphicFramePr>
            <a:graphicFrameLocks noGrp="1"/>
          </p:cNvGraphicFramePr>
          <p:nvPr/>
        </p:nvGraphicFramePr>
        <p:xfrm>
          <a:off x="5526177" y="2723134"/>
          <a:ext cx="1953342" cy="853440"/>
        </p:xfrm>
        <a:graphic>
          <a:graphicData uri="http://schemas.openxmlformats.org/drawingml/2006/table">
            <a:tbl>
              <a:tblPr firstRow="1" bandRow="1">
                <a:tableStyleId>{69CF1AB2-1976-4502-BF36-3FF5EA218861}</a:tableStyleId>
              </a:tblPr>
              <a:tblGrid>
                <a:gridCol w="298077"/>
                <a:gridCol w="1655265"/>
              </a:tblGrid>
              <a:tr h="212270">
                <a:tc>
                  <a:txBody>
                    <a:bodyPr/>
                    <a:lstStyle/>
                    <a:p>
                      <a:pPr algn="ctr"/>
                      <a:r>
                        <a:rPr lang="en-US" altLang="zh-CN" sz="800" b="0" dirty="0">
                          <a:latin typeface="Times New Roman" panose="02020503050405090304" pitchFamily="18" charset="0"/>
                          <a:ea typeface="宋体" pitchFamily="2" charset="-122"/>
                        </a:rPr>
                        <a:t>B</a:t>
                      </a:r>
                      <a:endParaRPr lang="zh-CN" altLang="en-US" sz="800" b="0" dirty="0">
                        <a:latin typeface="Times New Roman" panose="02020503050405090304" pitchFamily="18" charset="0"/>
                        <a:ea typeface="宋体" pitchFamily="2" charset="-122"/>
                      </a:endParaRPr>
                    </a:p>
                  </a:txBody>
                  <a:tcPr/>
                </a:tc>
                <a:tc>
                  <a:txBody>
                    <a:bodyPr/>
                    <a:lstStyle/>
                    <a:p>
                      <a:pPr algn="ctr"/>
                      <a:r>
                        <a:rPr lang="en-US" altLang="zh-CN" sz="800" b="0" dirty="0">
                          <a:latin typeface="Times New Roman" panose="02020503050405090304" pitchFamily="18" charset="0"/>
                          <a:ea typeface="宋体" pitchFamily="2" charset="-122"/>
                        </a:rPr>
                        <a:t>-14.056415039093764,</a:t>
                      </a:r>
                      <a:endParaRPr lang="zh-CN" altLang="en-US" sz="800" b="0" dirty="0">
                        <a:latin typeface="Times New Roman" panose="02020503050405090304" pitchFamily="18" charset="0"/>
                        <a:ea typeface="宋体" pitchFamily="2" charset="-122"/>
                      </a:endParaRPr>
                    </a:p>
                  </a:txBody>
                  <a:tcPr/>
                </a:tc>
              </a:tr>
              <a:tr h="212270">
                <a:tc>
                  <a:txBody>
                    <a:bodyPr/>
                    <a:lstStyle/>
                    <a:p>
                      <a:pPr algn="ctr"/>
                      <a:r>
                        <a:rPr lang="en-US" altLang="zh-CN" sz="800" dirty="0">
                          <a:latin typeface="Times New Roman" panose="02020503050405090304" pitchFamily="18" charset="0"/>
                          <a:ea typeface="宋体" pitchFamily="2" charset="-122"/>
                        </a:rPr>
                        <a:t>E</a:t>
                      </a:r>
                      <a:endParaRPr lang="zh-CN" altLang="en-US" sz="8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800" b="0" dirty="0">
                          <a:latin typeface="Times New Roman" panose="02020503050405090304" pitchFamily="18" charset="0"/>
                          <a:ea typeface="宋体" pitchFamily="2" charset="-122"/>
                        </a:rPr>
                        <a:t>-15.541616801202998</a:t>
                      </a:r>
                      <a:endParaRPr lang="zh-CN" altLang="en-US" sz="800" b="0" dirty="0">
                        <a:latin typeface="Times New Roman" panose="02020503050405090304" pitchFamily="18" charset="0"/>
                        <a:ea typeface="宋体" pitchFamily="2" charset="-122"/>
                      </a:endParaRPr>
                    </a:p>
                  </a:txBody>
                  <a:tcPr/>
                </a:tc>
              </a:tr>
              <a:tr h="212270">
                <a:tc>
                  <a:txBody>
                    <a:bodyPr/>
                    <a:lstStyle/>
                    <a:p>
                      <a:pPr algn="ctr"/>
                      <a:r>
                        <a:rPr lang="en-US" altLang="zh-CN" sz="800" dirty="0">
                          <a:latin typeface="Times New Roman" panose="02020503050405090304" pitchFamily="18" charset="0"/>
                          <a:ea typeface="宋体" pitchFamily="2" charset="-122"/>
                        </a:rPr>
                        <a:t>M</a:t>
                      </a:r>
                      <a:endParaRPr lang="zh-CN" altLang="en-US" sz="8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800" b="0" dirty="0">
                          <a:latin typeface="Times New Roman" panose="02020503050405090304" pitchFamily="18" charset="0"/>
                          <a:ea typeface="宋体" pitchFamily="2" charset="-122"/>
                        </a:rPr>
                        <a:t>-15.109248798103819</a:t>
                      </a:r>
                      <a:endParaRPr lang="zh-CN" altLang="en-US" sz="800" b="0" dirty="0">
                        <a:latin typeface="Times New Roman" panose="02020503050405090304" pitchFamily="18" charset="0"/>
                        <a:ea typeface="宋体" pitchFamily="2" charset="-122"/>
                      </a:endParaRPr>
                    </a:p>
                  </a:txBody>
                  <a:tcPr/>
                </a:tc>
              </a:tr>
              <a:tr h="212270">
                <a:tc>
                  <a:txBody>
                    <a:bodyPr/>
                    <a:lstStyle/>
                    <a:p>
                      <a:pPr algn="ctr"/>
                      <a:r>
                        <a:rPr lang="en-US" altLang="zh-CN" sz="800" dirty="0">
                          <a:latin typeface="Times New Roman" panose="02020503050405090304" pitchFamily="18" charset="0"/>
                          <a:ea typeface="宋体" pitchFamily="2" charset="-122"/>
                        </a:rPr>
                        <a:t>S</a:t>
                      </a:r>
                      <a:endParaRPr lang="zh-CN" altLang="en-US" sz="8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800" b="0" dirty="0">
                          <a:latin typeface="Times New Roman" panose="02020503050405090304" pitchFamily="18" charset="0"/>
                          <a:ea typeface="宋体" pitchFamily="2" charset="-122"/>
                        </a:rPr>
                        <a:t>-16.960517710360023</a:t>
                      </a:r>
                      <a:endParaRPr lang="zh-CN" altLang="en-US" sz="800" b="0" dirty="0">
                        <a:latin typeface="Times New Roman" panose="02020503050405090304" pitchFamily="18" charset="0"/>
                        <a:ea typeface="宋体" pitchFamily="2" charset="-122"/>
                      </a:endParaRPr>
                    </a:p>
                  </a:txBody>
                  <a:tcPr/>
                </a:tc>
              </a:tr>
            </a:tbl>
          </a:graphicData>
        </a:graphic>
      </p:graphicFrame>
      <p:sp>
        <p:nvSpPr>
          <p:cNvPr id="39" name="文本框 38"/>
          <p:cNvSpPr txBox="1"/>
          <p:nvPr/>
        </p:nvSpPr>
        <p:spPr>
          <a:xfrm>
            <a:off x="4700890" y="2969435"/>
            <a:ext cx="951110" cy="307777"/>
          </a:xfrm>
          <a:prstGeom prst="rect">
            <a:avLst/>
          </a:prstGeom>
          <a:noFill/>
        </p:spPr>
        <p:txBody>
          <a:bodyPr wrap="square">
            <a:spAutoFit/>
          </a:bodyPr>
          <a:lstStyle/>
          <a:p>
            <a:r>
              <a:rPr lang="en-US" altLang="zh-CN" sz="1400" dirty="0">
                <a:solidFill>
                  <a:schemeClr val="accent1">
                    <a:lumMod val="75000"/>
                  </a:schemeClr>
                </a:solidFill>
                <a:latin typeface="Times New Roman" panose="02020503050405090304" pitchFamily="18" charset="0"/>
                <a:ea typeface="宋体" pitchFamily="2" charset="-122"/>
              </a:rPr>
              <a:t>weight[1]</a:t>
            </a:r>
            <a:endParaRPr lang="zh-CN" altLang="en-US" dirty="0">
              <a:latin typeface="Times New Roman" panose="02020503050405090304" pitchFamily="18" charset="0"/>
              <a:ea typeface="宋体" pitchFamily="2" charset="-122"/>
            </a:endParaRPr>
          </a:p>
        </p:txBody>
      </p:sp>
      <p:graphicFrame>
        <p:nvGraphicFramePr>
          <p:cNvPr id="40" name="表格 9"/>
          <p:cNvGraphicFramePr>
            <a:graphicFrameLocks noGrp="1"/>
          </p:cNvGraphicFramePr>
          <p:nvPr/>
        </p:nvGraphicFramePr>
        <p:xfrm>
          <a:off x="7713400" y="2723134"/>
          <a:ext cx="983412" cy="853440"/>
        </p:xfrm>
        <a:graphic>
          <a:graphicData uri="http://schemas.openxmlformats.org/drawingml/2006/table">
            <a:tbl>
              <a:tblPr firstRow="1" bandRow="1">
                <a:tableStyleId>{16D9F66E-5EB9-4882-86FB-DCBF35E3C3E4}</a:tableStyleId>
              </a:tblPr>
              <a:tblGrid>
                <a:gridCol w="298077"/>
                <a:gridCol w="685335"/>
              </a:tblGrid>
              <a:tr h="212270">
                <a:tc>
                  <a:txBody>
                    <a:bodyPr/>
                    <a:lstStyle/>
                    <a:p>
                      <a:pPr algn="ctr"/>
                      <a:r>
                        <a:rPr lang="en-US" altLang="zh-CN" sz="800" b="0" dirty="0">
                          <a:latin typeface="Times New Roman" panose="02020503050405090304" pitchFamily="18" charset="0"/>
                          <a:ea typeface="宋体" pitchFamily="2" charset="-122"/>
                        </a:rPr>
                        <a:t>B</a:t>
                      </a:r>
                      <a:endParaRPr lang="zh-CN" altLang="en-US" sz="800" b="0" dirty="0">
                        <a:latin typeface="Times New Roman" panose="02020503050405090304" pitchFamily="18" charset="0"/>
                        <a:ea typeface="宋体" pitchFamily="2" charset="-122"/>
                      </a:endParaRPr>
                    </a:p>
                  </a:txBody>
                  <a:tcPr/>
                </a:tc>
                <a:tc>
                  <a:txBody>
                    <a:bodyPr/>
                    <a:lstStyle/>
                    <a:p>
                      <a:pPr algn="ctr"/>
                      <a:r>
                        <a:rPr lang="en-US" altLang="zh-CN" sz="800" b="0" dirty="0">
                          <a:latin typeface="Times New Roman" panose="02020503050405090304" pitchFamily="18" charset="0"/>
                          <a:ea typeface="宋体" pitchFamily="2" charset="-122"/>
                        </a:rPr>
                        <a:t>[S,B]</a:t>
                      </a:r>
                      <a:endParaRPr lang="zh-CN" altLang="en-US" sz="800" b="0" dirty="0">
                        <a:latin typeface="Times New Roman" panose="02020503050405090304" pitchFamily="18" charset="0"/>
                        <a:ea typeface="宋体" pitchFamily="2" charset="-122"/>
                      </a:endParaRPr>
                    </a:p>
                  </a:txBody>
                  <a:tcPr/>
                </a:tc>
              </a:tr>
              <a:tr h="212270">
                <a:tc>
                  <a:txBody>
                    <a:bodyPr/>
                    <a:lstStyle/>
                    <a:p>
                      <a:pPr algn="ctr"/>
                      <a:r>
                        <a:rPr lang="en-US" altLang="zh-CN" sz="800" dirty="0">
                          <a:latin typeface="Times New Roman" panose="02020503050405090304" pitchFamily="18" charset="0"/>
                          <a:ea typeface="宋体" pitchFamily="2" charset="-122"/>
                        </a:rPr>
                        <a:t>E</a:t>
                      </a:r>
                      <a:endParaRPr lang="zh-CN" altLang="en-US" sz="8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800" b="0" dirty="0">
                          <a:latin typeface="Times New Roman" panose="02020503050405090304" pitchFamily="18" charset="0"/>
                          <a:ea typeface="宋体" pitchFamily="2" charset="-122"/>
                        </a:rPr>
                        <a:t>[B,E]</a:t>
                      </a:r>
                      <a:endParaRPr lang="zh-CN" altLang="en-US" sz="800" b="0" dirty="0">
                        <a:latin typeface="Times New Roman" panose="02020503050405090304" pitchFamily="18" charset="0"/>
                        <a:ea typeface="宋体" pitchFamily="2" charset="-122"/>
                      </a:endParaRPr>
                    </a:p>
                  </a:txBody>
                  <a:tcPr/>
                </a:tc>
              </a:tr>
              <a:tr h="212270">
                <a:tc>
                  <a:txBody>
                    <a:bodyPr/>
                    <a:lstStyle/>
                    <a:p>
                      <a:pPr algn="ctr"/>
                      <a:r>
                        <a:rPr lang="en-US" altLang="zh-CN" sz="800" dirty="0">
                          <a:latin typeface="Times New Roman" panose="02020503050405090304" pitchFamily="18" charset="0"/>
                          <a:ea typeface="宋体" pitchFamily="2" charset="-122"/>
                        </a:rPr>
                        <a:t>M</a:t>
                      </a:r>
                      <a:endParaRPr lang="zh-CN" altLang="en-US" sz="8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800" b="0" dirty="0">
                          <a:latin typeface="Times New Roman" panose="02020503050405090304" pitchFamily="18" charset="0"/>
                          <a:ea typeface="宋体" pitchFamily="2" charset="-122"/>
                        </a:rPr>
                        <a:t>[B,M]</a:t>
                      </a:r>
                      <a:endParaRPr lang="zh-CN" altLang="en-US" sz="800" b="0" dirty="0">
                        <a:latin typeface="Times New Roman" panose="02020503050405090304" pitchFamily="18" charset="0"/>
                        <a:ea typeface="宋体" pitchFamily="2" charset="-122"/>
                      </a:endParaRPr>
                    </a:p>
                  </a:txBody>
                  <a:tcPr/>
                </a:tc>
              </a:tr>
              <a:tr h="212270">
                <a:tc>
                  <a:txBody>
                    <a:bodyPr/>
                    <a:lstStyle/>
                    <a:p>
                      <a:pPr algn="ctr"/>
                      <a:r>
                        <a:rPr lang="en-US" altLang="zh-CN" sz="800" dirty="0">
                          <a:latin typeface="Times New Roman" panose="02020503050405090304" pitchFamily="18" charset="0"/>
                          <a:ea typeface="宋体" pitchFamily="2" charset="-122"/>
                        </a:rPr>
                        <a:t>S</a:t>
                      </a:r>
                      <a:endParaRPr lang="zh-CN" altLang="en-US" sz="8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800" b="0" dirty="0">
                          <a:latin typeface="Times New Roman" panose="02020503050405090304" pitchFamily="18" charset="0"/>
                          <a:ea typeface="宋体" pitchFamily="2" charset="-122"/>
                        </a:rPr>
                        <a:t>[S,S]</a:t>
                      </a:r>
                      <a:endParaRPr lang="zh-CN" altLang="en-US" sz="800" b="0" dirty="0">
                        <a:latin typeface="Times New Roman" panose="02020503050405090304" pitchFamily="18" charset="0"/>
                        <a:ea typeface="宋体" pitchFamily="2" charset="-122"/>
                      </a:endParaRPr>
                    </a:p>
                  </a:txBody>
                  <a:tcPr/>
                </a:tc>
              </a:tr>
            </a:tbl>
          </a:graphicData>
        </a:graphic>
      </p:graphicFrame>
      <p:sp>
        <p:nvSpPr>
          <p:cNvPr id="41" name="文本框 40"/>
          <p:cNvSpPr txBox="1"/>
          <p:nvPr/>
        </p:nvSpPr>
        <p:spPr>
          <a:xfrm>
            <a:off x="8380336" y="2425701"/>
            <a:ext cx="632952" cy="307777"/>
          </a:xfrm>
          <a:prstGeom prst="rect">
            <a:avLst/>
          </a:prstGeom>
          <a:noFill/>
        </p:spPr>
        <p:txBody>
          <a:bodyPr wrap="square">
            <a:spAutoFit/>
          </a:bodyPr>
          <a:lstStyle/>
          <a:p>
            <a:r>
              <a:rPr lang="en-US" altLang="zh-CN" sz="1400" dirty="0">
                <a:solidFill>
                  <a:srgbClr val="00B050"/>
                </a:solidFill>
                <a:latin typeface="Times New Roman" panose="02020503050405090304" pitchFamily="18" charset="0"/>
                <a:ea typeface="宋体" pitchFamily="2" charset="-122"/>
              </a:rPr>
              <a:t>path</a:t>
            </a:r>
            <a:endParaRPr lang="zh-CN" altLang="en-US" dirty="0">
              <a:solidFill>
                <a:srgbClr val="00B050"/>
              </a:solidFill>
              <a:latin typeface="Times New Roman" panose="02020503050405090304" pitchFamily="18" charset="0"/>
              <a:ea typeface="宋体" pitchFamily="2" charset="-122"/>
            </a:endParaRPr>
          </a:p>
        </p:txBody>
      </p:sp>
      <p:graphicFrame>
        <p:nvGraphicFramePr>
          <p:cNvPr id="42" name="表格 32"/>
          <p:cNvGraphicFramePr>
            <a:graphicFrameLocks noGrp="1"/>
          </p:cNvGraphicFramePr>
          <p:nvPr>
            <p:custDataLst>
              <p:tags r:id="rId2"/>
            </p:custDataLst>
          </p:nvPr>
        </p:nvGraphicFramePr>
        <p:xfrm>
          <a:off x="158745" y="1523676"/>
          <a:ext cx="4520321" cy="3108960"/>
        </p:xfrm>
        <a:graphic>
          <a:graphicData uri="http://schemas.openxmlformats.org/drawingml/2006/table">
            <a:tbl>
              <a:tblPr firstRow="1" bandRow="1">
                <a:tableStyleId>{5C22544A-7EE6-4342-B048-85BDC9FD1C3A}</a:tableStyleId>
              </a:tblPr>
              <a:tblGrid>
                <a:gridCol w="579700"/>
                <a:gridCol w="974989"/>
                <a:gridCol w="974116"/>
                <a:gridCol w="986894"/>
                <a:gridCol w="1004622"/>
              </a:tblGrid>
              <a:tr h="426720">
                <a:tc>
                  <a:txBody>
                    <a:bodyPr/>
                    <a:lstStyle/>
                    <a:p>
                      <a:pPr algn="ctr"/>
                      <a:r>
                        <a:rPr lang="en-US" altLang="zh-CN" sz="1100" dirty="0">
                          <a:latin typeface="Times New Roman" panose="02020503050405090304" pitchFamily="18" charset="0"/>
                          <a:ea typeface="宋体" pitchFamily="2" charset="-122"/>
                        </a:rPr>
                        <a:t>i=1/</a:t>
                      </a:r>
                      <a:endParaRPr lang="en-US" altLang="zh-CN" sz="1100" dirty="0">
                        <a:latin typeface="Times New Roman" panose="02020503050405090304" pitchFamily="18" charset="0"/>
                        <a:ea typeface="宋体" pitchFamily="2" charset="-122"/>
                      </a:endParaRPr>
                    </a:p>
                    <a:p>
                      <a:pPr algn="ctr"/>
                      <a:r>
                        <a:rPr lang="en-US" altLang="zh-CN" sz="1100" dirty="0">
                          <a:solidFill>
                            <a:schemeClr val="tx1"/>
                          </a:solidFill>
                          <a:latin typeface="Times New Roman" panose="02020503050405090304" pitchFamily="18" charset="0"/>
                          <a:ea typeface="宋体" pitchFamily="2" charset="-122"/>
                        </a:rPr>
                        <a:t>i=2</a:t>
                      </a:r>
                      <a:endParaRPr lang="zh-CN" altLang="en-US" sz="1100" dirty="0">
                        <a:solidFill>
                          <a:schemeClr val="tx1"/>
                        </a:solidFill>
                        <a:latin typeface="Times New Roman" panose="02020503050405090304" pitchFamily="18" charset="0"/>
                        <a:ea typeface="宋体" pitchFamily="2" charset="-122"/>
                      </a:endParaRPr>
                    </a:p>
                  </a:txBody>
                  <a:tcPr/>
                </a:tc>
                <a:tc>
                  <a:txBody>
                    <a:bodyPr/>
                    <a:lstStyle/>
                    <a:p>
                      <a:pPr algn="ctr"/>
                      <a:r>
                        <a:rPr lang="en-US" altLang="zh-CN" sz="1100" dirty="0">
                          <a:latin typeface="Times New Roman" panose="02020503050405090304" pitchFamily="18" charset="0"/>
                          <a:ea typeface="宋体" pitchFamily="2" charset="-122"/>
                        </a:rPr>
                        <a:t>B</a:t>
                      </a:r>
                      <a:endParaRPr lang="zh-CN" altLang="en-US" sz="1100" dirty="0">
                        <a:latin typeface="Times New Roman" panose="02020503050405090304" pitchFamily="18" charset="0"/>
                        <a:ea typeface="宋体" pitchFamily="2" charset="-122"/>
                      </a:endParaRPr>
                    </a:p>
                  </a:txBody>
                  <a:tcPr/>
                </a:tc>
                <a:tc>
                  <a:txBody>
                    <a:bodyPr/>
                    <a:lstStyle/>
                    <a:p>
                      <a:pPr algn="ctr"/>
                      <a:r>
                        <a:rPr lang="en-US" altLang="zh-CN" sz="1100" dirty="0">
                          <a:latin typeface="Times New Roman" panose="02020503050405090304" pitchFamily="18" charset="0"/>
                          <a:ea typeface="宋体" pitchFamily="2" charset="-122"/>
                        </a:rPr>
                        <a:t>E</a:t>
                      </a:r>
                      <a:endParaRPr lang="zh-CN" altLang="en-US" sz="1100" dirty="0">
                        <a:latin typeface="Times New Roman" panose="02020503050405090304" pitchFamily="18" charset="0"/>
                        <a:ea typeface="宋体" pitchFamily="2" charset="-122"/>
                      </a:endParaRPr>
                    </a:p>
                  </a:txBody>
                  <a:tcPr/>
                </a:tc>
                <a:tc>
                  <a:txBody>
                    <a:bodyPr/>
                    <a:lstStyle/>
                    <a:p>
                      <a:pPr algn="ctr"/>
                      <a:r>
                        <a:rPr lang="en-US" altLang="zh-CN" sz="1100" dirty="0">
                          <a:latin typeface="Times New Roman" panose="02020503050405090304" pitchFamily="18" charset="0"/>
                          <a:ea typeface="宋体" pitchFamily="2" charset="-122"/>
                        </a:rPr>
                        <a:t>M</a:t>
                      </a:r>
                      <a:endParaRPr lang="zh-CN" altLang="en-US" sz="1100" dirty="0">
                        <a:latin typeface="Times New Roman" panose="02020503050405090304" pitchFamily="18" charset="0"/>
                        <a:ea typeface="宋体" pitchFamily="2" charset="-122"/>
                      </a:endParaRPr>
                    </a:p>
                  </a:txBody>
                  <a:tcPr/>
                </a:tc>
                <a:tc>
                  <a:txBody>
                    <a:bodyPr/>
                    <a:lstStyle/>
                    <a:p>
                      <a:pPr algn="ctr"/>
                      <a:r>
                        <a:rPr lang="en-US" altLang="zh-CN" sz="1100" dirty="0">
                          <a:latin typeface="Times New Roman" panose="02020503050405090304" pitchFamily="18" charset="0"/>
                          <a:ea typeface="宋体" pitchFamily="2" charset="-122"/>
                        </a:rPr>
                        <a:t>S</a:t>
                      </a:r>
                      <a:endParaRPr lang="zh-CN" altLang="en-US" sz="1100" dirty="0">
                        <a:latin typeface="Times New Roman" panose="02020503050405090304" pitchFamily="18" charset="0"/>
                        <a:ea typeface="宋体" pitchFamily="2" charset="-122"/>
                      </a:endParaRPr>
                    </a:p>
                  </a:txBody>
                  <a:tcPr/>
                </a:tc>
              </a:tr>
              <a:tr h="383278">
                <a:tc>
                  <a:txBody>
                    <a:bodyPr/>
                    <a:lstStyle/>
                    <a:p>
                      <a:pPr algn="ctr"/>
                      <a:r>
                        <a:rPr lang="en-US" altLang="zh-CN" sz="1100" dirty="0">
                          <a:latin typeface="Times New Roman" panose="02020503050405090304" pitchFamily="18" charset="0"/>
                          <a:ea typeface="宋体" pitchFamily="2" charset="-122"/>
                        </a:rPr>
                        <a:t>B</a:t>
                      </a:r>
                      <a:endParaRPr lang="zh-CN" altLang="en-US" sz="1100" dirty="0">
                        <a:latin typeface="Times New Roman" panose="02020503050405090304" pitchFamily="18" charset="0"/>
                        <a:ea typeface="宋体" pitchFamily="2" charset="-122"/>
                      </a:endParaRPr>
                    </a:p>
                  </a:txBody>
                  <a:tcPr/>
                </a:tc>
                <a:tc>
                  <a:txBody>
                    <a:bodyPr/>
                    <a:lstStyle/>
                    <a:p>
                      <a:pPr algn="ctr"/>
                      <a:r>
                        <a:rPr lang="en-US" altLang="zh-CN" sz="800" dirty="0">
                          <a:solidFill>
                            <a:schemeClr val="tx1"/>
                          </a:solidFill>
                          <a:latin typeface="Times New Roman" panose="02020503050405090304" pitchFamily="18" charset="0"/>
                          <a:ea typeface="宋体" pitchFamily="2" charset="-122"/>
                        </a:rPr>
                        <a:t>weight[1][‘B’] + </a:t>
                      </a:r>
                      <a:r>
                        <a:rPr lang="en-US" altLang="zh-CN" sz="800" dirty="0" err="1">
                          <a:solidFill>
                            <a:schemeClr val="tx1"/>
                          </a:solidFill>
                          <a:latin typeface="Times New Roman" panose="02020503050405090304" pitchFamily="18" charset="0"/>
                          <a:ea typeface="宋体" pitchFamily="2" charset="-122"/>
                        </a:rPr>
                        <a:t>array_a</a:t>
                      </a:r>
                      <a:r>
                        <a:rPr lang="en-US" altLang="zh-CN" sz="800" dirty="0">
                          <a:solidFill>
                            <a:schemeClr val="tx1"/>
                          </a:solidFill>
                          <a:latin typeface="Times New Roman" panose="02020503050405090304" pitchFamily="18" charset="0"/>
                          <a:ea typeface="宋体" pitchFamily="2" charset="-122"/>
                        </a:rPr>
                        <a:t>[‘B’][‘B’] + </a:t>
                      </a:r>
                      <a:r>
                        <a:rPr lang="en-US" altLang="zh-CN" sz="800" dirty="0" err="1">
                          <a:solidFill>
                            <a:schemeClr val="tx1"/>
                          </a:solidFill>
                          <a:latin typeface="Times New Roman" panose="02020503050405090304" pitchFamily="18" charset="0"/>
                          <a:ea typeface="宋体" pitchFamily="2" charset="-122"/>
                        </a:rPr>
                        <a:t>array_b</a:t>
                      </a:r>
                      <a:r>
                        <a:rPr lang="en-US" altLang="zh-CN" sz="800" dirty="0">
                          <a:solidFill>
                            <a:schemeClr val="tx1"/>
                          </a:solidFill>
                          <a:latin typeface="Times New Roman" panose="02020503050405090304" pitchFamily="18" charset="0"/>
                          <a:ea typeface="宋体" pitchFamily="2" charset="-122"/>
                        </a:rPr>
                        <a:t>[‘B’][‘</a:t>
                      </a:r>
                      <a:r>
                        <a:rPr lang="zh-CN" altLang="en-US" sz="800" dirty="0">
                          <a:solidFill>
                            <a:schemeClr val="tx1"/>
                          </a:solidFill>
                          <a:latin typeface="Times New Roman" panose="02020503050405090304" pitchFamily="18" charset="0"/>
                          <a:ea typeface="宋体" pitchFamily="2" charset="-122"/>
                        </a:rPr>
                        <a:t>欢</a:t>
                      </a:r>
                      <a:r>
                        <a:rPr lang="en-US" altLang="zh-CN" sz="800" dirty="0">
                          <a:solidFill>
                            <a:schemeClr val="tx1"/>
                          </a:solidFill>
                          <a:latin typeface="Times New Roman" panose="02020503050405090304" pitchFamily="18" charset="0"/>
                          <a:ea typeface="宋体" pitchFamily="2" charset="-122"/>
                        </a:rPr>
                        <a:t>’]</a:t>
                      </a:r>
                      <a:endParaRPr lang="zh-CN" altLang="en-US" sz="800" dirty="0">
                        <a:solidFill>
                          <a:schemeClr val="tx1"/>
                        </a:solidFill>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weight[1][‘E’] + </a:t>
                      </a:r>
                      <a:r>
                        <a:rPr kumimoji="0" lang="en-US" altLang="zh-CN" sz="800" b="0" i="0" u="none" strike="noStrike" kern="1200" cap="none" spc="0" normalizeH="0" baseline="0" noProof="0" dirty="0" err="1">
                          <a:ln>
                            <a:noFill/>
                          </a:ln>
                          <a:solidFill>
                            <a:srgbClr val="FF0000"/>
                          </a:solidFill>
                          <a:effectLst/>
                          <a:uLnTx/>
                          <a:uFillTx/>
                          <a:latin typeface="Times New Roman" panose="02020503050405090304" pitchFamily="18" charset="0"/>
                          <a:ea typeface="宋体" pitchFamily="2" charset="-122"/>
                          <a:cs typeface="+mn-cs"/>
                        </a:rPr>
                        <a:t>array_a</a:t>
                      </a:r>
                      <a:r>
                        <a:rPr kumimoji="0" lang="en-US" altLang="zh-CN"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[‘E’][‘B’] + </a:t>
                      </a:r>
                      <a:r>
                        <a:rPr kumimoji="0" lang="en-US" altLang="zh-CN" sz="800" b="0" i="0" u="none" strike="noStrike" kern="1200" cap="none" spc="0" normalizeH="0" baseline="0" noProof="0" dirty="0" err="1">
                          <a:ln>
                            <a:noFill/>
                          </a:ln>
                          <a:solidFill>
                            <a:srgbClr val="FF0000"/>
                          </a:solidFill>
                          <a:effectLst/>
                          <a:uLnTx/>
                          <a:uFillTx/>
                          <a:latin typeface="Times New Roman" panose="02020503050405090304" pitchFamily="18" charset="0"/>
                          <a:ea typeface="宋体" pitchFamily="2" charset="-122"/>
                          <a:cs typeface="+mn-cs"/>
                        </a:rPr>
                        <a:t>array_b</a:t>
                      </a:r>
                      <a:r>
                        <a:rPr kumimoji="0" lang="en-US" altLang="zh-CN"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[‘B’][‘</a:t>
                      </a:r>
                      <a:r>
                        <a:rPr kumimoji="0" lang="zh-CN" altLang="en-US"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欢</a:t>
                      </a:r>
                      <a:r>
                        <a:rPr kumimoji="0" lang="en-US" altLang="zh-CN"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a:t>
                      </a:r>
                      <a:endParaRPr kumimoji="0" lang="zh-CN" altLang="en-US"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endParaRPr>
                    </a:p>
                    <a:p>
                      <a:pPr algn="ctr"/>
                      <a:endParaRPr lang="zh-CN" altLang="en-US" sz="12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weight[1][‘M’] + </a:t>
                      </a:r>
                      <a:r>
                        <a:rPr kumimoji="0" lang="en-US" altLang="zh-CN" sz="800" b="0" i="0" u="none" strike="noStrike" kern="1200" cap="none" spc="0" normalizeH="0" baseline="0" noProof="0" dirty="0" err="1">
                          <a:ln>
                            <a:noFill/>
                          </a:ln>
                          <a:solidFill>
                            <a:prstClr val="black"/>
                          </a:solidFill>
                          <a:effectLst/>
                          <a:uLnTx/>
                          <a:uFillTx/>
                          <a:latin typeface="Times New Roman" panose="02020503050405090304" pitchFamily="18" charset="0"/>
                          <a:ea typeface="宋体" pitchFamily="2" charset="-122"/>
                          <a:cs typeface="+mn-cs"/>
                        </a:rPr>
                        <a:t>array_a</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[‘M’][‘B’] + </a:t>
                      </a:r>
                      <a:r>
                        <a:rPr kumimoji="0" lang="en-US" altLang="zh-CN" sz="800" b="0" i="0" u="none" strike="noStrike" kern="1200" cap="none" spc="0" normalizeH="0" baseline="0" noProof="0" dirty="0" err="1">
                          <a:ln>
                            <a:noFill/>
                          </a:ln>
                          <a:solidFill>
                            <a:prstClr val="black"/>
                          </a:solidFill>
                          <a:effectLst/>
                          <a:uLnTx/>
                          <a:uFillTx/>
                          <a:latin typeface="Times New Roman" panose="02020503050405090304" pitchFamily="18" charset="0"/>
                          <a:ea typeface="宋体" pitchFamily="2" charset="-122"/>
                          <a:cs typeface="+mn-cs"/>
                        </a:rPr>
                        <a:t>array_b</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[‘B’][‘</a:t>
                      </a:r>
                      <a:r>
                        <a:rPr kumimoji="0" lang="zh-CN" altLang="en-US"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欢</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endParaRPr kumimoji="0" lang="zh-CN" altLang="en-US"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endParaRPr>
                    </a:p>
                    <a:p>
                      <a:pPr algn="ctr"/>
                      <a:endParaRPr lang="zh-CN" altLang="en-US" sz="12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schemeClr val="tx1"/>
                          </a:solidFill>
                          <a:effectLst/>
                          <a:uLnTx/>
                          <a:uFillTx/>
                          <a:latin typeface="Times New Roman" panose="02020503050405090304" pitchFamily="18" charset="0"/>
                          <a:ea typeface="宋体" pitchFamily="2" charset="-122"/>
                          <a:cs typeface="+mn-cs"/>
                        </a:rPr>
                        <a:t>weight[1][‘S’] + </a:t>
                      </a:r>
                      <a:r>
                        <a:rPr kumimoji="0" lang="en-US" altLang="zh-CN" sz="800" b="0" i="0" u="none" strike="noStrike" kern="1200" cap="none" spc="0" normalizeH="0" baseline="0" noProof="0" dirty="0" err="1">
                          <a:ln>
                            <a:noFill/>
                          </a:ln>
                          <a:solidFill>
                            <a:schemeClr val="tx1"/>
                          </a:solidFill>
                          <a:effectLst/>
                          <a:uLnTx/>
                          <a:uFillTx/>
                          <a:latin typeface="Times New Roman" panose="02020503050405090304" pitchFamily="18" charset="0"/>
                          <a:ea typeface="宋体" pitchFamily="2" charset="-122"/>
                          <a:cs typeface="+mn-cs"/>
                        </a:rPr>
                        <a:t>array_a</a:t>
                      </a:r>
                      <a:r>
                        <a:rPr kumimoji="0" lang="en-US" altLang="zh-CN" sz="800" b="0" i="0" u="none" strike="noStrike" kern="1200" cap="none" spc="0" normalizeH="0" baseline="0" noProof="0" dirty="0">
                          <a:ln>
                            <a:noFill/>
                          </a:ln>
                          <a:solidFill>
                            <a:schemeClr val="tx1"/>
                          </a:solidFill>
                          <a:effectLst/>
                          <a:uLnTx/>
                          <a:uFillTx/>
                          <a:latin typeface="Times New Roman" panose="02020503050405090304" pitchFamily="18" charset="0"/>
                          <a:ea typeface="宋体" pitchFamily="2" charset="-122"/>
                          <a:cs typeface="+mn-cs"/>
                        </a:rPr>
                        <a:t>[‘S’][‘B’] + </a:t>
                      </a:r>
                      <a:r>
                        <a:rPr kumimoji="0" lang="en-US" altLang="zh-CN" sz="800" b="0" i="0" u="none" strike="noStrike" kern="1200" cap="none" spc="0" normalizeH="0" baseline="0" noProof="0" dirty="0" err="1">
                          <a:ln>
                            <a:noFill/>
                          </a:ln>
                          <a:solidFill>
                            <a:schemeClr val="tx1"/>
                          </a:solidFill>
                          <a:effectLst/>
                          <a:uLnTx/>
                          <a:uFillTx/>
                          <a:latin typeface="Times New Roman" panose="02020503050405090304" pitchFamily="18" charset="0"/>
                          <a:ea typeface="宋体" pitchFamily="2" charset="-122"/>
                          <a:cs typeface="+mn-cs"/>
                        </a:rPr>
                        <a:t>array_b</a:t>
                      </a:r>
                      <a:r>
                        <a:rPr kumimoji="0" lang="en-US" altLang="zh-CN" sz="800" b="0" i="0" u="none" strike="noStrike" kern="1200" cap="none" spc="0" normalizeH="0" baseline="0" noProof="0" dirty="0">
                          <a:ln>
                            <a:noFill/>
                          </a:ln>
                          <a:solidFill>
                            <a:schemeClr val="tx1"/>
                          </a:solidFill>
                          <a:effectLst/>
                          <a:uLnTx/>
                          <a:uFillTx/>
                          <a:latin typeface="Times New Roman" panose="02020503050405090304" pitchFamily="18" charset="0"/>
                          <a:ea typeface="宋体" pitchFamily="2" charset="-122"/>
                          <a:cs typeface="+mn-cs"/>
                        </a:rPr>
                        <a:t>[‘B’][‘</a:t>
                      </a:r>
                      <a:r>
                        <a:rPr kumimoji="0" lang="zh-CN" altLang="en-US" sz="800" b="0" i="0" u="none" strike="noStrike" kern="1200" cap="none" spc="0" normalizeH="0" baseline="0" noProof="0" dirty="0">
                          <a:ln>
                            <a:noFill/>
                          </a:ln>
                          <a:solidFill>
                            <a:schemeClr val="tx1"/>
                          </a:solidFill>
                          <a:effectLst/>
                          <a:uLnTx/>
                          <a:uFillTx/>
                          <a:latin typeface="Times New Roman" panose="02020503050405090304" pitchFamily="18" charset="0"/>
                          <a:ea typeface="宋体" pitchFamily="2" charset="-122"/>
                          <a:cs typeface="+mn-cs"/>
                        </a:rPr>
                        <a:t>欢</a:t>
                      </a:r>
                      <a:r>
                        <a:rPr kumimoji="0" lang="en-US" altLang="zh-CN" sz="800" b="0" i="0" u="none" strike="noStrike" kern="1200" cap="none" spc="0" normalizeH="0" baseline="0" noProof="0" dirty="0">
                          <a:ln>
                            <a:noFill/>
                          </a:ln>
                          <a:solidFill>
                            <a:schemeClr val="tx1"/>
                          </a:solidFill>
                          <a:effectLst/>
                          <a:uLnTx/>
                          <a:uFillTx/>
                          <a:latin typeface="Times New Roman" panose="02020503050405090304" pitchFamily="18" charset="0"/>
                          <a:ea typeface="宋体" pitchFamily="2" charset="-122"/>
                          <a:cs typeface="+mn-cs"/>
                        </a:rPr>
                        <a:t>’]</a:t>
                      </a:r>
                      <a:endParaRPr kumimoji="0" lang="zh-CN" altLang="en-US" sz="800" b="0" i="0" u="none" strike="noStrike" kern="1200" cap="none" spc="0" normalizeH="0" baseline="0" noProof="0" dirty="0">
                        <a:ln>
                          <a:noFill/>
                        </a:ln>
                        <a:solidFill>
                          <a:schemeClr val="tx1"/>
                        </a:solidFill>
                        <a:effectLst/>
                        <a:uLnTx/>
                        <a:uFillTx/>
                        <a:latin typeface="Times New Roman" panose="02020503050405090304" pitchFamily="18" charset="0"/>
                        <a:ea typeface="宋体" pitchFamily="2" charset="-122"/>
                        <a:cs typeface="+mn-cs"/>
                      </a:endParaRPr>
                    </a:p>
                    <a:p>
                      <a:pPr algn="ctr"/>
                      <a:endParaRPr lang="zh-CN" altLang="en-US" sz="1200" dirty="0">
                        <a:latin typeface="Times New Roman" panose="02020503050405090304" pitchFamily="18" charset="0"/>
                        <a:ea typeface="宋体" pitchFamily="2" charset="-122"/>
                      </a:endParaRPr>
                    </a:p>
                  </a:txBody>
                  <a:tcPr/>
                </a:tc>
              </a:tr>
              <a:tr h="535123">
                <a:tc>
                  <a:txBody>
                    <a:bodyPr/>
                    <a:lstStyle/>
                    <a:p>
                      <a:pPr algn="ctr"/>
                      <a:r>
                        <a:rPr lang="en-US" altLang="zh-CN" sz="1100" dirty="0">
                          <a:latin typeface="Times New Roman" panose="02020503050405090304" pitchFamily="18" charset="0"/>
                          <a:ea typeface="宋体" pitchFamily="2" charset="-122"/>
                        </a:rPr>
                        <a:t>E</a:t>
                      </a:r>
                      <a:endParaRPr lang="zh-CN" altLang="en-US" sz="11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weight[1][‘B’] + </a:t>
                      </a:r>
                      <a:r>
                        <a:rPr kumimoji="0" lang="en-US" altLang="zh-CN" sz="800" b="0" i="0" u="none" strike="noStrike" kern="1200" cap="none" spc="0" normalizeH="0" baseline="0" noProof="0" dirty="0" err="1">
                          <a:ln>
                            <a:noFill/>
                          </a:ln>
                          <a:solidFill>
                            <a:srgbClr val="FF0000"/>
                          </a:solidFill>
                          <a:effectLst/>
                          <a:uLnTx/>
                          <a:uFillTx/>
                          <a:latin typeface="Times New Roman" panose="02020503050405090304" pitchFamily="18" charset="0"/>
                          <a:ea typeface="宋体" pitchFamily="2" charset="-122"/>
                          <a:cs typeface="+mn-cs"/>
                        </a:rPr>
                        <a:t>array_a</a:t>
                      </a:r>
                      <a:r>
                        <a:rPr kumimoji="0" lang="en-US" altLang="zh-CN"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[‘B’][‘E’] + </a:t>
                      </a:r>
                      <a:r>
                        <a:rPr kumimoji="0" lang="en-US" altLang="zh-CN" sz="800" b="0" i="0" u="none" strike="noStrike" kern="1200" cap="none" spc="0" normalizeH="0" baseline="0" noProof="0" dirty="0" err="1">
                          <a:ln>
                            <a:noFill/>
                          </a:ln>
                          <a:solidFill>
                            <a:srgbClr val="FF0000"/>
                          </a:solidFill>
                          <a:effectLst/>
                          <a:uLnTx/>
                          <a:uFillTx/>
                          <a:latin typeface="Times New Roman" panose="02020503050405090304" pitchFamily="18" charset="0"/>
                          <a:ea typeface="宋体" pitchFamily="2" charset="-122"/>
                          <a:cs typeface="+mn-cs"/>
                        </a:rPr>
                        <a:t>array_b</a:t>
                      </a:r>
                      <a:r>
                        <a:rPr kumimoji="0" lang="en-US" altLang="zh-CN"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[‘E’][‘</a:t>
                      </a:r>
                      <a:r>
                        <a:rPr kumimoji="0" lang="zh-CN" altLang="en-US"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欢</a:t>
                      </a:r>
                      <a:r>
                        <a:rPr kumimoji="0" lang="en-US" altLang="zh-CN"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a:t>
                      </a:r>
                      <a:endParaRPr kumimoji="0" lang="zh-CN" altLang="en-US"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weight[1][‘E’] + </a:t>
                      </a:r>
                      <a:r>
                        <a:rPr kumimoji="0" lang="en-US" altLang="zh-CN" sz="800" b="0" i="0" u="none" strike="noStrike" kern="1200" cap="none" spc="0" normalizeH="0" baseline="0" noProof="0" dirty="0" err="1">
                          <a:ln>
                            <a:noFill/>
                          </a:ln>
                          <a:solidFill>
                            <a:prstClr val="black"/>
                          </a:solidFill>
                          <a:effectLst/>
                          <a:uLnTx/>
                          <a:uFillTx/>
                          <a:latin typeface="Times New Roman" panose="02020503050405090304" pitchFamily="18" charset="0"/>
                          <a:ea typeface="宋体" pitchFamily="2" charset="-122"/>
                          <a:cs typeface="+mn-cs"/>
                        </a:rPr>
                        <a:t>array_a</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[‘E’][‘E’] + </a:t>
                      </a:r>
                      <a:r>
                        <a:rPr kumimoji="0" lang="en-US" altLang="zh-CN" sz="800" b="0" i="0" u="none" strike="noStrike" kern="1200" cap="none" spc="0" normalizeH="0" baseline="0" noProof="0" dirty="0" err="1">
                          <a:ln>
                            <a:noFill/>
                          </a:ln>
                          <a:solidFill>
                            <a:prstClr val="black"/>
                          </a:solidFill>
                          <a:effectLst/>
                          <a:uLnTx/>
                          <a:uFillTx/>
                          <a:latin typeface="Times New Roman" panose="02020503050405090304" pitchFamily="18" charset="0"/>
                          <a:ea typeface="宋体" pitchFamily="2" charset="-122"/>
                          <a:cs typeface="+mn-cs"/>
                        </a:rPr>
                        <a:t>array_b</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[‘E’][‘</a:t>
                      </a:r>
                      <a:r>
                        <a:rPr kumimoji="0" lang="zh-CN" altLang="en-US"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欢</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endParaRPr kumimoji="0" lang="zh-CN" altLang="en-US"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weight[1][‘B’] + </a:t>
                      </a:r>
                      <a:r>
                        <a:rPr kumimoji="0" lang="en-US" altLang="zh-CN" sz="800" b="0" i="0" u="none" strike="noStrike" kern="1200" cap="none" spc="0" normalizeH="0" baseline="0" noProof="0" dirty="0" err="1">
                          <a:ln>
                            <a:noFill/>
                          </a:ln>
                          <a:solidFill>
                            <a:prstClr val="black"/>
                          </a:solidFill>
                          <a:effectLst/>
                          <a:uLnTx/>
                          <a:uFillTx/>
                          <a:latin typeface="Times New Roman" panose="02020503050405090304" pitchFamily="18" charset="0"/>
                          <a:ea typeface="宋体" pitchFamily="2" charset="-122"/>
                          <a:cs typeface="+mn-cs"/>
                        </a:rPr>
                        <a:t>array_a</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[‘B’][‘E’] + </a:t>
                      </a:r>
                      <a:r>
                        <a:rPr kumimoji="0" lang="en-US" altLang="zh-CN" sz="800" b="0" i="0" u="none" strike="noStrike" kern="1200" cap="none" spc="0" normalizeH="0" baseline="0" noProof="0" dirty="0" err="1">
                          <a:ln>
                            <a:noFill/>
                          </a:ln>
                          <a:solidFill>
                            <a:prstClr val="black"/>
                          </a:solidFill>
                          <a:effectLst/>
                          <a:uLnTx/>
                          <a:uFillTx/>
                          <a:latin typeface="Times New Roman" panose="02020503050405090304" pitchFamily="18" charset="0"/>
                          <a:ea typeface="宋体" pitchFamily="2" charset="-122"/>
                          <a:cs typeface="+mn-cs"/>
                        </a:rPr>
                        <a:t>array_b</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[‘E’][‘</a:t>
                      </a:r>
                      <a:r>
                        <a:rPr kumimoji="0" lang="zh-CN" altLang="en-US"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欢</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endParaRPr kumimoji="0" lang="zh-CN" altLang="en-US"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endParaRPr>
                    </a:p>
                    <a:p>
                      <a:pPr algn="ctr"/>
                      <a:endParaRPr lang="zh-CN" altLang="en-US" sz="12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weight[1][‘S’] + </a:t>
                      </a:r>
                      <a:r>
                        <a:rPr kumimoji="0" lang="en-US" altLang="zh-CN" sz="800" b="0" i="0" u="none" strike="noStrike" kern="1200" cap="none" spc="0" normalizeH="0" baseline="0" noProof="0" dirty="0" err="1">
                          <a:ln>
                            <a:noFill/>
                          </a:ln>
                          <a:solidFill>
                            <a:prstClr val="black"/>
                          </a:solidFill>
                          <a:effectLst/>
                          <a:uLnTx/>
                          <a:uFillTx/>
                          <a:latin typeface="Times New Roman" panose="02020503050405090304" pitchFamily="18" charset="0"/>
                          <a:ea typeface="宋体" pitchFamily="2" charset="-122"/>
                          <a:cs typeface="+mn-cs"/>
                        </a:rPr>
                        <a:t>array_a</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[‘S’][‘E’] + </a:t>
                      </a:r>
                      <a:r>
                        <a:rPr kumimoji="0" lang="en-US" altLang="zh-CN" sz="800" b="0" i="0" u="none" strike="noStrike" kern="1200" cap="none" spc="0" normalizeH="0" baseline="0" noProof="0" dirty="0" err="1">
                          <a:ln>
                            <a:noFill/>
                          </a:ln>
                          <a:solidFill>
                            <a:prstClr val="black"/>
                          </a:solidFill>
                          <a:effectLst/>
                          <a:uLnTx/>
                          <a:uFillTx/>
                          <a:latin typeface="Times New Roman" panose="02020503050405090304" pitchFamily="18" charset="0"/>
                          <a:ea typeface="宋体" pitchFamily="2" charset="-122"/>
                          <a:cs typeface="+mn-cs"/>
                        </a:rPr>
                        <a:t>array_b</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[‘E’][‘</a:t>
                      </a:r>
                      <a:r>
                        <a:rPr kumimoji="0" lang="zh-CN" altLang="en-US"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欢</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endParaRPr kumimoji="0" lang="zh-CN" altLang="en-US"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endParaRPr>
                    </a:p>
                    <a:p>
                      <a:pPr algn="ctr"/>
                      <a:endParaRPr lang="zh-CN" altLang="en-US" sz="1200" dirty="0">
                        <a:latin typeface="Times New Roman" panose="02020503050405090304" pitchFamily="18" charset="0"/>
                        <a:ea typeface="宋体" pitchFamily="2" charset="-122"/>
                      </a:endParaRPr>
                    </a:p>
                  </a:txBody>
                  <a:tcPr/>
                </a:tc>
              </a:tr>
              <a:tr h="462372">
                <a:tc>
                  <a:txBody>
                    <a:bodyPr/>
                    <a:lstStyle/>
                    <a:p>
                      <a:pPr algn="ctr"/>
                      <a:r>
                        <a:rPr lang="en-US" altLang="zh-CN" sz="1100" dirty="0">
                          <a:latin typeface="Times New Roman" panose="02020503050405090304" pitchFamily="18" charset="0"/>
                          <a:ea typeface="宋体" pitchFamily="2" charset="-122"/>
                        </a:rPr>
                        <a:t>M</a:t>
                      </a:r>
                      <a:endParaRPr lang="zh-CN" altLang="en-US" sz="11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weight[1][‘B’] + </a:t>
                      </a:r>
                      <a:r>
                        <a:rPr kumimoji="0" lang="en-US" altLang="zh-CN" sz="800" b="0" i="0" u="none" strike="noStrike" kern="1200" cap="none" spc="0" normalizeH="0" baseline="0" noProof="0" dirty="0" err="1">
                          <a:ln>
                            <a:noFill/>
                          </a:ln>
                          <a:solidFill>
                            <a:srgbClr val="FF0000"/>
                          </a:solidFill>
                          <a:effectLst/>
                          <a:uLnTx/>
                          <a:uFillTx/>
                          <a:latin typeface="Times New Roman" panose="02020503050405090304" pitchFamily="18" charset="0"/>
                          <a:ea typeface="宋体" pitchFamily="2" charset="-122"/>
                          <a:cs typeface="+mn-cs"/>
                        </a:rPr>
                        <a:t>array_a</a:t>
                      </a:r>
                      <a:r>
                        <a:rPr kumimoji="0" lang="en-US" altLang="zh-CN"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[‘B’][‘M’] + </a:t>
                      </a:r>
                      <a:r>
                        <a:rPr kumimoji="0" lang="en-US" altLang="zh-CN" sz="800" b="0" i="0" u="none" strike="noStrike" kern="1200" cap="none" spc="0" normalizeH="0" baseline="0" noProof="0" dirty="0" err="1">
                          <a:ln>
                            <a:noFill/>
                          </a:ln>
                          <a:solidFill>
                            <a:srgbClr val="FF0000"/>
                          </a:solidFill>
                          <a:effectLst/>
                          <a:uLnTx/>
                          <a:uFillTx/>
                          <a:latin typeface="Times New Roman" panose="02020503050405090304" pitchFamily="18" charset="0"/>
                          <a:ea typeface="宋体" pitchFamily="2" charset="-122"/>
                          <a:cs typeface="+mn-cs"/>
                        </a:rPr>
                        <a:t>array_b</a:t>
                      </a:r>
                      <a:r>
                        <a:rPr kumimoji="0" lang="en-US" altLang="zh-CN"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[‘M’][‘</a:t>
                      </a:r>
                      <a:r>
                        <a:rPr kumimoji="0" lang="zh-CN" altLang="en-US"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欢</a:t>
                      </a:r>
                      <a:r>
                        <a:rPr kumimoji="0" lang="en-US" altLang="zh-CN"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a:t>
                      </a:r>
                      <a:endParaRPr kumimoji="0" lang="zh-CN" altLang="en-US"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endParaRPr>
                    </a:p>
                    <a:p>
                      <a:pPr algn="ctr"/>
                      <a:endParaRPr lang="zh-CN" altLang="en-US" sz="12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weight[1][‘E’] + </a:t>
                      </a:r>
                      <a:r>
                        <a:rPr kumimoji="0" lang="en-US" altLang="zh-CN" sz="800" b="0" i="0" u="none" strike="noStrike" kern="1200" cap="none" spc="0" normalizeH="0" baseline="0" noProof="0" dirty="0" err="1">
                          <a:ln>
                            <a:noFill/>
                          </a:ln>
                          <a:solidFill>
                            <a:prstClr val="black"/>
                          </a:solidFill>
                          <a:effectLst/>
                          <a:uLnTx/>
                          <a:uFillTx/>
                          <a:latin typeface="Times New Roman" panose="02020503050405090304" pitchFamily="18" charset="0"/>
                          <a:ea typeface="宋体" pitchFamily="2" charset="-122"/>
                          <a:cs typeface="+mn-cs"/>
                        </a:rPr>
                        <a:t>array_a</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[‘E’][‘M’] + </a:t>
                      </a:r>
                      <a:r>
                        <a:rPr kumimoji="0" lang="en-US" altLang="zh-CN" sz="800" b="0" i="0" u="none" strike="noStrike" kern="1200" cap="none" spc="0" normalizeH="0" baseline="0" noProof="0" dirty="0" err="1">
                          <a:ln>
                            <a:noFill/>
                          </a:ln>
                          <a:solidFill>
                            <a:prstClr val="black"/>
                          </a:solidFill>
                          <a:effectLst/>
                          <a:uLnTx/>
                          <a:uFillTx/>
                          <a:latin typeface="Times New Roman" panose="02020503050405090304" pitchFamily="18" charset="0"/>
                          <a:ea typeface="宋体" pitchFamily="2" charset="-122"/>
                          <a:cs typeface="+mn-cs"/>
                        </a:rPr>
                        <a:t>array_b</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[‘M’][‘</a:t>
                      </a:r>
                      <a:r>
                        <a:rPr kumimoji="0" lang="zh-CN" altLang="en-US"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欢</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endParaRPr kumimoji="0" lang="zh-CN" altLang="en-US"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endParaRPr>
                    </a:p>
                    <a:p>
                      <a:pPr algn="ctr"/>
                      <a:endParaRPr lang="zh-CN" altLang="en-US" sz="12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weight[1][‘M’] + </a:t>
                      </a:r>
                      <a:r>
                        <a:rPr kumimoji="0" lang="en-US" altLang="zh-CN" sz="800" b="0" i="0" u="none" strike="noStrike" kern="1200" cap="none" spc="0" normalizeH="0" baseline="0" noProof="0" dirty="0" err="1">
                          <a:ln>
                            <a:noFill/>
                          </a:ln>
                          <a:solidFill>
                            <a:prstClr val="black"/>
                          </a:solidFill>
                          <a:effectLst/>
                          <a:uLnTx/>
                          <a:uFillTx/>
                          <a:latin typeface="Times New Roman" panose="02020503050405090304" pitchFamily="18" charset="0"/>
                          <a:ea typeface="宋体" pitchFamily="2" charset="-122"/>
                          <a:cs typeface="+mn-cs"/>
                        </a:rPr>
                        <a:t>array_a</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[‘M’][‘M’] + </a:t>
                      </a:r>
                      <a:r>
                        <a:rPr kumimoji="0" lang="en-US" altLang="zh-CN" sz="800" b="0" i="0" u="none" strike="noStrike" kern="1200" cap="none" spc="0" normalizeH="0" baseline="0" noProof="0" dirty="0" err="1">
                          <a:ln>
                            <a:noFill/>
                          </a:ln>
                          <a:solidFill>
                            <a:prstClr val="black"/>
                          </a:solidFill>
                          <a:effectLst/>
                          <a:uLnTx/>
                          <a:uFillTx/>
                          <a:latin typeface="Times New Roman" panose="02020503050405090304" pitchFamily="18" charset="0"/>
                          <a:ea typeface="宋体" pitchFamily="2" charset="-122"/>
                          <a:cs typeface="+mn-cs"/>
                        </a:rPr>
                        <a:t>array_b</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[‘M’][‘</a:t>
                      </a:r>
                      <a:r>
                        <a:rPr kumimoji="0" lang="zh-CN" altLang="en-US"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欢</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endParaRPr kumimoji="0" lang="zh-CN" altLang="en-US"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endParaRPr>
                    </a:p>
                    <a:p>
                      <a:pPr algn="ctr"/>
                      <a:endParaRPr lang="zh-CN" altLang="en-US" sz="12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weight[1][‘S’] + </a:t>
                      </a:r>
                      <a:r>
                        <a:rPr kumimoji="0" lang="en-US" altLang="zh-CN" sz="800" b="0" i="0" u="none" strike="noStrike" kern="1200" cap="none" spc="0" normalizeH="0" baseline="0" noProof="0" dirty="0" err="1">
                          <a:ln>
                            <a:noFill/>
                          </a:ln>
                          <a:solidFill>
                            <a:prstClr val="black"/>
                          </a:solidFill>
                          <a:effectLst/>
                          <a:uLnTx/>
                          <a:uFillTx/>
                          <a:latin typeface="Times New Roman" panose="02020503050405090304" pitchFamily="18" charset="0"/>
                          <a:ea typeface="宋体" pitchFamily="2" charset="-122"/>
                          <a:cs typeface="+mn-cs"/>
                        </a:rPr>
                        <a:t>array_a</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[‘S’][‘M’] + </a:t>
                      </a:r>
                      <a:r>
                        <a:rPr kumimoji="0" lang="en-US" altLang="zh-CN" sz="800" b="0" i="0" u="none" strike="noStrike" kern="1200" cap="none" spc="0" normalizeH="0" baseline="0" noProof="0" dirty="0" err="1">
                          <a:ln>
                            <a:noFill/>
                          </a:ln>
                          <a:solidFill>
                            <a:prstClr val="black"/>
                          </a:solidFill>
                          <a:effectLst/>
                          <a:uLnTx/>
                          <a:uFillTx/>
                          <a:latin typeface="Times New Roman" panose="02020503050405090304" pitchFamily="18" charset="0"/>
                          <a:ea typeface="宋体" pitchFamily="2" charset="-122"/>
                          <a:cs typeface="+mn-cs"/>
                        </a:rPr>
                        <a:t>array_b</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[‘M’][‘</a:t>
                      </a:r>
                      <a:r>
                        <a:rPr kumimoji="0" lang="zh-CN" altLang="en-US"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欢</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endParaRPr kumimoji="0" lang="zh-CN" altLang="en-US"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endParaRPr>
                    </a:p>
                    <a:p>
                      <a:pPr algn="ctr"/>
                      <a:endParaRPr lang="zh-CN" altLang="en-US" sz="1200" dirty="0">
                        <a:latin typeface="Times New Roman" panose="02020503050405090304" pitchFamily="18" charset="0"/>
                        <a:ea typeface="宋体" pitchFamily="2" charset="-122"/>
                      </a:endParaRPr>
                    </a:p>
                  </a:txBody>
                  <a:tcPr/>
                </a:tc>
              </a:tr>
              <a:tr h="583179">
                <a:tc>
                  <a:txBody>
                    <a:bodyPr/>
                    <a:lstStyle/>
                    <a:p>
                      <a:pPr algn="ctr"/>
                      <a:r>
                        <a:rPr lang="en-US" altLang="zh-CN" sz="1100" dirty="0">
                          <a:latin typeface="Times New Roman" panose="02020503050405090304" pitchFamily="18" charset="0"/>
                          <a:ea typeface="宋体" pitchFamily="2" charset="-122"/>
                        </a:rPr>
                        <a:t>S</a:t>
                      </a:r>
                      <a:endParaRPr lang="zh-CN" altLang="en-US" sz="11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weight[1][‘B’] + </a:t>
                      </a:r>
                      <a:r>
                        <a:rPr kumimoji="0" lang="en-US" altLang="zh-CN" sz="800" b="0" i="0" u="none" strike="noStrike" kern="1200" cap="none" spc="0" normalizeH="0" baseline="0" noProof="0" dirty="0" err="1">
                          <a:ln>
                            <a:noFill/>
                          </a:ln>
                          <a:solidFill>
                            <a:prstClr val="black"/>
                          </a:solidFill>
                          <a:effectLst/>
                          <a:uLnTx/>
                          <a:uFillTx/>
                          <a:latin typeface="Times New Roman" panose="02020503050405090304" pitchFamily="18" charset="0"/>
                          <a:ea typeface="宋体" pitchFamily="2" charset="-122"/>
                          <a:cs typeface="+mn-cs"/>
                        </a:rPr>
                        <a:t>array_a</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[‘B’][‘S’] + </a:t>
                      </a:r>
                      <a:r>
                        <a:rPr kumimoji="0" lang="en-US" altLang="zh-CN" sz="800" b="0" i="0" u="none" strike="noStrike" kern="1200" cap="none" spc="0" normalizeH="0" baseline="0" noProof="0" dirty="0" err="1">
                          <a:ln>
                            <a:noFill/>
                          </a:ln>
                          <a:solidFill>
                            <a:prstClr val="black"/>
                          </a:solidFill>
                          <a:effectLst/>
                          <a:uLnTx/>
                          <a:uFillTx/>
                          <a:latin typeface="Times New Roman" panose="02020503050405090304" pitchFamily="18" charset="0"/>
                          <a:ea typeface="宋体" pitchFamily="2" charset="-122"/>
                          <a:cs typeface="+mn-cs"/>
                        </a:rPr>
                        <a:t>array_b</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[‘S’][‘</a:t>
                      </a:r>
                      <a:r>
                        <a:rPr kumimoji="0" lang="zh-CN" altLang="en-US"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欢</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endParaRPr kumimoji="0" lang="zh-CN" altLang="en-US"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endParaRPr>
                    </a:p>
                    <a:p>
                      <a:pPr algn="ctr"/>
                      <a:endParaRPr lang="zh-CN" altLang="en-US" sz="12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weight[1][‘E’] + </a:t>
                      </a:r>
                      <a:r>
                        <a:rPr kumimoji="0" lang="en-US" altLang="zh-CN" sz="800" b="0" i="0" u="none" strike="noStrike" kern="1200" cap="none" spc="0" normalizeH="0" baseline="0" noProof="0" dirty="0" err="1">
                          <a:ln>
                            <a:noFill/>
                          </a:ln>
                          <a:solidFill>
                            <a:srgbClr val="FF0000"/>
                          </a:solidFill>
                          <a:effectLst/>
                          <a:uLnTx/>
                          <a:uFillTx/>
                          <a:latin typeface="Times New Roman" panose="02020503050405090304" pitchFamily="18" charset="0"/>
                          <a:ea typeface="宋体" pitchFamily="2" charset="-122"/>
                          <a:cs typeface="+mn-cs"/>
                        </a:rPr>
                        <a:t>array_a</a:t>
                      </a:r>
                      <a:r>
                        <a:rPr kumimoji="0" lang="en-US" altLang="zh-CN"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[‘E’][‘S’] + </a:t>
                      </a:r>
                      <a:r>
                        <a:rPr kumimoji="0" lang="en-US" altLang="zh-CN" sz="800" b="0" i="0" u="none" strike="noStrike" kern="1200" cap="none" spc="0" normalizeH="0" baseline="0" noProof="0" dirty="0" err="1">
                          <a:ln>
                            <a:noFill/>
                          </a:ln>
                          <a:solidFill>
                            <a:srgbClr val="FF0000"/>
                          </a:solidFill>
                          <a:effectLst/>
                          <a:uLnTx/>
                          <a:uFillTx/>
                          <a:latin typeface="Times New Roman" panose="02020503050405090304" pitchFamily="18" charset="0"/>
                          <a:ea typeface="宋体" pitchFamily="2" charset="-122"/>
                          <a:cs typeface="+mn-cs"/>
                        </a:rPr>
                        <a:t>array_b</a:t>
                      </a:r>
                      <a:r>
                        <a:rPr kumimoji="0" lang="en-US" altLang="zh-CN"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[‘S’][‘</a:t>
                      </a:r>
                      <a:r>
                        <a:rPr kumimoji="0" lang="zh-CN" altLang="en-US"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欢</a:t>
                      </a:r>
                      <a:r>
                        <a:rPr kumimoji="0" lang="en-US" altLang="zh-CN"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rPr>
                        <a:t>’]</a:t>
                      </a:r>
                      <a:endParaRPr kumimoji="0" lang="zh-CN" altLang="en-US" sz="800" b="0" i="0" u="none" strike="noStrike" kern="1200" cap="none" spc="0" normalizeH="0" baseline="0" noProof="0" dirty="0">
                        <a:ln>
                          <a:noFill/>
                        </a:ln>
                        <a:solidFill>
                          <a:srgbClr val="FF0000"/>
                        </a:solidFill>
                        <a:effectLst/>
                        <a:uLnTx/>
                        <a:uFillTx/>
                        <a:latin typeface="Times New Roman" panose="02020503050405090304" pitchFamily="18" charset="0"/>
                        <a:ea typeface="宋体" pitchFamily="2" charset="-122"/>
                        <a:cs typeface="+mn-cs"/>
                      </a:endParaRPr>
                    </a:p>
                    <a:p>
                      <a:pPr algn="ctr"/>
                      <a:endParaRPr lang="zh-CN" altLang="en-US" sz="12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weight[1][‘M’] + </a:t>
                      </a:r>
                      <a:r>
                        <a:rPr kumimoji="0" lang="en-US" altLang="zh-CN" sz="800" b="0" i="0" u="none" strike="noStrike" kern="1200" cap="none" spc="0" normalizeH="0" baseline="0" noProof="0" dirty="0" err="1">
                          <a:ln>
                            <a:noFill/>
                          </a:ln>
                          <a:solidFill>
                            <a:prstClr val="black"/>
                          </a:solidFill>
                          <a:effectLst/>
                          <a:uLnTx/>
                          <a:uFillTx/>
                          <a:latin typeface="Times New Roman" panose="02020503050405090304" pitchFamily="18" charset="0"/>
                          <a:ea typeface="宋体" pitchFamily="2" charset="-122"/>
                          <a:cs typeface="+mn-cs"/>
                        </a:rPr>
                        <a:t>array_a</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[‘M’][‘S’] + </a:t>
                      </a:r>
                      <a:r>
                        <a:rPr kumimoji="0" lang="en-US" altLang="zh-CN" sz="800" b="0" i="0" u="none" strike="noStrike" kern="1200" cap="none" spc="0" normalizeH="0" baseline="0" noProof="0" dirty="0" err="1">
                          <a:ln>
                            <a:noFill/>
                          </a:ln>
                          <a:solidFill>
                            <a:prstClr val="black"/>
                          </a:solidFill>
                          <a:effectLst/>
                          <a:uLnTx/>
                          <a:uFillTx/>
                          <a:latin typeface="Times New Roman" panose="02020503050405090304" pitchFamily="18" charset="0"/>
                          <a:ea typeface="宋体" pitchFamily="2" charset="-122"/>
                          <a:cs typeface="+mn-cs"/>
                        </a:rPr>
                        <a:t>array_b</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[‘S’][‘</a:t>
                      </a:r>
                      <a:r>
                        <a:rPr kumimoji="0" lang="zh-CN" altLang="en-US"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欢</a:t>
                      </a:r>
                      <a:r>
                        <a:rPr kumimoji="0" lang="en-US" altLang="zh-CN"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rPr>
                        <a:t>’]</a:t>
                      </a:r>
                      <a:endParaRPr kumimoji="0" lang="zh-CN" altLang="en-US" sz="800" b="0" i="0" u="none" strike="noStrike" kern="1200" cap="none" spc="0" normalizeH="0" baseline="0" noProof="0" dirty="0">
                        <a:ln>
                          <a:noFill/>
                        </a:ln>
                        <a:solidFill>
                          <a:prstClr val="black"/>
                        </a:solidFill>
                        <a:effectLst/>
                        <a:uLnTx/>
                        <a:uFillTx/>
                        <a:latin typeface="Times New Roman" panose="02020503050405090304" pitchFamily="18" charset="0"/>
                        <a:ea typeface="宋体" pitchFamily="2" charset="-122"/>
                        <a:cs typeface="+mn-cs"/>
                      </a:endParaRPr>
                    </a:p>
                    <a:p>
                      <a:pPr algn="ctr"/>
                      <a:endParaRPr lang="zh-CN" altLang="en-US" sz="12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schemeClr val="tx1"/>
                          </a:solidFill>
                          <a:effectLst/>
                          <a:uLnTx/>
                          <a:uFillTx/>
                          <a:latin typeface="Times New Roman" panose="02020503050405090304" pitchFamily="18" charset="0"/>
                          <a:ea typeface="宋体" pitchFamily="2" charset="-122"/>
                          <a:cs typeface="+mn-cs"/>
                        </a:rPr>
                        <a:t>weight[1][‘S’] + </a:t>
                      </a:r>
                      <a:r>
                        <a:rPr kumimoji="0" lang="en-US" altLang="zh-CN" sz="800" b="0" i="0" u="none" strike="noStrike" kern="1200" cap="none" spc="0" normalizeH="0" baseline="0" noProof="0" dirty="0" err="1">
                          <a:ln>
                            <a:noFill/>
                          </a:ln>
                          <a:solidFill>
                            <a:schemeClr val="tx1"/>
                          </a:solidFill>
                          <a:effectLst/>
                          <a:uLnTx/>
                          <a:uFillTx/>
                          <a:latin typeface="Times New Roman" panose="02020503050405090304" pitchFamily="18" charset="0"/>
                          <a:ea typeface="宋体" pitchFamily="2" charset="-122"/>
                          <a:cs typeface="+mn-cs"/>
                        </a:rPr>
                        <a:t>array_a</a:t>
                      </a:r>
                      <a:r>
                        <a:rPr kumimoji="0" lang="en-US" altLang="zh-CN" sz="800" b="0" i="0" u="none" strike="noStrike" kern="1200" cap="none" spc="0" normalizeH="0" baseline="0" noProof="0" dirty="0">
                          <a:ln>
                            <a:noFill/>
                          </a:ln>
                          <a:solidFill>
                            <a:schemeClr val="tx1"/>
                          </a:solidFill>
                          <a:effectLst/>
                          <a:uLnTx/>
                          <a:uFillTx/>
                          <a:latin typeface="Times New Roman" panose="02020503050405090304" pitchFamily="18" charset="0"/>
                          <a:ea typeface="宋体" pitchFamily="2" charset="-122"/>
                          <a:cs typeface="+mn-cs"/>
                        </a:rPr>
                        <a:t>[‘S’][‘S’] + </a:t>
                      </a:r>
                      <a:r>
                        <a:rPr kumimoji="0" lang="en-US" altLang="zh-CN" sz="800" b="0" i="0" u="none" strike="noStrike" kern="1200" cap="none" spc="0" normalizeH="0" baseline="0" noProof="0" dirty="0" err="1">
                          <a:ln>
                            <a:noFill/>
                          </a:ln>
                          <a:solidFill>
                            <a:schemeClr val="tx1"/>
                          </a:solidFill>
                          <a:effectLst/>
                          <a:uLnTx/>
                          <a:uFillTx/>
                          <a:latin typeface="Times New Roman" panose="02020503050405090304" pitchFamily="18" charset="0"/>
                          <a:ea typeface="宋体" pitchFamily="2" charset="-122"/>
                          <a:cs typeface="+mn-cs"/>
                        </a:rPr>
                        <a:t>array_b</a:t>
                      </a:r>
                      <a:r>
                        <a:rPr kumimoji="0" lang="en-US" altLang="zh-CN" sz="800" b="0" i="0" u="none" strike="noStrike" kern="1200" cap="none" spc="0" normalizeH="0" baseline="0" noProof="0" dirty="0">
                          <a:ln>
                            <a:noFill/>
                          </a:ln>
                          <a:solidFill>
                            <a:schemeClr val="tx1"/>
                          </a:solidFill>
                          <a:effectLst/>
                          <a:uLnTx/>
                          <a:uFillTx/>
                          <a:latin typeface="Times New Roman" panose="02020503050405090304" pitchFamily="18" charset="0"/>
                          <a:ea typeface="宋体" pitchFamily="2" charset="-122"/>
                          <a:cs typeface="+mn-cs"/>
                        </a:rPr>
                        <a:t>[‘S’][‘</a:t>
                      </a:r>
                      <a:r>
                        <a:rPr kumimoji="0" lang="zh-CN" altLang="en-US" sz="800" b="0" i="0" u="none" strike="noStrike" kern="1200" cap="none" spc="0" normalizeH="0" baseline="0" noProof="0" dirty="0">
                          <a:ln>
                            <a:noFill/>
                          </a:ln>
                          <a:solidFill>
                            <a:schemeClr val="tx1"/>
                          </a:solidFill>
                          <a:effectLst/>
                          <a:uLnTx/>
                          <a:uFillTx/>
                          <a:latin typeface="Times New Roman" panose="02020503050405090304" pitchFamily="18" charset="0"/>
                          <a:ea typeface="宋体" pitchFamily="2" charset="-122"/>
                          <a:cs typeface="+mn-cs"/>
                        </a:rPr>
                        <a:t>欢</a:t>
                      </a:r>
                      <a:r>
                        <a:rPr kumimoji="0" lang="en-US" altLang="zh-CN" sz="800" b="0" i="0" u="none" strike="noStrike" kern="1200" cap="none" spc="0" normalizeH="0" baseline="0" noProof="0" dirty="0">
                          <a:ln>
                            <a:noFill/>
                          </a:ln>
                          <a:solidFill>
                            <a:schemeClr val="tx1"/>
                          </a:solidFill>
                          <a:effectLst/>
                          <a:uLnTx/>
                          <a:uFillTx/>
                          <a:latin typeface="Times New Roman" panose="02020503050405090304" pitchFamily="18" charset="0"/>
                          <a:ea typeface="宋体" pitchFamily="2" charset="-122"/>
                          <a:cs typeface="+mn-cs"/>
                        </a:rPr>
                        <a:t>’]</a:t>
                      </a:r>
                      <a:endParaRPr kumimoji="0" lang="zh-CN" altLang="en-US" sz="800" b="0" i="0" u="none" strike="noStrike" kern="1200" cap="none" spc="0" normalizeH="0" baseline="0" noProof="0" dirty="0">
                        <a:ln>
                          <a:noFill/>
                        </a:ln>
                        <a:solidFill>
                          <a:schemeClr val="tx1"/>
                        </a:solidFill>
                        <a:effectLst/>
                        <a:uLnTx/>
                        <a:uFillTx/>
                        <a:latin typeface="Times New Roman" panose="02020503050405090304" pitchFamily="18" charset="0"/>
                        <a:ea typeface="宋体" pitchFamily="2" charset="-122"/>
                        <a:cs typeface="+mn-cs"/>
                      </a:endParaRPr>
                    </a:p>
                    <a:p>
                      <a:pPr algn="ctr"/>
                      <a:endParaRPr lang="zh-CN" altLang="en-US" sz="1200" dirty="0">
                        <a:latin typeface="Times New Roman" panose="02020503050405090304" pitchFamily="18" charset="0"/>
                        <a:ea typeface="宋体" pitchFamily="2" charset="-122"/>
                      </a:endParaRPr>
                    </a:p>
                  </a:txBody>
                  <a:tcPr/>
                </a:tc>
              </a:tr>
            </a:tbl>
          </a:graphicData>
        </a:graphic>
      </p:graphicFrame>
      <p:graphicFrame>
        <p:nvGraphicFramePr>
          <p:cNvPr id="45" name="表格 9"/>
          <p:cNvGraphicFramePr>
            <a:graphicFrameLocks noGrp="1"/>
          </p:cNvGraphicFramePr>
          <p:nvPr/>
        </p:nvGraphicFramePr>
        <p:xfrm>
          <a:off x="5526176" y="3788776"/>
          <a:ext cx="1953342" cy="853440"/>
        </p:xfrm>
        <a:graphic>
          <a:graphicData uri="http://schemas.openxmlformats.org/drawingml/2006/table">
            <a:tbl>
              <a:tblPr firstRow="1" bandRow="1">
                <a:tableStyleId>{69CF1AB2-1976-4502-BF36-3FF5EA218861}</a:tableStyleId>
              </a:tblPr>
              <a:tblGrid>
                <a:gridCol w="298077"/>
                <a:gridCol w="1655265"/>
              </a:tblGrid>
              <a:tr h="212270">
                <a:tc>
                  <a:txBody>
                    <a:bodyPr/>
                    <a:lstStyle/>
                    <a:p>
                      <a:pPr algn="ctr"/>
                      <a:r>
                        <a:rPr lang="en-US" altLang="zh-CN" sz="800" b="0" dirty="0">
                          <a:latin typeface="Times New Roman" panose="02020503050405090304" pitchFamily="18" charset="0"/>
                          <a:ea typeface="宋体" pitchFamily="2" charset="-122"/>
                        </a:rPr>
                        <a:t>B</a:t>
                      </a:r>
                      <a:endParaRPr lang="zh-CN" altLang="en-US" sz="800" b="0" dirty="0">
                        <a:latin typeface="Times New Roman" panose="02020503050405090304" pitchFamily="18" charset="0"/>
                        <a:ea typeface="宋体" pitchFamily="2" charset="-122"/>
                      </a:endParaRPr>
                    </a:p>
                  </a:txBody>
                  <a:tcPr/>
                </a:tc>
                <a:tc>
                  <a:txBody>
                    <a:bodyPr/>
                    <a:lstStyle/>
                    <a:p>
                      <a:pPr algn="ctr"/>
                      <a:r>
                        <a:rPr lang="en-US" altLang="zh-CN" sz="800" b="0" dirty="0">
                          <a:latin typeface="Times New Roman" panose="02020503050405090304" pitchFamily="18" charset="0"/>
                          <a:ea typeface="宋体" pitchFamily="2" charset="-122"/>
                        </a:rPr>
                        <a:t>-23.563464488535256</a:t>
                      </a:r>
                      <a:endParaRPr lang="zh-CN" altLang="en-US" sz="800" b="0" dirty="0">
                        <a:latin typeface="Times New Roman" panose="02020503050405090304" pitchFamily="18" charset="0"/>
                        <a:ea typeface="宋体" pitchFamily="2" charset="-122"/>
                      </a:endParaRPr>
                    </a:p>
                  </a:txBody>
                  <a:tcPr/>
                </a:tc>
              </a:tr>
              <a:tr h="212270">
                <a:tc>
                  <a:txBody>
                    <a:bodyPr/>
                    <a:lstStyle/>
                    <a:p>
                      <a:pPr algn="ctr"/>
                      <a:r>
                        <a:rPr lang="en-US" altLang="zh-CN" sz="800" dirty="0">
                          <a:latin typeface="Times New Roman" panose="02020503050405090304" pitchFamily="18" charset="0"/>
                          <a:ea typeface="宋体" pitchFamily="2" charset="-122"/>
                        </a:rPr>
                        <a:t>E</a:t>
                      </a:r>
                      <a:endParaRPr lang="zh-CN" altLang="en-US" sz="8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800" dirty="0">
                          <a:latin typeface="Times New Roman" panose="02020503050405090304" pitchFamily="18" charset="0"/>
                          <a:ea typeface="宋体" pitchFamily="2" charset="-122"/>
                        </a:rPr>
                        <a:t>-22.164436780888078</a:t>
                      </a:r>
                      <a:endParaRPr lang="zh-CN" altLang="en-US" sz="800" b="0" dirty="0">
                        <a:latin typeface="Times New Roman" panose="02020503050405090304" pitchFamily="18" charset="0"/>
                        <a:ea typeface="宋体" pitchFamily="2" charset="-122"/>
                      </a:endParaRPr>
                    </a:p>
                  </a:txBody>
                  <a:tcPr/>
                </a:tc>
              </a:tr>
              <a:tr h="212270">
                <a:tc>
                  <a:txBody>
                    <a:bodyPr/>
                    <a:lstStyle/>
                    <a:p>
                      <a:pPr algn="ctr"/>
                      <a:r>
                        <a:rPr lang="en-US" altLang="zh-CN" sz="800" dirty="0">
                          <a:latin typeface="Times New Roman" panose="02020503050405090304" pitchFamily="18" charset="0"/>
                          <a:ea typeface="宋体" pitchFamily="2" charset="-122"/>
                        </a:rPr>
                        <a:t>M</a:t>
                      </a:r>
                      <a:endParaRPr lang="zh-CN" altLang="en-US" sz="8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800" b="0" dirty="0">
                          <a:latin typeface="Times New Roman" panose="02020503050405090304" pitchFamily="18" charset="0"/>
                          <a:ea typeface="宋体" pitchFamily="2" charset="-122"/>
                        </a:rPr>
                        <a:t>-</a:t>
                      </a:r>
                      <a:r>
                        <a:rPr lang="en-US" altLang="zh-CN" sz="800" dirty="0">
                          <a:latin typeface="Times New Roman" panose="02020503050405090304" pitchFamily="18" charset="0"/>
                          <a:ea typeface="宋体" pitchFamily="2" charset="-122"/>
                        </a:rPr>
                        <a:t>25.312445154356144</a:t>
                      </a:r>
                      <a:endParaRPr lang="zh-CN" altLang="en-US" sz="800" b="0" dirty="0">
                        <a:latin typeface="Times New Roman" panose="02020503050405090304" pitchFamily="18" charset="0"/>
                        <a:ea typeface="宋体" pitchFamily="2" charset="-122"/>
                      </a:endParaRPr>
                    </a:p>
                  </a:txBody>
                  <a:tcPr/>
                </a:tc>
              </a:tr>
              <a:tr h="212270">
                <a:tc>
                  <a:txBody>
                    <a:bodyPr/>
                    <a:lstStyle/>
                    <a:p>
                      <a:pPr algn="ctr"/>
                      <a:r>
                        <a:rPr lang="en-US" altLang="zh-CN" sz="800" dirty="0">
                          <a:latin typeface="Times New Roman" panose="02020503050405090304" pitchFamily="18" charset="0"/>
                          <a:ea typeface="宋体" pitchFamily="2" charset="-122"/>
                        </a:rPr>
                        <a:t>S</a:t>
                      </a:r>
                      <a:endParaRPr lang="zh-CN" altLang="en-US" sz="8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800" dirty="0">
                          <a:latin typeface="Times New Roman" panose="02020503050405090304" pitchFamily="18" charset="0"/>
                          <a:ea typeface="宋体" pitchFamily="2" charset="-122"/>
                        </a:rPr>
                        <a:t>-29.246163045326497</a:t>
                      </a:r>
                      <a:endParaRPr lang="zh-CN" altLang="en-US" sz="800" b="0" dirty="0">
                        <a:latin typeface="Times New Roman" panose="02020503050405090304" pitchFamily="18" charset="0"/>
                        <a:ea typeface="宋体" pitchFamily="2" charset="-122"/>
                      </a:endParaRPr>
                    </a:p>
                  </a:txBody>
                  <a:tcPr/>
                </a:tc>
              </a:tr>
            </a:tbl>
          </a:graphicData>
        </a:graphic>
      </p:graphicFrame>
      <p:sp>
        <p:nvSpPr>
          <p:cNvPr id="46" name="文本框 45"/>
          <p:cNvSpPr txBox="1"/>
          <p:nvPr/>
        </p:nvSpPr>
        <p:spPr>
          <a:xfrm>
            <a:off x="4700890" y="3983397"/>
            <a:ext cx="951110" cy="307777"/>
          </a:xfrm>
          <a:prstGeom prst="rect">
            <a:avLst/>
          </a:prstGeom>
          <a:noFill/>
        </p:spPr>
        <p:txBody>
          <a:bodyPr wrap="square">
            <a:spAutoFit/>
          </a:bodyPr>
          <a:lstStyle/>
          <a:p>
            <a:r>
              <a:rPr lang="en-US" altLang="zh-CN" sz="1400" dirty="0">
                <a:solidFill>
                  <a:schemeClr val="accent1">
                    <a:lumMod val="75000"/>
                  </a:schemeClr>
                </a:solidFill>
                <a:latin typeface="Times New Roman" panose="02020503050405090304" pitchFamily="18" charset="0"/>
                <a:ea typeface="宋体" pitchFamily="2" charset="-122"/>
              </a:rPr>
              <a:t>weight[2]</a:t>
            </a:r>
            <a:endParaRPr lang="zh-CN" altLang="en-US" dirty="0">
              <a:latin typeface="Times New Roman" panose="02020503050405090304" pitchFamily="18" charset="0"/>
              <a:ea typeface="宋体" pitchFamily="2" charset="-122"/>
            </a:endParaRPr>
          </a:p>
        </p:txBody>
      </p:sp>
      <p:graphicFrame>
        <p:nvGraphicFramePr>
          <p:cNvPr id="47" name="表格 9"/>
          <p:cNvGraphicFramePr>
            <a:graphicFrameLocks noGrp="1"/>
          </p:cNvGraphicFramePr>
          <p:nvPr/>
        </p:nvGraphicFramePr>
        <p:xfrm>
          <a:off x="7713400" y="3800565"/>
          <a:ext cx="1130250" cy="853440"/>
        </p:xfrm>
        <a:graphic>
          <a:graphicData uri="http://schemas.openxmlformats.org/drawingml/2006/table">
            <a:tbl>
              <a:tblPr firstRow="1" bandRow="1">
                <a:tableStyleId>{16D9F66E-5EB9-4882-86FB-DCBF35E3C3E4}</a:tableStyleId>
              </a:tblPr>
              <a:tblGrid>
                <a:gridCol w="298077"/>
                <a:gridCol w="832173"/>
              </a:tblGrid>
              <a:tr h="212270">
                <a:tc>
                  <a:txBody>
                    <a:bodyPr/>
                    <a:lstStyle/>
                    <a:p>
                      <a:pPr algn="ctr"/>
                      <a:r>
                        <a:rPr lang="en-US" altLang="zh-CN" sz="800" b="0" dirty="0">
                          <a:latin typeface="Times New Roman" panose="02020503050405090304" pitchFamily="18" charset="0"/>
                          <a:ea typeface="宋体" pitchFamily="2" charset="-122"/>
                        </a:rPr>
                        <a:t>B</a:t>
                      </a:r>
                      <a:endParaRPr lang="zh-CN" altLang="en-US" sz="800" b="0" dirty="0">
                        <a:latin typeface="Times New Roman" panose="02020503050405090304" pitchFamily="18" charset="0"/>
                        <a:ea typeface="宋体" pitchFamily="2" charset="-122"/>
                      </a:endParaRPr>
                    </a:p>
                  </a:txBody>
                  <a:tcPr/>
                </a:tc>
                <a:tc>
                  <a:txBody>
                    <a:bodyPr/>
                    <a:lstStyle/>
                    <a:p>
                      <a:pPr algn="ctr"/>
                      <a:r>
                        <a:rPr lang="en-US" altLang="zh-CN" sz="800" b="0" dirty="0">
                          <a:latin typeface="Times New Roman" panose="02020503050405090304" pitchFamily="18" charset="0"/>
                          <a:ea typeface="宋体" pitchFamily="2" charset="-122"/>
                        </a:rPr>
                        <a:t>['B', 'E', 'B']</a:t>
                      </a:r>
                      <a:endParaRPr lang="zh-CN" altLang="en-US" sz="800" b="0" dirty="0">
                        <a:latin typeface="Times New Roman" panose="02020503050405090304" pitchFamily="18" charset="0"/>
                        <a:ea typeface="宋体" pitchFamily="2" charset="-122"/>
                      </a:endParaRPr>
                    </a:p>
                  </a:txBody>
                  <a:tcPr/>
                </a:tc>
              </a:tr>
              <a:tr h="212270">
                <a:tc>
                  <a:txBody>
                    <a:bodyPr/>
                    <a:lstStyle/>
                    <a:p>
                      <a:pPr algn="ctr"/>
                      <a:r>
                        <a:rPr lang="en-US" altLang="zh-CN" sz="800" dirty="0">
                          <a:latin typeface="Times New Roman" panose="02020503050405090304" pitchFamily="18" charset="0"/>
                          <a:ea typeface="宋体" pitchFamily="2" charset="-122"/>
                        </a:rPr>
                        <a:t>E</a:t>
                      </a:r>
                      <a:endParaRPr lang="zh-CN" altLang="en-US" sz="8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800" dirty="0">
                          <a:latin typeface="Times New Roman" panose="02020503050405090304" pitchFamily="18" charset="0"/>
                          <a:ea typeface="宋体" pitchFamily="2" charset="-122"/>
                        </a:rPr>
                        <a:t> ['S', 'B', 'E']</a:t>
                      </a:r>
                      <a:endParaRPr lang="zh-CN" altLang="en-US" sz="800" b="0" dirty="0">
                        <a:latin typeface="Times New Roman" panose="02020503050405090304" pitchFamily="18" charset="0"/>
                        <a:ea typeface="宋体" pitchFamily="2" charset="-122"/>
                      </a:endParaRPr>
                    </a:p>
                  </a:txBody>
                  <a:tcPr/>
                </a:tc>
              </a:tr>
              <a:tr h="212270">
                <a:tc>
                  <a:txBody>
                    <a:bodyPr/>
                    <a:lstStyle/>
                    <a:p>
                      <a:pPr algn="ctr"/>
                      <a:r>
                        <a:rPr lang="en-US" altLang="zh-CN" sz="800" dirty="0">
                          <a:latin typeface="Times New Roman" panose="02020503050405090304" pitchFamily="18" charset="0"/>
                          <a:ea typeface="宋体" pitchFamily="2" charset="-122"/>
                        </a:rPr>
                        <a:t>M</a:t>
                      </a:r>
                      <a:endParaRPr lang="zh-CN" altLang="en-US" sz="8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800" dirty="0">
                          <a:latin typeface="Times New Roman" panose="02020503050405090304" pitchFamily="18" charset="0"/>
                          <a:ea typeface="宋体" pitchFamily="2" charset="-122"/>
                        </a:rPr>
                        <a:t>['S', 'B', 'M']</a:t>
                      </a:r>
                      <a:endParaRPr lang="zh-CN" altLang="en-US" sz="800" b="0" dirty="0">
                        <a:latin typeface="Times New Roman" panose="02020503050405090304" pitchFamily="18" charset="0"/>
                        <a:ea typeface="宋体" pitchFamily="2" charset="-122"/>
                      </a:endParaRPr>
                    </a:p>
                  </a:txBody>
                  <a:tcPr/>
                </a:tc>
              </a:tr>
              <a:tr h="212270">
                <a:tc>
                  <a:txBody>
                    <a:bodyPr/>
                    <a:lstStyle/>
                    <a:p>
                      <a:pPr algn="ctr"/>
                      <a:r>
                        <a:rPr lang="en-US" altLang="zh-CN" sz="800" dirty="0">
                          <a:latin typeface="Times New Roman" panose="02020503050405090304" pitchFamily="18" charset="0"/>
                          <a:ea typeface="宋体" pitchFamily="2" charset="-122"/>
                        </a:rPr>
                        <a:t>S</a:t>
                      </a:r>
                      <a:endParaRPr lang="zh-CN" altLang="en-US" sz="8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800" dirty="0">
                          <a:latin typeface="Times New Roman" panose="02020503050405090304" pitchFamily="18" charset="0"/>
                          <a:ea typeface="宋体" pitchFamily="2" charset="-122"/>
                        </a:rPr>
                        <a:t>['B', 'E', 'S']</a:t>
                      </a:r>
                      <a:endParaRPr lang="zh-CN" altLang="en-US" sz="800" b="0" dirty="0">
                        <a:latin typeface="Times New Roman" panose="02020503050405090304" pitchFamily="18" charset="0"/>
                        <a:ea typeface="宋体" pitchFamily="2" charset="-122"/>
                      </a:endParaRPr>
                    </a:p>
                  </a:txBody>
                  <a:tcPr/>
                </a:tc>
              </a:tr>
            </a:tbl>
          </a:graphicData>
        </a:graphic>
      </p:graphicFrame>
      <p:sp>
        <p:nvSpPr>
          <p:cNvPr id="48" name="文本框 47"/>
          <p:cNvSpPr txBox="1"/>
          <p:nvPr/>
        </p:nvSpPr>
        <p:spPr>
          <a:xfrm>
            <a:off x="68462" y="3974572"/>
            <a:ext cx="951110" cy="307777"/>
          </a:xfrm>
          <a:prstGeom prst="rect">
            <a:avLst/>
          </a:prstGeom>
          <a:noFill/>
        </p:spPr>
        <p:txBody>
          <a:bodyPr wrap="square">
            <a:spAutoFit/>
          </a:bodyPr>
          <a:lstStyle/>
          <a:p>
            <a:r>
              <a:rPr lang="en-US" altLang="zh-CN" sz="1400" dirty="0">
                <a:solidFill>
                  <a:schemeClr val="accent1">
                    <a:lumMod val="75000"/>
                  </a:schemeClr>
                </a:solidFill>
                <a:latin typeface="Times New Roman" panose="02020503050405090304" pitchFamily="18" charset="0"/>
                <a:ea typeface="宋体" pitchFamily="2" charset="-122"/>
              </a:rPr>
              <a:t>weight[6]</a:t>
            </a:r>
            <a:endParaRPr lang="zh-CN" altLang="en-US" dirty="0">
              <a:latin typeface="Times New Roman" panose="02020503050405090304" pitchFamily="18" charset="0"/>
              <a:ea typeface="宋体" pitchFamily="2" charset="-122"/>
            </a:endParaRPr>
          </a:p>
        </p:txBody>
      </p:sp>
      <p:graphicFrame>
        <p:nvGraphicFramePr>
          <p:cNvPr id="49" name="表格 9"/>
          <p:cNvGraphicFramePr>
            <a:graphicFrameLocks noGrp="1"/>
          </p:cNvGraphicFramePr>
          <p:nvPr/>
        </p:nvGraphicFramePr>
        <p:xfrm>
          <a:off x="920030" y="3809287"/>
          <a:ext cx="1953342" cy="853440"/>
        </p:xfrm>
        <a:graphic>
          <a:graphicData uri="http://schemas.openxmlformats.org/drawingml/2006/table">
            <a:tbl>
              <a:tblPr firstRow="1" bandRow="1">
                <a:tableStyleId>{69CF1AB2-1976-4502-BF36-3FF5EA218861}</a:tableStyleId>
              </a:tblPr>
              <a:tblGrid>
                <a:gridCol w="298077"/>
                <a:gridCol w="1655265"/>
              </a:tblGrid>
              <a:tr h="212270">
                <a:tc>
                  <a:txBody>
                    <a:bodyPr/>
                    <a:lstStyle/>
                    <a:p>
                      <a:pPr algn="ctr"/>
                      <a:r>
                        <a:rPr lang="en-US" altLang="zh-CN" sz="800" b="0" dirty="0">
                          <a:latin typeface="Times New Roman" panose="02020503050405090304" pitchFamily="18" charset="0"/>
                          <a:ea typeface="宋体" pitchFamily="2" charset="-122"/>
                        </a:rPr>
                        <a:t>B</a:t>
                      </a:r>
                      <a:endParaRPr lang="zh-CN" altLang="en-US" sz="800" b="0" dirty="0">
                        <a:latin typeface="Times New Roman" panose="02020503050405090304" pitchFamily="18" charset="0"/>
                        <a:ea typeface="宋体" pitchFamily="2" charset="-122"/>
                      </a:endParaRPr>
                    </a:p>
                  </a:txBody>
                  <a:tcPr/>
                </a:tc>
                <a:tc>
                  <a:txBody>
                    <a:bodyPr/>
                    <a:lstStyle/>
                    <a:p>
                      <a:pPr algn="ctr"/>
                      <a:r>
                        <a:rPr lang="en-US" altLang="zh-CN" sz="800" b="0" dirty="0">
                          <a:latin typeface="Times New Roman" panose="02020503050405090304" pitchFamily="18" charset="0"/>
                          <a:ea typeface="宋体" pitchFamily="2" charset="-122"/>
                        </a:rPr>
                        <a:t>-53.16862134714856</a:t>
                      </a:r>
                      <a:endParaRPr lang="zh-CN" altLang="en-US" sz="800" b="0" dirty="0">
                        <a:latin typeface="Times New Roman" panose="02020503050405090304" pitchFamily="18" charset="0"/>
                        <a:ea typeface="宋体" pitchFamily="2" charset="-122"/>
                      </a:endParaRPr>
                    </a:p>
                  </a:txBody>
                  <a:tcPr/>
                </a:tc>
              </a:tr>
              <a:tr h="212270">
                <a:tc>
                  <a:txBody>
                    <a:bodyPr/>
                    <a:lstStyle/>
                    <a:p>
                      <a:pPr algn="ctr"/>
                      <a:r>
                        <a:rPr lang="en-US" altLang="zh-CN" sz="800" dirty="0">
                          <a:latin typeface="Times New Roman" panose="02020503050405090304" pitchFamily="18" charset="0"/>
                          <a:ea typeface="宋体" pitchFamily="2" charset="-122"/>
                        </a:rPr>
                        <a:t>E</a:t>
                      </a:r>
                      <a:endParaRPr lang="zh-CN" altLang="en-US" sz="8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800" dirty="0">
                          <a:solidFill>
                            <a:srgbClr val="FF0000"/>
                          </a:solidFill>
                          <a:latin typeface="Times New Roman" panose="02020503050405090304" pitchFamily="18" charset="0"/>
                          <a:ea typeface="宋体" pitchFamily="2" charset="-122"/>
                        </a:rPr>
                        <a:t>-50.89845344774695</a:t>
                      </a:r>
                      <a:endParaRPr lang="zh-CN" altLang="en-US" sz="800" b="0" dirty="0">
                        <a:solidFill>
                          <a:srgbClr val="FF0000"/>
                        </a:solidFill>
                        <a:latin typeface="Times New Roman" panose="02020503050405090304" pitchFamily="18" charset="0"/>
                        <a:ea typeface="宋体" pitchFamily="2" charset="-122"/>
                      </a:endParaRPr>
                    </a:p>
                  </a:txBody>
                  <a:tcPr/>
                </a:tc>
              </a:tr>
              <a:tr h="212270">
                <a:tc>
                  <a:txBody>
                    <a:bodyPr/>
                    <a:lstStyle/>
                    <a:p>
                      <a:pPr algn="ctr"/>
                      <a:r>
                        <a:rPr lang="en-US" altLang="zh-CN" sz="800" dirty="0">
                          <a:latin typeface="Times New Roman" panose="02020503050405090304" pitchFamily="18" charset="0"/>
                          <a:ea typeface="宋体" pitchFamily="2" charset="-122"/>
                        </a:rPr>
                        <a:t>M</a:t>
                      </a:r>
                      <a:endParaRPr lang="zh-CN" altLang="en-US" sz="8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800" dirty="0">
                          <a:latin typeface="Times New Roman" panose="02020503050405090304" pitchFamily="18" charset="0"/>
                          <a:ea typeface="宋体" pitchFamily="2" charset="-122"/>
                        </a:rPr>
                        <a:t>-53.75914262323005</a:t>
                      </a:r>
                      <a:endParaRPr lang="zh-CN" altLang="en-US" sz="800" b="0" dirty="0">
                        <a:latin typeface="Times New Roman" panose="02020503050405090304" pitchFamily="18" charset="0"/>
                        <a:ea typeface="宋体" pitchFamily="2" charset="-122"/>
                      </a:endParaRPr>
                    </a:p>
                  </a:txBody>
                  <a:tcPr/>
                </a:tc>
              </a:tr>
              <a:tr h="212270">
                <a:tc>
                  <a:txBody>
                    <a:bodyPr/>
                    <a:lstStyle/>
                    <a:p>
                      <a:pPr algn="ctr"/>
                      <a:r>
                        <a:rPr lang="en-US" altLang="zh-CN" sz="800" dirty="0">
                          <a:latin typeface="Times New Roman" panose="02020503050405090304" pitchFamily="18" charset="0"/>
                          <a:ea typeface="宋体" pitchFamily="2" charset="-122"/>
                        </a:rPr>
                        <a:t>S</a:t>
                      </a:r>
                      <a:endParaRPr lang="zh-CN" altLang="en-US" sz="8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800" dirty="0">
                          <a:latin typeface="Times New Roman" panose="02020503050405090304" pitchFamily="18" charset="0"/>
                          <a:ea typeface="宋体" pitchFamily="2" charset="-122"/>
                        </a:rPr>
                        <a:t>-54.76447815700497</a:t>
                      </a:r>
                      <a:endParaRPr lang="zh-CN" altLang="en-US" sz="800" b="0" dirty="0">
                        <a:latin typeface="Times New Roman" panose="02020503050405090304" pitchFamily="18" charset="0"/>
                        <a:ea typeface="宋体" pitchFamily="2" charset="-122"/>
                      </a:endParaRPr>
                    </a:p>
                  </a:txBody>
                  <a:tcPr/>
                </a:tc>
              </a:tr>
            </a:tbl>
          </a:graphicData>
        </a:graphic>
      </p:graphicFrame>
      <p:graphicFrame>
        <p:nvGraphicFramePr>
          <p:cNvPr id="53" name="表格 9"/>
          <p:cNvGraphicFramePr>
            <a:graphicFrameLocks noGrp="1"/>
          </p:cNvGraphicFramePr>
          <p:nvPr/>
        </p:nvGraphicFramePr>
        <p:xfrm>
          <a:off x="3010949" y="3800053"/>
          <a:ext cx="1672854" cy="853440"/>
        </p:xfrm>
        <a:graphic>
          <a:graphicData uri="http://schemas.openxmlformats.org/drawingml/2006/table">
            <a:tbl>
              <a:tblPr firstRow="1" bandRow="1">
                <a:tableStyleId>{16D9F66E-5EB9-4882-86FB-DCBF35E3C3E4}</a:tableStyleId>
              </a:tblPr>
              <a:tblGrid>
                <a:gridCol w="313221"/>
                <a:gridCol w="1359633"/>
              </a:tblGrid>
              <a:tr h="212270">
                <a:tc>
                  <a:txBody>
                    <a:bodyPr/>
                    <a:lstStyle/>
                    <a:p>
                      <a:pPr algn="ctr"/>
                      <a:r>
                        <a:rPr lang="en-US" altLang="zh-CN" sz="800" b="0" dirty="0">
                          <a:latin typeface="Times New Roman" panose="02020503050405090304" pitchFamily="18" charset="0"/>
                          <a:ea typeface="宋体" pitchFamily="2" charset="-122"/>
                        </a:rPr>
                        <a:t>B</a:t>
                      </a:r>
                      <a:endParaRPr lang="zh-CN" altLang="en-US" sz="800" b="0" dirty="0">
                        <a:latin typeface="Times New Roman" panose="02020503050405090304" pitchFamily="18" charset="0"/>
                        <a:ea typeface="宋体" pitchFamily="2" charset="-122"/>
                      </a:endParaRPr>
                    </a:p>
                  </a:txBody>
                  <a:tcPr/>
                </a:tc>
                <a:tc>
                  <a:txBody>
                    <a:bodyPr/>
                    <a:lstStyle/>
                    <a:p>
                      <a:pPr algn="ctr"/>
                      <a:r>
                        <a:rPr lang="en-US" altLang="zh-CN" sz="800" b="0" dirty="0">
                          <a:latin typeface="Times New Roman" panose="02020503050405090304" pitchFamily="18" charset="0"/>
                          <a:ea typeface="宋体" pitchFamily="2" charset="-122"/>
                        </a:rPr>
                        <a:t>['S', 'B', 'E', 'B', 'E', 'S', 'B</a:t>
                      </a:r>
                      <a:endParaRPr lang="zh-CN" altLang="en-US" sz="800" b="0" dirty="0">
                        <a:latin typeface="Times New Roman" panose="02020503050405090304" pitchFamily="18" charset="0"/>
                        <a:ea typeface="宋体" pitchFamily="2" charset="-122"/>
                      </a:endParaRPr>
                    </a:p>
                  </a:txBody>
                  <a:tcPr/>
                </a:tc>
              </a:tr>
              <a:tr h="212270">
                <a:tc>
                  <a:txBody>
                    <a:bodyPr/>
                    <a:lstStyle/>
                    <a:p>
                      <a:pPr algn="ctr"/>
                      <a:r>
                        <a:rPr lang="en-US" altLang="zh-CN" sz="800" dirty="0">
                          <a:latin typeface="Times New Roman" panose="02020503050405090304" pitchFamily="18" charset="0"/>
                          <a:ea typeface="宋体" pitchFamily="2" charset="-122"/>
                        </a:rPr>
                        <a:t>E</a:t>
                      </a:r>
                      <a:endParaRPr lang="zh-CN" altLang="en-US" sz="8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800" dirty="0">
                          <a:solidFill>
                            <a:srgbClr val="FF0000"/>
                          </a:solidFill>
                          <a:latin typeface="Times New Roman" panose="02020503050405090304" pitchFamily="18" charset="0"/>
                          <a:ea typeface="宋体" pitchFamily="2" charset="-122"/>
                        </a:rPr>
                        <a:t>['S', 'B', 'E', 'B', 'E', 'B', 'E']</a:t>
                      </a:r>
                      <a:endParaRPr lang="zh-CN" altLang="en-US" sz="800" b="0" dirty="0">
                        <a:solidFill>
                          <a:srgbClr val="FF0000"/>
                        </a:solidFill>
                        <a:latin typeface="Times New Roman" panose="02020503050405090304" pitchFamily="18" charset="0"/>
                        <a:ea typeface="宋体" pitchFamily="2" charset="-122"/>
                      </a:endParaRPr>
                    </a:p>
                  </a:txBody>
                  <a:tcPr/>
                </a:tc>
              </a:tr>
              <a:tr h="212270">
                <a:tc>
                  <a:txBody>
                    <a:bodyPr/>
                    <a:lstStyle/>
                    <a:p>
                      <a:pPr algn="ctr"/>
                      <a:r>
                        <a:rPr lang="en-US" altLang="zh-CN" sz="800" dirty="0">
                          <a:latin typeface="Times New Roman" panose="02020503050405090304" pitchFamily="18" charset="0"/>
                          <a:ea typeface="宋体" pitchFamily="2" charset="-122"/>
                        </a:rPr>
                        <a:t>M</a:t>
                      </a:r>
                      <a:endParaRPr lang="zh-CN" altLang="en-US" sz="8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800" dirty="0">
                          <a:latin typeface="Times New Roman" panose="02020503050405090304" pitchFamily="18" charset="0"/>
                          <a:ea typeface="宋体" pitchFamily="2" charset="-122"/>
                        </a:rPr>
                        <a:t>['S', 'B', 'E', 'B', 'E', 'B', 'M']</a:t>
                      </a:r>
                      <a:endParaRPr lang="zh-CN" altLang="en-US" sz="800" b="0" dirty="0">
                        <a:latin typeface="Times New Roman" panose="02020503050405090304" pitchFamily="18" charset="0"/>
                        <a:ea typeface="宋体" pitchFamily="2" charset="-122"/>
                      </a:endParaRPr>
                    </a:p>
                  </a:txBody>
                  <a:tcPr/>
                </a:tc>
              </a:tr>
              <a:tr h="212270">
                <a:tc>
                  <a:txBody>
                    <a:bodyPr/>
                    <a:lstStyle/>
                    <a:p>
                      <a:pPr algn="ctr"/>
                      <a:r>
                        <a:rPr lang="en-US" altLang="zh-CN" sz="800" dirty="0">
                          <a:latin typeface="Times New Roman" panose="02020503050405090304" pitchFamily="18" charset="0"/>
                          <a:ea typeface="宋体" pitchFamily="2" charset="-122"/>
                        </a:rPr>
                        <a:t>S</a:t>
                      </a:r>
                      <a:endParaRPr lang="zh-CN" altLang="en-US" sz="800" dirty="0">
                        <a:latin typeface="Times New Roman" panose="02020503050405090304" pitchFamily="18" charset="0"/>
                        <a:ea typeface="宋体" pitchFamily="2" charset="-122"/>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800" dirty="0">
                          <a:latin typeface="Times New Roman" panose="02020503050405090304" pitchFamily="18" charset="0"/>
                          <a:ea typeface="宋体" pitchFamily="2" charset="-122"/>
                        </a:rPr>
                        <a:t>['S', 'B', 'E', 'B', 'E', 'S', 'S']</a:t>
                      </a:r>
                      <a:endParaRPr lang="zh-CN" altLang="en-US" sz="800" b="0" dirty="0">
                        <a:latin typeface="Times New Roman" panose="02020503050405090304" pitchFamily="18" charset="0"/>
                        <a:ea typeface="宋体" pitchFamily="2" charset="-122"/>
                      </a:endParaRPr>
                    </a:p>
                  </a:txBody>
                  <a:tcPr/>
                </a:tc>
              </a:tr>
            </a:tbl>
          </a:graphicData>
        </a:graphic>
      </p:graphicFrame>
      <p:cxnSp>
        <p:nvCxnSpPr>
          <p:cNvPr id="56" name="直接箭头连接符 55"/>
          <p:cNvCxnSpPr/>
          <p:nvPr/>
        </p:nvCxnSpPr>
        <p:spPr>
          <a:xfrm>
            <a:off x="6284239" y="3540027"/>
            <a:ext cx="0" cy="2487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文本框 56"/>
          <p:cNvSpPr txBox="1"/>
          <p:nvPr/>
        </p:nvSpPr>
        <p:spPr>
          <a:xfrm>
            <a:off x="6248263" y="3472989"/>
            <a:ext cx="1088344" cy="369332"/>
          </a:xfrm>
          <a:prstGeom prst="rect">
            <a:avLst/>
          </a:prstGeom>
          <a:noFill/>
        </p:spPr>
        <p:txBody>
          <a:bodyPr wrap="square">
            <a:spAutoFit/>
          </a:bodyPr>
          <a:lstStyle/>
          <a:p>
            <a:r>
              <a:rPr lang="en-US" altLang="zh-CN" sz="1800" dirty="0">
                <a:solidFill>
                  <a:schemeClr val="tx1">
                    <a:lumMod val="95000"/>
                    <a:lumOff val="5000"/>
                  </a:schemeClr>
                </a:solidFill>
                <a:latin typeface="Times New Roman" panose="02020503050405090304" pitchFamily="18" charset="0"/>
                <a:ea typeface="宋体" pitchFamily="2" charset="-122"/>
              </a:rPr>
              <a:t> </a:t>
            </a:r>
            <a:r>
              <a:rPr lang="en-US" altLang="zh-CN" sz="900" dirty="0">
                <a:solidFill>
                  <a:schemeClr val="accent1">
                    <a:lumMod val="75000"/>
                  </a:schemeClr>
                </a:solidFill>
                <a:latin typeface="Times New Roman" panose="02020503050405090304" pitchFamily="18" charset="0"/>
                <a:ea typeface="宋体" pitchFamily="2" charset="-122"/>
              </a:rPr>
              <a:t>(</a:t>
            </a:r>
            <a:r>
              <a:rPr lang="en-US" altLang="zh-CN" sz="900" dirty="0" err="1">
                <a:solidFill>
                  <a:schemeClr val="accent1">
                    <a:lumMod val="75000"/>
                  </a:schemeClr>
                </a:solidFill>
                <a:latin typeface="Times New Roman" panose="02020503050405090304" pitchFamily="18" charset="0"/>
                <a:ea typeface="宋体" pitchFamily="2" charset="-122"/>
              </a:rPr>
              <a:t>i</a:t>
            </a:r>
            <a:r>
              <a:rPr lang="en-US" altLang="zh-CN" sz="900" dirty="0">
                <a:solidFill>
                  <a:schemeClr val="accent1">
                    <a:lumMod val="75000"/>
                  </a:schemeClr>
                </a:solidFill>
                <a:latin typeface="Times New Roman" panose="02020503050405090304" pitchFamily="18" charset="0"/>
                <a:ea typeface="宋体" pitchFamily="2" charset="-122"/>
              </a:rPr>
              <a:t>=2, word=‘</a:t>
            </a:r>
            <a:r>
              <a:rPr lang="zh-CN" altLang="en-US" sz="900" dirty="0">
                <a:solidFill>
                  <a:schemeClr val="accent1">
                    <a:lumMod val="75000"/>
                  </a:schemeClr>
                </a:solidFill>
                <a:latin typeface="Times New Roman" panose="02020503050405090304" pitchFamily="18" charset="0"/>
                <a:ea typeface="宋体" pitchFamily="2" charset="-122"/>
              </a:rPr>
              <a:t>欢</a:t>
            </a:r>
            <a:r>
              <a:rPr lang="en-US" altLang="zh-CN" sz="900" dirty="0">
                <a:solidFill>
                  <a:schemeClr val="accent1">
                    <a:lumMod val="75000"/>
                  </a:schemeClr>
                </a:solidFill>
                <a:latin typeface="Times New Roman" panose="02020503050405090304" pitchFamily="18" charset="0"/>
                <a:ea typeface="宋体" pitchFamily="2" charset="-122"/>
              </a:rPr>
              <a:t>’)</a:t>
            </a:r>
            <a:endParaRPr lang="zh-CN" altLang="en-US" sz="1000" dirty="0">
              <a:solidFill>
                <a:schemeClr val="accent1">
                  <a:lumMod val="75000"/>
                </a:schemeClr>
              </a:solidFill>
              <a:latin typeface="Times New Roman" panose="02020503050405090304" pitchFamily="18" charset="0"/>
              <a:ea typeface="宋体" pitchFamily="2" charset="-122"/>
            </a:endParaRPr>
          </a:p>
        </p:txBody>
      </p:sp>
      <p:cxnSp>
        <p:nvCxnSpPr>
          <p:cNvPr id="59" name="直接箭头连接符 58"/>
          <p:cNvCxnSpPr/>
          <p:nvPr/>
        </p:nvCxnSpPr>
        <p:spPr>
          <a:xfrm>
            <a:off x="6339855" y="4667072"/>
            <a:ext cx="0" cy="1986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文本框 61"/>
          <p:cNvSpPr txBox="1"/>
          <p:nvPr/>
        </p:nvSpPr>
        <p:spPr>
          <a:xfrm>
            <a:off x="5995817" y="4681010"/>
            <a:ext cx="796618" cy="369332"/>
          </a:xfrm>
          <a:prstGeom prst="rect">
            <a:avLst/>
          </a:prstGeom>
          <a:noFill/>
        </p:spPr>
        <p:txBody>
          <a:bodyPr wrap="square">
            <a:spAutoFit/>
          </a:bodyPr>
          <a:lstStyle/>
          <a:p>
            <a:r>
              <a:rPr lang="en-US" altLang="zh-CN" sz="1800" dirty="0">
                <a:solidFill>
                  <a:schemeClr val="tx1">
                    <a:lumMod val="95000"/>
                    <a:lumOff val="5000"/>
                  </a:schemeClr>
                </a:solidFill>
                <a:latin typeface="Times New Roman" panose="02020503050405090304" pitchFamily="18" charset="0"/>
                <a:ea typeface="宋体" pitchFamily="2" charset="-122"/>
              </a:rPr>
              <a:t> </a:t>
            </a:r>
            <a:r>
              <a:rPr lang="en-US" altLang="zh-CN" sz="1800" dirty="0">
                <a:solidFill>
                  <a:schemeClr val="accent1">
                    <a:lumMod val="75000"/>
                  </a:schemeClr>
                </a:solidFill>
                <a:latin typeface="Times New Roman" panose="02020503050405090304" pitchFamily="18" charset="0"/>
                <a:ea typeface="宋体" pitchFamily="2" charset="-122"/>
              </a:rPr>
              <a:t>……</a:t>
            </a:r>
            <a:endParaRPr lang="zh-CN" altLang="en-US" sz="1000" dirty="0">
              <a:solidFill>
                <a:schemeClr val="accent1">
                  <a:lumMod val="75000"/>
                </a:schemeClr>
              </a:solidFill>
              <a:latin typeface="Times New Roman" panose="02020503050405090304" pitchFamily="18" charset="0"/>
              <a:ea typeface="宋体" pitchFamily="2" charset="-122"/>
            </a:endParaRPr>
          </a:p>
        </p:txBody>
      </p:sp>
      <p:sp>
        <p:nvSpPr>
          <p:cNvPr id="55" name="椭圆 54"/>
          <p:cNvSpPr/>
          <p:nvPr/>
        </p:nvSpPr>
        <p:spPr>
          <a:xfrm>
            <a:off x="4946483" y="369978"/>
            <a:ext cx="279180" cy="279180"/>
          </a:xfrm>
          <a:prstGeom prst="ellipse">
            <a:avLst/>
          </a:prstGeom>
          <a:solidFill>
            <a:srgbClr val="DF5451"/>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8" name="椭圆 57"/>
          <p:cNvSpPr/>
          <p:nvPr/>
        </p:nvSpPr>
        <p:spPr>
          <a:xfrm>
            <a:off x="5402607" y="380246"/>
            <a:ext cx="280256" cy="268912"/>
          </a:xfrm>
          <a:prstGeom prst="ellipse">
            <a:avLst/>
          </a:prstGeom>
          <a:solidFill>
            <a:srgbClr val="DF5451"/>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4" name="矩形 63"/>
          <p:cNvSpPr/>
          <p:nvPr/>
        </p:nvSpPr>
        <p:spPr>
          <a:xfrm>
            <a:off x="5427430" y="867913"/>
            <a:ext cx="275768" cy="2757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p:cNvSpPr txBox="1"/>
          <p:nvPr/>
        </p:nvSpPr>
        <p:spPr>
          <a:xfrm>
            <a:off x="5371930" y="862337"/>
            <a:ext cx="402609" cy="276999"/>
          </a:xfrm>
          <a:prstGeom prst="rect">
            <a:avLst/>
          </a:prstGeom>
          <a:noFill/>
        </p:spPr>
        <p:txBody>
          <a:bodyPr wrap="square" rtlCol="0">
            <a:spAutoFit/>
          </a:bodyPr>
          <a:lstStyle/>
          <a:p>
            <a:r>
              <a:rPr lang="en-US" altLang="zh-CN" sz="1200" dirty="0">
                <a:solidFill>
                  <a:schemeClr val="bg1"/>
                </a:solidFill>
                <a:latin typeface="Times New Roman" panose="02020503050405090304" pitchFamily="18" charset="0"/>
                <a:ea typeface="宋体" pitchFamily="2" charset="-122"/>
              </a:rPr>
              <a:t>O1</a:t>
            </a:r>
            <a:endParaRPr lang="zh-CN" altLang="en-US" sz="1200" dirty="0">
              <a:solidFill>
                <a:schemeClr val="bg1"/>
              </a:solidFill>
              <a:latin typeface="Times New Roman" panose="02020503050405090304" pitchFamily="18" charset="0"/>
              <a:ea typeface="宋体" pitchFamily="2" charset="-122"/>
            </a:endParaRPr>
          </a:p>
        </p:txBody>
      </p:sp>
      <p:sp>
        <p:nvSpPr>
          <p:cNvPr id="69" name="文本框 68"/>
          <p:cNvSpPr txBox="1"/>
          <p:nvPr/>
        </p:nvSpPr>
        <p:spPr>
          <a:xfrm>
            <a:off x="5907820" y="877416"/>
            <a:ext cx="402609" cy="276999"/>
          </a:xfrm>
          <a:prstGeom prst="rect">
            <a:avLst/>
          </a:prstGeom>
          <a:noFill/>
        </p:spPr>
        <p:txBody>
          <a:bodyPr wrap="square" rtlCol="0">
            <a:spAutoFit/>
          </a:bodyPr>
          <a:lstStyle/>
          <a:p>
            <a:r>
              <a:rPr lang="en-US" altLang="zh-CN" sz="1200" dirty="0">
                <a:solidFill>
                  <a:schemeClr val="bg1"/>
                </a:solidFill>
                <a:latin typeface="Times New Roman" panose="02020503050405090304" pitchFamily="18" charset="0"/>
                <a:ea typeface="宋体" pitchFamily="2" charset="-122"/>
              </a:rPr>
              <a:t>O3</a:t>
            </a:r>
            <a:endParaRPr lang="zh-CN" altLang="en-US" sz="1200" dirty="0">
              <a:solidFill>
                <a:schemeClr val="bg1"/>
              </a:solidFill>
              <a:latin typeface="Times New Roman" panose="02020503050405090304" pitchFamily="18" charset="0"/>
              <a:ea typeface="宋体" pitchFamily="2" charset="-122"/>
            </a:endParaRPr>
          </a:p>
        </p:txBody>
      </p:sp>
      <p:sp>
        <p:nvSpPr>
          <p:cNvPr id="71" name="文本框 70"/>
          <p:cNvSpPr txBox="1"/>
          <p:nvPr/>
        </p:nvSpPr>
        <p:spPr>
          <a:xfrm>
            <a:off x="4933621" y="362784"/>
            <a:ext cx="394626" cy="276999"/>
          </a:xfrm>
          <a:prstGeom prst="rect">
            <a:avLst/>
          </a:prstGeom>
          <a:noFill/>
        </p:spPr>
        <p:txBody>
          <a:bodyPr wrap="square" rtlCol="0">
            <a:spAutoFit/>
          </a:bodyPr>
          <a:lstStyle/>
          <a:p>
            <a:r>
              <a:rPr lang="en-US" altLang="zh-CN" sz="1200" dirty="0">
                <a:solidFill>
                  <a:schemeClr val="bg1"/>
                </a:solidFill>
                <a:latin typeface="Times New Roman" panose="02020503050405090304" pitchFamily="18" charset="0"/>
                <a:ea typeface="宋体" pitchFamily="2" charset="-122"/>
              </a:rPr>
              <a:t>s0</a:t>
            </a:r>
            <a:endParaRPr lang="zh-CN" altLang="en-US" sz="1200" dirty="0">
              <a:solidFill>
                <a:schemeClr val="bg1"/>
              </a:solidFill>
              <a:latin typeface="Times New Roman" panose="02020503050405090304" pitchFamily="18" charset="0"/>
              <a:ea typeface="宋体" pitchFamily="2" charset="-122"/>
            </a:endParaRPr>
          </a:p>
        </p:txBody>
      </p:sp>
      <p:sp>
        <p:nvSpPr>
          <p:cNvPr id="72" name="文本框 71"/>
          <p:cNvSpPr txBox="1"/>
          <p:nvPr/>
        </p:nvSpPr>
        <p:spPr>
          <a:xfrm>
            <a:off x="5383627" y="372159"/>
            <a:ext cx="402609" cy="276999"/>
          </a:xfrm>
          <a:prstGeom prst="rect">
            <a:avLst/>
          </a:prstGeom>
          <a:noFill/>
        </p:spPr>
        <p:txBody>
          <a:bodyPr wrap="square" rtlCol="0">
            <a:spAutoFit/>
          </a:bodyPr>
          <a:lstStyle/>
          <a:p>
            <a:r>
              <a:rPr lang="en-US" altLang="zh-CN" sz="1200" dirty="0">
                <a:solidFill>
                  <a:schemeClr val="bg1"/>
                </a:solidFill>
                <a:latin typeface="Times New Roman" panose="02020503050405090304" pitchFamily="18" charset="0"/>
                <a:ea typeface="宋体" pitchFamily="2" charset="-122"/>
              </a:rPr>
              <a:t>s1</a:t>
            </a:r>
            <a:endParaRPr lang="zh-CN" altLang="en-US" sz="1200" dirty="0">
              <a:solidFill>
                <a:schemeClr val="bg1"/>
              </a:solidFill>
              <a:latin typeface="Times New Roman" panose="02020503050405090304" pitchFamily="18" charset="0"/>
              <a:ea typeface="宋体" pitchFamily="2" charset="-122"/>
            </a:endParaRPr>
          </a:p>
        </p:txBody>
      </p:sp>
      <p:cxnSp>
        <p:nvCxnSpPr>
          <p:cNvPr id="76" name="直接箭头连接符 75"/>
          <p:cNvCxnSpPr/>
          <p:nvPr/>
        </p:nvCxnSpPr>
        <p:spPr>
          <a:xfrm>
            <a:off x="5562288" y="655580"/>
            <a:ext cx="0" cy="1852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直接箭头连接符 78"/>
          <p:cNvCxnSpPr/>
          <p:nvPr/>
        </p:nvCxnSpPr>
        <p:spPr>
          <a:xfrm>
            <a:off x="5242258" y="521405"/>
            <a:ext cx="156949"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标题 9"/>
          <p:cNvSpPr>
            <a:spLocks noGrp="1"/>
          </p:cNvSpPr>
          <p:nvPr>
            <p:ph type="title"/>
          </p:nvPr>
        </p:nvSpPr>
        <p:spPr/>
        <p:txBody>
          <a:bodyPr/>
          <a:lstStyle/>
          <a:p>
            <a:r>
              <a:rPr lang="en-US" altLang="zh-CN" sz="2400" b="1">
                <a:solidFill>
                  <a:srgbClr val="004C41"/>
                </a:solidFill>
                <a:ea typeface="宋体" pitchFamily="2" charset="-122"/>
                <a:cs typeface="+mn-ea"/>
                <a:sym typeface="+mn-lt"/>
              </a:rPr>
              <a:t>5. </a:t>
            </a:r>
            <a:r>
              <a:rPr lang="zh-CN" altLang="en-US" sz="2400" b="1">
                <a:solidFill>
                  <a:srgbClr val="004C41"/>
                </a:solidFill>
                <a:ea typeface="宋体" pitchFamily="2" charset="-122"/>
                <a:cs typeface="+mn-ea"/>
                <a:sym typeface="+mn-lt"/>
              </a:rPr>
              <a:t>基于序列标注的分词案例</a:t>
            </a:r>
            <a:r>
              <a:rPr lang="en-US" altLang="zh-CN" sz="2400" b="1">
                <a:solidFill>
                  <a:srgbClr val="004C41"/>
                </a:solidFill>
                <a:ea typeface="宋体" pitchFamily="2" charset="-122"/>
                <a:cs typeface="+mn-ea"/>
                <a:sym typeface="+mn-lt"/>
              </a:rPr>
              <a:t>——viterbi</a:t>
            </a:r>
            <a:r>
              <a:rPr lang="zh-CN" altLang="en-US" sz="2400" b="1">
                <a:solidFill>
                  <a:srgbClr val="004C41"/>
                </a:solidFill>
                <a:ea typeface="宋体" pitchFamily="2" charset="-122"/>
                <a:cs typeface="+mn-ea"/>
                <a:sym typeface="+mn-lt"/>
              </a:rPr>
              <a:t>函数</a:t>
            </a:r>
            <a:endParaRPr lang="zh-CN" altLang="en-US">
              <a:ea typeface="宋体" pitchFamily="2" charset="-122"/>
            </a:endParaRPr>
          </a:p>
        </p:txBody>
      </p:sp>
      <p:sp>
        <p:nvSpPr>
          <p:cNvPr id="6" name="日期占位符 5"/>
          <p:cNvSpPr>
            <a:spLocks noGrp="1"/>
          </p:cNvSpPr>
          <p:nvPr>
            <p:ph type="dt" sz="half" idx="10"/>
          </p:nvPr>
        </p:nvSpPr>
        <p:spPr/>
        <p:txBody>
          <a:bodyPr/>
          <a:lstStyle/>
          <a:p>
            <a:fld id="{933A3412-212F-4519-BA2B-12B755C44C8F}"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7" name="灯片编号占位符 6"/>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par>
                                <p:cTn id="23" presetID="10"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500"/>
                                        <p:tgtEl>
                                          <p:spTgt spid="26"/>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fade">
                                      <p:cBhvr>
                                        <p:cTn id="36" dur="500"/>
                                        <p:tgtEl>
                                          <p:spTgt spid="29"/>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00"/>
                                        <p:tgtEl>
                                          <p:spTgt spid="3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1"/>
                                        </p:tgtEl>
                                        <p:attrNameLst>
                                          <p:attrName>style.visibility</p:attrName>
                                        </p:attrNameLst>
                                      </p:cBhvr>
                                      <p:to>
                                        <p:strVal val="visible"/>
                                      </p:to>
                                    </p:set>
                                    <p:animEffect transition="in" filter="fade">
                                      <p:cBhvr>
                                        <p:cTn id="44" dur="500"/>
                                        <p:tgtEl>
                                          <p:spTgt spid="31"/>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2"/>
                                        </p:tgtEl>
                                        <p:attrNameLst>
                                          <p:attrName>style.visibility</p:attrName>
                                        </p:attrNameLst>
                                      </p:cBhvr>
                                      <p:to>
                                        <p:strVal val="visible"/>
                                      </p:to>
                                    </p:set>
                                    <p:animEffect transition="in" filter="fade">
                                      <p:cBhvr>
                                        <p:cTn id="49" dur="500"/>
                                        <p:tgtEl>
                                          <p:spTgt spid="3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5"/>
                                        </p:tgtEl>
                                        <p:attrNameLst>
                                          <p:attrName>style.visibility</p:attrName>
                                        </p:attrNameLst>
                                      </p:cBhvr>
                                      <p:to>
                                        <p:strVal val="visible"/>
                                      </p:to>
                                    </p:set>
                                    <p:animEffect transition="in" filter="fade">
                                      <p:cBhvr>
                                        <p:cTn id="52" dur="500"/>
                                        <p:tgtEl>
                                          <p:spTgt spid="35"/>
                                        </p:tgtEl>
                                      </p:cBhvr>
                                    </p:animEffect>
                                  </p:childTnLst>
                                </p:cTn>
                              </p:par>
                              <p:par>
                                <p:cTn id="53" presetID="10" presetClass="entr" presetSubtype="0" fill="hold" nodeType="with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fade">
                                      <p:cBhvr>
                                        <p:cTn id="55" dur="500"/>
                                        <p:tgtEl>
                                          <p:spTgt spid="3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34"/>
                                        </p:tgtEl>
                                        <p:attrNameLst>
                                          <p:attrName>style.visibility</p:attrName>
                                        </p:attrNameLst>
                                      </p:cBhvr>
                                      <p:to>
                                        <p:strVal val="visible"/>
                                      </p:to>
                                    </p:set>
                                    <p:animEffect transition="in" filter="fade">
                                      <p:cBhvr>
                                        <p:cTn id="60" dur="500"/>
                                        <p:tgtEl>
                                          <p:spTgt spid="34"/>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13"/>
                                        </p:tgtEl>
                                        <p:attrNameLst>
                                          <p:attrName>style.visibility</p:attrName>
                                        </p:attrNameLst>
                                      </p:cBhvr>
                                      <p:to>
                                        <p:strVal val="visible"/>
                                      </p:to>
                                    </p:set>
                                    <p:animEffect transition="in" filter="fade">
                                      <p:cBhvr>
                                        <p:cTn id="65" dur="500"/>
                                        <p:tgtEl>
                                          <p:spTgt spid="13"/>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55"/>
                                        </p:tgtEl>
                                        <p:attrNameLst>
                                          <p:attrName>style.visibility</p:attrName>
                                        </p:attrNameLst>
                                      </p:cBhvr>
                                      <p:to>
                                        <p:strVal val="visible"/>
                                      </p:to>
                                    </p:set>
                                    <p:animEffect transition="in" filter="fade">
                                      <p:cBhvr>
                                        <p:cTn id="70" dur="500"/>
                                        <p:tgtEl>
                                          <p:spTgt spid="5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58"/>
                                        </p:tgtEl>
                                        <p:attrNameLst>
                                          <p:attrName>style.visibility</p:attrName>
                                        </p:attrNameLst>
                                      </p:cBhvr>
                                      <p:to>
                                        <p:strVal val="visible"/>
                                      </p:to>
                                    </p:set>
                                    <p:animEffect transition="in" filter="fade">
                                      <p:cBhvr>
                                        <p:cTn id="73" dur="500"/>
                                        <p:tgtEl>
                                          <p:spTgt spid="58"/>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64"/>
                                        </p:tgtEl>
                                        <p:attrNameLst>
                                          <p:attrName>style.visibility</p:attrName>
                                        </p:attrNameLst>
                                      </p:cBhvr>
                                      <p:to>
                                        <p:strVal val="visible"/>
                                      </p:to>
                                    </p:set>
                                    <p:animEffect transition="in" filter="fade">
                                      <p:cBhvr>
                                        <p:cTn id="76" dur="500"/>
                                        <p:tgtEl>
                                          <p:spTgt spid="64"/>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68"/>
                                        </p:tgtEl>
                                        <p:attrNameLst>
                                          <p:attrName>style.visibility</p:attrName>
                                        </p:attrNameLst>
                                      </p:cBhvr>
                                      <p:to>
                                        <p:strVal val="visible"/>
                                      </p:to>
                                    </p:set>
                                    <p:animEffect transition="in" filter="fade">
                                      <p:cBhvr>
                                        <p:cTn id="79" dur="500"/>
                                        <p:tgtEl>
                                          <p:spTgt spid="68"/>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71"/>
                                        </p:tgtEl>
                                        <p:attrNameLst>
                                          <p:attrName>style.visibility</p:attrName>
                                        </p:attrNameLst>
                                      </p:cBhvr>
                                      <p:to>
                                        <p:strVal val="visible"/>
                                      </p:to>
                                    </p:set>
                                    <p:animEffect transition="in" filter="fade">
                                      <p:cBhvr>
                                        <p:cTn id="82" dur="500"/>
                                        <p:tgtEl>
                                          <p:spTgt spid="71"/>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72"/>
                                        </p:tgtEl>
                                        <p:attrNameLst>
                                          <p:attrName>style.visibility</p:attrName>
                                        </p:attrNameLst>
                                      </p:cBhvr>
                                      <p:to>
                                        <p:strVal val="visible"/>
                                      </p:to>
                                    </p:set>
                                    <p:animEffect transition="in" filter="fade">
                                      <p:cBhvr>
                                        <p:cTn id="85" dur="500"/>
                                        <p:tgtEl>
                                          <p:spTgt spid="72"/>
                                        </p:tgtEl>
                                      </p:cBhvr>
                                    </p:animEffect>
                                  </p:childTnLst>
                                </p:cTn>
                              </p:par>
                              <p:par>
                                <p:cTn id="86" presetID="10" presetClass="entr" presetSubtype="0" fill="hold" nodeType="withEffect">
                                  <p:stCondLst>
                                    <p:cond delay="0"/>
                                  </p:stCondLst>
                                  <p:childTnLst>
                                    <p:set>
                                      <p:cBhvr>
                                        <p:cTn id="87" dur="1" fill="hold">
                                          <p:stCondLst>
                                            <p:cond delay="0"/>
                                          </p:stCondLst>
                                        </p:cTn>
                                        <p:tgtEl>
                                          <p:spTgt spid="76"/>
                                        </p:tgtEl>
                                        <p:attrNameLst>
                                          <p:attrName>style.visibility</p:attrName>
                                        </p:attrNameLst>
                                      </p:cBhvr>
                                      <p:to>
                                        <p:strVal val="visible"/>
                                      </p:to>
                                    </p:set>
                                    <p:animEffect transition="in" filter="fade">
                                      <p:cBhvr>
                                        <p:cTn id="88" dur="500"/>
                                        <p:tgtEl>
                                          <p:spTgt spid="76"/>
                                        </p:tgtEl>
                                      </p:cBhvr>
                                    </p:animEffect>
                                  </p:childTnLst>
                                </p:cTn>
                              </p:par>
                              <p:par>
                                <p:cTn id="89" presetID="10" presetClass="entr" presetSubtype="0" fill="hold" nodeType="withEffect">
                                  <p:stCondLst>
                                    <p:cond delay="0"/>
                                  </p:stCondLst>
                                  <p:childTnLst>
                                    <p:set>
                                      <p:cBhvr>
                                        <p:cTn id="90" dur="1" fill="hold">
                                          <p:stCondLst>
                                            <p:cond delay="0"/>
                                          </p:stCondLst>
                                        </p:cTn>
                                        <p:tgtEl>
                                          <p:spTgt spid="79"/>
                                        </p:tgtEl>
                                        <p:attrNameLst>
                                          <p:attrName>style.visibility</p:attrName>
                                        </p:attrNameLst>
                                      </p:cBhvr>
                                      <p:to>
                                        <p:strVal val="visible"/>
                                      </p:to>
                                    </p:set>
                                    <p:animEffect transition="in" filter="fade">
                                      <p:cBhvr>
                                        <p:cTn id="91" dur="500"/>
                                        <p:tgtEl>
                                          <p:spTgt spid="79"/>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nodeType="clickEffect">
                                  <p:stCondLst>
                                    <p:cond delay="0"/>
                                  </p:stCondLst>
                                  <p:childTnLst>
                                    <p:set>
                                      <p:cBhvr>
                                        <p:cTn id="95" dur="1" fill="hold">
                                          <p:stCondLst>
                                            <p:cond delay="0"/>
                                          </p:stCondLst>
                                        </p:cTn>
                                        <p:tgtEl>
                                          <p:spTgt spid="38"/>
                                        </p:tgtEl>
                                        <p:attrNameLst>
                                          <p:attrName>style.visibility</p:attrName>
                                        </p:attrNameLst>
                                      </p:cBhvr>
                                      <p:to>
                                        <p:strVal val="visible"/>
                                      </p:to>
                                    </p:set>
                                    <p:animEffect transition="in" filter="fade">
                                      <p:cBhvr>
                                        <p:cTn id="96" dur="500"/>
                                        <p:tgtEl>
                                          <p:spTgt spid="38"/>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9"/>
                                        </p:tgtEl>
                                        <p:attrNameLst>
                                          <p:attrName>style.visibility</p:attrName>
                                        </p:attrNameLst>
                                      </p:cBhvr>
                                      <p:to>
                                        <p:strVal val="visible"/>
                                      </p:to>
                                    </p:set>
                                    <p:animEffect transition="in" filter="fade">
                                      <p:cBhvr>
                                        <p:cTn id="99" dur="500"/>
                                        <p:tgtEl>
                                          <p:spTgt spid="39"/>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nodeType="clickEffect">
                                  <p:stCondLst>
                                    <p:cond delay="0"/>
                                  </p:stCondLst>
                                  <p:childTnLst>
                                    <p:set>
                                      <p:cBhvr>
                                        <p:cTn id="103" dur="1" fill="hold">
                                          <p:stCondLst>
                                            <p:cond delay="0"/>
                                          </p:stCondLst>
                                        </p:cTn>
                                        <p:tgtEl>
                                          <p:spTgt spid="40"/>
                                        </p:tgtEl>
                                        <p:attrNameLst>
                                          <p:attrName>style.visibility</p:attrName>
                                        </p:attrNameLst>
                                      </p:cBhvr>
                                      <p:to>
                                        <p:strVal val="visible"/>
                                      </p:to>
                                    </p:set>
                                    <p:animEffect transition="in" filter="fade">
                                      <p:cBhvr>
                                        <p:cTn id="104" dur="500"/>
                                        <p:tgtEl>
                                          <p:spTgt spid="40"/>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41"/>
                                        </p:tgtEl>
                                        <p:attrNameLst>
                                          <p:attrName>style.visibility</p:attrName>
                                        </p:attrNameLst>
                                      </p:cBhvr>
                                      <p:to>
                                        <p:strVal val="visible"/>
                                      </p:to>
                                    </p:set>
                                    <p:animEffect transition="in" filter="fade">
                                      <p:cBhvr>
                                        <p:cTn id="107" dur="500"/>
                                        <p:tgtEl>
                                          <p:spTgt spid="41"/>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nodeType="clickEffect">
                                  <p:stCondLst>
                                    <p:cond delay="0"/>
                                  </p:stCondLst>
                                  <p:childTnLst>
                                    <p:set>
                                      <p:cBhvr>
                                        <p:cTn id="111" dur="1" fill="hold">
                                          <p:stCondLst>
                                            <p:cond delay="0"/>
                                          </p:stCondLst>
                                        </p:cTn>
                                        <p:tgtEl>
                                          <p:spTgt spid="56"/>
                                        </p:tgtEl>
                                        <p:attrNameLst>
                                          <p:attrName>style.visibility</p:attrName>
                                        </p:attrNameLst>
                                      </p:cBhvr>
                                      <p:to>
                                        <p:strVal val="visible"/>
                                      </p:to>
                                    </p:set>
                                    <p:animEffect transition="in" filter="fade">
                                      <p:cBhvr>
                                        <p:cTn id="112" dur="500"/>
                                        <p:tgtEl>
                                          <p:spTgt spid="56"/>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57"/>
                                        </p:tgtEl>
                                        <p:attrNameLst>
                                          <p:attrName>style.visibility</p:attrName>
                                        </p:attrNameLst>
                                      </p:cBhvr>
                                      <p:to>
                                        <p:strVal val="visible"/>
                                      </p:to>
                                    </p:set>
                                    <p:animEffect transition="in" filter="fade">
                                      <p:cBhvr>
                                        <p:cTn id="115" dur="500"/>
                                        <p:tgtEl>
                                          <p:spTgt spid="57"/>
                                        </p:tgtEl>
                                      </p:cBhvr>
                                    </p:animEffect>
                                  </p:childTnLst>
                                </p:cTn>
                              </p:par>
                              <p:par>
                                <p:cTn id="116" presetID="10" presetClass="exit" presetSubtype="0" fill="hold" nodeType="withEffect">
                                  <p:stCondLst>
                                    <p:cond delay="0"/>
                                  </p:stCondLst>
                                  <p:childTnLst>
                                    <p:animEffect transition="out" filter="fade">
                                      <p:cBhvr>
                                        <p:cTn id="117" dur="500"/>
                                        <p:tgtEl>
                                          <p:spTgt spid="13"/>
                                        </p:tgtEl>
                                      </p:cBhvr>
                                    </p:animEffect>
                                    <p:set>
                                      <p:cBhvr>
                                        <p:cTn id="118" dur="1" fill="hold">
                                          <p:stCondLst>
                                            <p:cond delay="499"/>
                                          </p:stCondLst>
                                        </p:cTn>
                                        <p:tgtEl>
                                          <p:spTgt spid="13"/>
                                        </p:tgtEl>
                                        <p:attrNameLst>
                                          <p:attrName>style.visibility</p:attrName>
                                        </p:attrNameLst>
                                      </p:cBhvr>
                                      <p:to>
                                        <p:strVal val="hidden"/>
                                      </p:to>
                                    </p:set>
                                  </p:childTnLst>
                                </p:cTn>
                              </p:par>
                            </p:childTnLst>
                          </p:cTn>
                        </p:par>
                      </p:childTnLst>
                    </p:cTn>
                  </p:par>
                  <p:par>
                    <p:cTn id="119" fill="hold">
                      <p:stCondLst>
                        <p:cond delay="indefinite"/>
                      </p:stCondLst>
                      <p:childTnLst>
                        <p:par>
                          <p:cTn id="120" fill="hold">
                            <p:stCondLst>
                              <p:cond delay="0"/>
                            </p:stCondLst>
                            <p:childTnLst>
                              <p:par>
                                <p:cTn id="121" presetID="10" presetClass="entr" presetSubtype="0" fill="hold" nodeType="clickEffect">
                                  <p:stCondLst>
                                    <p:cond delay="0"/>
                                  </p:stCondLst>
                                  <p:childTnLst>
                                    <p:set>
                                      <p:cBhvr>
                                        <p:cTn id="122" dur="1" fill="hold">
                                          <p:stCondLst>
                                            <p:cond delay="0"/>
                                          </p:stCondLst>
                                        </p:cTn>
                                        <p:tgtEl>
                                          <p:spTgt spid="42"/>
                                        </p:tgtEl>
                                        <p:attrNameLst>
                                          <p:attrName>style.visibility</p:attrName>
                                        </p:attrNameLst>
                                      </p:cBhvr>
                                      <p:to>
                                        <p:strVal val="visible"/>
                                      </p:to>
                                    </p:set>
                                    <p:animEffect transition="in" filter="fade">
                                      <p:cBhvr>
                                        <p:cTn id="123" dur="500"/>
                                        <p:tgtEl>
                                          <p:spTgt spid="42"/>
                                        </p:tgtEl>
                                      </p:cBhvr>
                                    </p:animEffect>
                                  </p:childTnLst>
                                </p:cTn>
                              </p:par>
                            </p:childTnLst>
                          </p:cTn>
                        </p:par>
                      </p:childTnLst>
                    </p:cTn>
                  </p:par>
                  <p:par>
                    <p:cTn id="124" fill="hold">
                      <p:stCondLst>
                        <p:cond delay="indefinite"/>
                      </p:stCondLst>
                      <p:childTnLst>
                        <p:par>
                          <p:cTn id="125" fill="hold">
                            <p:stCondLst>
                              <p:cond delay="0"/>
                            </p:stCondLst>
                            <p:childTnLst>
                              <p:par>
                                <p:cTn id="126" presetID="10" presetClass="entr" presetSubtype="0" fill="hold" nodeType="clickEffect">
                                  <p:stCondLst>
                                    <p:cond delay="0"/>
                                  </p:stCondLst>
                                  <p:childTnLst>
                                    <p:set>
                                      <p:cBhvr>
                                        <p:cTn id="127" dur="1" fill="hold">
                                          <p:stCondLst>
                                            <p:cond delay="0"/>
                                          </p:stCondLst>
                                        </p:cTn>
                                        <p:tgtEl>
                                          <p:spTgt spid="45"/>
                                        </p:tgtEl>
                                        <p:attrNameLst>
                                          <p:attrName>style.visibility</p:attrName>
                                        </p:attrNameLst>
                                      </p:cBhvr>
                                      <p:to>
                                        <p:strVal val="visible"/>
                                      </p:to>
                                    </p:set>
                                    <p:animEffect transition="in" filter="fade">
                                      <p:cBhvr>
                                        <p:cTn id="128" dur="500"/>
                                        <p:tgtEl>
                                          <p:spTgt spid="45"/>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46"/>
                                        </p:tgtEl>
                                        <p:attrNameLst>
                                          <p:attrName>style.visibility</p:attrName>
                                        </p:attrNameLst>
                                      </p:cBhvr>
                                      <p:to>
                                        <p:strVal val="visible"/>
                                      </p:to>
                                    </p:set>
                                    <p:animEffect transition="in" filter="fade">
                                      <p:cBhvr>
                                        <p:cTn id="131" dur="500"/>
                                        <p:tgtEl>
                                          <p:spTgt spid="46"/>
                                        </p:tgtEl>
                                      </p:cBhvr>
                                    </p:animEffect>
                                  </p:childTnLst>
                                </p:cTn>
                              </p:par>
                            </p:childTnLst>
                          </p:cTn>
                        </p:par>
                      </p:childTnLst>
                    </p:cTn>
                  </p:par>
                  <p:par>
                    <p:cTn id="132" fill="hold">
                      <p:stCondLst>
                        <p:cond delay="indefinite"/>
                      </p:stCondLst>
                      <p:childTnLst>
                        <p:par>
                          <p:cTn id="133" fill="hold">
                            <p:stCondLst>
                              <p:cond delay="0"/>
                            </p:stCondLst>
                            <p:childTnLst>
                              <p:par>
                                <p:cTn id="134" presetID="10" presetClass="entr" presetSubtype="0" fill="hold" nodeType="clickEffect">
                                  <p:stCondLst>
                                    <p:cond delay="0"/>
                                  </p:stCondLst>
                                  <p:childTnLst>
                                    <p:set>
                                      <p:cBhvr>
                                        <p:cTn id="135" dur="1" fill="hold">
                                          <p:stCondLst>
                                            <p:cond delay="0"/>
                                          </p:stCondLst>
                                        </p:cTn>
                                        <p:tgtEl>
                                          <p:spTgt spid="47"/>
                                        </p:tgtEl>
                                        <p:attrNameLst>
                                          <p:attrName>style.visibility</p:attrName>
                                        </p:attrNameLst>
                                      </p:cBhvr>
                                      <p:to>
                                        <p:strVal val="visible"/>
                                      </p:to>
                                    </p:set>
                                    <p:animEffect transition="in" filter="fade">
                                      <p:cBhvr>
                                        <p:cTn id="136" dur="500"/>
                                        <p:tgtEl>
                                          <p:spTgt spid="47"/>
                                        </p:tgtEl>
                                      </p:cBhvr>
                                    </p:animEffect>
                                  </p:childTnLst>
                                </p:cTn>
                              </p:par>
                            </p:childTnLst>
                          </p:cTn>
                        </p:par>
                      </p:childTnLst>
                    </p:cTn>
                  </p:par>
                  <p:par>
                    <p:cTn id="137" fill="hold">
                      <p:stCondLst>
                        <p:cond delay="indefinite"/>
                      </p:stCondLst>
                      <p:childTnLst>
                        <p:par>
                          <p:cTn id="138" fill="hold">
                            <p:stCondLst>
                              <p:cond delay="0"/>
                            </p:stCondLst>
                            <p:childTnLst>
                              <p:par>
                                <p:cTn id="139" presetID="10" presetClass="entr" presetSubtype="0" fill="hold" nodeType="clickEffect">
                                  <p:stCondLst>
                                    <p:cond delay="0"/>
                                  </p:stCondLst>
                                  <p:childTnLst>
                                    <p:set>
                                      <p:cBhvr>
                                        <p:cTn id="140" dur="1" fill="hold">
                                          <p:stCondLst>
                                            <p:cond delay="0"/>
                                          </p:stCondLst>
                                        </p:cTn>
                                        <p:tgtEl>
                                          <p:spTgt spid="59"/>
                                        </p:tgtEl>
                                        <p:attrNameLst>
                                          <p:attrName>style.visibility</p:attrName>
                                        </p:attrNameLst>
                                      </p:cBhvr>
                                      <p:to>
                                        <p:strVal val="visible"/>
                                      </p:to>
                                    </p:set>
                                    <p:animEffect transition="in" filter="fade">
                                      <p:cBhvr>
                                        <p:cTn id="141" dur="500"/>
                                        <p:tgtEl>
                                          <p:spTgt spid="59"/>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62"/>
                                        </p:tgtEl>
                                        <p:attrNameLst>
                                          <p:attrName>style.visibility</p:attrName>
                                        </p:attrNameLst>
                                      </p:cBhvr>
                                      <p:to>
                                        <p:strVal val="visible"/>
                                      </p:to>
                                    </p:set>
                                    <p:animEffect transition="in" filter="fade">
                                      <p:cBhvr>
                                        <p:cTn id="144" dur="500"/>
                                        <p:tgtEl>
                                          <p:spTgt spid="62"/>
                                        </p:tgtEl>
                                      </p:cBhvr>
                                    </p:animEffect>
                                  </p:childTnLst>
                                </p:cTn>
                              </p:par>
                              <p:par>
                                <p:cTn id="145" presetID="10" presetClass="exit" presetSubtype="0" fill="hold" nodeType="withEffect">
                                  <p:stCondLst>
                                    <p:cond delay="0"/>
                                  </p:stCondLst>
                                  <p:childTnLst>
                                    <p:animEffect transition="out" filter="fade">
                                      <p:cBhvr>
                                        <p:cTn id="146" dur="500"/>
                                        <p:tgtEl>
                                          <p:spTgt spid="42"/>
                                        </p:tgtEl>
                                      </p:cBhvr>
                                    </p:animEffect>
                                    <p:set>
                                      <p:cBhvr>
                                        <p:cTn id="147" dur="1" fill="hold">
                                          <p:stCondLst>
                                            <p:cond delay="499"/>
                                          </p:stCondLst>
                                        </p:cTn>
                                        <p:tgtEl>
                                          <p:spTgt spid="42"/>
                                        </p:tgtEl>
                                        <p:attrNameLst>
                                          <p:attrName>style.visibility</p:attrName>
                                        </p:attrNameLst>
                                      </p:cBhvr>
                                      <p:to>
                                        <p:strVal val="hidden"/>
                                      </p:to>
                                    </p:set>
                                  </p:childTnLst>
                                </p:cTn>
                              </p:par>
                            </p:childTnLst>
                          </p:cTn>
                        </p:par>
                      </p:childTnLst>
                    </p:cTn>
                  </p:par>
                  <p:par>
                    <p:cTn id="148" fill="hold">
                      <p:stCondLst>
                        <p:cond delay="indefinite"/>
                      </p:stCondLst>
                      <p:childTnLst>
                        <p:par>
                          <p:cTn id="149" fill="hold">
                            <p:stCondLst>
                              <p:cond delay="0"/>
                            </p:stCondLst>
                            <p:childTnLst>
                              <p:par>
                                <p:cTn id="150" presetID="10" presetClass="entr" presetSubtype="0" fill="hold" grpId="0" nodeType="clickEffect">
                                  <p:stCondLst>
                                    <p:cond delay="0"/>
                                  </p:stCondLst>
                                  <p:childTnLst>
                                    <p:set>
                                      <p:cBhvr>
                                        <p:cTn id="151" dur="1" fill="hold">
                                          <p:stCondLst>
                                            <p:cond delay="0"/>
                                          </p:stCondLst>
                                        </p:cTn>
                                        <p:tgtEl>
                                          <p:spTgt spid="48"/>
                                        </p:tgtEl>
                                        <p:attrNameLst>
                                          <p:attrName>style.visibility</p:attrName>
                                        </p:attrNameLst>
                                      </p:cBhvr>
                                      <p:to>
                                        <p:strVal val="visible"/>
                                      </p:to>
                                    </p:set>
                                    <p:animEffect transition="in" filter="fade">
                                      <p:cBhvr>
                                        <p:cTn id="152" dur="500"/>
                                        <p:tgtEl>
                                          <p:spTgt spid="48"/>
                                        </p:tgtEl>
                                      </p:cBhvr>
                                    </p:animEffect>
                                  </p:childTnLst>
                                </p:cTn>
                              </p:par>
                              <p:par>
                                <p:cTn id="153" presetID="10" presetClass="entr" presetSubtype="0" fill="hold" nodeType="withEffect">
                                  <p:stCondLst>
                                    <p:cond delay="0"/>
                                  </p:stCondLst>
                                  <p:childTnLst>
                                    <p:set>
                                      <p:cBhvr>
                                        <p:cTn id="154" dur="1" fill="hold">
                                          <p:stCondLst>
                                            <p:cond delay="0"/>
                                          </p:stCondLst>
                                        </p:cTn>
                                        <p:tgtEl>
                                          <p:spTgt spid="49"/>
                                        </p:tgtEl>
                                        <p:attrNameLst>
                                          <p:attrName>style.visibility</p:attrName>
                                        </p:attrNameLst>
                                      </p:cBhvr>
                                      <p:to>
                                        <p:strVal val="visible"/>
                                      </p:to>
                                    </p:set>
                                    <p:animEffect transition="in" filter="fade">
                                      <p:cBhvr>
                                        <p:cTn id="155" dur="500"/>
                                        <p:tgtEl>
                                          <p:spTgt spid="49"/>
                                        </p:tgtEl>
                                      </p:cBhvr>
                                    </p:animEffect>
                                  </p:childTnLst>
                                </p:cTn>
                              </p:par>
                            </p:childTnLst>
                          </p:cTn>
                        </p:par>
                      </p:childTnLst>
                    </p:cTn>
                  </p:par>
                  <p:par>
                    <p:cTn id="156" fill="hold">
                      <p:stCondLst>
                        <p:cond delay="indefinite"/>
                      </p:stCondLst>
                      <p:childTnLst>
                        <p:par>
                          <p:cTn id="157" fill="hold">
                            <p:stCondLst>
                              <p:cond delay="0"/>
                            </p:stCondLst>
                            <p:childTnLst>
                              <p:par>
                                <p:cTn id="158" presetID="10" presetClass="entr" presetSubtype="0" fill="hold" nodeType="clickEffect">
                                  <p:stCondLst>
                                    <p:cond delay="0"/>
                                  </p:stCondLst>
                                  <p:childTnLst>
                                    <p:set>
                                      <p:cBhvr>
                                        <p:cTn id="159" dur="1" fill="hold">
                                          <p:stCondLst>
                                            <p:cond delay="0"/>
                                          </p:stCondLst>
                                        </p:cTn>
                                        <p:tgtEl>
                                          <p:spTgt spid="53"/>
                                        </p:tgtEl>
                                        <p:attrNameLst>
                                          <p:attrName>style.visibility</p:attrName>
                                        </p:attrNameLst>
                                      </p:cBhvr>
                                      <p:to>
                                        <p:strVal val="visible"/>
                                      </p:to>
                                    </p:set>
                                    <p:animEffect transition="in" filter="fade">
                                      <p:cBhvr>
                                        <p:cTn id="160"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3" grpId="0" bldLvl="0" animBg="1"/>
      <p:bldP spid="19" grpId="0"/>
      <p:bldP spid="21" grpId="0"/>
      <p:bldP spid="26" grpId="0"/>
      <p:bldP spid="29" grpId="0"/>
      <p:bldP spid="31" grpId="0"/>
      <p:bldP spid="34" grpId="0"/>
      <p:bldP spid="35" grpId="0"/>
      <p:bldP spid="39" grpId="0"/>
      <p:bldP spid="41" grpId="0"/>
      <p:bldP spid="46" grpId="0"/>
      <p:bldP spid="48" grpId="0"/>
      <p:bldP spid="57" grpId="0"/>
      <p:bldP spid="62" grpId="0"/>
      <p:bldP spid="55" grpId="0" bldLvl="0" animBg="1"/>
      <p:bldP spid="58" grpId="0" bldLvl="0" animBg="1"/>
      <p:bldP spid="64" grpId="0" bldLvl="0" animBg="1"/>
      <p:bldP spid="68" grpId="0"/>
      <p:bldP spid="71" grpId="0"/>
      <p:bldP spid="72"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8" name="文本框 17"/>
          <p:cNvSpPr txBox="1"/>
          <p:nvPr/>
        </p:nvSpPr>
        <p:spPr>
          <a:xfrm>
            <a:off x="2926433" y="1638859"/>
            <a:ext cx="2339396" cy="307777"/>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1400" dirty="0">
                <a:solidFill>
                  <a:srgbClr val="FF0000"/>
                </a:solidFill>
                <a:latin typeface="Times New Roman" panose="02020503050405090304" pitchFamily="18" charset="0"/>
                <a:ea typeface="宋体" pitchFamily="2" charset="-122"/>
              </a:rPr>
              <a:t>['S', 'B', 'E', 'B', 'E', 'B', 'E']</a:t>
            </a:r>
            <a:endParaRPr lang="zh-CN" altLang="en-US" sz="1400" b="0" dirty="0">
              <a:solidFill>
                <a:srgbClr val="FF0000"/>
              </a:solidFill>
              <a:latin typeface="Times New Roman" panose="02020503050405090304" pitchFamily="18" charset="0"/>
              <a:ea typeface="宋体" pitchFamily="2" charset="-122"/>
            </a:endParaRPr>
          </a:p>
        </p:txBody>
      </p:sp>
      <p:sp>
        <p:nvSpPr>
          <p:cNvPr id="19" name="文本框 18"/>
          <p:cNvSpPr txBox="1"/>
          <p:nvPr/>
        </p:nvSpPr>
        <p:spPr>
          <a:xfrm>
            <a:off x="3130923" y="922463"/>
            <a:ext cx="1992324" cy="307777"/>
          </a:xfrm>
          <a:prstGeom prst="rect">
            <a:avLst/>
          </a:prstGeom>
          <a:noFill/>
        </p:spPr>
        <p:txBody>
          <a:bodyPr wrap="square">
            <a:spAutoFit/>
          </a:bodyPr>
          <a:lstStyle/>
          <a:p>
            <a:r>
              <a:rPr lang="en-US" altLang="zh-CN" sz="1400" dirty="0">
                <a:solidFill>
                  <a:schemeClr val="tx1">
                    <a:lumMod val="95000"/>
                    <a:lumOff val="5000"/>
                  </a:schemeClr>
                </a:solidFill>
                <a:latin typeface="Times New Roman" panose="02020503050405090304" pitchFamily="18" charset="0"/>
                <a:ea typeface="宋体" pitchFamily="2" charset="-122"/>
              </a:rPr>
              <a:t>X = " </a:t>
            </a:r>
            <a:r>
              <a:rPr lang="zh-CN" altLang="en-US" sz="1400" dirty="0">
                <a:solidFill>
                  <a:schemeClr val="tx1">
                    <a:lumMod val="95000"/>
                    <a:lumOff val="5000"/>
                  </a:schemeClr>
                </a:solidFill>
                <a:latin typeface="Times New Roman" panose="02020503050405090304" pitchFamily="18" charset="0"/>
                <a:ea typeface="宋体" pitchFamily="2" charset="-122"/>
              </a:rPr>
              <a:t>我喜欢观赏日出 </a:t>
            </a:r>
            <a:r>
              <a:rPr lang="en-US" altLang="zh-CN" sz="1400" dirty="0">
                <a:solidFill>
                  <a:schemeClr val="tx1">
                    <a:lumMod val="95000"/>
                    <a:lumOff val="5000"/>
                  </a:schemeClr>
                </a:solidFill>
                <a:latin typeface="Times New Roman" panose="02020503050405090304" pitchFamily="18" charset="0"/>
                <a:ea typeface="宋体" pitchFamily="2" charset="-122"/>
              </a:rPr>
              <a:t>" </a:t>
            </a:r>
            <a:endParaRPr lang="zh-CN" altLang="en-US" dirty="0">
              <a:latin typeface="Times New Roman" panose="02020503050405090304" pitchFamily="18" charset="0"/>
              <a:ea typeface="宋体" pitchFamily="2" charset="-122"/>
            </a:endParaRPr>
          </a:p>
        </p:txBody>
      </p:sp>
      <p:cxnSp>
        <p:nvCxnSpPr>
          <p:cNvPr id="21" name="直接箭头连接符 20"/>
          <p:cNvCxnSpPr/>
          <p:nvPr/>
        </p:nvCxnSpPr>
        <p:spPr>
          <a:xfrm>
            <a:off x="4077463" y="1358532"/>
            <a:ext cx="0" cy="2803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18" idx="2"/>
          </p:cNvCxnSpPr>
          <p:nvPr/>
        </p:nvCxnSpPr>
        <p:spPr>
          <a:xfrm>
            <a:off x="4096131" y="1946636"/>
            <a:ext cx="1" cy="3560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2862412" y="2302686"/>
            <a:ext cx="799446" cy="276999"/>
          </a:xfrm>
          <a:prstGeom prst="rect">
            <a:avLst/>
          </a:prstGeom>
          <a:noFill/>
        </p:spPr>
        <p:txBody>
          <a:bodyPr wrap="square">
            <a:spAutoFit/>
          </a:bodyPr>
          <a:lstStyle/>
          <a:p>
            <a:r>
              <a:rPr lang="zh-CN" altLang="zh-CN" sz="1200" dirty="0">
                <a:solidFill>
                  <a:schemeClr val="accent1">
                    <a:lumMod val="75000"/>
                  </a:schemeClr>
                </a:solidFill>
                <a:latin typeface="Times New Roman" panose="02020503050405090304" pitchFamily="18" charset="0"/>
                <a:ea typeface="宋体" pitchFamily="2" charset="-122"/>
              </a:rPr>
              <a:t>word_list</a:t>
            </a:r>
            <a:endParaRPr lang="zh-CN" altLang="zh-CN" sz="1200" dirty="0">
              <a:solidFill>
                <a:schemeClr val="accent1">
                  <a:lumMod val="75000"/>
                </a:schemeClr>
              </a:solidFill>
              <a:latin typeface="Times New Roman" panose="02020503050405090304" pitchFamily="18" charset="0"/>
              <a:ea typeface="宋体" pitchFamily="2" charset="-122"/>
            </a:endParaRPr>
          </a:p>
        </p:txBody>
      </p:sp>
      <p:sp>
        <p:nvSpPr>
          <p:cNvPr id="27" name="矩形 26"/>
          <p:cNvSpPr/>
          <p:nvPr/>
        </p:nvSpPr>
        <p:spPr>
          <a:xfrm>
            <a:off x="3696409" y="2321928"/>
            <a:ext cx="799446" cy="213583"/>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箭头连接符 28"/>
          <p:cNvCxnSpPr/>
          <p:nvPr/>
        </p:nvCxnSpPr>
        <p:spPr>
          <a:xfrm>
            <a:off x="4096132" y="2548907"/>
            <a:ext cx="0" cy="3745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30" name="表格 25"/>
          <p:cNvGraphicFramePr>
            <a:graphicFrameLocks noGrp="1"/>
          </p:cNvGraphicFramePr>
          <p:nvPr/>
        </p:nvGraphicFramePr>
        <p:xfrm>
          <a:off x="3339694" y="2936806"/>
          <a:ext cx="1512875" cy="489649"/>
        </p:xfrm>
        <a:graphic>
          <a:graphicData uri="http://schemas.openxmlformats.org/drawingml/2006/table">
            <a:tbl>
              <a:tblPr firstRow="1" bandRow="1">
                <a:tableStyleId>{5C22544A-7EE6-4342-B048-85BDC9FD1C3A}</a:tableStyleId>
              </a:tblPr>
              <a:tblGrid>
                <a:gridCol w="216125"/>
                <a:gridCol w="216125"/>
                <a:gridCol w="216125"/>
                <a:gridCol w="216125"/>
                <a:gridCol w="216125"/>
                <a:gridCol w="216125"/>
                <a:gridCol w="216125"/>
              </a:tblGrid>
              <a:tr h="217074">
                <a:tc>
                  <a:txBody>
                    <a:bodyPr/>
                    <a:lstStyle/>
                    <a:p>
                      <a:pPr algn="ctr"/>
                      <a:r>
                        <a:rPr lang="en-US" altLang="zh-CN" dirty="0">
                          <a:latin typeface="Times New Roman" panose="02020503050405090304" pitchFamily="18" charset="0"/>
                          <a:ea typeface="宋体" pitchFamily="2" charset="-122"/>
                        </a:rPr>
                        <a:t>0</a:t>
                      </a:r>
                      <a:endParaRPr lang="zh-CN" altLang="en-US" dirty="0">
                        <a:latin typeface="Times New Roman" panose="02020503050405090304" pitchFamily="18" charset="0"/>
                        <a:ea typeface="宋体" pitchFamily="2" charset="-122"/>
                      </a:endParaRPr>
                    </a:p>
                  </a:txBody>
                  <a:tcPr/>
                </a:tc>
                <a:tc>
                  <a:txBody>
                    <a:bodyPr/>
                    <a:lstStyle/>
                    <a:p>
                      <a:pPr algn="ctr"/>
                      <a:r>
                        <a:rPr lang="en-US" altLang="zh-CN" dirty="0">
                          <a:latin typeface="Times New Roman" panose="02020503050405090304" pitchFamily="18" charset="0"/>
                          <a:ea typeface="宋体" pitchFamily="2" charset="-122"/>
                        </a:rPr>
                        <a:t>1</a:t>
                      </a:r>
                      <a:endParaRPr lang="zh-CN" altLang="en-US" dirty="0">
                        <a:latin typeface="Times New Roman" panose="02020503050405090304" pitchFamily="18" charset="0"/>
                        <a:ea typeface="宋体" pitchFamily="2" charset="-122"/>
                      </a:endParaRPr>
                    </a:p>
                  </a:txBody>
                  <a:tcPr/>
                </a:tc>
                <a:tc>
                  <a:txBody>
                    <a:bodyPr/>
                    <a:lstStyle/>
                    <a:p>
                      <a:pPr algn="ctr"/>
                      <a:r>
                        <a:rPr lang="en-US" altLang="zh-CN" dirty="0">
                          <a:latin typeface="Times New Roman" panose="02020503050405090304" pitchFamily="18" charset="0"/>
                          <a:ea typeface="宋体" pitchFamily="2" charset="-122"/>
                        </a:rPr>
                        <a:t>2</a:t>
                      </a:r>
                      <a:endParaRPr lang="zh-CN" altLang="en-US" dirty="0">
                        <a:latin typeface="Times New Roman" panose="02020503050405090304" pitchFamily="18" charset="0"/>
                        <a:ea typeface="宋体" pitchFamily="2" charset="-122"/>
                      </a:endParaRPr>
                    </a:p>
                  </a:txBody>
                  <a:tcPr/>
                </a:tc>
                <a:tc>
                  <a:txBody>
                    <a:bodyPr/>
                    <a:lstStyle/>
                    <a:p>
                      <a:pPr algn="ctr"/>
                      <a:r>
                        <a:rPr lang="en-US" altLang="zh-CN" dirty="0">
                          <a:latin typeface="Times New Roman" panose="02020503050405090304" pitchFamily="18" charset="0"/>
                          <a:ea typeface="宋体" pitchFamily="2" charset="-122"/>
                        </a:rPr>
                        <a:t>3</a:t>
                      </a:r>
                      <a:endParaRPr lang="zh-CN" altLang="en-US" dirty="0">
                        <a:latin typeface="Times New Roman" panose="02020503050405090304" pitchFamily="18" charset="0"/>
                        <a:ea typeface="宋体" pitchFamily="2" charset="-122"/>
                      </a:endParaRPr>
                    </a:p>
                  </a:txBody>
                  <a:tcPr/>
                </a:tc>
                <a:tc>
                  <a:txBody>
                    <a:bodyPr/>
                    <a:lstStyle/>
                    <a:p>
                      <a:pPr algn="ctr"/>
                      <a:r>
                        <a:rPr lang="en-US" altLang="zh-CN" dirty="0">
                          <a:latin typeface="Times New Roman" panose="02020503050405090304" pitchFamily="18" charset="0"/>
                          <a:ea typeface="宋体" pitchFamily="2" charset="-122"/>
                        </a:rPr>
                        <a:t>4</a:t>
                      </a:r>
                      <a:endParaRPr lang="zh-CN" altLang="en-US" dirty="0">
                        <a:latin typeface="Times New Roman" panose="02020503050405090304" pitchFamily="18" charset="0"/>
                        <a:ea typeface="宋体" pitchFamily="2" charset="-122"/>
                      </a:endParaRPr>
                    </a:p>
                  </a:txBody>
                  <a:tcPr/>
                </a:tc>
                <a:tc>
                  <a:txBody>
                    <a:bodyPr/>
                    <a:lstStyle/>
                    <a:p>
                      <a:pPr algn="ctr"/>
                      <a:r>
                        <a:rPr lang="en-US" altLang="zh-CN" dirty="0">
                          <a:latin typeface="Times New Roman" panose="02020503050405090304" pitchFamily="18" charset="0"/>
                          <a:ea typeface="宋体" pitchFamily="2" charset="-122"/>
                        </a:rPr>
                        <a:t>5</a:t>
                      </a:r>
                      <a:endParaRPr lang="zh-CN" altLang="en-US" dirty="0">
                        <a:latin typeface="Times New Roman" panose="02020503050405090304" pitchFamily="18" charset="0"/>
                        <a:ea typeface="宋体" pitchFamily="2" charset="-122"/>
                      </a:endParaRPr>
                    </a:p>
                  </a:txBody>
                  <a:tcPr/>
                </a:tc>
                <a:tc>
                  <a:txBody>
                    <a:bodyPr/>
                    <a:lstStyle/>
                    <a:p>
                      <a:pPr algn="ctr"/>
                      <a:r>
                        <a:rPr lang="en-US" altLang="zh-CN" dirty="0">
                          <a:latin typeface="Times New Roman" panose="02020503050405090304" pitchFamily="18" charset="0"/>
                          <a:ea typeface="宋体" pitchFamily="2" charset="-122"/>
                        </a:rPr>
                        <a:t>6</a:t>
                      </a:r>
                      <a:endParaRPr lang="zh-CN" altLang="en-US" dirty="0">
                        <a:latin typeface="Times New Roman" panose="02020503050405090304" pitchFamily="18" charset="0"/>
                        <a:ea typeface="宋体" pitchFamily="2" charset="-122"/>
                      </a:endParaRPr>
                    </a:p>
                  </a:txBody>
                  <a:tcPr/>
                </a:tc>
              </a:tr>
              <a:tr h="217074">
                <a:tc>
                  <a:txBody>
                    <a:bodyPr/>
                    <a:lstStyle/>
                    <a:p>
                      <a:pPr algn="ctr"/>
                      <a:r>
                        <a:rPr lang="en-US" altLang="zh-CN" sz="1000" b="1" dirty="0">
                          <a:latin typeface="Times New Roman" panose="02020503050405090304" pitchFamily="18" charset="0"/>
                          <a:ea typeface="宋体" pitchFamily="2" charset="-122"/>
                        </a:rPr>
                        <a:t>S</a:t>
                      </a:r>
                      <a:endParaRPr lang="zh-CN" altLang="en-US" sz="1000" b="1" dirty="0">
                        <a:latin typeface="Times New Roman" panose="02020503050405090304" pitchFamily="18" charset="0"/>
                        <a:ea typeface="宋体" pitchFamily="2" charset="-122"/>
                      </a:endParaRPr>
                    </a:p>
                  </a:txBody>
                  <a:tcPr/>
                </a:tc>
                <a:tc>
                  <a:txBody>
                    <a:bodyPr/>
                    <a:lstStyle/>
                    <a:p>
                      <a:pPr algn="ctr"/>
                      <a:r>
                        <a:rPr lang="en-US" altLang="zh-CN" sz="1000" b="1" dirty="0">
                          <a:latin typeface="Times New Roman" panose="02020503050405090304" pitchFamily="18" charset="0"/>
                          <a:ea typeface="宋体" pitchFamily="2" charset="-122"/>
                        </a:rPr>
                        <a:t>B</a:t>
                      </a:r>
                      <a:endParaRPr lang="zh-CN" altLang="en-US" sz="1000" b="1" dirty="0">
                        <a:latin typeface="Times New Roman" panose="02020503050405090304" pitchFamily="18" charset="0"/>
                        <a:ea typeface="宋体" pitchFamily="2" charset="-122"/>
                      </a:endParaRPr>
                    </a:p>
                  </a:txBody>
                  <a:tcPr/>
                </a:tc>
                <a:tc>
                  <a:txBody>
                    <a:bodyPr/>
                    <a:lstStyle/>
                    <a:p>
                      <a:pPr algn="ctr"/>
                      <a:r>
                        <a:rPr lang="en-US" altLang="zh-CN" sz="1000" b="1" dirty="0">
                          <a:latin typeface="Times New Roman" panose="02020503050405090304" pitchFamily="18" charset="0"/>
                          <a:ea typeface="宋体" pitchFamily="2" charset="-122"/>
                        </a:rPr>
                        <a:t>E</a:t>
                      </a:r>
                      <a:endParaRPr lang="zh-CN" altLang="en-US" sz="1000" b="1" dirty="0">
                        <a:latin typeface="Times New Roman" panose="02020503050405090304" pitchFamily="18" charset="0"/>
                        <a:ea typeface="宋体" pitchFamily="2" charset="-122"/>
                      </a:endParaRPr>
                    </a:p>
                  </a:txBody>
                  <a:tcPr/>
                </a:tc>
                <a:tc>
                  <a:txBody>
                    <a:bodyPr/>
                    <a:lstStyle/>
                    <a:p>
                      <a:pPr algn="ctr"/>
                      <a:r>
                        <a:rPr lang="en-US" altLang="zh-CN" sz="1000" b="1" dirty="0">
                          <a:latin typeface="Times New Roman" panose="02020503050405090304" pitchFamily="18" charset="0"/>
                          <a:ea typeface="宋体" pitchFamily="2" charset="-122"/>
                        </a:rPr>
                        <a:t>B</a:t>
                      </a:r>
                      <a:endParaRPr lang="zh-CN" altLang="en-US" sz="1000" b="1" dirty="0">
                        <a:latin typeface="Times New Roman" panose="02020503050405090304" pitchFamily="18" charset="0"/>
                        <a:ea typeface="宋体" pitchFamily="2" charset="-122"/>
                      </a:endParaRPr>
                    </a:p>
                  </a:txBody>
                  <a:tcPr/>
                </a:tc>
                <a:tc>
                  <a:txBody>
                    <a:bodyPr/>
                    <a:lstStyle/>
                    <a:p>
                      <a:pPr algn="ctr"/>
                      <a:r>
                        <a:rPr lang="en-US" altLang="zh-CN" sz="1000" b="1" dirty="0">
                          <a:latin typeface="Times New Roman" panose="02020503050405090304" pitchFamily="18" charset="0"/>
                          <a:ea typeface="宋体" pitchFamily="2" charset="-122"/>
                        </a:rPr>
                        <a:t>E</a:t>
                      </a:r>
                      <a:endParaRPr lang="zh-CN" altLang="en-US" sz="1000" b="1" dirty="0">
                        <a:latin typeface="Times New Roman" panose="02020503050405090304" pitchFamily="18" charset="0"/>
                        <a:ea typeface="宋体" pitchFamily="2" charset="-122"/>
                      </a:endParaRPr>
                    </a:p>
                  </a:txBody>
                  <a:tcPr/>
                </a:tc>
                <a:tc>
                  <a:txBody>
                    <a:bodyPr/>
                    <a:lstStyle/>
                    <a:p>
                      <a:pPr algn="ctr"/>
                      <a:r>
                        <a:rPr lang="en-US" altLang="zh-CN" sz="1000" b="1" dirty="0">
                          <a:latin typeface="Times New Roman" panose="02020503050405090304" pitchFamily="18" charset="0"/>
                          <a:ea typeface="宋体" pitchFamily="2" charset="-122"/>
                        </a:rPr>
                        <a:t>B</a:t>
                      </a:r>
                      <a:endParaRPr lang="zh-CN" altLang="en-US" sz="1000" b="1" dirty="0">
                        <a:latin typeface="Times New Roman" panose="02020503050405090304" pitchFamily="18" charset="0"/>
                        <a:ea typeface="宋体" pitchFamily="2" charset="-122"/>
                      </a:endParaRPr>
                    </a:p>
                  </a:txBody>
                  <a:tcPr/>
                </a:tc>
                <a:tc>
                  <a:txBody>
                    <a:bodyPr/>
                    <a:lstStyle/>
                    <a:p>
                      <a:pPr algn="ctr"/>
                      <a:r>
                        <a:rPr lang="en-US" altLang="zh-CN" sz="1000" b="1" dirty="0">
                          <a:latin typeface="Times New Roman" panose="02020503050405090304" pitchFamily="18" charset="0"/>
                          <a:ea typeface="宋体" pitchFamily="2" charset="-122"/>
                        </a:rPr>
                        <a:t>E</a:t>
                      </a:r>
                      <a:endParaRPr lang="zh-CN" altLang="en-US" sz="1000" b="1" dirty="0">
                        <a:latin typeface="Times New Roman" panose="02020503050405090304" pitchFamily="18" charset="0"/>
                        <a:ea typeface="宋体" pitchFamily="2" charset="-122"/>
                      </a:endParaRPr>
                    </a:p>
                  </a:txBody>
                  <a:tcPr/>
                </a:tc>
              </a:tr>
            </a:tbl>
          </a:graphicData>
        </a:graphic>
      </p:graphicFrame>
      <p:cxnSp>
        <p:nvCxnSpPr>
          <p:cNvPr id="31" name="直接箭头连接符 30"/>
          <p:cNvCxnSpPr/>
          <p:nvPr/>
        </p:nvCxnSpPr>
        <p:spPr>
          <a:xfrm>
            <a:off x="3450431" y="2743200"/>
            <a:ext cx="0" cy="18021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矩形 33"/>
          <p:cNvSpPr/>
          <p:nvPr/>
        </p:nvSpPr>
        <p:spPr>
          <a:xfrm>
            <a:off x="3292943" y="3819375"/>
            <a:ext cx="1614802" cy="267629"/>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dirty="0">
                <a:solidFill>
                  <a:schemeClr val="tx1"/>
                </a:solidFill>
                <a:latin typeface="Times New Roman" panose="02020503050405090304" pitchFamily="18" charset="0"/>
                <a:ea typeface="宋体" pitchFamily="2" charset="-122"/>
              </a:rPr>
              <a:t>‘</a:t>
            </a:r>
            <a:r>
              <a:rPr lang="zh-CN" altLang="en-US" sz="1200" dirty="0">
                <a:solidFill>
                  <a:schemeClr val="tx1"/>
                </a:solidFill>
                <a:latin typeface="Times New Roman" panose="02020503050405090304" pitchFamily="18" charset="0"/>
                <a:ea typeface="宋体" pitchFamily="2" charset="-122"/>
              </a:rPr>
              <a:t>我</a:t>
            </a:r>
            <a:r>
              <a:rPr lang="en-US" altLang="zh-CN" sz="1200" dirty="0">
                <a:solidFill>
                  <a:schemeClr val="tx1"/>
                </a:solidFill>
                <a:latin typeface="Times New Roman" panose="02020503050405090304" pitchFamily="18" charset="0"/>
                <a:ea typeface="宋体" pitchFamily="2" charset="-122"/>
              </a:rPr>
              <a:t>’</a:t>
            </a:r>
            <a:endParaRPr lang="zh-CN" altLang="en-US" sz="1200" dirty="0">
              <a:solidFill>
                <a:schemeClr val="tx1"/>
              </a:solidFill>
              <a:latin typeface="Times New Roman" panose="02020503050405090304" pitchFamily="18" charset="0"/>
              <a:ea typeface="宋体" pitchFamily="2" charset="-122"/>
            </a:endParaRPr>
          </a:p>
        </p:txBody>
      </p:sp>
      <p:cxnSp>
        <p:nvCxnSpPr>
          <p:cNvPr id="35" name="直接箭头连接符 34"/>
          <p:cNvCxnSpPr/>
          <p:nvPr/>
        </p:nvCxnSpPr>
        <p:spPr>
          <a:xfrm>
            <a:off x="4094131" y="3494023"/>
            <a:ext cx="0" cy="2951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p:nvPr/>
        </p:nvCxnSpPr>
        <p:spPr>
          <a:xfrm>
            <a:off x="3661857" y="2756596"/>
            <a:ext cx="0" cy="18021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a:off x="3885695" y="2756596"/>
            <a:ext cx="0" cy="18021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1" name="矩形 40"/>
          <p:cNvSpPr/>
          <p:nvPr/>
        </p:nvSpPr>
        <p:spPr>
          <a:xfrm>
            <a:off x="3292943" y="3819374"/>
            <a:ext cx="1614802" cy="267629"/>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dirty="0">
                <a:solidFill>
                  <a:schemeClr val="tx1"/>
                </a:solidFill>
                <a:latin typeface="Times New Roman" panose="02020503050405090304" pitchFamily="18" charset="0"/>
                <a:ea typeface="宋体" pitchFamily="2" charset="-122"/>
              </a:rPr>
              <a:t>‘</a:t>
            </a:r>
            <a:r>
              <a:rPr lang="zh-CN" altLang="en-US" sz="1200" dirty="0">
                <a:solidFill>
                  <a:schemeClr val="tx1"/>
                </a:solidFill>
                <a:latin typeface="Times New Roman" panose="02020503050405090304" pitchFamily="18" charset="0"/>
                <a:ea typeface="宋体" pitchFamily="2" charset="-122"/>
              </a:rPr>
              <a:t>我</a:t>
            </a:r>
            <a:r>
              <a:rPr lang="en-US" altLang="zh-CN" sz="1200" dirty="0">
                <a:solidFill>
                  <a:schemeClr val="tx1"/>
                </a:solidFill>
                <a:latin typeface="Times New Roman" panose="02020503050405090304" pitchFamily="18" charset="0"/>
                <a:ea typeface="宋体" pitchFamily="2" charset="-122"/>
              </a:rPr>
              <a:t>’,’</a:t>
            </a:r>
            <a:r>
              <a:rPr lang="zh-CN" altLang="en-US" sz="1200" dirty="0">
                <a:solidFill>
                  <a:schemeClr val="tx1"/>
                </a:solidFill>
                <a:latin typeface="Times New Roman" panose="02020503050405090304" pitchFamily="18" charset="0"/>
                <a:ea typeface="宋体" pitchFamily="2" charset="-122"/>
              </a:rPr>
              <a:t>喜欢</a:t>
            </a:r>
            <a:r>
              <a:rPr lang="en-US" altLang="zh-CN" sz="1200" dirty="0">
                <a:solidFill>
                  <a:schemeClr val="tx1"/>
                </a:solidFill>
                <a:latin typeface="Times New Roman" panose="02020503050405090304" pitchFamily="18" charset="0"/>
                <a:ea typeface="宋体" pitchFamily="2" charset="-122"/>
              </a:rPr>
              <a:t>’</a:t>
            </a:r>
            <a:endParaRPr lang="zh-CN" altLang="en-US" sz="1200" dirty="0">
              <a:solidFill>
                <a:schemeClr val="tx1"/>
              </a:solidFill>
              <a:latin typeface="Times New Roman" panose="02020503050405090304" pitchFamily="18" charset="0"/>
              <a:ea typeface="宋体" pitchFamily="2" charset="-122"/>
            </a:endParaRPr>
          </a:p>
        </p:txBody>
      </p:sp>
      <p:cxnSp>
        <p:nvCxnSpPr>
          <p:cNvPr id="42" name="直接箭头连接符 41"/>
          <p:cNvCxnSpPr/>
          <p:nvPr/>
        </p:nvCxnSpPr>
        <p:spPr>
          <a:xfrm>
            <a:off x="4088863" y="2743200"/>
            <a:ext cx="0" cy="18021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a:off x="4312701" y="2749070"/>
            <a:ext cx="0" cy="18021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4" name="矩形 43"/>
          <p:cNvSpPr/>
          <p:nvPr/>
        </p:nvSpPr>
        <p:spPr>
          <a:xfrm>
            <a:off x="3292943" y="3819374"/>
            <a:ext cx="1614802" cy="267629"/>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dirty="0">
                <a:solidFill>
                  <a:schemeClr val="tx1"/>
                </a:solidFill>
                <a:latin typeface="Times New Roman" panose="02020503050405090304" pitchFamily="18" charset="0"/>
                <a:ea typeface="宋体" pitchFamily="2" charset="-122"/>
              </a:rPr>
              <a:t>‘</a:t>
            </a:r>
            <a:r>
              <a:rPr lang="zh-CN" altLang="en-US" sz="1200" dirty="0">
                <a:solidFill>
                  <a:schemeClr val="tx1"/>
                </a:solidFill>
                <a:latin typeface="Times New Roman" panose="02020503050405090304" pitchFamily="18" charset="0"/>
                <a:ea typeface="宋体" pitchFamily="2" charset="-122"/>
              </a:rPr>
              <a:t>我</a:t>
            </a:r>
            <a:r>
              <a:rPr lang="en-US" altLang="zh-CN" sz="1200" dirty="0">
                <a:solidFill>
                  <a:schemeClr val="tx1"/>
                </a:solidFill>
                <a:latin typeface="Times New Roman" panose="02020503050405090304" pitchFamily="18" charset="0"/>
                <a:ea typeface="宋体" pitchFamily="2" charset="-122"/>
              </a:rPr>
              <a:t>’,’</a:t>
            </a:r>
            <a:r>
              <a:rPr lang="zh-CN" altLang="en-US" sz="1200" dirty="0">
                <a:solidFill>
                  <a:schemeClr val="tx1"/>
                </a:solidFill>
                <a:latin typeface="Times New Roman" panose="02020503050405090304" pitchFamily="18" charset="0"/>
                <a:ea typeface="宋体" pitchFamily="2" charset="-122"/>
              </a:rPr>
              <a:t>喜欢</a:t>
            </a:r>
            <a:r>
              <a:rPr lang="en-US" altLang="zh-CN" sz="1200" dirty="0">
                <a:solidFill>
                  <a:schemeClr val="tx1"/>
                </a:solidFill>
                <a:latin typeface="Times New Roman" panose="02020503050405090304" pitchFamily="18" charset="0"/>
                <a:ea typeface="宋体" pitchFamily="2" charset="-122"/>
              </a:rPr>
              <a:t>’,’</a:t>
            </a:r>
            <a:r>
              <a:rPr lang="zh-CN" altLang="en-US" sz="1200" dirty="0">
                <a:solidFill>
                  <a:schemeClr val="tx1"/>
                </a:solidFill>
                <a:latin typeface="Times New Roman" panose="02020503050405090304" pitchFamily="18" charset="0"/>
                <a:ea typeface="宋体" pitchFamily="2" charset="-122"/>
              </a:rPr>
              <a:t>观赏</a:t>
            </a:r>
            <a:r>
              <a:rPr lang="en-US" altLang="zh-CN" sz="1200" dirty="0">
                <a:solidFill>
                  <a:schemeClr val="tx1"/>
                </a:solidFill>
                <a:latin typeface="Times New Roman" panose="02020503050405090304" pitchFamily="18" charset="0"/>
                <a:ea typeface="宋体" pitchFamily="2" charset="-122"/>
              </a:rPr>
              <a:t>’</a:t>
            </a:r>
            <a:endParaRPr lang="zh-CN" altLang="en-US" sz="1200" dirty="0">
              <a:solidFill>
                <a:schemeClr val="tx1"/>
              </a:solidFill>
              <a:latin typeface="Times New Roman" panose="02020503050405090304" pitchFamily="18" charset="0"/>
              <a:ea typeface="宋体" pitchFamily="2" charset="-122"/>
            </a:endParaRPr>
          </a:p>
        </p:txBody>
      </p:sp>
      <p:cxnSp>
        <p:nvCxnSpPr>
          <p:cNvPr id="45" name="直接箭头连接符 44"/>
          <p:cNvCxnSpPr/>
          <p:nvPr/>
        </p:nvCxnSpPr>
        <p:spPr>
          <a:xfrm>
            <a:off x="4557970" y="2743200"/>
            <a:ext cx="0" cy="18021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a:off x="4760376" y="2736158"/>
            <a:ext cx="0" cy="18021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矩形 46"/>
          <p:cNvSpPr/>
          <p:nvPr/>
        </p:nvSpPr>
        <p:spPr>
          <a:xfrm>
            <a:off x="3292942" y="3819373"/>
            <a:ext cx="1743671" cy="267629"/>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dirty="0">
                <a:solidFill>
                  <a:schemeClr val="tx1"/>
                </a:solidFill>
                <a:latin typeface="Times New Roman" panose="02020503050405090304" pitchFamily="18" charset="0"/>
                <a:ea typeface="宋体" pitchFamily="2" charset="-122"/>
              </a:rPr>
              <a:t>‘</a:t>
            </a:r>
            <a:r>
              <a:rPr lang="zh-CN" altLang="en-US" sz="1200" dirty="0">
                <a:solidFill>
                  <a:schemeClr val="tx1"/>
                </a:solidFill>
                <a:latin typeface="Times New Roman" panose="02020503050405090304" pitchFamily="18" charset="0"/>
                <a:ea typeface="宋体" pitchFamily="2" charset="-122"/>
              </a:rPr>
              <a:t>我</a:t>
            </a:r>
            <a:r>
              <a:rPr lang="en-US" altLang="zh-CN" sz="1200" dirty="0">
                <a:solidFill>
                  <a:schemeClr val="tx1"/>
                </a:solidFill>
                <a:latin typeface="Times New Roman" panose="02020503050405090304" pitchFamily="18" charset="0"/>
                <a:ea typeface="宋体" pitchFamily="2" charset="-122"/>
              </a:rPr>
              <a:t>’,’</a:t>
            </a:r>
            <a:r>
              <a:rPr lang="zh-CN" altLang="en-US" sz="1200" dirty="0">
                <a:solidFill>
                  <a:schemeClr val="tx1"/>
                </a:solidFill>
                <a:latin typeface="Times New Roman" panose="02020503050405090304" pitchFamily="18" charset="0"/>
                <a:ea typeface="宋体" pitchFamily="2" charset="-122"/>
              </a:rPr>
              <a:t>喜欢</a:t>
            </a:r>
            <a:r>
              <a:rPr lang="en-US" altLang="zh-CN" sz="1200" dirty="0">
                <a:solidFill>
                  <a:schemeClr val="tx1"/>
                </a:solidFill>
                <a:latin typeface="Times New Roman" panose="02020503050405090304" pitchFamily="18" charset="0"/>
                <a:ea typeface="宋体" pitchFamily="2" charset="-122"/>
              </a:rPr>
              <a:t>’,’</a:t>
            </a:r>
            <a:r>
              <a:rPr lang="zh-CN" altLang="en-US" sz="1200" dirty="0">
                <a:solidFill>
                  <a:schemeClr val="tx1"/>
                </a:solidFill>
                <a:latin typeface="Times New Roman" panose="02020503050405090304" pitchFamily="18" charset="0"/>
                <a:ea typeface="宋体" pitchFamily="2" charset="-122"/>
              </a:rPr>
              <a:t>观赏</a:t>
            </a:r>
            <a:r>
              <a:rPr lang="en-US" altLang="zh-CN" sz="1200" dirty="0">
                <a:solidFill>
                  <a:schemeClr val="tx1"/>
                </a:solidFill>
                <a:latin typeface="Times New Roman" panose="02020503050405090304" pitchFamily="18" charset="0"/>
                <a:ea typeface="宋体" pitchFamily="2" charset="-122"/>
              </a:rPr>
              <a:t>’,’</a:t>
            </a:r>
            <a:r>
              <a:rPr lang="zh-CN" altLang="en-US" sz="1200" dirty="0">
                <a:solidFill>
                  <a:schemeClr val="tx1"/>
                </a:solidFill>
                <a:latin typeface="Times New Roman" panose="02020503050405090304" pitchFamily="18" charset="0"/>
                <a:ea typeface="宋体" pitchFamily="2" charset="-122"/>
              </a:rPr>
              <a:t>日出</a:t>
            </a:r>
            <a:r>
              <a:rPr lang="en-US" altLang="zh-CN" sz="1200" dirty="0">
                <a:solidFill>
                  <a:schemeClr val="tx1"/>
                </a:solidFill>
                <a:latin typeface="Times New Roman" panose="02020503050405090304" pitchFamily="18" charset="0"/>
                <a:ea typeface="宋体" pitchFamily="2" charset="-122"/>
              </a:rPr>
              <a:t>’</a:t>
            </a:r>
            <a:endParaRPr lang="zh-CN" altLang="en-US" sz="1200" dirty="0">
              <a:solidFill>
                <a:schemeClr val="tx1"/>
              </a:solidFill>
              <a:latin typeface="Times New Roman" panose="02020503050405090304" pitchFamily="18" charset="0"/>
              <a:ea typeface="宋体" pitchFamily="2" charset="-122"/>
            </a:endParaRPr>
          </a:p>
        </p:txBody>
      </p:sp>
      <p:sp>
        <p:nvSpPr>
          <p:cNvPr id="54" name="文本框 53"/>
          <p:cNvSpPr txBox="1"/>
          <p:nvPr/>
        </p:nvSpPr>
        <p:spPr>
          <a:xfrm>
            <a:off x="3090863" y="1323983"/>
            <a:ext cx="1042514" cy="276999"/>
          </a:xfrm>
          <a:prstGeom prst="rect">
            <a:avLst/>
          </a:prstGeom>
          <a:noFill/>
        </p:spPr>
        <p:txBody>
          <a:bodyPr wrap="square">
            <a:spAutoFit/>
          </a:bodyPr>
          <a:lstStyle/>
          <a:p>
            <a:r>
              <a:rPr lang="en-US" altLang="zh-CN" sz="1200" dirty="0">
                <a:solidFill>
                  <a:schemeClr val="accent1">
                    <a:lumMod val="75000"/>
                  </a:schemeClr>
                </a:solidFill>
                <a:latin typeface="Times New Roman" panose="02020503050405090304" pitchFamily="18" charset="0"/>
                <a:ea typeface="宋体" pitchFamily="2" charset="-122"/>
              </a:rPr>
              <a:t>Viterbi</a:t>
            </a:r>
            <a:r>
              <a:rPr lang="zh-CN" altLang="en-US" sz="1200" dirty="0">
                <a:solidFill>
                  <a:schemeClr val="accent1">
                    <a:lumMod val="75000"/>
                  </a:schemeClr>
                </a:solidFill>
                <a:latin typeface="Times New Roman" panose="02020503050405090304" pitchFamily="18" charset="0"/>
                <a:ea typeface="宋体" pitchFamily="2" charset="-122"/>
              </a:rPr>
              <a:t>算法</a:t>
            </a:r>
            <a:endParaRPr lang="zh-CN" altLang="zh-CN" sz="1200" dirty="0">
              <a:solidFill>
                <a:schemeClr val="accent1">
                  <a:lumMod val="75000"/>
                </a:schemeClr>
              </a:solidFill>
              <a:latin typeface="Times New Roman" panose="02020503050405090304" pitchFamily="18" charset="0"/>
              <a:ea typeface="宋体" pitchFamily="2" charset="-122"/>
            </a:endParaRPr>
          </a:p>
        </p:txBody>
      </p:sp>
      <p:sp>
        <p:nvSpPr>
          <p:cNvPr id="28" name="文本框 27"/>
          <p:cNvSpPr txBox="1"/>
          <p:nvPr/>
        </p:nvSpPr>
        <p:spPr>
          <a:xfrm>
            <a:off x="2419352" y="3789216"/>
            <a:ext cx="840090" cy="276999"/>
          </a:xfrm>
          <a:prstGeom prst="rect">
            <a:avLst/>
          </a:prstGeom>
          <a:noFill/>
        </p:spPr>
        <p:txBody>
          <a:bodyPr wrap="square">
            <a:spAutoFit/>
          </a:bodyPr>
          <a:lstStyle/>
          <a:p>
            <a:r>
              <a:rPr lang="zh-CN" altLang="zh-CN" sz="1200" dirty="0">
                <a:solidFill>
                  <a:schemeClr val="accent1">
                    <a:lumMod val="75000"/>
                  </a:schemeClr>
                </a:solidFill>
                <a:latin typeface="Times New Roman" panose="02020503050405090304" pitchFamily="18" charset="0"/>
                <a:ea typeface="宋体" pitchFamily="2" charset="-122"/>
              </a:rPr>
              <a:t>word_list</a:t>
            </a:r>
            <a:endParaRPr lang="zh-CN" altLang="zh-CN" sz="1200" dirty="0">
              <a:solidFill>
                <a:schemeClr val="accent1">
                  <a:lumMod val="75000"/>
                </a:schemeClr>
              </a:solidFill>
              <a:latin typeface="Times New Roman" panose="02020503050405090304" pitchFamily="18" charset="0"/>
              <a:ea typeface="宋体" pitchFamily="2" charset="-122"/>
            </a:endParaRPr>
          </a:p>
        </p:txBody>
      </p:sp>
      <p:sp>
        <p:nvSpPr>
          <p:cNvPr id="6" name="标题 5"/>
          <p:cNvSpPr>
            <a:spLocks noGrp="1"/>
          </p:cNvSpPr>
          <p:nvPr>
            <p:ph type="title"/>
          </p:nvPr>
        </p:nvSpPr>
        <p:spPr/>
        <p:txBody>
          <a:bodyPr/>
          <a:lstStyle/>
          <a:p>
            <a:r>
              <a:rPr lang="en-US" altLang="zh-CN" sz="2400" b="1">
                <a:solidFill>
                  <a:srgbClr val="004C41"/>
                </a:solidFill>
                <a:ea typeface="宋体" pitchFamily="2" charset="-122"/>
                <a:cs typeface="+mn-ea"/>
                <a:sym typeface="+mn-lt"/>
              </a:rPr>
              <a:t>5. </a:t>
            </a:r>
            <a:r>
              <a:rPr lang="zh-CN" altLang="en-US" sz="2400" b="1">
                <a:solidFill>
                  <a:srgbClr val="004C41"/>
                </a:solidFill>
                <a:ea typeface="宋体" pitchFamily="2" charset="-122"/>
                <a:cs typeface="+mn-ea"/>
                <a:sym typeface="+mn-lt"/>
              </a:rPr>
              <a:t>基于序列标注的分词案例</a:t>
            </a:r>
            <a:r>
              <a:rPr lang="en-US" altLang="zh-CN" sz="2400" b="1">
                <a:solidFill>
                  <a:srgbClr val="004C41"/>
                </a:solidFill>
                <a:ea typeface="宋体" pitchFamily="2" charset="-122"/>
                <a:cs typeface="+mn-ea"/>
                <a:sym typeface="+mn-lt"/>
              </a:rPr>
              <a:t>——tag_seg</a:t>
            </a:r>
            <a:r>
              <a:rPr lang="zh-CN" altLang="en-US" sz="2400" b="1">
                <a:solidFill>
                  <a:srgbClr val="004C41"/>
                </a:solidFill>
                <a:ea typeface="宋体" pitchFamily="2" charset="-122"/>
                <a:cs typeface="+mn-ea"/>
                <a:sym typeface="+mn-lt"/>
              </a:rPr>
              <a:t>函数</a:t>
            </a:r>
            <a:endParaRPr lang="zh-CN" altLang="en-US">
              <a:ea typeface="宋体" pitchFamily="2" charset="-122"/>
            </a:endParaRPr>
          </a:p>
        </p:txBody>
      </p:sp>
      <p:sp>
        <p:nvSpPr>
          <p:cNvPr id="3" name="日期占位符 2"/>
          <p:cNvSpPr>
            <a:spLocks noGrp="1"/>
          </p:cNvSpPr>
          <p:nvPr>
            <p:ph type="dt" sz="half" idx="10"/>
          </p:nvPr>
        </p:nvSpPr>
        <p:spPr/>
        <p:txBody>
          <a:bodyPr/>
          <a:lstStyle/>
          <a:p>
            <a:fld id="{84403EF9-FDF3-42A2-850A-0FE82B977373}"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4" name="灯片编号占位符 3"/>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4"/>
                                        </p:tgtEl>
                                        <p:attrNameLst>
                                          <p:attrName>style.visibility</p:attrName>
                                        </p:attrNameLst>
                                      </p:cBhvr>
                                      <p:to>
                                        <p:strVal val="visible"/>
                                      </p:to>
                                    </p:set>
                                    <p:animEffect transition="in" filter="fade">
                                      <p:cBhvr>
                                        <p:cTn id="18" dur="500"/>
                                        <p:tgtEl>
                                          <p:spTgt spid="54"/>
                                        </p:tgtEl>
                                      </p:cBhvr>
                                    </p:animEffect>
                                  </p:childTnLst>
                                </p:cTn>
                              </p:par>
                              <p:par>
                                <p:cTn id="19" presetID="10"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500"/>
                                        <p:tgtEl>
                                          <p:spTgt spid="2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500"/>
                                        <p:tgtEl>
                                          <p:spTgt spid="2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500"/>
                                        <p:tgtEl>
                                          <p:spTgt spid="2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500"/>
                                        <p:tgtEl>
                                          <p:spTgt spid="29"/>
                                        </p:tgtEl>
                                      </p:cBhvr>
                                    </p:animEffect>
                                  </p:childTnLst>
                                </p:cTn>
                              </p:par>
                              <p:par>
                                <p:cTn id="38" presetID="10" presetClass="entr" presetSubtype="0" fill="hold"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500"/>
                                        <p:tgtEl>
                                          <p:spTgt spid="30"/>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nodeType="clickEffect">
                                  <p:stCondLst>
                                    <p:cond delay="0"/>
                                  </p:stCondLst>
                                  <p:childTnLst>
                                    <p:set>
                                      <p:cBhvr>
                                        <p:cTn id="48" dur="1" fill="hold">
                                          <p:stCondLst>
                                            <p:cond delay="0"/>
                                          </p:stCondLst>
                                        </p:cTn>
                                        <p:tgtEl>
                                          <p:spTgt spid="31"/>
                                        </p:tgtEl>
                                        <p:attrNameLst>
                                          <p:attrName>style.visibility</p:attrName>
                                        </p:attrNameLst>
                                      </p:cBhvr>
                                      <p:to>
                                        <p:strVal val="hidden"/>
                                      </p:to>
                                    </p:set>
                                  </p:childTnLst>
                                </p:cTn>
                              </p:par>
                              <p:par>
                                <p:cTn id="49" presetID="10"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fade">
                                      <p:cBhvr>
                                        <p:cTn id="51" dur="500"/>
                                        <p:tgtEl>
                                          <p:spTgt spid="2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4"/>
                                        </p:tgtEl>
                                        <p:attrNameLst>
                                          <p:attrName>style.visibility</p:attrName>
                                        </p:attrNameLst>
                                      </p:cBhvr>
                                      <p:to>
                                        <p:strVal val="visible"/>
                                      </p:to>
                                    </p:set>
                                    <p:animEffect transition="in" filter="fade">
                                      <p:cBhvr>
                                        <p:cTn id="54" dur="500"/>
                                        <p:tgtEl>
                                          <p:spTgt spid="34"/>
                                        </p:tgtEl>
                                      </p:cBhvr>
                                    </p:animEffect>
                                  </p:childTnLst>
                                </p:cTn>
                              </p:par>
                              <p:par>
                                <p:cTn id="55" presetID="10" presetClass="entr" presetSubtype="0" fill="hold" nodeType="withEffect">
                                  <p:stCondLst>
                                    <p:cond delay="0"/>
                                  </p:stCondLst>
                                  <p:childTnLst>
                                    <p:set>
                                      <p:cBhvr>
                                        <p:cTn id="56" dur="1" fill="hold">
                                          <p:stCondLst>
                                            <p:cond delay="0"/>
                                          </p:stCondLst>
                                        </p:cTn>
                                        <p:tgtEl>
                                          <p:spTgt spid="35"/>
                                        </p:tgtEl>
                                        <p:attrNameLst>
                                          <p:attrName>style.visibility</p:attrName>
                                        </p:attrNameLst>
                                      </p:cBhvr>
                                      <p:to>
                                        <p:strVal val="visible"/>
                                      </p:to>
                                    </p:set>
                                    <p:animEffect transition="in" filter="fade">
                                      <p:cBhvr>
                                        <p:cTn id="57" dur="500"/>
                                        <p:tgtEl>
                                          <p:spTgt spid="35"/>
                                        </p:tgtEl>
                                      </p:cBhvr>
                                    </p:animEffect>
                                  </p:childTnLst>
                                </p:cTn>
                              </p:par>
                              <p:par>
                                <p:cTn id="58" presetID="10" presetClass="entr" presetSubtype="0" fill="hold" nodeType="withEffect">
                                  <p:stCondLst>
                                    <p:cond delay="0"/>
                                  </p:stCondLst>
                                  <p:childTnLst>
                                    <p:set>
                                      <p:cBhvr>
                                        <p:cTn id="59" dur="1" fill="hold">
                                          <p:stCondLst>
                                            <p:cond delay="0"/>
                                          </p:stCondLst>
                                        </p:cTn>
                                        <p:tgtEl>
                                          <p:spTgt spid="35"/>
                                        </p:tgtEl>
                                        <p:attrNameLst>
                                          <p:attrName>style.visibility</p:attrName>
                                        </p:attrNameLst>
                                      </p:cBhvr>
                                      <p:to>
                                        <p:strVal val="visible"/>
                                      </p:to>
                                    </p:set>
                                    <p:animEffect transition="in" filter="fade">
                                      <p:cBhvr>
                                        <p:cTn id="60" dur="500"/>
                                        <p:tgtEl>
                                          <p:spTgt spid="35"/>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8"/>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xit" presetSubtype="0" fill="hold" nodeType="clickEffect">
                                  <p:stCondLst>
                                    <p:cond delay="0"/>
                                  </p:stCondLst>
                                  <p:childTnLst>
                                    <p:set>
                                      <p:cBhvr>
                                        <p:cTn id="68" dur="1" fill="hold">
                                          <p:stCondLst>
                                            <p:cond delay="0"/>
                                          </p:stCondLst>
                                        </p:cTn>
                                        <p:tgtEl>
                                          <p:spTgt spid="38"/>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40"/>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xit" presetSubtype="0" fill="hold" nodeType="clickEffect">
                                  <p:stCondLst>
                                    <p:cond delay="0"/>
                                  </p:stCondLst>
                                  <p:childTnLst>
                                    <p:set>
                                      <p:cBhvr>
                                        <p:cTn id="76" dur="1" fill="hold">
                                          <p:stCondLst>
                                            <p:cond delay="0"/>
                                          </p:stCondLst>
                                        </p:cTn>
                                        <p:tgtEl>
                                          <p:spTgt spid="40"/>
                                        </p:tgtEl>
                                        <p:attrNameLst>
                                          <p:attrName>style.visibility</p:attrName>
                                        </p:attrNameLst>
                                      </p:cBhvr>
                                      <p:to>
                                        <p:strVal val="hidden"/>
                                      </p:to>
                                    </p:set>
                                  </p:childTnLst>
                                </p:cTn>
                              </p:par>
                              <p:par>
                                <p:cTn id="77" presetID="10" presetClass="entr" presetSubtype="0" fill="hold" grpId="0" nodeType="withEffect">
                                  <p:stCondLst>
                                    <p:cond delay="0"/>
                                  </p:stCondLst>
                                  <p:childTnLst>
                                    <p:set>
                                      <p:cBhvr>
                                        <p:cTn id="78" dur="1" fill="hold">
                                          <p:stCondLst>
                                            <p:cond delay="0"/>
                                          </p:stCondLst>
                                        </p:cTn>
                                        <p:tgtEl>
                                          <p:spTgt spid="41"/>
                                        </p:tgtEl>
                                        <p:attrNameLst>
                                          <p:attrName>style.visibility</p:attrName>
                                        </p:attrNameLst>
                                      </p:cBhvr>
                                      <p:to>
                                        <p:strVal val="visible"/>
                                      </p:to>
                                    </p:set>
                                    <p:animEffect transition="in" filter="fade">
                                      <p:cBhvr>
                                        <p:cTn id="79" dur="500"/>
                                        <p:tgtEl>
                                          <p:spTgt spid="41"/>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clickEffect">
                                  <p:stCondLst>
                                    <p:cond delay="0"/>
                                  </p:stCondLst>
                                  <p:childTnLst>
                                    <p:set>
                                      <p:cBhvr>
                                        <p:cTn id="83" dur="1" fill="hold">
                                          <p:stCondLst>
                                            <p:cond delay="0"/>
                                          </p:stCondLst>
                                        </p:cTn>
                                        <p:tgtEl>
                                          <p:spTgt spid="42"/>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xit" presetSubtype="0" fill="hold" nodeType="clickEffect">
                                  <p:stCondLst>
                                    <p:cond delay="0"/>
                                  </p:stCondLst>
                                  <p:childTnLst>
                                    <p:set>
                                      <p:cBhvr>
                                        <p:cTn id="87" dur="1" fill="hold">
                                          <p:stCondLst>
                                            <p:cond delay="0"/>
                                          </p:stCondLst>
                                        </p:cTn>
                                        <p:tgtEl>
                                          <p:spTgt spid="42"/>
                                        </p:tgtEl>
                                        <p:attrNameLst>
                                          <p:attrName>style.visibility</p:attrName>
                                        </p:attrNameLst>
                                      </p:cBhvr>
                                      <p:to>
                                        <p:strVal val="hidden"/>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nodeType="clickEffect">
                                  <p:stCondLst>
                                    <p:cond delay="0"/>
                                  </p:stCondLst>
                                  <p:childTnLst>
                                    <p:set>
                                      <p:cBhvr>
                                        <p:cTn id="91" dur="1" fill="hold">
                                          <p:stCondLst>
                                            <p:cond delay="0"/>
                                          </p:stCondLst>
                                        </p:cTn>
                                        <p:tgtEl>
                                          <p:spTgt spid="43"/>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xit" presetSubtype="0" fill="hold" nodeType="clickEffect">
                                  <p:stCondLst>
                                    <p:cond delay="0"/>
                                  </p:stCondLst>
                                  <p:childTnLst>
                                    <p:set>
                                      <p:cBhvr>
                                        <p:cTn id="95" dur="1" fill="hold">
                                          <p:stCondLst>
                                            <p:cond delay="0"/>
                                          </p:stCondLst>
                                        </p:cTn>
                                        <p:tgtEl>
                                          <p:spTgt spid="43"/>
                                        </p:tgtEl>
                                        <p:attrNameLst>
                                          <p:attrName>style.visibility</p:attrName>
                                        </p:attrNameLst>
                                      </p:cBhvr>
                                      <p:to>
                                        <p:strVal val="hidden"/>
                                      </p:to>
                                    </p:set>
                                  </p:childTnLst>
                                </p:cTn>
                              </p:par>
                              <p:par>
                                <p:cTn id="96" presetID="10" presetClass="entr" presetSubtype="0" fill="hold" grpId="0" nodeType="withEffect">
                                  <p:stCondLst>
                                    <p:cond delay="0"/>
                                  </p:stCondLst>
                                  <p:childTnLst>
                                    <p:set>
                                      <p:cBhvr>
                                        <p:cTn id="97" dur="1" fill="hold">
                                          <p:stCondLst>
                                            <p:cond delay="0"/>
                                          </p:stCondLst>
                                        </p:cTn>
                                        <p:tgtEl>
                                          <p:spTgt spid="44"/>
                                        </p:tgtEl>
                                        <p:attrNameLst>
                                          <p:attrName>style.visibility</p:attrName>
                                        </p:attrNameLst>
                                      </p:cBhvr>
                                      <p:to>
                                        <p:strVal val="visible"/>
                                      </p:to>
                                    </p:set>
                                    <p:animEffect transition="in" filter="fade">
                                      <p:cBhvr>
                                        <p:cTn id="98" dur="500"/>
                                        <p:tgtEl>
                                          <p:spTgt spid="44"/>
                                        </p:tgtEl>
                                      </p:cBhvr>
                                    </p:animEffec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45"/>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xit" presetSubtype="0" fill="hold" nodeType="clickEffect">
                                  <p:stCondLst>
                                    <p:cond delay="0"/>
                                  </p:stCondLst>
                                  <p:childTnLst>
                                    <p:set>
                                      <p:cBhvr>
                                        <p:cTn id="106" dur="1" fill="hold">
                                          <p:stCondLst>
                                            <p:cond delay="0"/>
                                          </p:stCondLst>
                                        </p:cTn>
                                        <p:tgtEl>
                                          <p:spTgt spid="45"/>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46"/>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xit" presetSubtype="0" fill="hold" nodeType="clickEffect">
                                  <p:stCondLst>
                                    <p:cond delay="0"/>
                                  </p:stCondLst>
                                  <p:childTnLst>
                                    <p:set>
                                      <p:cBhvr>
                                        <p:cTn id="114" dur="1" fill="hold">
                                          <p:stCondLst>
                                            <p:cond delay="0"/>
                                          </p:stCondLst>
                                        </p:cTn>
                                        <p:tgtEl>
                                          <p:spTgt spid="46"/>
                                        </p:tgtEl>
                                        <p:attrNameLst>
                                          <p:attrName>style.visibility</p:attrName>
                                        </p:attrNameLst>
                                      </p:cBhvr>
                                      <p:to>
                                        <p:strVal val="hidden"/>
                                      </p:to>
                                    </p:set>
                                  </p:childTnLst>
                                </p:cTn>
                              </p:par>
                              <p:par>
                                <p:cTn id="115" presetID="10" presetClass="entr" presetSubtype="0" fill="hold" grpId="0" nodeType="withEffect">
                                  <p:stCondLst>
                                    <p:cond delay="0"/>
                                  </p:stCondLst>
                                  <p:childTnLst>
                                    <p:set>
                                      <p:cBhvr>
                                        <p:cTn id="116" dur="1" fill="hold">
                                          <p:stCondLst>
                                            <p:cond delay="0"/>
                                          </p:stCondLst>
                                        </p:cTn>
                                        <p:tgtEl>
                                          <p:spTgt spid="47"/>
                                        </p:tgtEl>
                                        <p:attrNameLst>
                                          <p:attrName>style.visibility</p:attrName>
                                        </p:attrNameLst>
                                      </p:cBhvr>
                                      <p:to>
                                        <p:strVal val="visible"/>
                                      </p:to>
                                    </p:set>
                                    <p:animEffect transition="in" filter="fade">
                                      <p:cBhvr>
                                        <p:cTn id="117"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6" grpId="0"/>
      <p:bldP spid="27" grpId="0" bldLvl="0" animBg="1"/>
      <p:bldP spid="34" grpId="0" bldLvl="0" animBg="1"/>
      <p:bldP spid="41" grpId="0" bldLvl="0" animBg="1"/>
      <p:bldP spid="44" grpId="0" bldLvl="0" animBg="1"/>
      <p:bldP spid="47" grpId="0" bldLvl="0" animBg="1"/>
      <p:bldP spid="54" grpId="0"/>
      <p:bldP spid="28"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2"/>
          <p:cNvGrpSpPr/>
          <p:nvPr/>
        </p:nvGrpSpPr>
        <p:grpSpPr>
          <a:xfrm>
            <a:off x="1146810" y="2049780"/>
            <a:ext cx="7139940" cy="1263015"/>
            <a:chOff x="31445" y="161948"/>
            <a:chExt cx="2500824" cy="318131"/>
          </a:xfrm>
          <a:solidFill>
            <a:srgbClr val="004C41"/>
          </a:solidFill>
        </p:grpSpPr>
        <p:sp>
          <p:nvSpPr>
            <p:cNvPr id="16" name="12"/>
            <p:cNvSpPr/>
            <p:nvPr/>
          </p:nvSpPr>
          <p:spPr>
            <a:xfrm>
              <a:off x="31445" y="176315"/>
              <a:ext cx="2268640" cy="293086"/>
            </a:xfrm>
            <a:prstGeom prst="rect">
              <a:avLst/>
            </a:prstGeom>
            <a:grpFill/>
            <a:ln w="25400" cap="flat" cmpd="sng" algn="ctr">
              <a:noFill/>
              <a:prstDash val="solid"/>
            </a:ln>
            <a:effectLst/>
          </p:spPr>
          <p:txBody>
            <a:bodyPr rtlCol="0" anchor="ctr"/>
            <a:lstStyle/>
            <a:p>
              <a:pPr algn="ctr">
                <a:defRPr/>
              </a:pPr>
              <a:endParaRPr lang="zh-CN" altLang="en-US" sz="1800" kern="0">
                <a:solidFill>
                  <a:prstClr val="white"/>
                </a:solidFill>
                <a:cs typeface="+mn-ea"/>
                <a:sym typeface="+mn-lt"/>
              </a:endParaRPr>
            </a:p>
          </p:txBody>
        </p:sp>
        <p:sp>
          <p:nvSpPr>
            <p:cNvPr id="17" name="等腰三角形 16"/>
            <p:cNvSpPr/>
            <p:nvPr/>
          </p:nvSpPr>
          <p:spPr>
            <a:xfrm rot="5400000">
              <a:off x="2257111" y="204921"/>
              <a:ext cx="318131" cy="232184"/>
            </a:xfrm>
            <a:prstGeom prst="triangle">
              <a:avLst/>
            </a:prstGeom>
            <a:grpFill/>
            <a:ln w="25400" cap="flat" cmpd="sng" algn="ctr">
              <a:noFill/>
              <a:prstDash val="solid"/>
            </a:ln>
            <a:effectLst/>
          </p:spPr>
          <p:txBody>
            <a:bodyPr rtlCol="0" anchor="ctr"/>
            <a:lstStyle/>
            <a:p>
              <a:pPr algn="ctr">
                <a:defRPr/>
              </a:pPr>
              <a:endParaRPr lang="zh-CN" altLang="en-US" sz="1800" kern="0">
                <a:solidFill>
                  <a:prstClr val="white"/>
                </a:solidFill>
                <a:cs typeface="+mn-ea"/>
                <a:sym typeface="+mn-lt"/>
              </a:endParaRPr>
            </a:p>
          </p:txBody>
        </p:sp>
        <p:sp>
          <p:nvSpPr>
            <p:cNvPr id="18" name="TextBox 8"/>
            <p:cNvSpPr txBox="1"/>
            <p:nvPr/>
          </p:nvSpPr>
          <p:spPr>
            <a:xfrm>
              <a:off x="1033865" y="249598"/>
              <a:ext cx="1321362" cy="131475"/>
            </a:xfrm>
            <a:prstGeom prst="rect">
              <a:avLst/>
            </a:prstGeom>
            <a:grpFill/>
            <a:ln>
              <a:noFill/>
            </a:ln>
          </p:spPr>
          <p:txBody>
            <a:bodyPr wrap="square" rtlCol="0">
              <a:spAutoFit/>
            </a:bodyPr>
            <a:lstStyle/>
            <a:p>
              <a:pPr algn="just">
                <a:spcBef>
                  <a:spcPct val="0"/>
                </a:spcBef>
              </a:pPr>
              <a:r>
                <a:rPr lang="zh-CN" altLang="en-US" sz="2800" b="1" kern="0" spc="300" dirty="0">
                  <a:solidFill>
                    <a:prstClr val="white"/>
                  </a:solidFill>
                  <a:latin typeface="Times New Roman" panose="02020503050405090304" pitchFamily="18" charset="0"/>
                  <a:ea typeface="宋体" pitchFamily="2" charset="-122"/>
                  <a:cs typeface="+mn-ea"/>
                  <a:sym typeface="+mn-lt"/>
                </a:rPr>
                <a:t>中文分词工具</a:t>
              </a:r>
              <a:endParaRPr lang="zh-CN" altLang="en-US" sz="2800" b="1" kern="0" spc="300" dirty="0">
                <a:solidFill>
                  <a:prstClr val="white"/>
                </a:solidFill>
                <a:latin typeface="Times New Roman" panose="02020503050405090304" pitchFamily="18" charset="0"/>
                <a:ea typeface="宋体" pitchFamily="2" charset="-122"/>
                <a:cs typeface="+mn-ea"/>
                <a:sym typeface="+mn-lt"/>
              </a:endParaRPr>
            </a:p>
          </p:txBody>
        </p:sp>
      </p:grpSp>
      <p:grpSp>
        <p:nvGrpSpPr>
          <p:cNvPr id="19" name="1"/>
          <p:cNvGrpSpPr/>
          <p:nvPr/>
        </p:nvGrpSpPr>
        <p:grpSpPr>
          <a:xfrm>
            <a:off x="1344818" y="1373315"/>
            <a:ext cx="2619916" cy="2619916"/>
            <a:chOff x="267453" y="94709"/>
            <a:chExt cx="454824" cy="454824"/>
          </a:xfrm>
        </p:grpSpPr>
        <p:sp>
          <p:nvSpPr>
            <p:cNvPr id="20" name="4"/>
            <p:cNvSpPr/>
            <p:nvPr/>
          </p:nvSpPr>
          <p:spPr>
            <a:xfrm>
              <a:off x="301756" y="114952"/>
              <a:ext cx="390525" cy="395287"/>
            </a:xfrm>
            <a:prstGeom prst="ellipse">
              <a:avLst/>
            </a:prstGeom>
            <a:solidFill>
              <a:sysClr val="window" lastClr="FFFFFF"/>
            </a:solidFill>
            <a:ln w="25400" cap="flat" cmpd="sng" algn="ctr">
              <a:solidFill>
                <a:sysClr val="window" lastClr="FFFFFF"/>
              </a:solidFill>
              <a:prstDash val="solid"/>
            </a:ln>
            <a:effectLst/>
          </p:spPr>
          <p:txBody>
            <a:bodyPr rtlCol="0" anchor="ctr"/>
            <a:lstStyle/>
            <a:p>
              <a:pPr algn="ctr">
                <a:defRPr/>
              </a:pPr>
              <a:endParaRPr lang="zh-CN" altLang="en-US" sz="1800" kern="0">
                <a:solidFill>
                  <a:prstClr val="white"/>
                </a:solidFill>
                <a:cs typeface="+mn-ea"/>
                <a:sym typeface="+mn-lt"/>
              </a:endParaRPr>
            </a:p>
          </p:txBody>
        </p:sp>
        <p:sp>
          <p:nvSpPr>
            <p:cNvPr id="23" name="3"/>
            <p:cNvSpPr/>
            <p:nvPr/>
          </p:nvSpPr>
          <p:spPr>
            <a:xfrm>
              <a:off x="343738" y="170570"/>
              <a:ext cx="302255" cy="302255"/>
            </a:xfrm>
            <a:prstGeom prst="ellipse">
              <a:avLst/>
            </a:prstGeom>
            <a:solidFill>
              <a:srgbClr val="004C41"/>
            </a:solidFill>
            <a:ln w="25400" cap="flat" cmpd="sng" algn="ctr">
              <a:noFill/>
              <a:prstDash val="solid"/>
            </a:ln>
            <a:effectLst/>
          </p:spPr>
          <p:txBody>
            <a:bodyPr rtlCol="0" anchor="ctr"/>
            <a:lstStyle/>
            <a:p>
              <a:pPr algn="ctr">
                <a:defRPr/>
              </a:pPr>
              <a:endParaRPr lang="zh-CN" altLang="en-US" sz="1800" kern="0">
                <a:solidFill>
                  <a:prstClr val="white"/>
                </a:solidFill>
                <a:cs typeface="+mn-ea"/>
                <a:sym typeface="+mn-lt"/>
              </a:endParaRPr>
            </a:p>
          </p:txBody>
        </p:sp>
        <p:sp>
          <p:nvSpPr>
            <p:cNvPr id="24" name="同心圆 23"/>
            <p:cNvSpPr/>
            <p:nvPr/>
          </p:nvSpPr>
          <p:spPr>
            <a:xfrm>
              <a:off x="267453" y="94709"/>
              <a:ext cx="454824" cy="454824"/>
            </a:xfrm>
            <a:prstGeom prst="donut">
              <a:avLst>
                <a:gd name="adj" fmla="val 8567"/>
              </a:avLst>
            </a:prstGeom>
            <a:solidFill>
              <a:sysClr val="window" lastClr="FFFFFF"/>
            </a:solidFill>
            <a:ln w="9525" cap="flat" cmpd="sng" algn="ctr">
              <a:noFill/>
              <a:prstDash val="solid"/>
            </a:ln>
            <a:effectLst>
              <a:outerShdw blurRad="63500" sx="102000" sy="102000" algn="ctr" rotWithShape="0">
                <a:prstClr val="black">
                  <a:alpha val="20000"/>
                </a:prstClr>
              </a:outerShdw>
            </a:effectLst>
          </p:spPr>
          <p:txBody>
            <a:bodyPr rtlCol="0" anchor="ctr"/>
            <a:lstStyle/>
            <a:p>
              <a:pPr algn="ctr">
                <a:defRPr/>
              </a:pPr>
              <a:endParaRPr lang="zh-CN" altLang="en-US" sz="1200" kern="0">
                <a:solidFill>
                  <a:prstClr val="black"/>
                </a:solidFill>
                <a:cs typeface="+mn-ea"/>
                <a:sym typeface="+mn-lt"/>
              </a:endParaRPr>
            </a:p>
          </p:txBody>
        </p:sp>
        <p:sp>
          <p:nvSpPr>
            <p:cNvPr id="25" name="TextBox 9"/>
            <p:cNvSpPr txBox="1"/>
            <p:nvPr/>
          </p:nvSpPr>
          <p:spPr>
            <a:xfrm>
              <a:off x="370583" y="176347"/>
              <a:ext cx="245782" cy="272497"/>
            </a:xfrm>
            <a:prstGeom prst="rect">
              <a:avLst/>
            </a:prstGeom>
            <a:noFill/>
          </p:spPr>
          <p:txBody>
            <a:bodyPr wrap="none" rtlCol="0">
              <a:spAutoFit/>
            </a:bodyPr>
            <a:lstStyle/>
            <a:p>
              <a:pPr>
                <a:defRPr/>
              </a:pPr>
              <a:r>
                <a:rPr lang="en-US" altLang="zh-CN" sz="9600" kern="0" dirty="0">
                  <a:solidFill>
                    <a:prstClr val="white"/>
                  </a:solidFill>
                  <a:latin typeface="Times New Roman" panose="02020503050405090304" pitchFamily="18" charset="0"/>
                  <a:ea typeface="宋体" pitchFamily="2" charset="-122"/>
                  <a:cs typeface="+mn-ea"/>
                  <a:sym typeface="+mn-lt"/>
                </a:rPr>
                <a:t>04</a:t>
              </a:r>
              <a:endParaRPr lang="zh-CN" altLang="en-US" sz="9600" kern="0" dirty="0">
                <a:solidFill>
                  <a:prstClr val="white"/>
                </a:solidFill>
                <a:latin typeface="Times New Roman" panose="02020503050405090304" pitchFamily="18" charset="0"/>
                <a:ea typeface="宋体" pitchFamily="2" charset="-122"/>
                <a:cs typeface="+mn-ea"/>
                <a:sym typeface="+mn-lt"/>
              </a:endParaRPr>
            </a:p>
          </p:txBody>
        </p:sp>
      </p:grpSp>
      <p:sp>
        <p:nvSpPr>
          <p:cNvPr id="2" name="标题 1"/>
          <p:cNvSpPr>
            <a:spLocks noGrp="1"/>
          </p:cNvSpPr>
          <p:nvPr>
            <p:ph type="title"/>
          </p:nvPr>
        </p:nvSpPr>
        <p:spPr/>
        <p:txBody>
          <a:bodyPr/>
          <a:lstStyle/>
          <a:p>
            <a:endParaRPr lang="zh-CN" altLang="en-US"/>
          </a:p>
        </p:txBody>
      </p:sp>
      <p:sp>
        <p:nvSpPr>
          <p:cNvPr id="3" name="日期占位符 2"/>
          <p:cNvSpPr>
            <a:spLocks noGrp="1"/>
          </p:cNvSpPr>
          <p:nvPr>
            <p:ph type="dt" sz="half" idx="10"/>
          </p:nvPr>
        </p:nvSpPr>
        <p:spPr/>
        <p:txBody>
          <a:bodyPr/>
          <a:lstStyle/>
          <a:p>
            <a:fld id="{D060A189-B51F-4A63-944B-D4F76F374FF9}"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4" name="灯片编号占位符 3"/>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left)">
                                      <p:cBhvr>
                                        <p:cTn id="11"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23926" y="1070217"/>
            <a:ext cx="8279028" cy="2630913"/>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indent="457200" algn="just">
              <a:lnSpc>
                <a:spcPct val="150000"/>
              </a:lnSpc>
            </a:pPr>
            <a:r>
              <a:rPr lang="zh-CN" altLang="en-US" sz="1600" dirty="0">
                <a:latin typeface="Times New Roman" panose="02020503050405090304" pitchFamily="18" charset="0"/>
                <a:ea typeface="宋体" pitchFamily="2" charset="-122"/>
              </a:rPr>
              <a:t>HanLP分词</a:t>
            </a:r>
            <a:r>
              <a:rPr lang="zh-CN" altLang="en-US" sz="1600">
                <a:latin typeface="Times New Roman" panose="02020503050405090304" pitchFamily="18" charset="0"/>
                <a:ea typeface="宋体" pitchFamily="2" charset="-122"/>
              </a:rPr>
              <a:t>器、</a:t>
            </a:r>
            <a:r>
              <a:rPr lang="en-US" altLang="zh-CN" sz="1600">
                <a:latin typeface="Times New Roman" panose="02020503050405090304" pitchFamily="18" charset="0"/>
                <a:ea typeface="宋体" pitchFamily="2" charset="-122"/>
              </a:rPr>
              <a:t>j</a:t>
            </a:r>
            <a:r>
              <a:rPr lang="zh-CN" altLang="en-US" sz="1600">
                <a:latin typeface="Times New Roman" panose="02020503050405090304" pitchFamily="18" charset="0"/>
                <a:ea typeface="宋体" pitchFamily="2" charset="-122"/>
              </a:rPr>
              <a:t>ieba</a:t>
            </a:r>
            <a:r>
              <a:rPr lang="zh-CN" altLang="en-US" sz="1600" dirty="0">
                <a:latin typeface="Times New Roman" panose="02020503050405090304" pitchFamily="18" charset="0"/>
                <a:ea typeface="宋体" pitchFamily="2" charset="-122"/>
              </a:rPr>
              <a:t>（结巴）分词、哈工大的语言技术平台LTP及其</a:t>
            </a:r>
            <a:r>
              <a:rPr lang="zh-CN" altLang="en-US" sz="1600">
                <a:latin typeface="Times New Roman" panose="02020503050405090304" pitchFamily="18" charset="0"/>
                <a:ea typeface="宋体" pitchFamily="2" charset="-122"/>
              </a:rPr>
              <a:t>语言云LTP</a:t>
            </a:r>
            <a:r>
              <a:rPr lang="zh-CN" altLang="en-US" sz="1600" dirty="0">
                <a:latin typeface="Times New Roman" panose="02020503050405090304" pitchFamily="18" charset="0"/>
                <a:ea typeface="宋体" pitchFamily="2" charset="-122"/>
              </a:rPr>
              <a:t>-Cloud、清华大学的中文词法分析工具包THULAC、北京大学的中文分词工具包pkuseg、斯坦福分词器、基于深度学习的</a:t>
            </a:r>
            <a:r>
              <a:rPr lang="zh-CN" altLang="en-US" sz="1600">
                <a:latin typeface="Times New Roman" panose="02020503050405090304" pitchFamily="18" charset="0"/>
                <a:ea typeface="宋体" pitchFamily="2" charset="-122"/>
              </a:rPr>
              <a:t>分词系统KCWS</a:t>
            </a:r>
            <a:r>
              <a:rPr lang="zh-CN" altLang="en-US" sz="1600" dirty="0">
                <a:latin typeface="Times New Roman" panose="02020503050405090304" pitchFamily="18" charset="0"/>
                <a:ea typeface="宋体" pitchFamily="2" charset="-122"/>
              </a:rPr>
              <a:t>、新加坡科技设计大学的中文分词器ZPar、IKAnalyzer、Jcseg、复旦大学的FudanNLP、中文文本处理库SnowNLP</a:t>
            </a:r>
            <a:r>
              <a:rPr lang="zh-CN" altLang="en-US" sz="1600">
                <a:latin typeface="Times New Roman" panose="02020503050405090304" pitchFamily="18" charset="0"/>
                <a:ea typeface="宋体" pitchFamily="2" charset="-122"/>
              </a:rPr>
              <a:t>、ansj分词</a:t>
            </a:r>
            <a:r>
              <a:rPr lang="zh-CN" altLang="en-US" sz="1600" dirty="0">
                <a:latin typeface="Times New Roman" panose="02020503050405090304" pitchFamily="18" charset="0"/>
                <a:ea typeface="宋体" pitchFamily="2" charset="-122"/>
              </a:rPr>
              <a:t>器、自然语言处理工具包NLTK、玻森中文语义开放平台BosonNLP、简易中文分词系统 SCWS、IKAnalyzer、庖丁解牛、中科院</a:t>
            </a:r>
            <a:r>
              <a:rPr lang="zh-CN" altLang="en-US" sz="1600">
                <a:latin typeface="Times New Roman" panose="02020503050405090304" pitchFamily="18" charset="0"/>
                <a:ea typeface="宋体" pitchFamily="2" charset="-122"/>
              </a:rPr>
              <a:t>计算所NLPIR分词</a:t>
            </a:r>
            <a:r>
              <a:rPr lang="zh-CN" altLang="en-US" sz="1600" dirty="0">
                <a:latin typeface="Times New Roman" panose="02020503050405090304" pitchFamily="18" charset="0"/>
                <a:ea typeface="宋体" pitchFamily="2" charset="-122"/>
              </a:rPr>
              <a:t>系统、腾讯文智、百度NLP、阿里云NLP、新浪云、搜狗分词、盘古分词等等。</a:t>
            </a:r>
            <a:endParaRPr lang="zh-CN" altLang="en-US" sz="1600" dirty="0">
              <a:latin typeface="Times New Roman" panose="02020503050405090304" pitchFamily="18" charset="0"/>
              <a:ea typeface="宋体" pitchFamily="2" charset="-122"/>
            </a:endParaRPr>
          </a:p>
        </p:txBody>
      </p:sp>
      <p:sp>
        <p:nvSpPr>
          <p:cNvPr id="5" name="文本框 4"/>
          <p:cNvSpPr txBox="1"/>
          <p:nvPr/>
        </p:nvSpPr>
        <p:spPr>
          <a:xfrm>
            <a:off x="3010535" y="4150355"/>
            <a:ext cx="3029585" cy="444860"/>
          </a:xfrm>
          <a:prstGeom prst="roundRect">
            <a:avLst/>
          </a:prstGeom>
          <a:ln>
            <a:noFill/>
          </a:ln>
        </p:spPr>
        <p:style>
          <a:lnRef idx="2">
            <a:schemeClr val="accent1"/>
          </a:lnRef>
          <a:fillRef idx="1">
            <a:schemeClr val="lt1"/>
          </a:fillRef>
          <a:effectRef idx="0">
            <a:schemeClr val="accent1"/>
          </a:effectRef>
          <a:fontRef idx="minor">
            <a:schemeClr val="dk1"/>
          </a:fontRef>
        </p:style>
        <p:txBody>
          <a:bodyPr wrap="square" rtlCol="0" anchor="t">
            <a:spAutoFit/>
          </a:bodyPr>
          <a:lstStyle/>
          <a:p>
            <a:r>
              <a:rPr lang="en-US" altLang="zh-CN" sz="2000" dirty="0">
                <a:solidFill>
                  <a:srgbClr val="FF0000"/>
                </a:solidFill>
                <a:latin typeface="Times New Roman" panose="02020503050405090304" pitchFamily="18" charset="0"/>
                <a:ea typeface="宋体" pitchFamily="2" charset="-122"/>
              </a:rPr>
              <a:t> </a:t>
            </a:r>
            <a:r>
              <a:rPr lang="zh-CN" altLang="en-US" sz="2000" dirty="0">
                <a:solidFill>
                  <a:srgbClr val="FF0000"/>
                </a:solidFill>
                <a:latin typeface="Times New Roman" panose="02020503050405090304" pitchFamily="18" charset="0"/>
                <a:ea typeface="宋体" pitchFamily="2" charset="-122"/>
              </a:rPr>
              <a:t>Jieba（结巴）分词工具</a:t>
            </a:r>
            <a:endParaRPr lang="zh-CN" altLang="en-US" sz="2000" dirty="0">
              <a:solidFill>
                <a:srgbClr val="FF0000"/>
              </a:solidFill>
              <a:latin typeface="Times New Roman" panose="02020503050405090304" pitchFamily="18" charset="0"/>
              <a:ea typeface="宋体" pitchFamily="2" charset="-122"/>
            </a:endParaRPr>
          </a:p>
        </p:txBody>
      </p:sp>
      <p:sp>
        <p:nvSpPr>
          <p:cNvPr id="7" name="标题 6"/>
          <p:cNvSpPr>
            <a:spLocks noGrp="1"/>
          </p:cNvSpPr>
          <p:nvPr>
            <p:ph type="title"/>
          </p:nvPr>
        </p:nvSpPr>
        <p:spPr/>
        <p:txBody>
          <a:bodyPr/>
          <a:lstStyle/>
          <a:p>
            <a:r>
              <a:rPr lang="en-US" altLang="zh-CN" sz="2400" b="1">
                <a:solidFill>
                  <a:srgbClr val="004C41"/>
                </a:solidFill>
                <a:ea typeface="宋体" pitchFamily="2" charset="-122"/>
                <a:cs typeface="+mn-ea"/>
                <a:sym typeface="+mn-lt"/>
              </a:rPr>
              <a:t>1.</a:t>
            </a:r>
            <a:r>
              <a:rPr lang="zh-CN" altLang="en-US" sz="2400" b="1">
                <a:solidFill>
                  <a:srgbClr val="004C41"/>
                </a:solidFill>
                <a:ea typeface="宋体" pitchFamily="2" charset="-122"/>
                <a:cs typeface="+mn-ea"/>
                <a:sym typeface="+mn-lt"/>
              </a:rPr>
              <a:t>常见的中文分词工具</a:t>
            </a:r>
            <a:endParaRPr lang="zh-CN" altLang="en-US">
              <a:ea typeface="宋体" pitchFamily="2" charset="-122"/>
            </a:endParaRPr>
          </a:p>
        </p:txBody>
      </p:sp>
      <p:sp>
        <p:nvSpPr>
          <p:cNvPr id="3" name="日期占位符 2"/>
          <p:cNvSpPr>
            <a:spLocks noGrp="1"/>
          </p:cNvSpPr>
          <p:nvPr>
            <p:ph type="dt" sz="half" idx="10"/>
          </p:nvPr>
        </p:nvSpPr>
        <p:spPr/>
        <p:txBody>
          <a:bodyPr/>
          <a:lstStyle/>
          <a:p>
            <a:fld id="{9D41C152-067A-4230-96D3-163F9DD2BE1C}"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6" name="灯片编号占位符 5"/>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P spid="5" grpId="0" bldLvl="0" animBg="1"/>
      <p:bldP spid="5" grpId="1"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b="1">
                <a:solidFill>
                  <a:srgbClr val="004C41"/>
                </a:solidFill>
                <a:ea typeface="宋体" pitchFamily="2" charset="-122"/>
                <a:cs typeface="+mn-ea"/>
                <a:sym typeface="+mn-lt"/>
              </a:rPr>
              <a:t>2. j</a:t>
            </a:r>
            <a:r>
              <a:rPr lang="zh-CN" altLang="en-US" sz="2400" b="1">
                <a:solidFill>
                  <a:srgbClr val="004C41"/>
                </a:solidFill>
                <a:ea typeface="宋体" pitchFamily="2" charset="-122"/>
                <a:cs typeface="+mn-ea"/>
                <a:sym typeface="+mn-lt"/>
              </a:rPr>
              <a:t>ieba分词</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1</a:t>
            </a:r>
            <a:r>
              <a:rPr lang="zh-CN" altLang="en-US" sz="2400" b="1">
                <a:solidFill>
                  <a:srgbClr val="004C41"/>
                </a:solidFill>
                <a:ea typeface="宋体" pitchFamily="2" charset="-122"/>
                <a:cs typeface="+mn-ea"/>
                <a:sym typeface="+mn-lt"/>
              </a:rPr>
              <a:t>）概述</a:t>
            </a:r>
            <a:endParaRPr lang="zh-CN" altLang="en-US"/>
          </a:p>
        </p:txBody>
      </p:sp>
      <p:sp>
        <p:nvSpPr>
          <p:cNvPr id="3" name="日期占位符 2"/>
          <p:cNvSpPr>
            <a:spLocks noGrp="1"/>
          </p:cNvSpPr>
          <p:nvPr>
            <p:ph type="dt" sz="half" idx="10"/>
          </p:nvPr>
        </p:nvSpPr>
        <p:spPr/>
        <p:txBody>
          <a:bodyPr/>
          <a:lstStyle/>
          <a:p>
            <a:fld id="{10B5D3EF-70C4-42D8-9F0B-5396A2975225}"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6" name="文本框 5"/>
          <p:cNvSpPr txBox="1"/>
          <p:nvPr/>
        </p:nvSpPr>
        <p:spPr>
          <a:xfrm>
            <a:off x="457200" y="1064396"/>
            <a:ext cx="2980944" cy="369332"/>
          </a:xfrm>
          <a:prstGeom prst="rect">
            <a:avLst/>
          </a:prstGeom>
          <a:noFill/>
        </p:spPr>
        <p:txBody>
          <a:bodyPr wrap="square">
            <a:spAutoFit/>
          </a:bodyPr>
          <a:lstStyle/>
          <a:p>
            <a:pPr algn="l"/>
            <a:r>
              <a:rPr lang="en-US" altLang="zh-CN" sz="1800" b="1" i="0">
                <a:solidFill>
                  <a:srgbClr val="0000FF"/>
                </a:solidFill>
                <a:effectLst/>
              </a:rPr>
              <a:t>jieba</a:t>
            </a:r>
            <a:r>
              <a:rPr lang="zh-CN" altLang="en-US" sz="1800" b="1" i="0">
                <a:solidFill>
                  <a:srgbClr val="0000FF"/>
                </a:solidFill>
                <a:effectLst/>
              </a:rPr>
              <a:t>分词为什么叫</a:t>
            </a:r>
            <a:r>
              <a:rPr lang="en-US" altLang="zh-CN" sz="1800" b="1" i="0">
                <a:solidFill>
                  <a:srgbClr val="0000FF"/>
                </a:solidFill>
                <a:effectLst/>
              </a:rPr>
              <a:t>jieba</a:t>
            </a:r>
            <a:r>
              <a:rPr lang="zh-CN" altLang="en-US" sz="1800" b="1" i="0">
                <a:solidFill>
                  <a:srgbClr val="0000FF"/>
                </a:solidFill>
                <a:effectLst/>
              </a:rPr>
              <a:t>？</a:t>
            </a:r>
            <a:endParaRPr lang="en-US" altLang="zh-CN" sz="1800" b="0" i="0">
              <a:solidFill>
                <a:srgbClr val="0000FF"/>
              </a:solidFill>
              <a:effectLst/>
            </a:endParaRPr>
          </a:p>
        </p:txBody>
      </p:sp>
      <p:sp>
        <p:nvSpPr>
          <p:cNvPr id="8" name="文本框 7"/>
          <p:cNvSpPr txBox="1"/>
          <p:nvPr/>
        </p:nvSpPr>
        <p:spPr>
          <a:xfrm>
            <a:off x="527447" y="1597536"/>
            <a:ext cx="8159354" cy="1522917"/>
          </a:xfrm>
          <a:prstGeom prst="rect">
            <a:avLst/>
          </a:prstGeom>
          <a:noFill/>
        </p:spPr>
        <p:txBody>
          <a:bodyPr wrap="square">
            <a:spAutoFit/>
          </a:bodyPr>
          <a:lstStyle/>
          <a:p>
            <a:pPr indent="457200">
              <a:lnSpc>
                <a:spcPct val="150000"/>
              </a:lnSpc>
            </a:pPr>
            <a:r>
              <a:rPr lang="en-US" altLang="zh-CN" sz="1600" b="1" i="0">
                <a:effectLst/>
              </a:rPr>
              <a:t>jieba</a:t>
            </a:r>
            <a:r>
              <a:rPr lang="zh-CN" altLang="en-US" sz="1600" b="0" i="0">
                <a:effectLst/>
              </a:rPr>
              <a:t>这个名字来源于一个有趣的典故。中文里，“</a:t>
            </a:r>
            <a:r>
              <a:rPr lang="en-US" altLang="zh-CN" sz="1600" b="0" i="0">
                <a:effectLst/>
              </a:rPr>
              <a:t>jieba</a:t>
            </a:r>
            <a:r>
              <a:rPr lang="zh-CN" altLang="en-US" sz="1600" b="0" i="0">
                <a:effectLst/>
              </a:rPr>
              <a:t>”指的是结巴，即说话不流畅，经常重复某个字或词。</a:t>
            </a:r>
            <a:r>
              <a:rPr lang="en-US" altLang="zh-CN" sz="1600" b="1" i="0">
                <a:effectLst/>
              </a:rPr>
              <a:t>jieba</a:t>
            </a:r>
            <a:r>
              <a:rPr lang="zh-CN" altLang="en-US" sz="1600" b="1" i="0">
                <a:effectLst/>
              </a:rPr>
              <a:t>分词</a:t>
            </a:r>
            <a:r>
              <a:rPr lang="zh-CN" altLang="en-US" sz="1600" b="0" i="0">
                <a:effectLst/>
              </a:rPr>
              <a:t>的命名灵感正是来源于此。它的创始人认为，中文分词就像一个结巴的人在说话一样，总是试图把一个长句子拆分成一个个独立的词语，但这个过程并不总是那么流畅和准确。</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b="1">
                <a:solidFill>
                  <a:srgbClr val="004C41"/>
                </a:solidFill>
                <a:ea typeface="宋体" pitchFamily="2" charset="-122"/>
                <a:cs typeface="+mn-ea"/>
                <a:sym typeface="+mn-lt"/>
              </a:rPr>
              <a:t>2. j</a:t>
            </a:r>
            <a:r>
              <a:rPr lang="zh-CN" altLang="en-US" sz="2400" b="1">
                <a:solidFill>
                  <a:srgbClr val="004C41"/>
                </a:solidFill>
                <a:ea typeface="宋体" pitchFamily="2" charset="-122"/>
                <a:cs typeface="+mn-ea"/>
                <a:sym typeface="+mn-lt"/>
              </a:rPr>
              <a:t>ieba分词</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1</a:t>
            </a:r>
            <a:r>
              <a:rPr lang="zh-CN" altLang="en-US" sz="2400" b="1">
                <a:solidFill>
                  <a:srgbClr val="004C41"/>
                </a:solidFill>
                <a:ea typeface="宋体" pitchFamily="2" charset="-122"/>
                <a:cs typeface="+mn-ea"/>
                <a:sym typeface="+mn-lt"/>
              </a:rPr>
              <a:t>）概述</a:t>
            </a:r>
            <a:endParaRPr lang="zh-CN" altLang="en-US"/>
          </a:p>
        </p:txBody>
      </p:sp>
      <p:sp>
        <p:nvSpPr>
          <p:cNvPr id="3" name="日期占位符 2"/>
          <p:cNvSpPr>
            <a:spLocks noGrp="1"/>
          </p:cNvSpPr>
          <p:nvPr>
            <p:ph type="dt" sz="half" idx="10"/>
          </p:nvPr>
        </p:nvSpPr>
        <p:spPr/>
        <p:txBody>
          <a:bodyPr/>
          <a:lstStyle/>
          <a:p>
            <a:fld id="{6E26BF57-F368-412C-9F90-6CB2CC5923A2}"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6" name="文本框 5"/>
          <p:cNvSpPr txBox="1"/>
          <p:nvPr/>
        </p:nvSpPr>
        <p:spPr>
          <a:xfrm>
            <a:off x="549473" y="1392368"/>
            <a:ext cx="8045053" cy="1892249"/>
          </a:xfrm>
          <a:prstGeom prst="rect">
            <a:avLst/>
          </a:prstGeom>
          <a:noFill/>
        </p:spPr>
        <p:txBody>
          <a:bodyPr wrap="square">
            <a:spAutoFit/>
          </a:bodyPr>
          <a:lstStyle/>
          <a:p>
            <a:pPr marL="285750" indent="-285750">
              <a:lnSpc>
                <a:spcPct val="150000"/>
              </a:lnSpc>
              <a:buClr>
                <a:srgbClr val="0070C0"/>
              </a:buClr>
              <a:buFont typeface="Wingdings" panose="05000000000000000000" pitchFamily="2" charset="2"/>
              <a:buChar char="n"/>
            </a:pPr>
            <a:r>
              <a:rPr lang="en-US" altLang="zh-CN" sz="1600" b="1" i="0">
                <a:effectLst/>
                <a:latin typeface="PingFang SC" panose="020B0400000000000000" charset="-122"/>
              </a:rPr>
              <a:t>jieba</a:t>
            </a:r>
            <a:r>
              <a:rPr lang="zh-CN" altLang="en-US" sz="1600" b="1" i="0">
                <a:effectLst/>
                <a:latin typeface="PingFang SC" panose="020B0400000000000000" charset="-122"/>
              </a:rPr>
              <a:t>分词</a:t>
            </a:r>
            <a:r>
              <a:rPr lang="zh-CN" altLang="en-US" sz="1600" b="0" i="0">
                <a:effectLst/>
                <a:latin typeface="PingFang SC" panose="020B0400000000000000" charset="-122"/>
              </a:rPr>
              <a:t>的命名不仅有趣，而且还暗示了其工作原理。</a:t>
            </a:r>
            <a:endParaRPr lang="en-US" altLang="zh-CN" sz="1600" b="0" i="0">
              <a:effectLst/>
              <a:latin typeface="PingFang SC" panose="020B0400000000000000" charset="-122"/>
            </a:endParaRPr>
          </a:p>
          <a:p>
            <a:pPr marL="285750" indent="-285750">
              <a:lnSpc>
                <a:spcPct val="150000"/>
              </a:lnSpc>
              <a:buClr>
                <a:srgbClr val="0070C0"/>
              </a:buClr>
              <a:buFont typeface="Wingdings" panose="05000000000000000000" pitchFamily="2" charset="2"/>
              <a:buChar char="n"/>
            </a:pPr>
            <a:r>
              <a:rPr lang="en-US" altLang="zh-CN" sz="1600" b="1" i="0">
                <a:effectLst/>
                <a:latin typeface="PingFang SC" panose="020B0400000000000000" charset="-122"/>
              </a:rPr>
              <a:t>jieba</a:t>
            </a:r>
            <a:r>
              <a:rPr lang="zh-CN" altLang="en-US" sz="1600">
                <a:latin typeface="PingFang SC" panose="020B0400000000000000" charset="-122"/>
              </a:rPr>
              <a:t>算法使用了基于前缀词典实现高效的词图扫描，生成句子中汉字所有可能生成词情况所构成的有向无环图（</a:t>
            </a:r>
            <a:r>
              <a:rPr lang="en-US" altLang="zh-CN" sz="1600"/>
              <a:t>Directed Acyclic Graph, DAG</a:t>
            </a:r>
            <a:r>
              <a:rPr lang="zh-CN" altLang="en-US" sz="1600">
                <a:latin typeface="PingFang SC" panose="020B0400000000000000" charset="-122"/>
              </a:rPr>
              <a:t>），再采用动态规划查找最大概率路径，从而找出基于词频的最大切分组合。这</a:t>
            </a:r>
            <a:r>
              <a:rPr lang="zh-CN" altLang="en-US" sz="1600" b="0" i="0">
                <a:effectLst/>
                <a:latin typeface="PingFang SC" panose="020B0400000000000000" charset="-122"/>
              </a:rPr>
              <a:t>就像一个结巴的人在尝试说出一个句子时，不断尝试不同的切分方式，最终找到最合适的表达方式。</a:t>
            </a:r>
            <a:endParaRPr lang="zh-CN" altLang="en-US" sz="1600"/>
          </a:p>
        </p:txBody>
      </p:sp>
      <p:sp>
        <p:nvSpPr>
          <p:cNvPr id="7" name="文本框 6"/>
          <p:cNvSpPr txBox="1"/>
          <p:nvPr/>
        </p:nvSpPr>
        <p:spPr>
          <a:xfrm>
            <a:off x="457200" y="954858"/>
            <a:ext cx="4579144" cy="369332"/>
          </a:xfrm>
          <a:prstGeom prst="rect">
            <a:avLst/>
          </a:prstGeom>
          <a:noFill/>
        </p:spPr>
        <p:txBody>
          <a:bodyPr wrap="square">
            <a:spAutoFit/>
          </a:bodyPr>
          <a:lstStyle/>
          <a:p>
            <a:pPr algn="l"/>
            <a:r>
              <a:rPr lang="en-US" altLang="zh-CN" sz="1800" i="0">
                <a:solidFill>
                  <a:srgbClr val="0000FF"/>
                </a:solidFill>
                <a:effectLst/>
              </a:rPr>
              <a:t>jieba</a:t>
            </a:r>
            <a:r>
              <a:rPr lang="zh-CN" altLang="en-US" sz="1800" i="0">
                <a:solidFill>
                  <a:srgbClr val="0000FF"/>
                </a:solidFill>
                <a:effectLst/>
              </a:rPr>
              <a:t>分词为什么叫</a:t>
            </a:r>
            <a:r>
              <a:rPr lang="en-US" altLang="zh-CN" sz="1800" i="0">
                <a:solidFill>
                  <a:srgbClr val="0000FF"/>
                </a:solidFill>
                <a:effectLst/>
              </a:rPr>
              <a:t>jieba</a:t>
            </a:r>
            <a:r>
              <a:rPr lang="zh-CN" altLang="en-US" sz="1800" i="0">
                <a:solidFill>
                  <a:srgbClr val="0000FF"/>
                </a:solidFill>
                <a:effectLst/>
              </a:rPr>
              <a:t>？</a:t>
            </a:r>
            <a:endParaRPr lang="en-US" altLang="zh-CN" sz="1800" i="0">
              <a:solidFill>
                <a:srgbClr val="0000FF"/>
              </a:solidFill>
              <a:effectLs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 calcmode="lin" valueType="num">
                                      <p:cBhvr additive="base">
                                        <p:cTn id="11"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b="1">
                <a:solidFill>
                  <a:srgbClr val="004C41"/>
                </a:solidFill>
                <a:ea typeface="宋体" pitchFamily="2" charset="-122"/>
                <a:cs typeface="+mn-ea"/>
                <a:sym typeface="+mn-lt"/>
              </a:rPr>
              <a:t>2. j</a:t>
            </a:r>
            <a:r>
              <a:rPr lang="zh-CN" altLang="en-US" sz="2400" b="1">
                <a:solidFill>
                  <a:srgbClr val="004C41"/>
                </a:solidFill>
                <a:ea typeface="宋体" pitchFamily="2" charset="-122"/>
                <a:cs typeface="+mn-ea"/>
                <a:sym typeface="+mn-lt"/>
              </a:rPr>
              <a:t>ieba分词</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1</a:t>
            </a:r>
            <a:r>
              <a:rPr lang="zh-CN" altLang="en-US" sz="2400" b="1">
                <a:solidFill>
                  <a:srgbClr val="004C41"/>
                </a:solidFill>
                <a:ea typeface="宋体" pitchFamily="2" charset="-122"/>
                <a:cs typeface="+mn-ea"/>
                <a:sym typeface="+mn-lt"/>
              </a:rPr>
              <a:t>）概述</a:t>
            </a:r>
            <a:endParaRPr lang="zh-CN" altLang="en-US"/>
          </a:p>
        </p:txBody>
      </p:sp>
      <p:sp>
        <p:nvSpPr>
          <p:cNvPr id="3" name="日期占位符 2"/>
          <p:cNvSpPr>
            <a:spLocks noGrp="1"/>
          </p:cNvSpPr>
          <p:nvPr>
            <p:ph type="dt" sz="half" idx="10"/>
          </p:nvPr>
        </p:nvSpPr>
        <p:spPr/>
        <p:txBody>
          <a:bodyPr/>
          <a:lstStyle/>
          <a:p>
            <a:fld id="{8BDD6D68-24DC-4C7A-BBC3-5D7CF03C4B81}"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6" name="文本框 5"/>
          <p:cNvSpPr txBox="1"/>
          <p:nvPr/>
        </p:nvSpPr>
        <p:spPr>
          <a:xfrm>
            <a:off x="605789" y="883216"/>
            <a:ext cx="8133399" cy="3738909"/>
          </a:xfrm>
          <a:prstGeom prst="rect">
            <a:avLst/>
          </a:prstGeom>
          <a:noFill/>
        </p:spPr>
        <p:txBody>
          <a:bodyPr wrap="square">
            <a:spAutoFit/>
          </a:bodyPr>
          <a:lstStyle/>
          <a:p>
            <a:pPr algn="l">
              <a:lnSpc>
                <a:spcPct val="150000"/>
              </a:lnSpc>
            </a:pPr>
            <a:r>
              <a:rPr lang="en-US" altLang="zh-CN" sz="1600" b="1" i="0">
                <a:effectLst/>
              </a:rPr>
              <a:t>jieba</a:t>
            </a:r>
            <a:r>
              <a:rPr lang="zh-CN" altLang="en-US" sz="1600" b="1" i="0">
                <a:effectLst/>
              </a:rPr>
              <a:t>分词</a:t>
            </a:r>
            <a:r>
              <a:rPr lang="zh-CN" altLang="en-US" sz="1600" b="0" i="0">
                <a:effectLst/>
              </a:rPr>
              <a:t>的应用场景：</a:t>
            </a:r>
            <a:endParaRPr lang="en-US" altLang="zh-CN" sz="1600" b="0" i="0">
              <a:effectLst/>
            </a:endParaRPr>
          </a:p>
          <a:p>
            <a:pPr indent="457200" algn="l">
              <a:lnSpc>
                <a:spcPct val="150000"/>
              </a:lnSpc>
            </a:pPr>
            <a:r>
              <a:rPr lang="zh-CN" altLang="en-US" sz="1600">
                <a:solidFill>
                  <a:srgbClr val="34495E"/>
                </a:solidFill>
              </a:rPr>
              <a:t>（</a:t>
            </a:r>
            <a:r>
              <a:rPr lang="en-US" altLang="zh-CN" sz="1600">
                <a:solidFill>
                  <a:srgbClr val="34495E"/>
                </a:solidFill>
              </a:rPr>
              <a:t>1</a:t>
            </a:r>
            <a:r>
              <a:rPr lang="zh-CN" altLang="en-US" sz="1600">
                <a:solidFill>
                  <a:srgbClr val="34495E"/>
                </a:solidFill>
              </a:rPr>
              <a:t>）</a:t>
            </a:r>
            <a:r>
              <a:rPr lang="zh-CN" altLang="en-US" sz="1600" b="1" i="0">
                <a:solidFill>
                  <a:srgbClr val="0000FF"/>
                </a:solidFill>
                <a:effectLst/>
              </a:rPr>
              <a:t>搜索引擎优化（</a:t>
            </a:r>
            <a:r>
              <a:rPr lang="en-US" altLang="zh-CN" sz="1600" b="1" i="0">
                <a:solidFill>
                  <a:srgbClr val="0000FF"/>
                </a:solidFill>
                <a:effectLst/>
              </a:rPr>
              <a:t>SEO</a:t>
            </a:r>
            <a:r>
              <a:rPr lang="zh-CN" altLang="en-US" sz="1600" b="1" i="0">
                <a:solidFill>
                  <a:srgbClr val="0000FF"/>
                </a:solidFill>
                <a:effectLst/>
              </a:rPr>
              <a:t>）</a:t>
            </a:r>
            <a:r>
              <a:rPr lang="zh-CN" altLang="en-US" sz="1600" b="0" i="0">
                <a:solidFill>
                  <a:srgbClr val="34495E"/>
                </a:solidFill>
                <a:effectLst/>
              </a:rPr>
              <a:t>：</a:t>
            </a:r>
            <a:r>
              <a:rPr lang="zh-CN" altLang="en-US" sz="1600" b="0" i="0">
                <a:effectLst/>
              </a:rPr>
              <a:t>在搜索引擎中，</a:t>
            </a:r>
            <a:r>
              <a:rPr lang="en-US" altLang="zh-CN" sz="1600" b="1" i="0">
                <a:effectLst/>
              </a:rPr>
              <a:t>jieba</a:t>
            </a:r>
            <a:r>
              <a:rPr lang="zh-CN" altLang="en-US" sz="1600" b="1" i="0">
                <a:effectLst/>
              </a:rPr>
              <a:t>分词</a:t>
            </a:r>
            <a:r>
              <a:rPr lang="zh-CN" altLang="en-US" sz="1600" b="0" i="0">
                <a:effectLst/>
              </a:rPr>
              <a:t>可以帮助分析用户搜索的关键词，从而提高搜索结果的相关性和准确性。例如，当用户搜索“北京天气”时，可以准确识别出“北京”和“天气”两个关键词。</a:t>
            </a:r>
            <a:endParaRPr lang="en-US" altLang="zh-CN" sz="1600" b="0" i="0">
              <a:effectLst/>
            </a:endParaRPr>
          </a:p>
          <a:p>
            <a:pPr indent="457200" algn="l">
              <a:lnSpc>
                <a:spcPct val="150000"/>
              </a:lnSpc>
            </a:pPr>
            <a:r>
              <a:rPr lang="zh-CN" altLang="en-US" sz="1600" b="1" i="0">
                <a:solidFill>
                  <a:srgbClr val="0000FF"/>
                </a:solidFill>
                <a:effectLst/>
              </a:rPr>
              <a:t>（</a:t>
            </a:r>
            <a:r>
              <a:rPr lang="en-US" altLang="zh-CN" sz="1600" b="1" i="0">
                <a:solidFill>
                  <a:srgbClr val="0000FF"/>
                </a:solidFill>
                <a:effectLst/>
              </a:rPr>
              <a:t>2</a:t>
            </a:r>
            <a:r>
              <a:rPr lang="zh-CN" altLang="en-US" sz="1600" b="1" i="0">
                <a:solidFill>
                  <a:srgbClr val="0000FF"/>
                </a:solidFill>
                <a:effectLst/>
              </a:rPr>
              <a:t>）文本分析和挖掘</a:t>
            </a:r>
            <a:r>
              <a:rPr lang="zh-CN" altLang="en-US" sz="1600" b="0" i="0">
                <a:solidFill>
                  <a:srgbClr val="34495E"/>
                </a:solidFill>
                <a:effectLst/>
              </a:rPr>
              <a:t>：</a:t>
            </a:r>
            <a:r>
              <a:rPr lang="zh-CN" altLang="en-US" sz="1600" b="0" i="0">
                <a:effectLst/>
              </a:rPr>
              <a:t>在文本挖掘中，</a:t>
            </a:r>
            <a:r>
              <a:rPr lang="en-US" altLang="zh-CN" sz="1600" b="1" i="0">
                <a:effectLst/>
              </a:rPr>
              <a:t>jieba</a:t>
            </a:r>
            <a:r>
              <a:rPr lang="zh-CN" altLang="en-US" sz="1600" b="1" i="0">
                <a:effectLst/>
              </a:rPr>
              <a:t>分词</a:t>
            </a:r>
            <a:r>
              <a:rPr lang="zh-CN" altLang="en-US" sz="1600" b="0" i="0">
                <a:effectLst/>
              </a:rPr>
              <a:t>可以将文本拆分成词语，方便进行词频统计、情感分析、主题模型等任务。例如，分析一篇文章中出现频率最高的词语，从而了解文章的主题。</a:t>
            </a:r>
            <a:endParaRPr lang="zh-CN" altLang="en-US" sz="1600" b="0" i="0">
              <a:effectLst/>
            </a:endParaRPr>
          </a:p>
          <a:p>
            <a:pPr indent="457200" algn="l">
              <a:lnSpc>
                <a:spcPct val="150000"/>
              </a:lnSpc>
            </a:pPr>
            <a:r>
              <a:rPr lang="zh-CN" altLang="en-US" sz="1600" b="1" i="0">
                <a:solidFill>
                  <a:srgbClr val="0000FF"/>
                </a:solidFill>
                <a:effectLst/>
              </a:rPr>
              <a:t>（</a:t>
            </a:r>
            <a:r>
              <a:rPr lang="en-US" altLang="zh-CN" sz="1600" b="1" i="0">
                <a:solidFill>
                  <a:srgbClr val="0000FF"/>
                </a:solidFill>
                <a:effectLst/>
              </a:rPr>
              <a:t>3</a:t>
            </a:r>
            <a:r>
              <a:rPr lang="zh-CN" altLang="en-US" sz="1600" b="1" i="0">
                <a:solidFill>
                  <a:srgbClr val="0000FF"/>
                </a:solidFill>
                <a:effectLst/>
              </a:rPr>
              <a:t>）智能客服</a:t>
            </a:r>
            <a:r>
              <a:rPr lang="zh-CN" altLang="en-US" sz="1600" b="0" i="0">
                <a:solidFill>
                  <a:srgbClr val="34495E"/>
                </a:solidFill>
                <a:effectLst/>
              </a:rPr>
              <a:t>：</a:t>
            </a:r>
            <a:r>
              <a:rPr lang="zh-CN" altLang="en-US" sz="1600" b="0" i="0">
                <a:effectLst/>
              </a:rPr>
              <a:t>在智能客服系统中，</a:t>
            </a:r>
            <a:r>
              <a:rPr lang="en-US" altLang="zh-CN" sz="1600" b="1" i="0">
                <a:effectLst/>
              </a:rPr>
              <a:t>jieba</a:t>
            </a:r>
            <a:r>
              <a:rPr lang="zh-CN" altLang="en-US" sz="1600" b="1" i="0">
                <a:effectLst/>
              </a:rPr>
              <a:t>分词</a:t>
            </a:r>
            <a:r>
              <a:rPr lang="zh-CN" altLang="en-US" sz="1600" b="0" i="0">
                <a:effectLst/>
              </a:rPr>
              <a:t>可以帮助理解用户的提问内容，从而提供更准确的回答。例如，当用户问“我的订单什么时候到货？”时，可以识别出“订单”和“到货”两个关键词，帮助系统理解用户的意图。</a:t>
            </a:r>
            <a:endParaRPr lang="zh-CN" altLang="en-US" sz="1600" b="0" i="0">
              <a:effectLs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b="1">
                <a:solidFill>
                  <a:srgbClr val="004C41"/>
                </a:solidFill>
                <a:ea typeface="宋体" pitchFamily="2" charset="-122"/>
                <a:cs typeface="+mn-ea"/>
                <a:sym typeface="+mn-lt"/>
              </a:rPr>
              <a:t>2. j</a:t>
            </a:r>
            <a:r>
              <a:rPr lang="zh-CN" altLang="en-US" sz="2400" b="1">
                <a:solidFill>
                  <a:srgbClr val="004C41"/>
                </a:solidFill>
                <a:ea typeface="宋体" pitchFamily="2" charset="-122"/>
                <a:cs typeface="+mn-ea"/>
                <a:sym typeface="+mn-lt"/>
              </a:rPr>
              <a:t>ieba分词</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1</a:t>
            </a:r>
            <a:r>
              <a:rPr lang="zh-CN" altLang="en-US" sz="2400" b="1">
                <a:solidFill>
                  <a:srgbClr val="004C41"/>
                </a:solidFill>
                <a:ea typeface="宋体" pitchFamily="2" charset="-122"/>
                <a:cs typeface="+mn-ea"/>
                <a:sym typeface="+mn-lt"/>
              </a:rPr>
              <a:t>）概述</a:t>
            </a:r>
            <a:endParaRPr lang="zh-CN" altLang="en-US"/>
          </a:p>
        </p:txBody>
      </p:sp>
      <p:sp>
        <p:nvSpPr>
          <p:cNvPr id="3" name="日期占位符 2"/>
          <p:cNvSpPr>
            <a:spLocks noGrp="1"/>
          </p:cNvSpPr>
          <p:nvPr>
            <p:ph type="dt" sz="half" idx="10"/>
          </p:nvPr>
        </p:nvSpPr>
        <p:spPr/>
        <p:txBody>
          <a:bodyPr/>
          <a:lstStyle/>
          <a:p>
            <a:fld id="{8BDD6D68-24DC-4C7A-BBC3-5D7CF03C4B81}"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6" name="文本框 5"/>
          <p:cNvSpPr txBox="1"/>
          <p:nvPr/>
        </p:nvSpPr>
        <p:spPr>
          <a:xfrm>
            <a:off x="362427" y="974656"/>
            <a:ext cx="8590360" cy="2630913"/>
          </a:xfrm>
          <a:prstGeom prst="rect">
            <a:avLst/>
          </a:prstGeom>
          <a:noFill/>
        </p:spPr>
        <p:txBody>
          <a:bodyPr wrap="square">
            <a:spAutoFit/>
          </a:bodyPr>
          <a:lstStyle/>
          <a:p>
            <a:pPr algn="l">
              <a:lnSpc>
                <a:spcPct val="150000"/>
              </a:lnSpc>
            </a:pPr>
            <a:r>
              <a:rPr lang="en-US" altLang="zh-CN" sz="1600" b="1" i="0">
                <a:effectLst/>
              </a:rPr>
              <a:t>jieba</a:t>
            </a:r>
            <a:r>
              <a:rPr lang="zh-CN" altLang="en-US" sz="1600" b="1" i="0">
                <a:effectLst/>
              </a:rPr>
              <a:t>分词的应用场景：</a:t>
            </a:r>
            <a:endParaRPr lang="zh-CN" altLang="en-US" sz="1600" b="1" i="0">
              <a:effectLst/>
            </a:endParaRPr>
          </a:p>
          <a:p>
            <a:pPr indent="457200" algn="l">
              <a:lnSpc>
                <a:spcPct val="150000"/>
              </a:lnSpc>
            </a:pPr>
            <a:r>
              <a:rPr lang="zh-CN" altLang="en-US" sz="1600" b="1" i="0">
                <a:solidFill>
                  <a:srgbClr val="0000FF"/>
                </a:solidFill>
                <a:effectLst/>
              </a:rPr>
              <a:t>（</a:t>
            </a:r>
            <a:r>
              <a:rPr lang="en-US" altLang="zh-CN" sz="1600" b="1" i="0">
                <a:solidFill>
                  <a:srgbClr val="0000FF"/>
                </a:solidFill>
                <a:effectLst/>
              </a:rPr>
              <a:t>4</a:t>
            </a:r>
            <a:r>
              <a:rPr lang="zh-CN" altLang="en-US" sz="1600" b="1" i="0">
                <a:solidFill>
                  <a:srgbClr val="0000FF"/>
                </a:solidFill>
                <a:effectLst/>
              </a:rPr>
              <a:t>）机器翻译</a:t>
            </a:r>
            <a:r>
              <a:rPr lang="zh-CN" altLang="en-US" sz="1600" b="0" i="0">
                <a:solidFill>
                  <a:srgbClr val="34495E"/>
                </a:solidFill>
                <a:effectLst/>
              </a:rPr>
              <a:t>：</a:t>
            </a:r>
            <a:r>
              <a:rPr lang="zh-CN" altLang="en-US" sz="1600" b="0" i="0">
                <a:effectLst/>
              </a:rPr>
              <a:t>在机器翻译中，</a:t>
            </a:r>
            <a:r>
              <a:rPr lang="en-US" altLang="zh-CN" sz="1600" b="1" i="0">
                <a:effectLst/>
              </a:rPr>
              <a:t>jieba</a:t>
            </a:r>
            <a:r>
              <a:rPr lang="zh-CN" altLang="en-US" sz="1600" b="1" i="0">
                <a:effectLst/>
              </a:rPr>
              <a:t>分词</a:t>
            </a:r>
            <a:r>
              <a:rPr lang="zh-CN" altLang="en-US" sz="1600" b="0" i="0">
                <a:effectLst/>
              </a:rPr>
              <a:t>可以将源语言的句子拆分成词语，方便进行词对词的翻译。例如，将中文句子“今天天气很好”拆分成“今天”、“天气”、“很好”，然后进行翻译。</a:t>
            </a:r>
            <a:endParaRPr lang="zh-CN" altLang="en-US" sz="1600" b="0" i="0">
              <a:effectLst/>
            </a:endParaRPr>
          </a:p>
          <a:p>
            <a:pPr indent="457200" algn="l">
              <a:lnSpc>
                <a:spcPct val="150000"/>
              </a:lnSpc>
            </a:pPr>
            <a:r>
              <a:rPr lang="zh-CN" altLang="en-US" sz="1600" b="1" i="0">
                <a:solidFill>
                  <a:srgbClr val="0000FF"/>
                </a:solidFill>
                <a:effectLst/>
              </a:rPr>
              <a:t>（</a:t>
            </a:r>
            <a:r>
              <a:rPr lang="en-US" altLang="zh-CN" sz="1600" b="1" i="0">
                <a:solidFill>
                  <a:srgbClr val="0000FF"/>
                </a:solidFill>
                <a:effectLst/>
              </a:rPr>
              <a:t>5</a:t>
            </a:r>
            <a:r>
              <a:rPr lang="zh-CN" altLang="en-US" sz="1600" b="1" i="0">
                <a:solidFill>
                  <a:srgbClr val="0000FF"/>
                </a:solidFill>
                <a:effectLst/>
              </a:rPr>
              <a:t>）语音识别</a:t>
            </a:r>
            <a:r>
              <a:rPr lang="zh-CN" altLang="en-US" sz="1600" b="0" i="0">
                <a:solidFill>
                  <a:srgbClr val="34495E"/>
                </a:solidFill>
                <a:effectLst/>
              </a:rPr>
              <a:t>：</a:t>
            </a:r>
            <a:r>
              <a:rPr lang="zh-CN" altLang="en-US" sz="1600" b="0" i="0">
                <a:effectLst/>
              </a:rPr>
              <a:t>在语音识别系统中，</a:t>
            </a:r>
            <a:r>
              <a:rPr lang="en-US" altLang="zh-CN" sz="1600" b="1" i="0">
                <a:effectLst/>
              </a:rPr>
              <a:t>jieba</a:t>
            </a:r>
            <a:r>
              <a:rPr lang="zh-CN" altLang="en-US" sz="1600" b="1" i="0">
                <a:effectLst/>
              </a:rPr>
              <a:t>分词</a:t>
            </a:r>
            <a:r>
              <a:rPr lang="zh-CN" altLang="en-US" sz="1600" b="0" i="0">
                <a:effectLst/>
              </a:rPr>
              <a:t>可以帮助将语音转录的文本进行分词，从而提高识别准确率。例如，当用户说出“请帮我订一张去上海的机票”时，可以识别出“订”、“机票”、“上海”等关键词。</a:t>
            </a:r>
            <a:endParaRPr lang="zh-CN" altLang="en-US" sz="1600" b="0" i="0">
              <a:effectLs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descr="7b0a202020202262756c6c6574223a20227b5c2263617465676f727949645c223a31303030362c5c2274656d706c61746549645c223a32303233313236327d220a7d0a"/>
          <p:cNvSpPr txBox="1"/>
          <p:nvPr/>
        </p:nvSpPr>
        <p:spPr>
          <a:xfrm>
            <a:off x="457200" y="882423"/>
            <a:ext cx="8372938" cy="1938416"/>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a:lnSpc>
                <a:spcPct val="150000"/>
              </a:lnSpc>
            </a:pPr>
            <a:r>
              <a:rPr lang="en-US" altLang="zh-CN" sz="1800">
                <a:latin typeface="Times New Roman" panose="02020503050405090304" pitchFamily="18" charset="0"/>
                <a:ea typeface="宋体" pitchFamily="2" charset="-122"/>
              </a:rPr>
              <a:t>j</a:t>
            </a:r>
            <a:r>
              <a:rPr lang="zh-CN" altLang="en-US" sz="1800">
                <a:latin typeface="Times New Roman" panose="02020503050405090304" pitchFamily="18" charset="0"/>
                <a:ea typeface="宋体" pitchFamily="2" charset="-122"/>
              </a:rPr>
              <a:t>ieba分词</a:t>
            </a:r>
            <a:r>
              <a:rPr lang="zh-CN" altLang="en-US" sz="1800" dirty="0">
                <a:latin typeface="Times New Roman" panose="02020503050405090304" pitchFamily="18" charset="0"/>
                <a:ea typeface="宋体" pitchFamily="2" charset="-122"/>
              </a:rPr>
              <a:t>是</a:t>
            </a:r>
            <a:r>
              <a:rPr lang="zh-CN" altLang="en-US" sz="1800">
                <a:latin typeface="Times New Roman" panose="02020503050405090304" pitchFamily="18" charset="0"/>
                <a:ea typeface="宋体" pitchFamily="2" charset="-122"/>
              </a:rPr>
              <a:t>一个Python中文分词组件（当然还有其他语言版本）。</a:t>
            </a:r>
            <a:endParaRPr lang="zh-CN" altLang="en-US" sz="1800" dirty="0">
              <a:latin typeface="Times New Roman" panose="02020503050405090304" pitchFamily="18" charset="0"/>
              <a:ea typeface="宋体" pitchFamily="2" charset="-122"/>
            </a:endParaRPr>
          </a:p>
          <a:p>
            <a:pPr marL="285750" indent="-285750">
              <a:lnSpc>
                <a:spcPct val="150000"/>
              </a:lnSpc>
              <a:buClr>
                <a:srgbClr val="0070C0"/>
              </a:buClr>
              <a:buFont typeface="Wingdings" panose="05000000000000000000" pitchFamily="2" charset="2"/>
              <a:buChar char="n"/>
            </a:pPr>
            <a:r>
              <a:rPr lang="zh-CN" altLang="en-US" sz="1600" dirty="0">
                <a:solidFill>
                  <a:srgbClr val="0000FF"/>
                </a:solidFill>
                <a:latin typeface="Times New Roman" panose="02020503050405090304" pitchFamily="18" charset="0"/>
                <a:ea typeface="宋体" pitchFamily="2" charset="-122"/>
              </a:rPr>
              <a:t>功能</a:t>
            </a:r>
            <a:r>
              <a:rPr lang="zh-CN" altLang="en-US" sz="1600" dirty="0">
                <a:latin typeface="Times New Roman" panose="02020503050405090304" pitchFamily="18" charset="0"/>
                <a:ea typeface="宋体" pitchFamily="2" charset="-122"/>
              </a:rPr>
              <a:t>：可以对中文文本进行分词、词性标注、关键词抽取等，并且支持自定义</a:t>
            </a:r>
            <a:r>
              <a:rPr lang="zh-CN" altLang="en-US" sz="1600">
                <a:latin typeface="Times New Roman" panose="02020503050405090304" pitchFamily="18" charset="0"/>
                <a:ea typeface="宋体" pitchFamily="2" charset="-122"/>
              </a:rPr>
              <a:t>词典。</a:t>
            </a:r>
            <a:r>
              <a:rPr lang="zh-CN" altLang="en-US" sz="1600">
                <a:solidFill>
                  <a:srgbClr val="FF0000"/>
                </a:solidFill>
                <a:latin typeface="Times New Roman" panose="02020503050405090304" pitchFamily="18" charset="0"/>
                <a:ea typeface="宋体" pitchFamily="2" charset="-122"/>
              </a:rPr>
              <a:t>对于未登录词，它采用了基于汉字成词能力的HMM模型，使用了Viterbi算法。</a:t>
            </a:r>
            <a:endParaRPr lang="zh-CN" altLang="en-US" sz="1600" dirty="0">
              <a:solidFill>
                <a:srgbClr val="FF0000"/>
              </a:solidFill>
              <a:latin typeface="Times New Roman" panose="02020503050405090304" pitchFamily="18" charset="0"/>
              <a:ea typeface="宋体" pitchFamily="2" charset="-122"/>
            </a:endParaRPr>
          </a:p>
          <a:p>
            <a:pPr marL="285750" indent="-285750">
              <a:lnSpc>
                <a:spcPct val="150000"/>
              </a:lnSpc>
              <a:buClr>
                <a:srgbClr val="0070C0"/>
              </a:buClr>
              <a:buFont typeface="Wingdings" panose="05000000000000000000" pitchFamily="2" charset="2"/>
              <a:buChar char="n"/>
            </a:pPr>
            <a:r>
              <a:rPr lang="zh-CN" altLang="en-US" sz="1600" dirty="0">
                <a:latin typeface="Times New Roman" panose="02020503050405090304" pitchFamily="18" charset="0"/>
                <a:ea typeface="宋体" pitchFamily="2" charset="-122"/>
              </a:rPr>
              <a:t> </a:t>
            </a:r>
            <a:r>
              <a:rPr lang="zh-CN" altLang="en-US" sz="1600" dirty="0">
                <a:solidFill>
                  <a:srgbClr val="0000FF"/>
                </a:solidFill>
                <a:latin typeface="Times New Roman" panose="02020503050405090304" pitchFamily="18" charset="0"/>
                <a:ea typeface="宋体" pitchFamily="2" charset="-122"/>
              </a:rPr>
              <a:t>特点</a:t>
            </a:r>
            <a:r>
              <a:rPr lang="zh-CN" altLang="en-US" sz="1600" dirty="0">
                <a:latin typeface="Times New Roman" panose="02020503050405090304" pitchFamily="18" charset="0"/>
                <a:ea typeface="宋体" pitchFamily="2" charset="-122"/>
              </a:rPr>
              <a:t>：在词典文件添加自定义词典速度快，适用于词典数量大于五千万。但是其自定义词典时，带空格的词并不支持。</a:t>
            </a:r>
            <a:endParaRPr lang="zh-CN" altLang="en-US" sz="1600" dirty="0">
              <a:latin typeface="Times New Roman" panose="02020503050405090304" pitchFamily="18" charset="0"/>
              <a:ea typeface="宋体" pitchFamily="2" charset="-122"/>
            </a:endParaRPr>
          </a:p>
        </p:txBody>
      </p:sp>
      <p:sp>
        <p:nvSpPr>
          <p:cNvPr id="6" name="标题 5"/>
          <p:cNvSpPr>
            <a:spLocks noGrp="1"/>
          </p:cNvSpPr>
          <p:nvPr>
            <p:ph type="title"/>
          </p:nvPr>
        </p:nvSpPr>
        <p:spPr/>
        <p:txBody>
          <a:bodyPr/>
          <a:lstStyle/>
          <a:p>
            <a:r>
              <a:rPr lang="en-US" altLang="zh-CN" sz="2400" b="1">
                <a:solidFill>
                  <a:srgbClr val="004C41"/>
                </a:solidFill>
                <a:ea typeface="宋体" pitchFamily="2" charset="-122"/>
                <a:cs typeface="+mn-ea"/>
                <a:sym typeface="+mn-lt"/>
              </a:rPr>
              <a:t>2.j</a:t>
            </a:r>
            <a:r>
              <a:rPr lang="zh-CN" altLang="en-US" sz="2400" b="1">
                <a:solidFill>
                  <a:srgbClr val="004C41"/>
                </a:solidFill>
                <a:ea typeface="宋体" pitchFamily="2" charset="-122"/>
                <a:cs typeface="+mn-ea"/>
                <a:sym typeface="+mn-lt"/>
              </a:rPr>
              <a:t>ieba分词</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1</a:t>
            </a:r>
            <a:r>
              <a:rPr lang="zh-CN" altLang="en-US" sz="2400" b="1">
                <a:solidFill>
                  <a:srgbClr val="004C41"/>
                </a:solidFill>
                <a:ea typeface="宋体" pitchFamily="2" charset="-122"/>
                <a:cs typeface="+mn-ea"/>
                <a:sym typeface="+mn-lt"/>
              </a:rPr>
              <a:t>）概述</a:t>
            </a:r>
            <a:endParaRPr lang="zh-CN" altLang="en-US">
              <a:ea typeface="宋体" pitchFamily="2" charset="-122"/>
            </a:endParaRPr>
          </a:p>
        </p:txBody>
      </p:sp>
      <p:sp>
        <p:nvSpPr>
          <p:cNvPr id="3" name="日期占位符 2"/>
          <p:cNvSpPr>
            <a:spLocks noGrp="1"/>
          </p:cNvSpPr>
          <p:nvPr>
            <p:ph type="dt" sz="half" idx="10"/>
          </p:nvPr>
        </p:nvSpPr>
        <p:spPr/>
        <p:txBody>
          <a:bodyPr/>
          <a:lstStyle/>
          <a:p>
            <a:fld id="{DB0E0454-C887-470D-8152-1BBDA0749237}"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5" name="灯片编号占位符 4"/>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9" name="文本框 8"/>
          <p:cNvSpPr txBox="1"/>
          <p:nvPr/>
        </p:nvSpPr>
        <p:spPr>
          <a:xfrm>
            <a:off x="583295" y="2967453"/>
            <a:ext cx="7306833" cy="338554"/>
          </a:xfrm>
          <a:prstGeom prst="rect">
            <a:avLst/>
          </a:prstGeom>
          <a:noFill/>
        </p:spPr>
        <p:txBody>
          <a:bodyPr wrap="square">
            <a:spAutoFit/>
          </a:bodyPr>
          <a:lstStyle/>
          <a:p>
            <a:r>
              <a:rPr lang="zh-CN" altLang="en-US" sz="1600" dirty="0">
                <a:latin typeface="Times New Roman" panose="02020503050405090304" pitchFamily="18" charset="0"/>
                <a:ea typeface="宋体" pitchFamily="2" charset="-122"/>
              </a:rPr>
              <a:t>官方仓库地址：</a:t>
            </a:r>
            <a:r>
              <a:rPr lang="zh-CN" altLang="en-US" sz="1600" dirty="0">
                <a:latin typeface="Times New Roman" panose="02020503050405090304" pitchFamily="18" charset="0"/>
                <a:ea typeface="宋体" pitchFamily="2" charset="-122"/>
                <a:hlinkClick r:id="rId1"/>
              </a:rPr>
              <a:t>https://github.com/fxsjy</a:t>
            </a:r>
            <a:r>
              <a:rPr lang="zh-CN" altLang="en-US" sz="1600">
                <a:latin typeface="Times New Roman" panose="02020503050405090304" pitchFamily="18" charset="0"/>
                <a:ea typeface="宋体" pitchFamily="2" charset="-122"/>
                <a:hlinkClick r:id="rId1"/>
              </a:rPr>
              <a:t>/jieba</a:t>
            </a:r>
            <a:r>
              <a:rPr lang="zh-CN" altLang="en-US" sz="1600">
                <a:latin typeface="Times New Roman" panose="02020503050405090304" pitchFamily="18" charset="0"/>
                <a:ea typeface="宋体" pitchFamily="2" charset="-122"/>
              </a:rPr>
              <a:t>，最初开发这是百度工程师</a:t>
            </a:r>
            <a:r>
              <a:rPr lang="en-US" altLang="zh-CN" sz="1600">
                <a:latin typeface="Times New Roman" panose="02020503050405090304" pitchFamily="18" charset="0"/>
                <a:ea typeface="宋体" pitchFamily="2" charset="-122"/>
              </a:rPr>
              <a:t>Sun Junyi</a:t>
            </a:r>
            <a:endParaRPr lang="zh-CN" altLang="en-US" sz="1600" dirty="0">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b="1">
                <a:solidFill>
                  <a:srgbClr val="004C41"/>
                </a:solidFill>
                <a:ea typeface="宋体" pitchFamily="2" charset="-122"/>
                <a:cs typeface="+mn-ea"/>
                <a:sym typeface="+mn-lt"/>
              </a:rPr>
              <a:t>2.j</a:t>
            </a:r>
            <a:r>
              <a:rPr lang="zh-CN" altLang="en-US" sz="2400" b="1">
                <a:solidFill>
                  <a:srgbClr val="004C41"/>
                </a:solidFill>
                <a:ea typeface="宋体" pitchFamily="2" charset="-122"/>
                <a:cs typeface="+mn-ea"/>
                <a:sym typeface="+mn-lt"/>
              </a:rPr>
              <a:t>ieba分词</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1</a:t>
            </a:r>
            <a:r>
              <a:rPr lang="zh-CN" altLang="en-US" sz="2400" b="1">
                <a:solidFill>
                  <a:srgbClr val="004C41"/>
                </a:solidFill>
                <a:ea typeface="宋体" pitchFamily="2" charset="-122"/>
                <a:cs typeface="+mn-ea"/>
                <a:sym typeface="+mn-lt"/>
              </a:rPr>
              <a:t>）概述</a:t>
            </a:r>
            <a:endParaRPr lang="zh-CN" altLang="en-US">
              <a:ea typeface="宋体" pitchFamily="2" charset="-122"/>
            </a:endParaRPr>
          </a:p>
        </p:txBody>
      </p:sp>
      <p:sp>
        <p:nvSpPr>
          <p:cNvPr id="3" name="日期占位符 2"/>
          <p:cNvSpPr>
            <a:spLocks noGrp="1"/>
          </p:cNvSpPr>
          <p:nvPr>
            <p:ph type="dt" sz="half" idx="10"/>
          </p:nvPr>
        </p:nvSpPr>
        <p:spPr/>
        <p:txBody>
          <a:bodyPr/>
          <a:lstStyle/>
          <a:p>
            <a:fld id="{C29C068B-31B1-4B66-9CFF-25EBBD1835E6}"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4" name="灯片编号占位符 3"/>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5" name="文本框 4"/>
          <p:cNvSpPr txBox="1"/>
          <p:nvPr/>
        </p:nvSpPr>
        <p:spPr>
          <a:xfrm>
            <a:off x="457200" y="895442"/>
            <a:ext cx="1947672" cy="369332"/>
          </a:xfrm>
          <a:prstGeom prst="rect">
            <a:avLst/>
          </a:prstGeom>
          <a:noFill/>
        </p:spPr>
        <p:txBody>
          <a:bodyPr wrap="square">
            <a:spAutoFit/>
          </a:bodyPr>
          <a:lstStyle/>
          <a:p>
            <a:pPr algn="l"/>
            <a:r>
              <a:rPr lang="zh-CN" altLang="en-US" sz="1800" b="1" i="0" dirty="0">
                <a:solidFill>
                  <a:srgbClr val="3333FF"/>
                </a:solidFill>
                <a:effectLst/>
                <a:latin typeface="Times New Roman" panose="02020503050405090304" pitchFamily="18" charset="0"/>
                <a:ea typeface="宋体" pitchFamily="2" charset="-122"/>
              </a:rPr>
              <a:t>结巴分词流程图</a:t>
            </a:r>
            <a:endParaRPr lang="zh-CN" altLang="en-US" sz="1800" b="1" i="0" dirty="0">
              <a:solidFill>
                <a:srgbClr val="3333FF"/>
              </a:solidFill>
              <a:effectLst/>
              <a:latin typeface="Times New Roman" panose="02020503050405090304" pitchFamily="18" charset="0"/>
              <a:ea typeface="宋体" pitchFamily="2" charset="-122"/>
            </a:endParaRPr>
          </a:p>
        </p:txBody>
      </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184687" y="895442"/>
            <a:ext cx="5586864" cy="3994458"/>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5044440"/>
            <a:ext cx="9144000" cy="99060"/>
          </a:xfrm>
          <a:prstGeom prst="rect">
            <a:avLst/>
          </a:prstGeom>
          <a:solidFill>
            <a:srgbClr val="004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Teardrop 4"/>
          <p:cNvSpPr/>
          <p:nvPr/>
        </p:nvSpPr>
        <p:spPr>
          <a:xfrm>
            <a:off x="3512344" y="2618104"/>
            <a:ext cx="1007268" cy="1007268"/>
          </a:xfrm>
          <a:prstGeom prst="teardrop">
            <a:avLst/>
          </a:prstGeom>
          <a:solidFill>
            <a:srgbClr val="00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cs typeface="+mn-ea"/>
              <a:sym typeface="+mn-lt"/>
            </a:endParaRPr>
          </a:p>
        </p:txBody>
      </p:sp>
      <p:sp>
        <p:nvSpPr>
          <p:cNvPr id="6" name="Teardrop 5"/>
          <p:cNvSpPr/>
          <p:nvPr/>
        </p:nvSpPr>
        <p:spPr>
          <a:xfrm flipV="1">
            <a:off x="3512344" y="1473676"/>
            <a:ext cx="1007268" cy="1007268"/>
          </a:xfrm>
          <a:prstGeom prst="teardrop">
            <a:avLst/>
          </a:prstGeom>
          <a:solidFill>
            <a:srgbClr val="004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cs typeface="+mn-ea"/>
              <a:sym typeface="+mn-lt"/>
            </a:endParaRPr>
          </a:p>
        </p:txBody>
      </p:sp>
      <p:sp>
        <p:nvSpPr>
          <p:cNvPr id="7" name="Teardrop 7"/>
          <p:cNvSpPr/>
          <p:nvPr/>
        </p:nvSpPr>
        <p:spPr>
          <a:xfrm flipH="1" flipV="1">
            <a:off x="4648200" y="1473676"/>
            <a:ext cx="1007268" cy="1007268"/>
          </a:xfrm>
          <a:prstGeom prst="teardrop">
            <a:avLst/>
          </a:prstGeom>
          <a:solidFill>
            <a:srgbClr val="CE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cs typeface="+mn-ea"/>
              <a:sym typeface="+mn-lt"/>
            </a:endParaRPr>
          </a:p>
        </p:txBody>
      </p:sp>
      <p:sp>
        <p:nvSpPr>
          <p:cNvPr id="8" name="Teardrop 9"/>
          <p:cNvSpPr/>
          <p:nvPr/>
        </p:nvSpPr>
        <p:spPr>
          <a:xfrm flipH="1">
            <a:off x="4648200" y="2618104"/>
            <a:ext cx="1007268" cy="1007268"/>
          </a:xfrm>
          <a:prstGeom prst="teardrop">
            <a:avLst/>
          </a:prstGeom>
          <a:solidFill>
            <a:srgbClr val="8CC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cs typeface="+mn-ea"/>
              <a:sym typeface="+mn-lt"/>
            </a:endParaRPr>
          </a:p>
        </p:txBody>
      </p:sp>
      <p:sp>
        <p:nvSpPr>
          <p:cNvPr id="9" name="TextBox 10"/>
          <p:cNvSpPr txBox="1"/>
          <p:nvPr/>
        </p:nvSpPr>
        <p:spPr>
          <a:xfrm>
            <a:off x="5788024" y="1473835"/>
            <a:ext cx="3212637" cy="1304542"/>
          </a:xfrm>
          <a:prstGeom prst="roundRect">
            <a:avLst/>
          </a:prstGeom>
        </p:spPr>
        <p:style>
          <a:lnRef idx="2">
            <a:schemeClr val="dk1"/>
          </a:lnRef>
          <a:fillRef idx="1">
            <a:schemeClr val="lt1"/>
          </a:fillRef>
          <a:effectRef idx="0">
            <a:schemeClr val="dk1"/>
          </a:effectRef>
          <a:fontRef idx="minor">
            <a:schemeClr val="dk1"/>
          </a:fontRef>
        </p:style>
        <p:txBody>
          <a:bodyPr wrap="square" rtlCol="0">
            <a:spAutoFit/>
          </a:bodyPr>
          <a:lstStyle>
            <a:defPPr>
              <a:defRPr lang="en-US"/>
            </a:defPPr>
            <a:lvl1pPr>
              <a:defRPr sz="1100">
                <a:solidFill>
                  <a:schemeClr val="tx1">
                    <a:lumMod val="50000"/>
                    <a:lumOff val="50000"/>
                  </a:schemeClr>
                </a:solidFill>
                <a:latin typeface="+mj-lt"/>
              </a:defRPr>
            </a:lvl1pPr>
          </a:lstStyle>
          <a:p>
            <a:pPr>
              <a:lnSpc>
                <a:spcPct val="120000"/>
              </a:lnSpc>
              <a:spcBef>
                <a:spcPts val="20"/>
              </a:spcBef>
              <a:spcAft>
                <a:spcPts val="0"/>
              </a:spcAft>
            </a:pPr>
            <a:r>
              <a:rPr lang="zh-CN" altLang="en-US" sz="1200">
                <a:solidFill>
                  <a:schemeClr val="tx1"/>
                </a:solidFill>
                <a:latin typeface="Times New Roman" panose="02020503050405090304" pitchFamily="18" charset="0"/>
                <a:ea typeface="宋体" pitchFamily="2" charset="-122"/>
                <a:cs typeface="+mn-ea"/>
                <a:sym typeface="+mn-lt"/>
              </a:rPr>
              <a:t>从官网</a:t>
            </a:r>
            <a:r>
              <a:rPr lang="zh-CN" altLang="en-US" sz="1200">
                <a:solidFill>
                  <a:srgbClr val="FF0000"/>
                </a:solidFill>
                <a:latin typeface="Times New Roman" panose="02020503050405090304" pitchFamily="18" charset="0"/>
                <a:ea typeface="宋体" pitchFamily="2" charset="-122"/>
                <a:cs typeface="+mn-ea"/>
                <a:sym typeface="+mn-lt"/>
              </a:rPr>
              <a:t>http://pypi.python.org/pypi/jieba/ </a:t>
            </a:r>
            <a:r>
              <a:rPr lang="zh-CN" altLang="en-US" sz="1200">
                <a:solidFill>
                  <a:schemeClr val="tx1"/>
                </a:solidFill>
                <a:latin typeface="Times New Roman" panose="02020503050405090304" pitchFamily="18" charset="0"/>
                <a:ea typeface="宋体" pitchFamily="2" charset="-122"/>
                <a:cs typeface="+mn-ea"/>
                <a:sym typeface="+mn-lt"/>
              </a:rPr>
              <a:t>下载</a:t>
            </a:r>
            <a:r>
              <a:rPr lang="zh-CN" altLang="en-US" sz="1200">
                <a:latin typeface="Times New Roman" panose="02020503050405090304" pitchFamily="18" charset="0"/>
                <a:ea typeface="宋体" pitchFamily="2" charset="-122"/>
                <a:cs typeface="+mn-ea"/>
                <a:sym typeface="+mn-lt"/>
              </a:rPr>
              <a:t>，</a:t>
            </a:r>
            <a:endParaRPr lang="zh-CN" altLang="en-US" sz="1200">
              <a:solidFill>
                <a:schemeClr val="tx1">
                  <a:lumMod val="50000"/>
                  <a:lumOff val="50000"/>
                </a:schemeClr>
              </a:solidFill>
              <a:latin typeface="Times New Roman" panose="02020503050405090304" pitchFamily="18" charset="0"/>
              <a:ea typeface="宋体" pitchFamily="2" charset="-122"/>
              <a:cs typeface="+mn-ea"/>
              <a:sym typeface="+mn-lt"/>
            </a:endParaRPr>
          </a:p>
          <a:p>
            <a:pPr>
              <a:lnSpc>
                <a:spcPct val="120000"/>
              </a:lnSpc>
              <a:spcBef>
                <a:spcPts val="20"/>
              </a:spcBef>
              <a:spcAft>
                <a:spcPts val="0"/>
              </a:spcAft>
            </a:pPr>
            <a:r>
              <a:rPr lang="zh-CN" altLang="en-US" sz="1200">
                <a:solidFill>
                  <a:schemeClr val="tx1"/>
                </a:solidFill>
                <a:latin typeface="Times New Roman" panose="02020503050405090304" pitchFamily="18" charset="0"/>
                <a:ea typeface="宋体" pitchFamily="2" charset="-122"/>
                <a:cs typeface="+mn-ea"/>
                <a:sym typeface="+mn-lt"/>
              </a:rPr>
              <a:t>下载后解压后运行 python setup.py。</a:t>
            </a:r>
            <a:endParaRPr lang="zh-CN" altLang="en-US" sz="1200">
              <a:solidFill>
                <a:schemeClr val="tx1"/>
              </a:solidFill>
              <a:latin typeface="Times New Roman" panose="02020503050405090304" pitchFamily="18" charset="0"/>
              <a:ea typeface="宋体" pitchFamily="2" charset="-122"/>
              <a:cs typeface="+mn-ea"/>
              <a:sym typeface="+mn-lt"/>
            </a:endParaRPr>
          </a:p>
          <a:p>
            <a:pPr>
              <a:lnSpc>
                <a:spcPct val="120000"/>
              </a:lnSpc>
              <a:spcBef>
                <a:spcPts val="20"/>
              </a:spcBef>
              <a:spcAft>
                <a:spcPts val="0"/>
              </a:spcAft>
            </a:pPr>
            <a:r>
              <a:rPr lang="zh-CN" altLang="en-US" sz="1200">
                <a:solidFill>
                  <a:schemeClr val="tx1"/>
                </a:solidFill>
                <a:latin typeface="Times New Roman" panose="02020503050405090304" pitchFamily="18" charset="0"/>
                <a:ea typeface="宋体" pitchFamily="2" charset="-122"/>
                <a:cs typeface="+mn-ea"/>
                <a:sym typeface="+mn-lt"/>
              </a:rPr>
              <a:t>或从 https://github.com/fxsjy/jieba/tree/jieba3k 下载。 </a:t>
            </a:r>
            <a:endParaRPr lang="en-US" altLang="zh-CN" sz="1200" dirty="0">
              <a:solidFill>
                <a:schemeClr val="tx1"/>
              </a:solidFill>
              <a:latin typeface="Times New Roman" panose="02020503050405090304" pitchFamily="18" charset="0"/>
              <a:ea typeface="宋体" pitchFamily="2" charset="-122"/>
              <a:cs typeface="+mn-ea"/>
              <a:sym typeface="+mn-lt"/>
            </a:endParaRPr>
          </a:p>
        </p:txBody>
      </p:sp>
      <p:sp>
        <p:nvSpPr>
          <p:cNvPr id="10" name="TextBox 11"/>
          <p:cNvSpPr txBox="1"/>
          <p:nvPr/>
        </p:nvSpPr>
        <p:spPr>
          <a:xfrm>
            <a:off x="5788025" y="1114425"/>
            <a:ext cx="1772920" cy="306705"/>
          </a:xfrm>
          <a:prstGeom prst="rect">
            <a:avLst/>
          </a:prstGeom>
          <a:noFill/>
          <a:ln>
            <a:noFill/>
          </a:ln>
        </p:spPr>
        <p:txBody>
          <a:bodyPr wrap="square" rtlCol="0">
            <a:spAutoFit/>
          </a:bodyPr>
          <a:lstStyle/>
          <a:p>
            <a:r>
              <a:rPr lang="zh-CN" altLang="en-US" sz="1400" b="1" dirty="0">
                <a:solidFill>
                  <a:schemeClr val="tx1">
                    <a:lumMod val="65000"/>
                    <a:lumOff val="35000"/>
                  </a:schemeClr>
                </a:solidFill>
                <a:latin typeface="Times New Roman" panose="02020503050405090304" pitchFamily="18" charset="0"/>
                <a:ea typeface="宋体" pitchFamily="2" charset="-122"/>
                <a:cs typeface="+mn-ea"/>
                <a:sym typeface="+mn-lt"/>
              </a:rPr>
              <a:t>半自动安装</a:t>
            </a:r>
            <a:endParaRPr lang="zh-CN" altLang="en-US" sz="1400" b="1" dirty="0">
              <a:solidFill>
                <a:schemeClr val="tx1">
                  <a:lumMod val="65000"/>
                  <a:lumOff val="35000"/>
                </a:schemeClr>
              </a:solidFill>
              <a:latin typeface="Times New Roman" panose="02020503050405090304" pitchFamily="18" charset="0"/>
              <a:ea typeface="宋体" pitchFamily="2" charset="-122"/>
              <a:cs typeface="+mn-ea"/>
              <a:sym typeface="+mn-lt"/>
            </a:endParaRPr>
          </a:p>
        </p:txBody>
      </p:sp>
      <p:sp>
        <p:nvSpPr>
          <p:cNvPr id="11" name="TextBox 12"/>
          <p:cNvSpPr txBox="1"/>
          <p:nvPr/>
        </p:nvSpPr>
        <p:spPr>
          <a:xfrm>
            <a:off x="5788025" y="3120390"/>
            <a:ext cx="2823845" cy="1059369"/>
          </a:xfrm>
          <a:prstGeom prst="roundRect">
            <a:avLst/>
          </a:prstGeom>
        </p:spPr>
        <p:style>
          <a:lnRef idx="2">
            <a:schemeClr val="dk1"/>
          </a:lnRef>
          <a:fillRef idx="1">
            <a:schemeClr val="lt1"/>
          </a:fillRef>
          <a:effectRef idx="0">
            <a:schemeClr val="dk1"/>
          </a:effectRef>
          <a:fontRef idx="minor">
            <a:schemeClr val="dk1"/>
          </a:fontRef>
        </p:style>
        <p:txBody>
          <a:bodyPr wrap="square" rtlCol="0">
            <a:spAutoFit/>
          </a:bodyPr>
          <a:lstStyle>
            <a:defPPr>
              <a:defRPr lang="en-US"/>
            </a:defPPr>
            <a:lvl1pPr>
              <a:defRPr sz="1100">
                <a:solidFill>
                  <a:schemeClr val="tx1">
                    <a:lumMod val="50000"/>
                    <a:lumOff val="50000"/>
                  </a:schemeClr>
                </a:solidFill>
                <a:latin typeface="+mj-lt"/>
              </a:defRPr>
            </a:lvl1pPr>
          </a:lstStyle>
          <a:p>
            <a:pPr>
              <a:lnSpc>
                <a:spcPct val="120000"/>
              </a:lnSpc>
              <a:spcBef>
                <a:spcPts val="20"/>
              </a:spcBef>
              <a:spcAft>
                <a:spcPts val="0"/>
              </a:spcAft>
            </a:pPr>
            <a:r>
              <a:rPr lang="zh-CN" altLang="en-US" sz="1200">
                <a:solidFill>
                  <a:schemeClr val="tx1"/>
                </a:solidFill>
                <a:latin typeface="Times New Roman" panose="02020503050405090304" pitchFamily="18" charset="0"/>
                <a:ea typeface="宋体" pitchFamily="2" charset="-122"/>
                <a:cs typeface="+mn-ea"/>
                <a:sym typeface="+mn-lt"/>
              </a:rPr>
              <a:t>File——Setting，左侧Project: 工 程 名 ——Project Interpreter，点击右侧“+”，在弹出界面的搜索栏中输入“jieba”，点击 Install Package 按钮。</a:t>
            </a:r>
            <a:endParaRPr lang="en-US" altLang="zh-CN" sz="1200" dirty="0">
              <a:solidFill>
                <a:schemeClr val="tx1"/>
              </a:solidFill>
              <a:latin typeface="Times New Roman" panose="02020503050405090304" pitchFamily="18" charset="0"/>
              <a:ea typeface="宋体" pitchFamily="2" charset="-122"/>
              <a:cs typeface="+mn-ea"/>
              <a:sym typeface="+mn-lt"/>
            </a:endParaRPr>
          </a:p>
        </p:txBody>
      </p:sp>
      <p:sp>
        <p:nvSpPr>
          <p:cNvPr id="12" name="TextBox 13"/>
          <p:cNvSpPr txBox="1"/>
          <p:nvPr/>
        </p:nvSpPr>
        <p:spPr>
          <a:xfrm>
            <a:off x="5784215" y="2762250"/>
            <a:ext cx="1711960" cy="306705"/>
          </a:xfrm>
          <a:prstGeom prst="rect">
            <a:avLst/>
          </a:prstGeom>
          <a:noFill/>
          <a:ln>
            <a:noFill/>
          </a:ln>
        </p:spPr>
        <p:txBody>
          <a:bodyPr wrap="square" rtlCol="0">
            <a:spAutoFit/>
          </a:bodyPr>
          <a:lstStyle/>
          <a:p>
            <a:r>
              <a:rPr lang="zh-CN" altLang="en-US" sz="1400" b="1" dirty="0">
                <a:solidFill>
                  <a:schemeClr val="tx1">
                    <a:lumMod val="65000"/>
                    <a:lumOff val="35000"/>
                  </a:schemeClr>
                </a:solidFill>
                <a:latin typeface="Times New Roman" panose="02020503050405090304" pitchFamily="18" charset="0"/>
                <a:ea typeface="宋体" pitchFamily="2" charset="-122"/>
                <a:cs typeface="+mn-ea"/>
                <a:sym typeface="+mn-lt"/>
              </a:rPr>
              <a:t>在PyCharm中安装</a:t>
            </a:r>
            <a:endParaRPr lang="zh-CN" altLang="en-US" sz="1400" b="1" dirty="0">
              <a:solidFill>
                <a:schemeClr val="tx1">
                  <a:lumMod val="65000"/>
                  <a:lumOff val="35000"/>
                </a:schemeClr>
              </a:solidFill>
              <a:latin typeface="Times New Roman" panose="02020503050405090304" pitchFamily="18" charset="0"/>
              <a:ea typeface="宋体" pitchFamily="2" charset="-122"/>
              <a:cs typeface="+mn-ea"/>
              <a:sym typeface="+mn-lt"/>
            </a:endParaRPr>
          </a:p>
        </p:txBody>
      </p:sp>
      <p:sp>
        <p:nvSpPr>
          <p:cNvPr id="13" name="TextBox 14"/>
          <p:cNvSpPr txBox="1"/>
          <p:nvPr/>
        </p:nvSpPr>
        <p:spPr>
          <a:xfrm>
            <a:off x="457200" y="1421130"/>
            <a:ext cx="2926080" cy="1287161"/>
          </a:xfrm>
          <a:prstGeom prst="roundRect">
            <a:avLst/>
          </a:prstGeom>
          <a:ln>
            <a:solidFill>
              <a:srgbClr val="FF0000"/>
            </a:solidFill>
          </a:ln>
        </p:spPr>
        <p:style>
          <a:lnRef idx="2">
            <a:schemeClr val="dk1"/>
          </a:lnRef>
          <a:fillRef idx="1">
            <a:schemeClr val="lt1"/>
          </a:fillRef>
          <a:effectRef idx="0">
            <a:schemeClr val="dk1"/>
          </a:effectRef>
          <a:fontRef idx="minor">
            <a:schemeClr val="dk1"/>
          </a:fontRef>
        </p:style>
        <p:txBody>
          <a:bodyPr wrap="square" rtlCol="0">
            <a:spAutoFit/>
          </a:bodyPr>
          <a:lstStyle>
            <a:defPPr>
              <a:defRPr lang="en-US"/>
            </a:defPPr>
            <a:lvl1pPr>
              <a:defRPr sz="1100">
                <a:solidFill>
                  <a:schemeClr val="tx1">
                    <a:lumMod val="50000"/>
                    <a:lumOff val="50000"/>
                  </a:schemeClr>
                </a:solidFill>
                <a:latin typeface="+mj-lt"/>
              </a:defRPr>
            </a:lvl1pPr>
          </a:lstStyle>
          <a:p>
            <a:pPr>
              <a:spcBef>
                <a:spcPct val="20000"/>
              </a:spcBef>
            </a:pPr>
            <a:r>
              <a:rPr lang="zh-CN" altLang="en-US" sz="1200">
                <a:solidFill>
                  <a:schemeClr val="tx1"/>
                </a:solidFill>
                <a:latin typeface="Times New Roman" panose="02020503050405090304" pitchFamily="18" charset="0"/>
                <a:ea typeface="宋体" pitchFamily="2" charset="-122"/>
                <a:cs typeface="+mn-ea"/>
                <a:sym typeface="+mn-lt"/>
              </a:rPr>
              <a:t>在终端中输入如下命令进行安装 ：</a:t>
            </a:r>
            <a:endParaRPr lang="zh-CN" altLang="en-US" sz="1200">
              <a:solidFill>
                <a:schemeClr val="tx1"/>
              </a:solidFill>
              <a:latin typeface="Times New Roman" panose="02020503050405090304" pitchFamily="18" charset="0"/>
              <a:ea typeface="宋体" pitchFamily="2" charset="-122"/>
              <a:cs typeface="+mn-ea"/>
              <a:sym typeface="+mn-lt"/>
            </a:endParaRPr>
          </a:p>
          <a:p>
            <a:pPr>
              <a:spcBef>
                <a:spcPct val="20000"/>
              </a:spcBef>
            </a:pPr>
            <a:r>
              <a:rPr lang="zh-CN" altLang="en-US" sz="1200">
                <a:solidFill>
                  <a:schemeClr val="tx1"/>
                </a:solidFill>
                <a:latin typeface="Times New Roman" panose="02020503050405090304" pitchFamily="18" charset="0"/>
                <a:ea typeface="宋体" pitchFamily="2" charset="-122"/>
                <a:cs typeface="+mn-ea"/>
                <a:sym typeface="+mn-lt"/>
              </a:rPr>
              <a:t>        </a:t>
            </a:r>
            <a:r>
              <a:rPr lang="en-US" altLang="zh-CN" sz="1200">
                <a:solidFill>
                  <a:schemeClr val="tx1"/>
                </a:solidFill>
                <a:latin typeface="Times New Roman" panose="02020503050405090304" pitchFamily="18" charset="0"/>
                <a:ea typeface="宋体" pitchFamily="2" charset="-122"/>
                <a:cs typeface="+mn-ea"/>
                <a:sym typeface="+mn-lt"/>
              </a:rPr>
              <a:t>pip install jieba</a:t>
            </a:r>
            <a:r>
              <a:rPr lang="zh-CN" altLang="en-US" sz="1200">
                <a:solidFill>
                  <a:schemeClr val="tx1"/>
                </a:solidFill>
                <a:latin typeface="Times New Roman" panose="02020503050405090304" pitchFamily="18" charset="0"/>
                <a:ea typeface="宋体" pitchFamily="2" charset="-122"/>
                <a:cs typeface="+mn-ea"/>
                <a:sym typeface="+mn-lt"/>
              </a:rPr>
              <a:t>，</a:t>
            </a:r>
            <a:endParaRPr lang="zh-CN" altLang="en-US" sz="1200">
              <a:solidFill>
                <a:schemeClr val="tx1"/>
              </a:solidFill>
              <a:latin typeface="Times New Roman" panose="02020503050405090304" pitchFamily="18" charset="0"/>
              <a:ea typeface="宋体" pitchFamily="2" charset="-122"/>
              <a:cs typeface="+mn-ea"/>
              <a:sym typeface="+mn-lt"/>
            </a:endParaRPr>
          </a:p>
          <a:p>
            <a:pPr>
              <a:spcBef>
                <a:spcPct val="20000"/>
              </a:spcBef>
            </a:pPr>
            <a:r>
              <a:rPr lang="zh-CN" altLang="en-US" sz="1200">
                <a:solidFill>
                  <a:schemeClr val="tx1"/>
                </a:solidFill>
                <a:latin typeface="Times New Roman" panose="02020503050405090304" pitchFamily="18" charset="0"/>
                <a:ea typeface="宋体" pitchFamily="2" charset="-122"/>
                <a:cs typeface="+mn-ea"/>
                <a:sym typeface="+mn-lt"/>
              </a:rPr>
              <a:t>或者 </a:t>
            </a:r>
            <a:r>
              <a:rPr lang="en-US" altLang="zh-CN" sz="1200">
                <a:solidFill>
                  <a:schemeClr val="tx1"/>
                </a:solidFill>
                <a:latin typeface="Times New Roman" panose="02020503050405090304" pitchFamily="18" charset="0"/>
                <a:ea typeface="宋体" pitchFamily="2" charset="-122"/>
                <a:cs typeface="+mn-ea"/>
                <a:sym typeface="+mn-lt"/>
              </a:rPr>
              <a:t>pip3 install jieba</a:t>
            </a:r>
            <a:r>
              <a:rPr lang="zh-CN" altLang="en-US" sz="1200">
                <a:solidFill>
                  <a:schemeClr val="tx1"/>
                </a:solidFill>
                <a:latin typeface="Times New Roman" panose="02020503050405090304" pitchFamily="18" charset="0"/>
                <a:ea typeface="宋体" pitchFamily="2" charset="-122"/>
                <a:cs typeface="+mn-ea"/>
                <a:sym typeface="+mn-lt"/>
              </a:rPr>
              <a:t>，</a:t>
            </a:r>
            <a:endParaRPr lang="zh-CN" altLang="en-US" sz="1200">
              <a:solidFill>
                <a:schemeClr val="tx1"/>
              </a:solidFill>
              <a:latin typeface="Times New Roman" panose="02020503050405090304" pitchFamily="18" charset="0"/>
              <a:ea typeface="宋体" pitchFamily="2" charset="-122"/>
              <a:cs typeface="+mn-ea"/>
              <a:sym typeface="+mn-lt"/>
            </a:endParaRPr>
          </a:p>
          <a:p>
            <a:pPr>
              <a:spcBef>
                <a:spcPct val="20000"/>
              </a:spcBef>
            </a:pPr>
            <a:r>
              <a:rPr lang="zh-CN" altLang="en-US" sz="1200">
                <a:solidFill>
                  <a:schemeClr val="tx1"/>
                </a:solidFill>
                <a:latin typeface="Times New Roman" panose="02020503050405090304" pitchFamily="18" charset="0"/>
                <a:ea typeface="宋体" pitchFamily="2" charset="-122"/>
                <a:cs typeface="+mn-ea"/>
                <a:sym typeface="+mn-lt"/>
              </a:rPr>
              <a:t>或者 </a:t>
            </a:r>
            <a:r>
              <a:rPr lang="en-US" altLang="zh-CN" sz="1200">
                <a:solidFill>
                  <a:schemeClr val="tx1"/>
                </a:solidFill>
                <a:latin typeface="Times New Roman" panose="02020503050405090304" pitchFamily="18" charset="0"/>
                <a:ea typeface="宋体" pitchFamily="2" charset="-122"/>
                <a:cs typeface="+mn-ea"/>
                <a:sym typeface="+mn-lt"/>
              </a:rPr>
              <a:t>easy_install jieba</a:t>
            </a:r>
            <a:r>
              <a:rPr lang="zh-CN" altLang="en-US" sz="1200">
                <a:solidFill>
                  <a:schemeClr val="tx1"/>
                </a:solidFill>
                <a:latin typeface="Times New Roman" panose="02020503050405090304" pitchFamily="18" charset="0"/>
                <a:ea typeface="宋体" pitchFamily="2" charset="-122"/>
                <a:cs typeface="+mn-ea"/>
                <a:sym typeface="+mn-lt"/>
              </a:rPr>
              <a:t>。</a:t>
            </a:r>
            <a:endParaRPr lang="zh-CN" altLang="en-US" sz="1200">
              <a:solidFill>
                <a:schemeClr val="tx1"/>
              </a:solidFill>
              <a:latin typeface="Times New Roman" panose="02020503050405090304" pitchFamily="18" charset="0"/>
              <a:ea typeface="宋体" pitchFamily="2" charset="-122"/>
              <a:cs typeface="+mn-ea"/>
              <a:sym typeface="+mn-lt"/>
            </a:endParaRPr>
          </a:p>
          <a:p>
            <a:pPr>
              <a:spcBef>
                <a:spcPct val="20000"/>
              </a:spcBef>
            </a:pPr>
            <a:r>
              <a:rPr lang="zh-CN" altLang="en-US" sz="1200">
                <a:solidFill>
                  <a:schemeClr val="tx1"/>
                </a:solidFill>
                <a:latin typeface="Times New Roman" panose="02020503050405090304" pitchFamily="18" charset="0"/>
                <a:ea typeface="宋体" pitchFamily="2" charset="-122"/>
                <a:cs typeface="+mn-ea"/>
                <a:sym typeface="+mn-lt"/>
              </a:rPr>
              <a:t>注：对 </a:t>
            </a:r>
            <a:r>
              <a:rPr lang="en-US" altLang="zh-CN" sz="1200">
                <a:solidFill>
                  <a:schemeClr val="tx1"/>
                </a:solidFill>
                <a:latin typeface="Times New Roman" panose="02020503050405090304" pitchFamily="18" charset="0"/>
                <a:ea typeface="宋体" pitchFamily="2" charset="-122"/>
                <a:cs typeface="+mn-ea"/>
                <a:sym typeface="+mn-lt"/>
              </a:rPr>
              <a:t>Python 2.X</a:t>
            </a:r>
            <a:r>
              <a:rPr lang="zh-CN" altLang="en-US" sz="1200">
                <a:solidFill>
                  <a:schemeClr val="tx1"/>
                </a:solidFill>
                <a:latin typeface="Times New Roman" panose="02020503050405090304" pitchFamily="18" charset="0"/>
                <a:ea typeface="宋体" pitchFamily="2" charset="-122"/>
                <a:cs typeface="+mn-ea"/>
                <a:sym typeface="+mn-lt"/>
              </a:rPr>
              <a:t>、</a:t>
            </a:r>
            <a:r>
              <a:rPr lang="en-US" altLang="zh-CN" sz="1200">
                <a:solidFill>
                  <a:schemeClr val="tx1"/>
                </a:solidFill>
                <a:latin typeface="Times New Roman" panose="02020503050405090304" pitchFamily="18" charset="0"/>
                <a:ea typeface="宋体" pitchFamily="2" charset="-122"/>
                <a:cs typeface="+mn-ea"/>
                <a:sym typeface="+mn-lt"/>
              </a:rPr>
              <a:t>Python3.X </a:t>
            </a:r>
            <a:r>
              <a:rPr lang="zh-CN" altLang="en-US" sz="1200">
                <a:solidFill>
                  <a:schemeClr val="tx1"/>
                </a:solidFill>
                <a:latin typeface="Times New Roman" panose="02020503050405090304" pitchFamily="18" charset="0"/>
                <a:ea typeface="宋体" pitchFamily="2" charset="-122"/>
                <a:cs typeface="+mn-ea"/>
                <a:sym typeface="+mn-lt"/>
              </a:rPr>
              <a:t>均兼容 </a:t>
            </a:r>
            <a:endParaRPr lang="zh-CN" altLang="en-US" sz="1200">
              <a:solidFill>
                <a:schemeClr val="tx1"/>
              </a:solidFill>
              <a:latin typeface="Times New Roman" panose="02020503050405090304" pitchFamily="18" charset="0"/>
              <a:ea typeface="宋体" pitchFamily="2" charset="-122"/>
              <a:cs typeface="+mn-ea"/>
              <a:sym typeface="+mn-lt"/>
            </a:endParaRPr>
          </a:p>
        </p:txBody>
      </p:sp>
      <p:sp>
        <p:nvSpPr>
          <p:cNvPr id="14" name="TextBox 15"/>
          <p:cNvSpPr txBox="1"/>
          <p:nvPr/>
        </p:nvSpPr>
        <p:spPr>
          <a:xfrm>
            <a:off x="1928486" y="1113696"/>
            <a:ext cx="1454516" cy="306705"/>
          </a:xfrm>
          <a:prstGeom prst="rect">
            <a:avLst/>
          </a:prstGeom>
          <a:noFill/>
          <a:ln>
            <a:noFill/>
          </a:ln>
        </p:spPr>
        <p:txBody>
          <a:bodyPr wrap="square" rtlCol="0">
            <a:spAutoFit/>
          </a:bodyPr>
          <a:lstStyle/>
          <a:p>
            <a:pPr algn="r"/>
            <a:r>
              <a:rPr lang="zh-CN" altLang="en-US" sz="1400" b="1" dirty="0">
                <a:solidFill>
                  <a:schemeClr val="tx1">
                    <a:lumMod val="65000"/>
                    <a:lumOff val="35000"/>
                  </a:schemeClr>
                </a:solidFill>
                <a:latin typeface="Times New Roman" panose="02020503050405090304" pitchFamily="18" charset="0"/>
                <a:ea typeface="宋体" pitchFamily="2" charset="-122"/>
                <a:cs typeface="+mn-ea"/>
                <a:sym typeface="+mn-lt"/>
              </a:rPr>
              <a:t>全自动安装</a:t>
            </a:r>
            <a:endParaRPr lang="zh-CN" altLang="en-US" sz="1400" b="1" dirty="0">
              <a:solidFill>
                <a:schemeClr val="tx1">
                  <a:lumMod val="65000"/>
                  <a:lumOff val="35000"/>
                </a:schemeClr>
              </a:solidFill>
              <a:latin typeface="Times New Roman" panose="02020503050405090304" pitchFamily="18" charset="0"/>
              <a:ea typeface="宋体" pitchFamily="2" charset="-122"/>
              <a:cs typeface="+mn-ea"/>
              <a:sym typeface="+mn-lt"/>
            </a:endParaRPr>
          </a:p>
        </p:txBody>
      </p:sp>
      <p:sp>
        <p:nvSpPr>
          <p:cNvPr id="15" name="TextBox 16"/>
          <p:cNvSpPr txBox="1"/>
          <p:nvPr/>
        </p:nvSpPr>
        <p:spPr>
          <a:xfrm>
            <a:off x="457201" y="3120390"/>
            <a:ext cx="2926080" cy="1549716"/>
          </a:xfrm>
          <a:prstGeom prst="roundRect">
            <a:avLst/>
          </a:prstGeom>
        </p:spPr>
        <p:style>
          <a:lnRef idx="2">
            <a:schemeClr val="dk1"/>
          </a:lnRef>
          <a:fillRef idx="1">
            <a:schemeClr val="lt1"/>
          </a:fillRef>
          <a:effectRef idx="0">
            <a:schemeClr val="dk1"/>
          </a:effectRef>
          <a:fontRef idx="minor">
            <a:schemeClr val="dk1"/>
          </a:fontRef>
        </p:style>
        <p:txBody>
          <a:bodyPr wrap="square" rtlCol="0">
            <a:spAutoFit/>
          </a:bodyPr>
          <a:lstStyle>
            <a:defPPr>
              <a:defRPr lang="en-US"/>
            </a:defPPr>
            <a:lvl1pPr>
              <a:defRPr sz="1100">
                <a:solidFill>
                  <a:schemeClr val="tx1">
                    <a:lumMod val="50000"/>
                    <a:lumOff val="50000"/>
                  </a:schemeClr>
                </a:solidFill>
                <a:latin typeface="+mj-lt"/>
              </a:defRPr>
            </a:lvl1pPr>
          </a:lstStyle>
          <a:p>
            <a:pPr>
              <a:lnSpc>
                <a:spcPct val="120000"/>
              </a:lnSpc>
              <a:spcBef>
                <a:spcPts val="20"/>
              </a:spcBef>
              <a:spcAft>
                <a:spcPts val="0"/>
              </a:spcAft>
            </a:pPr>
            <a:r>
              <a:rPr lang="zh-CN" altLang="en-US" sz="1200">
                <a:solidFill>
                  <a:schemeClr val="tx1"/>
                </a:solidFill>
                <a:latin typeface="Times New Roman" panose="02020503050405090304" pitchFamily="18" charset="0"/>
                <a:ea typeface="宋体" pitchFamily="2" charset="-122"/>
                <a:cs typeface="+mn-ea"/>
                <a:sym typeface="+mn-lt"/>
              </a:rPr>
              <a:t>将已有的 jieba 目录放置于当前目录，或者 site-packages 目录。</a:t>
            </a:r>
            <a:endParaRPr lang="zh-CN" altLang="en-US" sz="1200">
              <a:solidFill>
                <a:schemeClr val="tx1"/>
              </a:solidFill>
              <a:latin typeface="Times New Roman" panose="02020503050405090304" pitchFamily="18" charset="0"/>
              <a:ea typeface="宋体" pitchFamily="2" charset="-122"/>
              <a:cs typeface="+mn-ea"/>
              <a:sym typeface="+mn-lt"/>
            </a:endParaRPr>
          </a:p>
          <a:p>
            <a:pPr>
              <a:lnSpc>
                <a:spcPct val="120000"/>
              </a:lnSpc>
              <a:spcBef>
                <a:spcPts val="20"/>
              </a:spcBef>
              <a:spcAft>
                <a:spcPts val="0"/>
              </a:spcAft>
            </a:pPr>
            <a:r>
              <a:rPr lang="zh-CN" altLang="en-US" sz="1200" dirty="0">
                <a:solidFill>
                  <a:srgbClr val="0070C0"/>
                </a:solidFill>
                <a:latin typeface="Times New Roman" panose="02020503050405090304" pitchFamily="18" charset="0"/>
                <a:ea typeface="宋体" pitchFamily="2" charset="-122"/>
                <a:cs typeface="+mn-ea"/>
                <a:sym typeface="+mn-lt"/>
              </a:rPr>
              <a:t>注：</a:t>
            </a:r>
            <a:r>
              <a:rPr lang="en-US" altLang="zh-CN" sz="1200" dirty="0">
                <a:solidFill>
                  <a:srgbClr val="0070C0"/>
                </a:solidFill>
                <a:latin typeface="Times New Roman" panose="02020503050405090304" pitchFamily="18" charset="0"/>
                <a:ea typeface="宋体" pitchFamily="2" charset="-122"/>
                <a:cs typeface="+mn-ea"/>
                <a:sym typeface="+mn-lt"/>
              </a:rPr>
              <a:t>site-packages里放的是第三方包</a:t>
            </a:r>
            <a:r>
              <a:rPr lang="zh-CN" altLang="en-US" sz="1200" dirty="0">
                <a:solidFill>
                  <a:srgbClr val="0070C0"/>
                </a:solidFill>
                <a:latin typeface="Times New Roman" panose="02020503050405090304" pitchFamily="18" charset="0"/>
                <a:ea typeface="宋体" pitchFamily="2" charset="-122"/>
                <a:cs typeface="+mn-ea"/>
                <a:sym typeface="+mn-lt"/>
              </a:rPr>
              <a:t>。</a:t>
            </a:r>
            <a:r>
              <a:rPr lang="zh-CN" altLang="en-US" sz="1200" dirty="0">
                <a:solidFill>
                  <a:schemeClr val="tx1"/>
                </a:solidFill>
                <a:latin typeface="Times New Roman" panose="02020503050405090304" pitchFamily="18" charset="0"/>
                <a:ea typeface="宋体" pitchFamily="2" charset="-122"/>
                <a:cs typeface="+mn-ea"/>
                <a:sym typeface="+mn-lt"/>
              </a:rPr>
              <a:t>自动安装</a:t>
            </a:r>
            <a:r>
              <a:rPr lang="en-US" altLang="zh-CN" sz="1200" dirty="0">
                <a:solidFill>
                  <a:schemeClr val="tx1"/>
                </a:solidFill>
                <a:latin typeface="Times New Roman" panose="02020503050405090304" pitchFamily="18" charset="0"/>
                <a:ea typeface="宋体" pitchFamily="2" charset="-122"/>
                <a:cs typeface="+mn-ea"/>
                <a:sym typeface="+mn-lt"/>
              </a:rPr>
              <a:t>时，安装包会把对应的文件释放到site-packages，手动时</a:t>
            </a:r>
            <a:r>
              <a:rPr lang="zh-CN" altLang="en-US" sz="1200" dirty="0">
                <a:solidFill>
                  <a:schemeClr val="tx1"/>
                </a:solidFill>
                <a:latin typeface="Times New Roman" panose="02020503050405090304" pitchFamily="18" charset="0"/>
                <a:ea typeface="宋体" pitchFamily="2" charset="-122"/>
                <a:cs typeface="+mn-ea"/>
                <a:sym typeface="+mn-lt"/>
              </a:rPr>
              <a:t>同理</a:t>
            </a:r>
            <a:r>
              <a:rPr lang="en-US" altLang="zh-CN" sz="1200" dirty="0">
                <a:solidFill>
                  <a:schemeClr val="tx1"/>
                </a:solidFill>
                <a:latin typeface="Times New Roman" panose="02020503050405090304" pitchFamily="18" charset="0"/>
                <a:ea typeface="宋体" pitchFamily="2" charset="-122"/>
                <a:cs typeface="+mn-ea"/>
                <a:sym typeface="+mn-lt"/>
              </a:rPr>
              <a:t>，把jieba包复制到site-packages即可。</a:t>
            </a:r>
            <a:endParaRPr lang="en-US" altLang="zh-CN" sz="1200" dirty="0">
              <a:solidFill>
                <a:schemeClr val="tx1"/>
              </a:solidFill>
              <a:latin typeface="Times New Roman" panose="02020503050405090304" pitchFamily="18" charset="0"/>
              <a:ea typeface="宋体" pitchFamily="2" charset="-122"/>
              <a:cs typeface="+mn-ea"/>
              <a:sym typeface="+mn-lt"/>
            </a:endParaRPr>
          </a:p>
        </p:txBody>
      </p:sp>
      <p:sp>
        <p:nvSpPr>
          <p:cNvPr id="16" name="TextBox 17"/>
          <p:cNvSpPr txBox="1"/>
          <p:nvPr/>
        </p:nvSpPr>
        <p:spPr>
          <a:xfrm>
            <a:off x="1928486" y="2762315"/>
            <a:ext cx="1454516" cy="306705"/>
          </a:xfrm>
          <a:prstGeom prst="rect">
            <a:avLst/>
          </a:prstGeom>
          <a:noFill/>
          <a:ln>
            <a:noFill/>
          </a:ln>
        </p:spPr>
        <p:txBody>
          <a:bodyPr wrap="square" rtlCol="0">
            <a:spAutoFit/>
          </a:bodyPr>
          <a:lstStyle/>
          <a:p>
            <a:pPr algn="r"/>
            <a:r>
              <a:rPr lang="zh-CN" altLang="en-US" sz="1400" b="1" dirty="0">
                <a:solidFill>
                  <a:schemeClr val="tx1">
                    <a:lumMod val="65000"/>
                    <a:lumOff val="35000"/>
                  </a:schemeClr>
                </a:solidFill>
                <a:latin typeface="Times New Roman" panose="02020503050405090304" pitchFamily="18" charset="0"/>
                <a:ea typeface="宋体" pitchFamily="2" charset="-122"/>
                <a:cs typeface="+mn-ea"/>
                <a:sym typeface="+mn-lt"/>
              </a:rPr>
              <a:t>手动安装</a:t>
            </a:r>
            <a:endParaRPr lang="zh-CN" altLang="en-US" sz="1400" b="1" dirty="0">
              <a:solidFill>
                <a:schemeClr val="tx1">
                  <a:lumMod val="65000"/>
                  <a:lumOff val="35000"/>
                </a:schemeClr>
              </a:solidFill>
              <a:latin typeface="Times New Roman" panose="02020503050405090304" pitchFamily="18" charset="0"/>
              <a:ea typeface="宋体" pitchFamily="2" charset="-122"/>
              <a:cs typeface="+mn-ea"/>
              <a:sym typeface="+mn-lt"/>
            </a:endParaRPr>
          </a:p>
        </p:txBody>
      </p:sp>
      <p:sp>
        <p:nvSpPr>
          <p:cNvPr id="17" name="Rectangle 18"/>
          <p:cNvSpPr/>
          <p:nvPr/>
        </p:nvSpPr>
        <p:spPr>
          <a:xfrm flipH="1">
            <a:off x="3658443" y="1869734"/>
            <a:ext cx="715070" cy="375920"/>
          </a:xfrm>
          <a:prstGeom prst="rect">
            <a:avLst/>
          </a:prstGeom>
          <a:noFill/>
        </p:spPr>
        <p:txBody>
          <a:bodyPr wrap="square" lIns="68580" tIns="34290" rIns="68580" bIns="34290">
            <a:spAutoFit/>
          </a:bodyPr>
          <a:lstStyle/>
          <a:p>
            <a:pPr algn="ctr"/>
            <a:r>
              <a:rPr lang="en-US" altLang="zh-CN" sz="2000" dirty="0">
                <a:ln w="0"/>
                <a:solidFill>
                  <a:schemeClr val="bg1"/>
                </a:solidFill>
                <a:latin typeface="Times New Roman" panose="02020503050405090304" pitchFamily="18" charset="0"/>
                <a:ea typeface="宋体" pitchFamily="2" charset="-122"/>
                <a:cs typeface="+mn-ea"/>
                <a:sym typeface="+mn-lt"/>
              </a:rPr>
              <a:t>1</a:t>
            </a:r>
            <a:endParaRPr lang="en-US" altLang="zh-CN" sz="2000" dirty="0">
              <a:ln w="0"/>
              <a:solidFill>
                <a:schemeClr val="bg1"/>
              </a:solidFill>
              <a:latin typeface="Times New Roman" panose="02020503050405090304" pitchFamily="18" charset="0"/>
              <a:ea typeface="宋体" pitchFamily="2" charset="-122"/>
              <a:cs typeface="+mn-ea"/>
              <a:sym typeface="+mn-lt"/>
            </a:endParaRPr>
          </a:p>
        </p:txBody>
      </p:sp>
      <p:sp>
        <p:nvSpPr>
          <p:cNvPr id="18" name="Rectangle 19"/>
          <p:cNvSpPr/>
          <p:nvPr/>
        </p:nvSpPr>
        <p:spPr>
          <a:xfrm flipH="1">
            <a:off x="4796283" y="1869493"/>
            <a:ext cx="715070" cy="375920"/>
          </a:xfrm>
          <a:prstGeom prst="rect">
            <a:avLst/>
          </a:prstGeom>
          <a:noFill/>
        </p:spPr>
        <p:txBody>
          <a:bodyPr wrap="square" lIns="68580" tIns="34290" rIns="68580" bIns="34290">
            <a:spAutoFit/>
          </a:bodyPr>
          <a:lstStyle/>
          <a:p>
            <a:pPr algn="ctr"/>
            <a:r>
              <a:rPr lang="en-US" altLang="zh-CN" sz="2000" dirty="0">
                <a:ln w="0"/>
                <a:solidFill>
                  <a:schemeClr val="bg1"/>
                </a:solidFill>
                <a:latin typeface="Times New Roman" panose="02020503050405090304" pitchFamily="18" charset="0"/>
                <a:ea typeface="宋体" pitchFamily="2" charset="-122"/>
                <a:cs typeface="+mn-ea"/>
                <a:sym typeface="+mn-lt"/>
              </a:rPr>
              <a:t>2</a:t>
            </a:r>
            <a:endParaRPr lang="en-US" altLang="zh-CN" sz="2000" dirty="0">
              <a:ln w="0"/>
              <a:solidFill>
                <a:schemeClr val="bg1"/>
              </a:solidFill>
              <a:latin typeface="Times New Roman" panose="02020503050405090304" pitchFamily="18" charset="0"/>
              <a:ea typeface="宋体" pitchFamily="2" charset="-122"/>
              <a:cs typeface="+mn-ea"/>
              <a:sym typeface="+mn-lt"/>
            </a:endParaRPr>
          </a:p>
        </p:txBody>
      </p:sp>
      <p:sp>
        <p:nvSpPr>
          <p:cNvPr id="19" name="Rectangle 20"/>
          <p:cNvSpPr/>
          <p:nvPr/>
        </p:nvSpPr>
        <p:spPr>
          <a:xfrm flipH="1">
            <a:off x="4796204" y="2898268"/>
            <a:ext cx="715070" cy="375920"/>
          </a:xfrm>
          <a:prstGeom prst="rect">
            <a:avLst/>
          </a:prstGeom>
          <a:noFill/>
        </p:spPr>
        <p:txBody>
          <a:bodyPr wrap="square" lIns="68580" tIns="34290" rIns="68580" bIns="34290">
            <a:spAutoFit/>
          </a:bodyPr>
          <a:lstStyle/>
          <a:p>
            <a:pPr algn="ctr"/>
            <a:r>
              <a:rPr lang="en-US" altLang="zh-CN" sz="2000" dirty="0">
                <a:ln w="0"/>
                <a:solidFill>
                  <a:schemeClr val="bg1"/>
                </a:solidFill>
                <a:latin typeface="Times New Roman" panose="02020503050405090304" pitchFamily="18" charset="0"/>
                <a:ea typeface="宋体" pitchFamily="2" charset="-122"/>
                <a:cs typeface="+mn-ea"/>
                <a:sym typeface="+mn-lt"/>
              </a:rPr>
              <a:t>4</a:t>
            </a:r>
            <a:endParaRPr lang="en-US" altLang="zh-CN" sz="2000" dirty="0">
              <a:ln w="0"/>
              <a:solidFill>
                <a:schemeClr val="bg1"/>
              </a:solidFill>
              <a:latin typeface="Times New Roman" panose="02020503050405090304" pitchFamily="18" charset="0"/>
              <a:ea typeface="宋体" pitchFamily="2" charset="-122"/>
              <a:cs typeface="+mn-ea"/>
              <a:sym typeface="+mn-lt"/>
            </a:endParaRPr>
          </a:p>
        </p:txBody>
      </p:sp>
      <p:sp>
        <p:nvSpPr>
          <p:cNvPr id="20" name="Rectangle 21"/>
          <p:cNvSpPr/>
          <p:nvPr/>
        </p:nvSpPr>
        <p:spPr>
          <a:xfrm flipH="1">
            <a:off x="3668126" y="2898388"/>
            <a:ext cx="715070" cy="375920"/>
          </a:xfrm>
          <a:prstGeom prst="rect">
            <a:avLst/>
          </a:prstGeom>
          <a:noFill/>
        </p:spPr>
        <p:txBody>
          <a:bodyPr wrap="square" lIns="68580" tIns="34290" rIns="68580" bIns="34290">
            <a:spAutoFit/>
          </a:bodyPr>
          <a:lstStyle/>
          <a:p>
            <a:pPr algn="ctr"/>
            <a:r>
              <a:rPr lang="en-US" altLang="zh-CN" sz="2000" dirty="0">
                <a:ln w="0"/>
                <a:solidFill>
                  <a:schemeClr val="bg1"/>
                </a:solidFill>
                <a:latin typeface="Times New Roman" panose="02020503050405090304" pitchFamily="18" charset="0"/>
                <a:ea typeface="宋体" pitchFamily="2" charset="-122"/>
                <a:cs typeface="+mn-ea"/>
                <a:sym typeface="+mn-lt"/>
              </a:rPr>
              <a:t>3</a:t>
            </a:r>
            <a:endParaRPr lang="en-US" altLang="zh-CN" sz="2000" dirty="0">
              <a:ln w="0"/>
              <a:solidFill>
                <a:schemeClr val="bg1"/>
              </a:solidFill>
              <a:latin typeface="Times New Roman" panose="02020503050405090304" pitchFamily="18" charset="0"/>
              <a:ea typeface="宋体" pitchFamily="2" charset="-122"/>
              <a:cs typeface="+mn-ea"/>
              <a:sym typeface="+mn-lt"/>
            </a:endParaRPr>
          </a:p>
        </p:txBody>
      </p:sp>
      <p:sp>
        <p:nvSpPr>
          <p:cNvPr id="21" name="标题 20"/>
          <p:cNvSpPr>
            <a:spLocks noGrp="1"/>
          </p:cNvSpPr>
          <p:nvPr>
            <p:ph type="title"/>
          </p:nvPr>
        </p:nvSpPr>
        <p:spPr/>
        <p:txBody>
          <a:bodyPr/>
          <a:lstStyle/>
          <a:p>
            <a:r>
              <a:rPr lang="zh-CN" altLang="en-US" sz="2400" b="1">
                <a:solidFill>
                  <a:srgbClr val="004C41"/>
                </a:solidFill>
                <a:ea typeface="宋体" pitchFamily="2" charset="-122"/>
                <a:cs typeface="+mn-ea"/>
                <a:sym typeface="+mn-lt"/>
              </a:rPr>
              <a:t>2.</a:t>
            </a:r>
            <a:r>
              <a:rPr lang="en-US" altLang="zh-CN" sz="2400" b="1">
                <a:solidFill>
                  <a:srgbClr val="004C41"/>
                </a:solidFill>
                <a:ea typeface="宋体" pitchFamily="2" charset="-122"/>
                <a:cs typeface="+mn-ea"/>
                <a:sym typeface="+mn-lt"/>
              </a:rPr>
              <a:t>j</a:t>
            </a:r>
            <a:r>
              <a:rPr lang="zh-CN" altLang="en-US" sz="2400" b="1">
                <a:solidFill>
                  <a:srgbClr val="004C41"/>
                </a:solidFill>
                <a:ea typeface="宋体" pitchFamily="2" charset="-122"/>
                <a:cs typeface="+mn-ea"/>
                <a:sym typeface="+mn-lt"/>
              </a:rPr>
              <a:t>ieba分词——（2）安装</a:t>
            </a:r>
            <a:endParaRPr lang="zh-CN" altLang="en-US">
              <a:ea typeface="宋体" pitchFamily="2" charset="-122"/>
            </a:endParaRPr>
          </a:p>
        </p:txBody>
      </p:sp>
      <p:sp>
        <p:nvSpPr>
          <p:cNvPr id="3" name="日期占位符 2"/>
          <p:cNvSpPr>
            <a:spLocks noGrp="1"/>
          </p:cNvSpPr>
          <p:nvPr>
            <p:ph type="dt" sz="half" idx="10"/>
          </p:nvPr>
        </p:nvSpPr>
        <p:spPr/>
        <p:txBody>
          <a:bodyPr/>
          <a:lstStyle/>
          <a:p>
            <a:fld id="{7B2BF130-DA43-4D96-B75E-5B6E89D96067}"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4" name="灯片编号占位符 3"/>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500"/>
                                        <p:tgtEl>
                                          <p:spTgt spid="18"/>
                                        </p:tgtEl>
                                      </p:cBhvr>
                                    </p:animEffect>
                                  </p:childTnLst>
                                </p:cTn>
                              </p:par>
                            </p:childTnLst>
                          </p:cTn>
                        </p:par>
                        <p:par>
                          <p:cTn id="30" fill="hold">
                            <p:stCondLst>
                              <p:cond delay="1000"/>
                            </p:stCondLst>
                            <p:childTnLst>
                              <p:par>
                                <p:cTn id="31" presetID="10" presetClass="entr" presetSubtype="0" fill="hold" grpId="0" nodeType="after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500"/>
                                        <p:tgtEl>
                                          <p:spTgt spid="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500"/>
                                        <p:tgtEl>
                                          <p:spTgt spid="1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50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childTnLst>
                          </p:cTn>
                        </p:par>
                        <p:par>
                          <p:cTn id="43" fill="hold">
                            <p:stCondLst>
                              <p:cond delay="1500"/>
                            </p:stCondLst>
                            <p:childTnLst>
                              <p:par>
                                <p:cTn id="44" presetID="10" presetClass="entr" presetSubtype="0" fill="hold" grpId="0" nodeType="after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fade">
                                      <p:cBhvr>
                                        <p:cTn id="46" dur="500"/>
                                        <p:tgtEl>
                                          <p:spTgt spid="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500"/>
                                        <p:tgtEl>
                                          <p:spTgt spid="1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500"/>
                                        <p:tgtEl>
                                          <p:spTgt spid="1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P spid="7" grpId="0" bldLvl="0" animBg="1"/>
      <p:bldP spid="8" grpId="0" bldLvl="0" animBg="1"/>
      <p:bldP spid="9" grpId="0" bldLvl="0" animBg="1"/>
      <p:bldP spid="10" grpId="0"/>
      <p:bldP spid="11" grpId="0" bldLvl="0" animBg="1"/>
      <p:bldP spid="12" grpId="0"/>
      <p:bldP spid="13" grpId="0" bldLvl="0" animBg="1"/>
      <p:bldP spid="14" grpId="0"/>
      <p:bldP spid="15" grpId="0" bldLvl="0" animBg="1"/>
      <p:bldP spid="16" grpId="0"/>
      <p:bldP spid="17" grpId="0"/>
      <p:bldP spid="18" grpId="0"/>
      <p:bldP spid="19" grpId="0"/>
      <p:bldP spid="20"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01505" y="944245"/>
            <a:ext cx="2636005" cy="2382127"/>
          </a:xfrm>
          <a:prstGeom prst="rect">
            <a:avLst/>
          </a:prstGeom>
        </p:spPr>
        <p:style>
          <a:lnRef idx="2">
            <a:schemeClr val="dk1"/>
          </a:lnRef>
          <a:fillRef idx="1">
            <a:schemeClr val="lt1"/>
          </a:fillRef>
          <a:effectRef idx="0">
            <a:schemeClr val="dk1"/>
          </a:effectRef>
          <a:fontRef idx="minor">
            <a:schemeClr val="dk1"/>
          </a:fontRef>
        </p:style>
        <p:txBody>
          <a:bodyPr wrap="square" rtlCol="0" anchor="t">
            <a:spAutoFit/>
          </a:bodyPr>
          <a:lstStyle/>
          <a:p>
            <a:pPr>
              <a:lnSpc>
                <a:spcPts val="2020"/>
              </a:lnSpc>
            </a:pPr>
            <a:r>
              <a:rPr lang="zh-CN" altLang="en-US" sz="1600" dirty="0">
                <a:latin typeface="Times New Roman" panose="02020503050405090304" pitchFamily="18" charset="0"/>
                <a:ea typeface="宋体" pitchFamily="2" charset="-122"/>
              </a:rPr>
              <a:t>使 用 PyCharm安装：  File——Setting，</a:t>
            </a:r>
            <a:endParaRPr lang="zh-CN" altLang="en-US" sz="1600" dirty="0">
              <a:latin typeface="Times New Roman" panose="02020503050405090304" pitchFamily="18" charset="0"/>
              <a:ea typeface="宋体" pitchFamily="2" charset="-122"/>
            </a:endParaRPr>
          </a:p>
          <a:p>
            <a:pPr>
              <a:lnSpc>
                <a:spcPts val="2020"/>
              </a:lnSpc>
            </a:pPr>
            <a:r>
              <a:rPr lang="zh-CN" altLang="en-US" sz="1600" dirty="0">
                <a:latin typeface="Times New Roman" panose="02020503050405090304" pitchFamily="18" charset="0"/>
                <a:ea typeface="宋体" pitchFamily="2" charset="-122"/>
              </a:rPr>
              <a:t>左侧Project: 工 程 名</a:t>
            </a:r>
            <a:endParaRPr lang="zh-CN" altLang="en-US" sz="1600" dirty="0">
              <a:latin typeface="Times New Roman" panose="02020503050405090304" pitchFamily="18" charset="0"/>
              <a:ea typeface="宋体" pitchFamily="2" charset="-122"/>
            </a:endParaRPr>
          </a:p>
          <a:p>
            <a:pPr>
              <a:lnSpc>
                <a:spcPts val="2020"/>
              </a:lnSpc>
            </a:pPr>
            <a:r>
              <a:rPr lang="zh-CN" altLang="en-US" sz="1600" dirty="0">
                <a:latin typeface="Times New Roman" panose="02020503050405090304" pitchFamily="18" charset="0"/>
                <a:ea typeface="宋体" pitchFamily="2" charset="-122"/>
              </a:rPr>
              <a:t>——Project Interpreter，点击右侧的“+”，</a:t>
            </a:r>
            <a:endParaRPr lang="zh-CN" altLang="en-US" sz="1600" dirty="0">
              <a:latin typeface="Times New Roman" panose="02020503050405090304" pitchFamily="18" charset="0"/>
              <a:ea typeface="宋体" pitchFamily="2" charset="-122"/>
            </a:endParaRPr>
          </a:p>
          <a:p>
            <a:pPr>
              <a:lnSpc>
                <a:spcPts val="2020"/>
              </a:lnSpc>
            </a:pPr>
            <a:r>
              <a:rPr lang="zh-CN" altLang="en-US" sz="1600" dirty="0">
                <a:latin typeface="Times New Roman" panose="02020503050405090304" pitchFamily="18" charset="0"/>
                <a:ea typeface="宋体" pitchFamily="2" charset="-122"/>
              </a:rPr>
              <a:t>在弹出界面的搜索栏中输入“jieba”，</a:t>
            </a:r>
            <a:endParaRPr lang="zh-CN" altLang="en-US" sz="1600" dirty="0">
              <a:latin typeface="Times New Roman" panose="02020503050405090304" pitchFamily="18" charset="0"/>
              <a:ea typeface="宋体" pitchFamily="2" charset="-122"/>
            </a:endParaRPr>
          </a:p>
          <a:p>
            <a:pPr>
              <a:lnSpc>
                <a:spcPts val="2020"/>
              </a:lnSpc>
            </a:pPr>
            <a:r>
              <a:rPr lang="zh-CN" altLang="en-US" sz="1600" dirty="0">
                <a:latin typeface="Times New Roman" panose="02020503050405090304" pitchFamily="18" charset="0"/>
                <a:ea typeface="宋体" pitchFamily="2" charset="-122"/>
              </a:rPr>
              <a:t>点击 Install Package 按钮即可安装。</a:t>
            </a:r>
            <a:endParaRPr lang="zh-CN" altLang="en-US" sz="1600" dirty="0">
              <a:latin typeface="Times New Roman" panose="02020503050405090304" pitchFamily="18" charset="0"/>
              <a:ea typeface="宋体" pitchFamily="2" charset="-122"/>
            </a:endParaRPr>
          </a:p>
        </p:txBody>
      </p:sp>
      <p:pic>
        <p:nvPicPr>
          <p:cNvPr id="3" name="图片 2"/>
          <p:cNvPicPr>
            <a:picLocks noChangeAspect="1"/>
          </p:cNvPicPr>
          <p:nvPr>
            <p:custDataLst>
              <p:tags r:id="rId1"/>
            </p:custDataLst>
          </p:nvPr>
        </p:nvPicPr>
        <p:blipFill>
          <a:blip r:embed="rId2"/>
          <a:stretch>
            <a:fillRect/>
          </a:stretch>
        </p:blipFill>
        <p:spPr>
          <a:xfrm>
            <a:off x="3169920" y="944245"/>
            <a:ext cx="5273675" cy="3728085"/>
          </a:xfrm>
          <a:prstGeom prst="rect">
            <a:avLst/>
          </a:prstGeom>
          <a:ln>
            <a:solidFill>
              <a:schemeClr val="tx1"/>
            </a:solidFill>
          </a:ln>
        </p:spPr>
      </p:pic>
      <p:sp>
        <p:nvSpPr>
          <p:cNvPr id="7" name="标题 6"/>
          <p:cNvSpPr>
            <a:spLocks noGrp="1"/>
          </p:cNvSpPr>
          <p:nvPr>
            <p:ph type="title"/>
          </p:nvPr>
        </p:nvSpPr>
        <p:spPr/>
        <p:txBody>
          <a:bodyPr/>
          <a:lstStyle/>
          <a:p>
            <a:r>
              <a:rPr lang="en-US" altLang="zh-CN" sz="2400" b="1">
                <a:solidFill>
                  <a:srgbClr val="004C41"/>
                </a:solidFill>
                <a:ea typeface="宋体" pitchFamily="2" charset="-122"/>
                <a:cs typeface="+mn-ea"/>
                <a:sym typeface="+mn-lt"/>
              </a:rPr>
              <a:t>2.j</a:t>
            </a:r>
            <a:r>
              <a:rPr lang="zh-CN" altLang="en-US" sz="2400" b="1">
                <a:solidFill>
                  <a:srgbClr val="004C41"/>
                </a:solidFill>
                <a:ea typeface="宋体" pitchFamily="2" charset="-122"/>
                <a:cs typeface="+mn-ea"/>
                <a:sym typeface="+mn-lt"/>
              </a:rPr>
              <a:t>ieba分词</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a:t>
            </a:r>
            <a:r>
              <a:rPr lang="en-US" altLang="zh-CN" sz="2400" b="1">
                <a:solidFill>
                  <a:srgbClr val="004C41"/>
                </a:solidFill>
                <a:ea typeface="宋体" pitchFamily="2" charset="-122"/>
                <a:cs typeface="+mn-ea"/>
                <a:sym typeface="+mn-lt"/>
              </a:rPr>
              <a:t>2</a:t>
            </a:r>
            <a:r>
              <a:rPr lang="zh-CN" altLang="en-US" sz="2400" b="1">
                <a:solidFill>
                  <a:srgbClr val="004C41"/>
                </a:solidFill>
                <a:ea typeface="宋体" pitchFamily="2" charset="-122"/>
                <a:cs typeface="+mn-ea"/>
                <a:sym typeface="+mn-lt"/>
              </a:rPr>
              <a:t>）安装</a:t>
            </a:r>
            <a:endParaRPr lang="zh-CN" altLang="en-US">
              <a:ea typeface="宋体" pitchFamily="2" charset="-122"/>
            </a:endParaRPr>
          </a:p>
        </p:txBody>
      </p:sp>
      <p:sp>
        <p:nvSpPr>
          <p:cNvPr id="5" name="日期占位符 4"/>
          <p:cNvSpPr>
            <a:spLocks noGrp="1"/>
          </p:cNvSpPr>
          <p:nvPr>
            <p:ph type="dt" sz="half" idx="10"/>
          </p:nvPr>
        </p:nvSpPr>
        <p:spPr/>
        <p:txBody>
          <a:bodyPr/>
          <a:lstStyle/>
          <a:p>
            <a:fld id="{C7AE0131-DCB5-44FE-B988-BCF454E7B563}"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6" name="灯片编号占位符 5"/>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直接连接符 8"/>
          <p:cNvCxnSpPr/>
          <p:nvPr/>
        </p:nvCxnSpPr>
        <p:spPr>
          <a:xfrm flipH="1">
            <a:off x="4605655" y="2185670"/>
            <a:ext cx="8890" cy="2253615"/>
          </a:xfrm>
          <a:prstGeom prst="line">
            <a:avLst/>
          </a:prstGeom>
        </p:spPr>
        <p:style>
          <a:lnRef idx="2">
            <a:schemeClr val="accent6"/>
          </a:lnRef>
          <a:fillRef idx="0">
            <a:schemeClr val="accent6"/>
          </a:fillRef>
          <a:effectRef idx="1">
            <a:schemeClr val="accent6"/>
          </a:effectRef>
          <a:fontRef idx="minor">
            <a:schemeClr val="tx1"/>
          </a:fontRef>
        </p:style>
      </p:cxnSp>
      <p:cxnSp>
        <p:nvCxnSpPr>
          <p:cNvPr id="10" name="直接连接符 9"/>
          <p:cNvCxnSpPr/>
          <p:nvPr/>
        </p:nvCxnSpPr>
        <p:spPr>
          <a:xfrm flipH="1">
            <a:off x="1917700" y="2185670"/>
            <a:ext cx="8890" cy="2253615"/>
          </a:xfrm>
          <a:prstGeom prst="line">
            <a:avLst/>
          </a:prstGeom>
        </p:spPr>
        <p:style>
          <a:lnRef idx="2">
            <a:schemeClr val="accent6"/>
          </a:lnRef>
          <a:fillRef idx="0">
            <a:schemeClr val="accent6"/>
          </a:fillRef>
          <a:effectRef idx="1">
            <a:schemeClr val="accent6"/>
          </a:effectRef>
          <a:fontRef idx="minor">
            <a:schemeClr val="tx1"/>
          </a:fontRef>
        </p:style>
      </p:cxnSp>
      <p:cxnSp>
        <p:nvCxnSpPr>
          <p:cNvPr id="8" name="直接连接符 7"/>
          <p:cNvCxnSpPr>
            <a:stCxn id="128" idx="4"/>
          </p:cNvCxnSpPr>
          <p:nvPr/>
        </p:nvCxnSpPr>
        <p:spPr>
          <a:xfrm flipH="1">
            <a:off x="7292975" y="2185670"/>
            <a:ext cx="8890" cy="2253615"/>
          </a:xfrm>
          <a:prstGeom prst="line">
            <a:avLst/>
          </a:prstGeom>
        </p:spPr>
        <p:style>
          <a:lnRef idx="2">
            <a:schemeClr val="accent6"/>
          </a:lnRef>
          <a:fillRef idx="0">
            <a:schemeClr val="accent6"/>
          </a:fillRef>
          <a:effectRef idx="1">
            <a:schemeClr val="accent6"/>
          </a:effectRef>
          <a:fontRef idx="minor">
            <a:schemeClr val="tx1"/>
          </a:fontRef>
        </p:style>
      </p:cxnSp>
      <p:sp>
        <p:nvSpPr>
          <p:cNvPr id="86" name="Oval 7"/>
          <p:cNvSpPr>
            <a:spLocks noChangeArrowheads="1"/>
          </p:cNvSpPr>
          <p:nvPr/>
        </p:nvSpPr>
        <p:spPr bwMode="auto">
          <a:xfrm>
            <a:off x="1491773" y="1333432"/>
            <a:ext cx="851774" cy="852467"/>
          </a:xfrm>
          <a:prstGeom prst="ellipse">
            <a:avLst/>
          </a:prstGeom>
          <a:solidFill>
            <a:srgbClr val="004C4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7187" tIns="38594" rIns="77187" bIns="38594" rtlCol="0" anchor="ctr"/>
          <a:lstStyle/>
          <a:p>
            <a:pPr algn="ctr"/>
            <a:r>
              <a:rPr lang="zh-CN" altLang="en-US" sz="1600" dirty="0">
                <a:latin typeface="Times New Roman" panose="02020503050405090304" pitchFamily="18" charset="0"/>
                <a:ea typeface="宋体" pitchFamily="2" charset="-122"/>
                <a:cs typeface="+mn-ea"/>
                <a:sym typeface="+mn-lt"/>
              </a:rPr>
              <a:t>精确模式</a:t>
            </a:r>
            <a:endParaRPr lang="zh-CN" altLang="en-US" sz="1600" dirty="0">
              <a:latin typeface="Times New Roman" panose="02020503050405090304" pitchFamily="18" charset="0"/>
              <a:ea typeface="宋体" pitchFamily="2" charset="-122"/>
              <a:cs typeface="+mn-ea"/>
              <a:sym typeface="+mn-lt"/>
            </a:endParaRPr>
          </a:p>
        </p:txBody>
      </p:sp>
      <p:sp>
        <p:nvSpPr>
          <p:cNvPr id="126" name="Oval 9"/>
          <p:cNvSpPr>
            <a:spLocks noChangeArrowheads="1"/>
          </p:cNvSpPr>
          <p:nvPr/>
        </p:nvSpPr>
        <p:spPr bwMode="auto">
          <a:xfrm>
            <a:off x="4183948" y="1333432"/>
            <a:ext cx="851774" cy="852467"/>
          </a:xfrm>
          <a:prstGeom prst="ellipse">
            <a:avLst/>
          </a:prstGeom>
          <a:solidFill>
            <a:srgbClr val="0099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7187" tIns="38594" rIns="77187" bIns="38594" rtlCol="0" anchor="ctr"/>
          <a:lstStyle/>
          <a:p>
            <a:pPr algn="ctr"/>
            <a:r>
              <a:rPr lang="zh-CN" altLang="en-US" sz="1600" dirty="0">
                <a:latin typeface="Times New Roman" panose="02020503050405090304" pitchFamily="18" charset="0"/>
                <a:ea typeface="宋体" pitchFamily="2" charset="-122"/>
                <a:cs typeface="+mn-ea"/>
                <a:sym typeface="+mn-lt"/>
              </a:rPr>
              <a:t>全</a:t>
            </a:r>
            <a:endParaRPr lang="zh-CN" altLang="en-US" sz="1600" dirty="0">
              <a:latin typeface="Times New Roman" panose="02020503050405090304" pitchFamily="18" charset="0"/>
              <a:ea typeface="宋体" pitchFamily="2" charset="-122"/>
              <a:cs typeface="+mn-ea"/>
              <a:sym typeface="+mn-lt"/>
            </a:endParaRPr>
          </a:p>
          <a:p>
            <a:pPr algn="ctr"/>
            <a:r>
              <a:rPr lang="zh-CN" altLang="en-US" sz="1600" dirty="0">
                <a:latin typeface="Times New Roman" panose="02020503050405090304" pitchFamily="18" charset="0"/>
                <a:ea typeface="宋体" pitchFamily="2" charset="-122"/>
                <a:cs typeface="+mn-ea"/>
                <a:sym typeface="+mn-lt"/>
              </a:rPr>
              <a:t>模式</a:t>
            </a:r>
            <a:endParaRPr lang="zh-CN" altLang="en-US" sz="1600" dirty="0">
              <a:latin typeface="Times New Roman" panose="02020503050405090304" pitchFamily="18" charset="0"/>
              <a:ea typeface="宋体" pitchFamily="2" charset="-122"/>
              <a:cs typeface="+mn-ea"/>
              <a:sym typeface="+mn-lt"/>
            </a:endParaRPr>
          </a:p>
        </p:txBody>
      </p:sp>
      <p:sp>
        <p:nvSpPr>
          <p:cNvPr id="128" name="Oval 11"/>
          <p:cNvSpPr>
            <a:spLocks noChangeArrowheads="1"/>
          </p:cNvSpPr>
          <p:nvPr/>
        </p:nvSpPr>
        <p:spPr bwMode="auto">
          <a:xfrm>
            <a:off x="6876122" y="1333432"/>
            <a:ext cx="851774" cy="852467"/>
          </a:xfrm>
          <a:prstGeom prst="ellipse">
            <a:avLst/>
          </a:prstGeom>
          <a:solidFill>
            <a:srgbClr val="8CC34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7187" tIns="38594" rIns="77187" bIns="38594" rtlCol="0" anchor="ctr"/>
          <a:lstStyle/>
          <a:p>
            <a:pPr algn="ctr"/>
            <a:r>
              <a:rPr lang="zh-CN" altLang="en-US" sz="1600" dirty="0">
                <a:latin typeface="Times New Roman" panose="02020503050405090304" pitchFamily="18" charset="0"/>
                <a:ea typeface="宋体" pitchFamily="2" charset="-122"/>
                <a:cs typeface="+mn-ea"/>
                <a:sym typeface="+mn-lt"/>
              </a:rPr>
              <a:t>搜索引擎模式</a:t>
            </a:r>
            <a:endParaRPr lang="zh-CN" altLang="en-US" sz="1600" dirty="0">
              <a:latin typeface="Times New Roman" panose="02020503050405090304" pitchFamily="18" charset="0"/>
              <a:ea typeface="宋体" pitchFamily="2" charset="-122"/>
              <a:cs typeface="+mn-ea"/>
              <a:sym typeface="+mn-lt"/>
            </a:endParaRPr>
          </a:p>
        </p:txBody>
      </p:sp>
      <p:sp>
        <p:nvSpPr>
          <p:cNvPr id="129" name="矩形 30"/>
          <p:cNvSpPr>
            <a:spLocks noChangeArrowheads="1"/>
          </p:cNvSpPr>
          <p:nvPr/>
        </p:nvSpPr>
        <p:spPr bwMode="auto">
          <a:xfrm>
            <a:off x="629055" y="2387845"/>
            <a:ext cx="2570208" cy="865122"/>
          </a:xfrm>
          <a:prstGeom prst="roundRect">
            <a:avLst/>
          </a:prstGeom>
        </p:spPr>
        <p:style>
          <a:lnRef idx="2">
            <a:schemeClr val="accent6"/>
          </a:lnRef>
          <a:fillRef idx="1">
            <a:schemeClr val="lt1"/>
          </a:fillRef>
          <a:effectRef idx="0">
            <a:schemeClr val="accent6"/>
          </a:effectRef>
          <a:fontRef idx="minor">
            <a:schemeClr val="dk1"/>
          </a:fontRef>
        </p:style>
        <p:txBody>
          <a:bodyPr wrap="square" lIns="68889" tIns="34445" rIns="68889" bIns="34445">
            <a:spAutoFit/>
          </a:bodyPr>
          <a:lstStyle/>
          <a:p>
            <a:pPr algn="just">
              <a:lnSpc>
                <a:spcPts val="1880"/>
              </a:lnSpc>
            </a:pPr>
            <a:r>
              <a:rPr sz="1400" dirty="0">
                <a:solidFill>
                  <a:schemeClr val="tx1"/>
                </a:solidFill>
                <a:latin typeface="Times New Roman" panose="02020503050405090304" pitchFamily="18" charset="0"/>
                <a:ea typeface="宋体" pitchFamily="2" charset="-122"/>
                <a:cs typeface="+mn-ea"/>
                <a:sym typeface="+mn-lt"/>
              </a:rPr>
              <a:t>试图将句子最精确地切开</a:t>
            </a:r>
            <a:r>
              <a:rPr lang="zh-CN" sz="1400" dirty="0">
                <a:solidFill>
                  <a:schemeClr val="tx1"/>
                </a:solidFill>
                <a:latin typeface="Times New Roman" panose="02020503050405090304" pitchFamily="18" charset="0"/>
                <a:ea typeface="宋体" pitchFamily="2" charset="-122"/>
                <a:cs typeface="+mn-ea"/>
                <a:sym typeface="+mn-lt"/>
              </a:rPr>
              <a:t>。</a:t>
            </a:r>
            <a:endParaRPr lang="zh-CN" sz="1400" dirty="0">
              <a:solidFill>
                <a:schemeClr val="tx1"/>
              </a:solidFill>
              <a:latin typeface="Times New Roman" panose="02020503050405090304" pitchFamily="18" charset="0"/>
              <a:ea typeface="宋体" pitchFamily="2" charset="-122"/>
              <a:cs typeface="+mn-ea"/>
              <a:sym typeface="+mn-lt"/>
            </a:endParaRPr>
          </a:p>
          <a:p>
            <a:pPr algn="just">
              <a:lnSpc>
                <a:spcPts val="1880"/>
              </a:lnSpc>
            </a:pPr>
            <a:r>
              <a:rPr sz="1400" dirty="0">
                <a:solidFill>
                  <a:schemeClr val="tx1"/>
                </a:solidFill>
                <a:latin typeface="Times New Roman" panose="02020503050405090304" pitchFamily="18" charset="0"/>
                <a:ea typeface="宋体" pitchFamily="2" charset="-122"/>
                <a:cs typeface="+mn-ea"/>
                <a:sym typeface="+mn-lt"/>
              </a:rPr>
              <a:t>适合文本分析。</a:t>
            </a:r>
            <a:endParaRPr sz="1400" dirty="0">
              <a:solidFill>
                <a:schemeClr val="tx1"/>
              </a:solidFill>
              <a:latin typeface="Times New Roman" panose="02020503050405090304" pitchFamily="18" charset="0"/>
              <a:ea typeface="宋体" pitchFamily="2" charset="-122"/>
              <a:cs typeface="+mn-ea"/>
              <a:sym typeface="+mn-lt"/>
            </a:endParaRPr>
          </a:p>
          <a:p>
            <a:pPr algn="just">
              <a:lnSpc>
                <a:spcPts val="1880"/>
              </a:lnSpc>
            </a:pPr>
            <a:r>
              <a:rPr sz="1400" dirty="0">
                <a:solidFill>
                  <a:schemeClr val="tx1"/>
                </a:solidFill>
                <a:latin typeface="Times New Roman" panose="02020503050405090304" pitchFamily="18" charset="0"/>
                <a:ea typeface="宋体" pitchFamily="2" charset="-122"/>
                <a:cs typeface="+mn-ea"/>
                <a:sym typeface="+mn-lt"/>
              </a:rPr>
              <a:t>分词默认模式就是精确模式。</a:t>
            </a:r>
            <a:endParaRPr sz="1400" dirty="0">
              <a:solidFill>
                <a:schemeClr val="tx1"/>
              </a:solidFill>
              <a:latin typeface="Times New Roman" panose="02020503050405090304" pitchFamily="18" charset="0"/>
              <a:ea typeface="宋体" pitchFamily="2" charset="-122"/>
              <a:cs typeface="+mn-ea"/>
              <a:sym typeface="+mn-lt"/>
            </a:endParaRPr>
          </a:p>
        </p:txBody>
      </p:sp>
      <p:sp>
        <p:nvSpPr>
          <p:cNvPr id="130" name="圆角矩形 129"/>
          <p:cNvSpPr>
            <a:spLocks noChangeArrowheads="1"/>
          </p:cNvSpPr>
          <p:nvPr/>
        </p:nvSpPr>
        <p:spPr bwMode="auto">
          <a:xfrm>
            <a:off x="3399862" y="2387846"/>
            <a:ext cx="2408089" cy="865122"/>
          </a:xfrm>
          <a:prstGeom prst="roundRect">
            <a:avLst/>
          </a:prstGeom>
        </p:spPr>
        <p:style>
          <a:lnRef idx="2">
            <a:schemeClr val="accent6"/>
          </a:lnRef>
          <a:fillRef idx="1">
            <a:schemeClr val="lt1"/>
          </a:fillRef>
          <a:effectRef idx="0">
            <a:schemeClr val="accent6"/>
          </a:effectRef>
          <a:fontRef idx="minor">
            <a:schemeClr val="dk1"/>
          </a:fontRef>
        </p:style>
        <p:txBody>
          <a:bodyPr wrap="square" lIns="68889" tIns="34445" rIns="68889" bIns="34445">
            <a:spAutoFit/>
          </a:bodyPr>
          <a:lstStyle/>
          <a:p>
            <a:pPr algn="just">
              <a:lnSpc>
                <a:spcPts val="1880"/>
              </a:lnSpc>
            </a:pPr>
            <a:r>
              <a:rPr sz="1400">
                <a:solidFill>
                  <a:schemeClr val="tx1"/>
                </a:solidFill>
                <a:latin typeface="Times New Roman" panose="02020503050405090304" pitchFamily="18" charset="0"/>
                <a:ea typeface="宋体" pitchFamily="2" charset="-122"/>
                <a:cs typeface="+mn-ea"/>
                <a:sym typeface="+mn-lt"/>
              </a:rPr>
              <a:t>把句子中所有可以成词的词语都扫描出来, </a:t>
            </a:r>
            <a:r>
              <a:rPr sz="1400" dirty="0">
                <a:solidFill>
                  <a:schemeClr val="tx1"/>
                </a:solidFill>
                <a:latin typeface="Times New Roman" panose="02020503050405090304" pitchFamily="18" charset="0"/>
                <a:ea typeface="宋体" pitchFamily="2" charset="-122"/>
                <a:cs typeface="+mn-ea"/>
                <a:sym typeface="+mn-lt"/>
              </a:rPr>
              <a:t>速度非常快，但是</a:t>
            </a:r>
            <a:r>
              <a:rPr sz="1400" b="1" dirty="0">
                <a:solidFill>
                  <a:srgbClr val="3333FF"/>
                </a:solidFill>
                <a:latin typeface="Times New Roman" panose="02020503050405090304" pitchFamily="18" charset="0"/>
                <a:ea typeface="宋体" pitchFamily="2" charset="-122"/>
                <a:cs typeface="+mn-ea"/>
                <a:sym typeface="+mn-lt"/>
              </a:rPr>
              <a:t>不能解决歧义</a:t>
            </a:r>
            <a:r>
              <a:rPr sz="1400" dirty="0">
                <a:solidFill>
                  <a:schemeClr val="tx1"/>
                </a:solidFill>
                <a:latin typeface="Times New Roman" panose="02020503050405090304" pitchFamily="18" charset="0"/>
                <a:ea typeface="宋体" pitchFamily="2" charset="-122"/>
                <a:cs typeface="+mn-ea"/>
                <a:sym typeface="+mn-lt"/>
              </a:rPr>
              <a:t>。</a:t>
            </a:r>
            <a:endParaRPr sz="1400" dirty="0">
              <a:solidFill>
                <a:schemeClr val="tx1"/>
              </a:solidFill>
              <a:latin typeface="Times New Roman" panose="02020503050405090304" pitchFamily="18" charset="0"/>
              <a:ea typeface="宋体" pitchFamily="2" charset="-122"/>
              <a:cs typeface="+mn-ea"/>
              <a:sym typeface="+mn-lt"/>
            </a:endParaRPr>
          </a:p>
        </p:txBody>
      </p:sp>
      <p:sp>
        <p:nvSpPr>
          <p:cNvPr id="131" name="矩形 30"/>
          <p:cNvSpPr>
            <a:spLocks noChangeArrowheads="1"/>
          </p:cNvSpPr>
          <p:nvPr/>
        </p:nvSpPr>
        <p:spPr bwMode="auto">
          <a:xfrm>
            <a:off x="6153646" y="2387600"/>
            <a:ext cx="2286876" cy="865122"/>
          </a:xfrm>
          <a:prstGeom prst="roundRect">
            <a:avLst/>
          </a:prstGeom>
          <a:solidFill>
            <a:schemeClr val="bg1"/>
          </a:solidFill>
        </p:spPr>
        <p:style>
          <a:lnRef idx="2">
            <a:schemeClr val="accent6"/>
          </a:lnRef>
          <a:fillRef idx="1">
            <a:schemeClr val="lt1"/>
          </a:fillRef>
          <a:effectRef idx="0">
            <a:schemeClr val="accent6"/>
          </a:effectRef>
          <a:fontRef idx="minor">
            <a:schemeClr val="dk1"/>
          </a:fontRef>
        </p:style>
        <p:txBody>
          <a:bodyPr wrap="square" lIns="68889" tIns="34445" rIns="68889" bIns="34445">
            <a:spAutoFit/>
          </a:bodyPr>
          <a:lstStyle/>
          <a:p>
            <a:pPr algn="just">
              <a:lnSpc>
                <a:spcPts val="1880"/>
              </a:lnSpc>
            </a:pPr>
            <a:r>
              <a:rPr sz="1400" dirty="0">
                <a:solidFill>
                  <a:schemeClr val="tx1"/>
                </a:solidFill>
                <a:latin typeface="Times New Roman" panose="02020503050405090304" pitchFamily="18" charset="0"/>
                <a:ea typeface="宋体" pitchFamily="2" charset="-122"/>
                <a:cs typeface="+mn-ea"/>
                <a:sym typeface="+mn-lt"/>
              </a:rPr>
              <a:t>在精确模式基础上对长词再次切分，提高召回率</a:t>
            </a:r>
            <a:r>
              <a:rPr lang="zh-CN" sz="1400" dirty="0">
                <a:solidFill>
                  <a:schemeClr val="tx1"/>
                </a:solidFill>
                <a:latin typeface="Times New Roman" panose="02020503050405090304" pitchFamily="18" charset="0"/>
                <a:ea typeface="宋体" pitchFamily="2" charset="-122"/>
                <a:cs typeface="+mn-ea"/>
                <a:sym typeface="+mn-lt"/>
              </a:rPr>
              <a:t>。</a:t>
            </a:r>
            <a:endParaRPr lang="zh-CN" sz="1400" dirty="0">
              <a:solidFill>
                <a:schemeClr val="tx1"/>
              </a:solidFill>
              <a:latin typeface="Times New Roman" panose="02020503050405090304" pitchFamily="18" charset="0"/>
              <a:ea typeface="宋体" pitchFamily="2" charset="-122"/>
              <a:cs typeface="+mn-ea"/>
              <a:sym typeface="+mn-lt"/>
            </a:endParaRPr>
          </a:p>
          <a:p>
            <a:pPr algn="just">
              <a:lnSpc>
                <a:spcPts val="1880"/>
              </a:lnSpc>
            </a:pPr>
            <a:r>
              <a:rPr sz="1400" dirty="0">
                <a:solidFill>
                  <a:schemeClr val="tx1"/>
                </a:solidFill>
                <a:latin typeface="Times New Roman" panose="02020503050405090304" pitchFamily="18" charset="0"/>
                <a:ea typeface="宋体" pitchFamily="2" charset="-122"/>
                <a:cs typeface="+mn-ea"/>
                <a:sym typeface="+mn-lt"/>
              </a:rPr>
              <a:t>适合用于搜索引擎分词。</a:t>
            </a:r>
            <a:endParaRPr sz="1400" dirty="0">
              <a:solidFill>
                <a:schemeClr val="tx1"/>
              </a:solidFill>
              <a:latin typeface="Times New Roman" panose="02020503050405090304" pitchFamily="18" charset="0"/>
              <a:ea typeface="宋体" pitchFamily="2" charset="-122"/>
              <a:cs typeface="+mn-ea"/>
              <a:sym typeface="+mn-lt"/>
            </a:endParaRPr>
          </a:p>
        </p:txBody>
      </p:sp>
      <p:sp>
        <p:nvSpPr>
          <p:cNvPr id="4" name="文本框 3"/>
          <p:cNvSpPr txBox="1"/>
          <p:nvPr/>
        </p:nvSpPr>
        <p:spPr>
          <a:xfrm>
            <a:off x="3438643" y="3453765"/>
            <a:ext cx="2338311" cy="620737"/>
          </a:xfrm>
          <a:prstGeom prst="roundRect">
            <a:avLst/>
          </a:prstGeom>
          <a:ln>
            <a:prstDash val="lgDash"/>
          </a:ln>
        </p:spPr>
        <p:style>
          <a:lnRef idx="2">
            <a:schemeClr val="accent6"/>
          </a:lnRef>
          <a:fillRef idx="1">
            <a:schemeClr val="lt1"/>
          </a:fillRef>
          <a:effectRef idx="0">
            <a:schemeClr val="accent6"/>
          </a:effectRef>
          <a:fontRef idx="minor">
            <a:schemeClr val="dk1"/>
          </a:fontRef>
        </p:style>
        <p:txBody>
          <a:bodyPr wrap="square" rtlCol="0" anchor="t">
            <a:spAutoFit/>
          </a:bodyPr>
          <a:lstStyle/>
          <a:p>
            <a:pPr>
              <a:lnSpc>
                <a:spcPts val="1880"/>
              </a:lnSpc>
            </a:pPr>
            <a:r>
              <a:rPr lang="zh-CN" altLang="en-US" sz="1200" dirty="0">
                <a:latin typeface="Times New Roman" panose="02020503050405090304" pitchFamily="18" charset="0"/>
                <a:ea typeface="宋体" pitchFamily="2" charset="-122"/>
              </a:rPr>
              <a:t> </a:t>
            </a:r>
            <a:r>
              <a:rPr lang="zh-CN" altLang="en-US" sz="1400" dirty="0">
                <a:latin typeface="Times New Roman" panose="02020503050405090304" pitchFamily="18" charset="0"/>
                <a:ea typeface="宋体" pitchFamily="2" charset="-122"/>
              </a:rPr>
              <a:t>jieba.cut 方法</a:t>
            </a:r>
            <a:endParaRPr lang="en-US" altLang="zh-CN" sz="1400" dirty="0">
              <a:latin typeface="Times New Roman" panose="02020503050405090304" pitchFamily="18" charset="0"/>
              <a:ea typeface="宋体" pitchFamily="2" charset="-122"/>
            </a:endParaRPr>
          </a:p>
          <a:p>
            <a:pPr>
              <a:lnSpc>
                <a:spcPts val="1880"/>
              </a:lnSpc>
            </a:pPr>
            <a:r>
              <a:rPr lang="zh-CN" altLang="en-US" sz="1400">
                <a:latin typeface="Times New Roman" panose="02020503050405090304" pitchFamily="18" charset="0"/>
                <a:ea typeface="宋体" pitchFamily="2" charset="-122"/>
              </a:rPr>
              <a:t>参数cut</a:t>
            </a:r>
            <a:r>
              <a:rPr lang="zh-CN" altLang="en-US" sz="1400" dirty="0">
                <a:latin typeface="Times New Roman" panose="02020503050405090304" pitchFamily="18" charset="0"/>
                <a:ea typeface="宋体" pitchFamily="2" charset="-122"/>
              </a:rPr>
              <a:t>_all ：True</a:t>
            </a:r>
            <a:endParaRPr lang="zh-CN" altLang="en-US" sz="1400" dirty="0">
              <a:latin typeface="Times New Roman" panose="02020503050405090304" pitchFamily="18" charset="0"/>
              <a:ea typeface="宋体" pitchFamily="2" charset="-122"/>
            </a:endParaRPr>
          </a:p>
        </p:txBody>
      </p:sp>
      <p:sp>
        <p:nvSpPr>
          <p:cNvPr id="5" name="文本框 4"/>
          <p:cNvSpPr txBox="1"/>
          <p:nvPr/>
        </p:nvSpPr>
        <p:spPr>
          <a:xfrm>
            <a:off x="683607" y="3462020"/>
            <a:ext cx="2468018" cy="620737"/>
          </a:xfrm>
          <a:prstGeom prst="roundRect">
            <a:avLst/>
          </a:prstGeom>
          <a:ln>
            <a:prstDash val="lgDash"/>
          </a:ln>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l">
              <a:lnSpc>
                <a:spcPts val="1880"/>
              </a:lnSpc>
            </a:pPr>
            <a:r>
              <a:rPr lang="zh-CN" altLang="en-US" sz="1400" dirty="0">
                <a:latin typeface="Times New Roman" panose="02020503050405090304" pitchFamily="18" charset="0"/>
                <a:ea typeface="宋体" pitchFamily="2" charset="-122"/>
                <a:sym typeface="+mn-ea"/>
              </a:rPr>
              <a:t> jieba.cut 方法</a:t>
            </a:r>
            <a:endParaRPr lang="en-US" altLang="zh-CN" sz="1400" dirty="0">
              <a:latin typeface="Times New Roman" panose="02020503050405090304" pitchFamily="18" charset="0"/>
              <a:ea typeface="宋体" pitchFamily="2" charset="-122"/>
              <a:sym typeface="+mn-ea"/>
            </a:endParaRPr>
          </a:p>
          <a:p>
            <a:pPr algn="l">
              <a:lnSpc>
                <a:spcPts val="1880"/>
              </a:lnSpc>
            </a:pPr>
            <a:r>
              <a:rPr lang="zh-CN" altLang="en-US" sz="1400">
                <a:latin typeface="Times New Roman" panose="02020503050405090304" pitchFamily="18" charset="0"/>
                <a:ea typeface="宋体" pitchFamily="2" charset="-122"/>
                <a:sym typeface="+mn-ea"/>
              </a:rPr>
              <a:t>参数cut</a:t>
            </a:r>
            <a:r>
              <a:rPr lang="zh-CN" altLang="en-US" sz="1400" dirty="0">
                <a:latin typeface="Times New Roman" panose="02020503050405090304" pitchFamily="18" charset="0"/>
                <a:ea typeface="宋体" pitchFamily="2" charset="-122"/>
                <a:sym typeface="+mn-ea"/>
              </a:rPr>
              <a:t>_all ：</a:t>
            </a:r>
            <a:r>
              <a:rPr lang="en-US" altLang="zh-CN" sz="1400" dirty="0">
                <a:latin typeface="Times New Roman" panose="02020503050405090304" pitchFamily="18" charset="0"/>
                <a:ea typeface="宋体" pitchFamily="2" charset="-122"/>
                <a:sym typeface="+mn-ea"/>
              </a:rPr>
              <a:t>False</a:t>
            </a:r>
            <a:r>
              <a:rPr lang="zh-CN" altLang="en-US" sz="1400" dirty="0">
                <a:latin typeface="Times New Roman" panose="02020503050405090304" pitchFamily="18" charset="0"/>
                <a:ea typeface="宋体" pitchFamily="2" charset="-122"/>
                <a:sym typeface="+mn-ea"/>
              </a:rPr>
              <a:t>或省略 </a:t>
            </a:r>
            <a:endParaRPr lang="zh-CN" altLang="en-US" sz="1400" dirty="0">
              <a:latin typeface="Times New Roman" panose="02020503050405090304" pitchFamily="18" charset="0"/>
              <a:ea typeface="宋体" pitchFamily="2" charset="-122"/>
            </a:endParaRPr>
          </a:p>
        </p:txBody>
      </p:sp>
      <p:sp>
        <p:nvSpPr>
          <p:cNvPr id="11" name="文本框 10"/>
          <p:cNvSpPr txBox="1"/>
          <p:nvPr/>
        </p:nvSpPr>
        <p:spPr>
          <a:xfrm>
            <a:off x="6122650" y="3442335"/>
            <a:ext cx="2338310" cy="348536"/>
          </a:xfrm>
          <a:prstGeom prst="roundRect">
            <a:avLst/>
          </a:prstGeom>
          <a:ln>
            <a:prstDash val="lgDash"/>
          </a:ln>
        </p:spPr>
        <p:style>
          <a:lnRef idx="2">
            <a:schemeClr val="accent6"/>
          </a:lnRef>
          <a:fillRef idx="1">
            <a:schemeClr val="lt1"/>
          </a:fillRef>
          <a:effectRef idx="0">
            <a:schemeClr val="accent6"/>
          </a:effectRef>
          <a:fontRef idx="minor">
            <a:schemeClr val="dk1"/>
          </a:fontRef>
        </p:style>
        <p:txBody>
          <a:bodyPr wrap="square" rtlCol="0" anchor="t">
            <a:spAutoFit/>
          </a:bodyPr>
          <a:lstStyle/>
          <a:p>
            <a:pPr>
              <a:lnSpc>
                <a:spcPts val="1880"/>
              </a:lnSpc>
            </a:pPr>
            <a:r>
              <a:rPr lang="zh-CN" altLang="en-US" sz="1400" dirty="0">
                <a:latin typeface="Times New Roman" panose="02020503050405090304" pitchFamily="18" charset="0"/>
                <a:ea typeface="宋体" pitchFamily="2" charset="-122"/>
              </a:rPr>
              <a:t>jieba.cut_for_</a:t>
            </a:r>
            <a:r>
              <a:rPr lang="zh-CN" altLang="en-US" sz="1400">
                <a:latin typeface="Times New Roman" panose="02020503050405090304" pitchFamily="18" charset="0"/>
                <a:ea typeface="宋体" pitchFamily="2" charset="-122"/>
              </a:rPr>
              <a:t>search 方法</a:t>
            </a:r>
            <a:endParaRPr lang="en-US" altLang="zh-CN" sz="1400" dirty="0">
              <a:latin typeface="Times New Roman" panose="02020503050405090304" pitchFamily="18" charset="0"/>
              <a:ea typeface="宋体" pitchFamily="2" charset="-122"/>
            </a:endParaRPr>
          </a:p>
        </p:txBody>
      </p:sp>
      <p:sp>
        <p:nvSpPr>
          <p:cNvPr id="12" name="标题 11"/>
          <p:cNvSpPr>
            <a:spLocks noGrp="1"/>
          </p:cNvSpPr>
          <p:nvPr>
            <p:ph type="title"/>
          </p:nvPr>
        </p:nvSpPr>
        <p:spPr/>
        <p:txBody>
          <a:bodyPr/>
          <a:lstStyle/>
          <a:p>
            <a:r>
              <a:rPr lang="zh-CN" altLang="en-US" sz="2400" b="1">
                <a:solidFill>
                  <a:srgbClr val="004C41"/>
                </a:solidFill>
                <a:ea typeface="宋体" pitchFamily="2" charset="-122"/>
                <a:cs typeface="+mn-ea"/>
                <a:sym typeface="+mn-lt"/>
              </a:rPr>
              <a:t>2.</a:t>
            </a:r>
            <a:r>
              <a:rPr lang="en-US" altLang="zh-CN" sz="2400" b="1">
                <a:solidFill>
                  <a:srgbClr val="004C41"/>
                </a:solidFill>
                <a:ea typeface="宋体" pitchFamily="2" charset="-122"/>
                <a:cs typeface="+mn-ea"/>
                <a:sym typeface="+mn-lt"/>
              </a:rPr>
              <a:t>j</a:t>
            </a:r>
            <a:r>
              <a:rPr lang="zh-CN" altLang="en-US" sz="2400" b="1">
                <a:solidFill>
                  <a:srgbClr val="004C41"/>
                </a:solidFill>
                <a:ea typeface="宋体" pitchFamily="2" charset="-122"/>
                <a:cs typeface="+mn-ea"/>
                <a:sym typeface="+mn-lt"/>
              </a:rPr>
              <a:t>ieba分词——（3）四种分词模式</a:t>
            </a:r>
            <a:endParaRPr lang="zh-CN" altLang="en-US">
              <a:ea typeface="宋体" pitchFamily="2" charset="-122"/>
            </a:endParaRPr>
          </a:p>
        </p:txBody>
      </p:sp>
      <p:sp>
        <p:nvSpPr>
          <p:cNvPr id="6" name="日期占位符 5"/>
          <p:cNvSpPr>
            <a:spLocks noGrp="1"/>
          </p:cNvSpPr>
          <p:nvPr>
            <p:ph type="dt" sz="half" idx="10"/>
          </p:nvPr>
        </p:nvSpPr>
        <p:spPr/>
        <p:txBody>
          <a:bodyPr/>
          <a:lstStyle/>
          <a:p>
            <a:fld id="{4E9B1244-B54D-40D2-889E-93B9923E4E43}"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7" name="灯片编号占位符 6"/>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afterEffect">
                                  <p:stCondLst>
                                    <p:cond delay="0"/>
                                  </p:stCondLst>
                                  <p:childTnLst>
                                    <p:set>
                                      <p:cBhvr>
                                        <p:cTn id="6" dur="1" fill="hold">
                                          <p:stCondLst>
                                            <p:cond delay="0"/>
                                          </p:stCondLst>
                                        </p:cTn>
                                        <p:tgtEl>
                                          <p:spTgt spid="86"/>
                                        </p:tgtEl>
                                        <p:attrNameLst>
                                          <p:attrName>style.visibility</p:attrName>
                                        </p:attrNameLst>
                                      </p:cBhvr>
                                      <p:to>
                                        <p:strVal val="visible"/>
                                      </p:to>
                                    </p:set>
                                    <p:anim calcmode="lin" valueType="num">
                                      <p:cBhvr>
                                        <p:cTn id="7" dur="500" fill="hold"/>
                                        <p:tgtEl>
                                          <p:spTgt spid="86"/>
                                        </p:tgtEl>
                                        <p:attrNameLst>
                                          <p:attrName>ppt_w</p:attrName>
                                        </p:attrNameLst>
                                      </p:cBhvr>
                                      <p:tavLst>
                                        <p:tav tm="0">
                                          <p:val>
                                            <p:fltVal val="0"/>
                                          </p:val>
                                        </p:tav>
                                        <p:tav tm="100000">
                                          <p:val>
                                            <p:strVal val="#ppt_w"/>
                                          </p:val>
                                        </p:tav>
                                      </p:tavLst>
                                    </p:anim>
                                    <p:anim calcmode="lin" valueType="num">
                                      <p:cBhvr>
                                        <p:cTn id="8" dur="500" fill="hold"/>
                                        <p:tgtEl>
                                          <p:spTgt spid="86"/>
                                        </p:tgtEl>
                                        <p:attrNameLst>
                                          <p:attrName>ppt_h</p:attrName>
                                        </p:attrNameLst>
                                      </p:cBhvr>
                                      <p:tavLst>
                                        <p:tav tm="0">
                                          <p:val>
                                            <p:fltVal val="0"/>
                                          </p:val>
                                        </p:tav>
                                        <p:tav tm="100000">
                                          <p:val>
                                            <p:strVal val="#ppt_h"/>
                                          </p:val>
                                        </p:tav>
                                      </p:tavLst>
                                    </p:anim>
                                    <p:anim calcmode="lin" valueType="num">
                                      <p:cBhvr>
                                        <p:cTn id="9" dur="500" fill="hold"/>
                                        <p:tgtEl>
                                          <p:spTgt spid="86"/>
                                        </p:tgtEl>
                                        <p:attrNameLst>
                                          <p:attrName>style.rotation</p:attrName>
                                        </p:attrNameLst>
                                      </p:cBhvr>
                                      <p:tavLst>
                                        <p:tav tm="0">
                                          <p:val>
                                            <p:fltVal val="360"/>
                                          </p:val>
                                        </p:tav>
                                        <p:tav tm="100000">
                                          <p:val>
                                            <p:fltVal val="0"/>
                                          </p:val>
                                        </p:tav>
                                      </p:tavLst>
                                    </p:anim>
                                    <p:animEffect transition="in" filter="fade">
                                      <p:cBhvr>
                                        <p:cTn id="10" dur="500"/>
                                        <p:tgtEl>
                                          <p:spTgt spid="86"/>
                                        </p:tgtEl>
                                      </p:cBhvr>
                                    </p:animEffect>
                                  </p:childTnLst>
                                </p:cTn>
                              </p:par>
                            </p:childTnLst>
                          </p:cTn>
                        </p:par>
                        <p:par>
                          <p:cTn id="11" fill="hold">
                            <p:stCondLst>
                              <p:cond delay="500"/>
                            </p:stCondLst>
                            <p:childTnLst>
                              <p:par>
                                <p:cTn id="12" presetID="49" presetClass="entr" presetSubtype="0" decel="100000" fill="hold" grpId="0" nodeType="afterEffect">
                                  <p:stCondLst>
                                    <p:cond delay="0"/>
                                  </p:stCondLst>
                                  <p:childTnLst>
                                    <p:set>
                                      <p:cBhvr>
                                        <p:cTn id="13" dur="1" fill="hold">
                                          <p:stCondLst>
                                            <p:cond delay="0"/>
                                          </p:stCondLst>
                                        </p:cTn>
                                        <p:tgtEl>
                                          <p:spTgt spid="126"/>
                                        </p:tgtEl>
                                        <p:attrNameLst>
                                          <p:attrName>style.visibility</p:attrName>
                                        </p:attrNameLst>
                                      </p:cBhvr>
                                      <p:to>
                                        <p:strVal val="visible"/>
                                      </p:to>
                                    </p:set>
                                    <p:anim calcmode="lin" valueType="num">
                                      <p:cBhvr>
                                        <p:cTn id="14" dur="500" fill="hold"/>
                                        <p:tgtEl>
                                          <p:spTgt spid="126"/>
                                        </p:tgtEl>
                                        <p:attrNameLst>
                                          <p:attrName>ppt_w</p:attrName>
                                        </p:attrNameLst>
                                      </p:cBhvr>
                                      <p:tavLst>
                                        <p:tav tm="0">
                                          <p:val>
                                            <p:fltVal val="0"/>
                                          </p:val>
                                        </p:tav>
                                        <p:tav tm="100000">
                                          <p:val>
                                            <p:strVal val="#ppt_w"/>
                                          </p:val>
                                        </p:tav>
                                      </p:tavLst>
                                    </p:anim>
                                    <p:anim calcmode="lin" valueType="num">
                                      <p:cBhvr>
                                        <p:cTn id="15" dur="500" fill="hold"/>
                                        <p:tgtEl>
                                          <p:spTgt spid="126"/>
                                        </p:tgtEl>
                                        <p:attrNameLst>
                                          <p:attrName>ppt_h</p:attrName>
                                        </p:attrNameLst>
                                      </p:cBhvr>
                                      <p:tavLst>
                                        <p:tav tm="0">
                                          <p:val>
                                            <p:fltVal val="0"/>
                                          </p:val>
                                        </p:tav>
                                        <p:tav tm="100000">
                                          <p:val>
                                            <p:strVal val="#ppt_h"/>
                                          </p:val>
                                        </p:tav>
                                      </p:tavLst>
                                    </p:anim>
                                    <p:anim calcmode="lin" valueType="num">
                                      <p:cBhvr>
                                        <p:cTn id="16" dur="500" fill="hold"/>
                                        <p:tgtEl>
                                          <p:spTgt spid="126"/>
                                        </p:tgtEl>
                                        <p:attrNameLst>
                                          <p:attrName>style.rotation</p:attrName>
                                        </p:attrNameLst>
                                      </p:cBhvr>
                                      <p:tavLst>
                                        <p:tav tm="0">
                                          <p:val>
                                            <p:fltVal val="360"/>
                                          </p:val>
                                        </p:tav>
                                        <p:tav tm="100000">
                                          <p:val>
                                            <p:fltVal val="0"/>
                                          </p:val>
                                        </p:tav>
                                      </p:tavLst>
                                    </p:anim>
                                    <p:animEffect transition="in" filter="fade">
                                      <p:cBhvr>
                                        <p:cTn id="17" dur="500"/>
                                        <p:tgtEl>
                                          <p:spTgt spid="126"/>
                                        </p:tgtEl>
                                      </p:cBhvr>
                                    </p:animEffect>
                                  </p:childTnLst>
                                </p:cTn>
                              </p:par>
                            </p:childTnLst>
                          </p:cTn>
                        </p:par>
                        <p:par>
                          <p:cTn id="18" fill="hold">
                            <p:stCondLst>
                              <p:cond delay="1000"/>
                            </p:stCondLst>
                            <p:childTnLst>
                              <p:par>
                                <p:cTn id="19" presetID="49" presetClass="entr" presetSubtype="0" decel="100000" fill="hold" grpId="0" nodeType="afterEffect">
                                  <p:stCondLst>
                                    <p:cond delay="0"/>
                                  </p:stCondLst>
                                  <p:childTnLst>
                                    <p:set>
                                      <p:cBhvr>
                                        <p:cTn id="20" dur="1" fill="hold">
                                          <p:stCondLst>
                                            <p:cond delay="0"/>
                                          </p:stCondLst>
                                        </p:cTn>
                                        <p:tgtEl>
                                          <p:spTgt spid="128"/>
                                        </p:tgtEl>
                                        <p:attrNameLst>
                                          <p:attrName>style.visibility</p:attrName>
                                        </p:attrNameLst>
                                      </p:cBhvr>
                                      <p:to>
                                        <p:strVal val="visible"/>
                                      </p:to>
                                    </p:set>
                                    <p:anim calcmode="lin" valueType="num">
                                      <p:cBhvr>
                                        <p:cTn id="21" dur="500" fill="hold"/>
                                        <p:tgtEl>
                                          <p:spTgt spid="128"/>
                                        </p:tgtEl>
                                        <p:attrNameLst>
                                          <p:attrName>ppt_w</p:attrName>
                                        </p:attrNameLst>
                                      </p:cBhvr>
                                      <p:tavLst>
                                        <p:tav tm="0">
                                          <p:val>
                                            <p:fltVal val="0"/>
                                          </p:val>
                                        </p:tav>
                                        <p:tav tm="100000">
                                          <p:val>
                                            <p:strVal val="#ppt_w"/>
                                          </p:val>
                                        </p:tav>
                                      </p:tavLst>
                                    </p:anim>
                                    <p:anim calcmode="lin" valueType="num">
                                      <p:cBhvr>
                                        <p:cTn id="22" dur="500" fill="hold"/>
                                        <p:tgtEl>
                                          <p:spTgt spid="128"/>
                                        </p:tgtEl>
                                        <p:attrNameLst>
                                          <p:attrName>ppt_h</p:attrName>
                                        </p:attrNameLst>
                                      </p:cBhvr>
                                      <p:tavLst>
                                        <p:tav tm="0">
                                          <p:val>
                                            <p:fltVal val="0"/>
                                          </p:val>
                                        </p:tav>
                                        <p:tav tm="100000">
                                          <p:val>
                                            <p:strVal val="#ppt_h"/>
                                          </p:val>
                                        </p:tav>
                                      </p:tavLst>
                                    </p:anim>
                                    <p:anim calcmode="lin" valueType="num">
                                      <p:cBhvr>
                                        <p:cTn id="23" dur="500" fill="hold"/>
                                        <p:tgtEl>
                                          <p:spTgt spid="128"/>
                                        </p:tgtEl>
                                        <p:attrNameLst>
                                          <p:attrName>style.rotation</p:attrName>
                                        </p:attrNameLst>
                                      </p:cBhvr>
                                      <p:tavLst>
                                        <p:tav tm="0">
                                          <p:val>
                                            <p:fltVal val="360"/>
                                          </p:val>
                                        </p:tav>
                                        <p:tav tm="100000">
                                          <p:val>
                                            <p:fltVal val="0"/>
                                          </p:val>
                                        </p:tav>
                                      </p:tavLst>
                                    </p:anim>
                                    <p:animEffect transition="in" filter="fade">
                                      <p:cBhvr>
                                        <p:cTn id="24" dur="500"/>
                                        <p:tgtEl>
                                          <p:spTgt spid="12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wipe(up)">
                                      <p:cBhvr>
                                        <p:cTn id="29" dur="500"/>
                                        <p:tgtEl>
                                          <p:spTgt spid="10"/>
                                        </p:tgtEl>
                                      </p:cBhvr>
                                    </p:animEffect>
                                  </p:childTnLst>
                                </p:cTn>
                              </p:par>
                            </p:childTnLst>
                          </p:cTn>
                        </p:par>
                        <p:par>
                          <p:cTn id="30" fill="hold">
                            <p:stCondLst>
                              <p:cond delay="500"/>
                            </p:stCondLst>
                            <p:childTnLst>
                              <p:par>
                                <p:cTn id="31" presetID="2" presetClass="entr" presetSubtype="4" decel="100000" fill="hold" grpId="0" nodeType="afterEffect">
                                  <p:stCondLst>
                                    <p:cond delay="0"/>
                                  </p:stCondLst>
                                  <p:childTnLst>
                                    <p:set>
                                      <p:cBhvr>
                                        <p:cTn id="32" dur="1" fill="hold">
                                          <p:stCondLst>
                                            <p:cond delay="0"/>
                                          </p:stCondLst>
                                        </p:cTn>
                                        <p:tgtEl>
                                          <p:spTgt spid="129"/>
                                        </p:tgtEl>
                                        <p:attrNameLst>
                                          <p:attrName>style.visibility</p:attrName>
                                        </p:attrNameLst>
                                      </p:cBhvr>
                                      <p:to>
                                        <p:strVal val="visible"/>
                                      </p:to>
                                    </p:set>
                                    <p:anim calcmode="lin" valueType="num">
                                      <p:cBhvr additive="base">
                                        <p:cTn id="33" dur="500" fill="hold"/>
                                        <p:tgtEl>
                                          <p:spTgt spid="129"/>
                                        </p:tgtEl>
                                        <p:attrNameLst>
                                          <p:attrName>ppt_x</p:attrName>
                                        </p:attrNameLst>
                                      </p:cBhvr>
                                      <p:tavLst>
                                        <p:tav tm="0">
                                          <p:val>
                                            <p:strVal val="#ppt_x"/>
                                          </p:val>
                                        </p:tav>
                                        <p:tav tm="100000">
                                          <p:val>
                                            <p:strVal val="#ppt_x"/>
                                          </p:val>
                                        </p:tav>
                                      </p:tavLst>
                                    </p:anim>
                                    <p:anim calcmode="lin" valueType="num">
                                      <p:cBhvr additive="base">
                                        <p:cTn id="34" dur="500" fill="hold"/>
                                        <p:tgtEl>
                                          <p:spTgt spid="129"/>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fade">
                                      <p:cBhvr>
                                        <p:cTn id="39" dur="1000"/>
                                        <p:tgtEl>
                                          <p:spTgt spid="5"/>
                                        </p:tgtEl>
                                      </p:cBhvr>
                                    </p:animEffect>
                                    <p:anim calcmode="lin" valueType="num">
                                      <p:cBhvr>
                                        <p:cTn id="40" dur="1000" fill="hold"/>
                                        <p:tgtEl>
                                          <p:spTgt spid="5"/>
                                        </p:tgtEl>
                                        <p:attrNameLst>
                                          <p:attrName>ppt_x</p:attrName>
                                        </p:attrNameLst>
                                      </p:cBhvr>
                                      <p:tavLst>
                                        <p:tav tm="0">
                                          <p:val>
                                            <p:strVal val="#ppt_x"/>
                                          </p:val>
                                        </p:tav>
                                        <p:tav tm="100000">
                                          <p:val>
                                            <p:strVal val="#ppt_x"/>
                                          </p:val>
                                        </p:tav>
                                      </p:tavLst>
                                    </p:anim>
                                    <p:anim calcmode="lin" valueType="num">
                                      <p:cBhvr>
                                        <p:cTn id="4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wipe(up)">
                                      <p:cBhvr>
                                        <p:cTn id="46" dur="500"/>
                                        <p:tgtEl>
                                          <p:spTgt spid="9"/>
                                        </p:tgtEl>
                                      </p:cBhvr>
                                    </p:animEffect>
                                  </p:childTnLst>
                                </p:cTn>
                              </p:par>
                              <p:par>
                                <p:cTn id="47" presetID="2" presetClass="entr" presetSubtype="4" decel="100000" fill="hold" grpId="0" nodeType="withEffect">
                                  <p:stCondLst>
                                    <p:cond delay="200"/>
                                  </p:stCondLst>
                                  <p:childTnLst>
                                    <p:set>
                                      <p:cBhvr>
                                        <p:cTn id="48" dur="1" fill="hold">
                                          <p:stCondLst>
                                            <p:cond delay="0"/>
                                          </p:stCondLst>
                                        </p:cTn>
                                        <p:tgtEl>
                                          <p:spTgt spid="130"/>
                                        </p:tgtEl>
                                        <p:attrNameLst>
                                          <p:attrName>style.visibility</p:attrName>
                                        </p:attrNameLst>
                                      </p:cBhvr>
                                      <p:to>
                                        <p:strVal val="visible"/>
                                      </p:to>
                                    </p:set>
                                    <p:anim calcmode="lin" valueType="num">
                                      <p:cBhvr additive="base">
                                        <p:cTn id="49" dur="500" fill="hold"/>
                                        <p:tgtEl>
                                          <p:spTgt spid="130"/>
                                        </p:tgtEl>
                                        <p:attrNameLst>
                                          <p:attrName>ppt_x</p:attrName>
                                        </p:attrNameLst>
                                      </p:cBhvr>
                                      <p:tavLst>
                                        <p:tav tm="0">
                                          <p:val>
                                            <p:strVal val="#ppt_x"/>
                                          </p:val>
                                        </p:tav>
                                        <p:tav tm="100000">
                                          <p:val>
                                            <p:strVal val="#ppt_x"/>
                                          </p:val>
                                        </p:tav>
                                      </p:tavLst>
                                    </p:anim>
                                    <p:anim calcmode="lin" valueType="num">
                                      <p:cBhvr additive="base">
                                        <p:cTn id="50" dur="500" fill="hold"/>
                                        <p:tgtEl>
                                          <p:spTgt spid="130"/>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4"/>
                                        </p:tgtEl>
                                        <p:attrNameLst>
                                          <p:attrName>style.visibility</p:attrName>
                                        </p:attrNameLst>
                                      </p:cBhvr>
                                      <p:to>
                                        <p:strVal val="visible"/>
                                      </p:to>
                                    </p:set>
                                    <p:animEffect transition="in" filter="fade">
                                      <p:cBhvr>
                                        <p:cTn id="55" dur="1000"/>
                                        <p:tgtEl>
                                          <p:spTgt spid="4"/>
                                        </p:tgtEl>
                                      </p:cBhvr>
                                    </p:animEffect>
                                    <p:anim calcmode="lin" valueType="num">
                                      <p:cBhvr>
                                        <p:cTn id="56" dur="1000" fill="hold"/>
                                        <p:tgtEl>
                                          <p:spTgt spid="4"/>
                                        </p:tgtEl>
                                        <p:attrNameLst>
                                          <p:attrName>ppt_x</p:attrName>
                                        </p:attrNameLst>
                                      </p:cBhvr>
                                      <p:tavLst>
                                        <p:tav tm="0">
                                          <p:val>
                                            <p:strVal val="#ppt_x"/>
                                          </p:val>
                                        </p:tav>
                                        <p:tav tm="100000">
                                          <p:val>
                                            <p:strVal val="#ppt_x"/>
                                          </p:val>
                                        </p:tav>
                                      </p:tavLst>
                                    </p:anim>
                                    <p:anim calcmode="lin" valueType="num">
                                      <p:cBhvr>
                                        <p:cTn id="57"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nodeType="clickEffect">
                                  <p:stCondLst>
                                    <p:cond delay="0"/>
                                  </p:stCondLst>
                                  <p:childTnLst>
                                    <p:set>
                                      <p:cBhvr>
                                        <p:cTn id="61" dur="1" fill="hold">
                                          <p:stCondLst>
                                            <p:cond delay="0"/>
                                          </p:stCondLst>
                                        </p:cTn>
                                        <p:tgtEl>
                                          <p:spTgt spid="8"/>
                                        </p:tgtEl>
                                        <p:attrNameLst>
                                          <p:attrName>style.visibility</p:attrName>
                                        </p:attrNameLst>
                                      </p:cBhvr>
                                      <p:to>
                                        <p:strVal val="visible"/>
                                      </p:to>
                                    </p:set>
                                    <p:animEffect transition="in" filter="wipe(up)">
                                      <p:cBhvr>
                                        <p:cTn id="62" dur="500"/>
                                        <p:tgtEl>
                                          <p:spTgt spid="8"/>
                                        </p:tgtEl>
                                      </p:cBhvr>
                                    </p:animEffect>
                                  </p:childTnLst>
                                </p:cTn>
                              </p:par>
                              <p:par>
                                <p:cTn id="63" presetID="2" presetClass="entr" presetSubtype="4" decel="100000" fill="hold" grpId="0" nodeType="withEffect">
                                  <p:stCondLst>
                                    <p:cond delay="400"/>
                                  </p:stCondLst>
                                  <p:childTnLst>
                                    <p:set>
                                      <p:cBhvr>
                                        <p:cTn id="64" dur="1" fill="hold">
                                          <p:stCondLst>
                                            <p:cond delay="0"/>
                                          </p:stCondLst>
                                        </p:cTn>
                                        <p:tgtEl>
                                          <p:spTgt spid="131"/>
                                        </p:tgtEl>
                                        <p:attrNameLst>
                                          <p:attrName>style.visibility</p:attrName>
                                        </p:attrNameLst>
                                      </p:cBhvr>
                                      <p:to>
                                        <p:strVal val="visible"/>
                                      </p:to>
                                    </p:set>
                                    <p:anim calcmode="lin" valueType="num">
                                      <p:cBhvr additive="base">
                                        <p:cTn id="65" dur="500" fill="hold"/>
                                        <p:tgtEl>
                                          <p:spTgt spid="131"/>
                                        </p:tgtEl>
                                        <p:attrNameLst>
                                          <p:attrName>ppt_x</p:attrName>
                                        </p:attrNameLst>
                                      </p:cBhvr>
                                      <p:tavLst>
                                        <p:tav tm="0">
                                          <p:val>
                                            <p:strVal val="#ppt_x"/>
                                          </p:val>
                                        </p:tav>
                                        <p:tav tm="100000">
                                          <p:val>
                                            <p:strVal val="#ppt_x"/>
                                          </p:val>
                                        </p:tav>
                                      </p:tavLst>
                                    </p:anim>
                                    <p:anim calcmode="lin" valueType="num">
                                      <p:cBhvr additive="base">
                                        <p:cTn id="66" dur="500" fill="hold"/>
                                        <p:tgtEl>
                                          <p:spTgt spid="131"/>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11"/>
                                        </p:tgtEl>
                                        <p:attrNameLst>
                                          <p:attrName>style.visibility</p:attrName>
                                        </p:attrNameLst>
                                      </p:cBhvr>
                                      <p:to>
                                        <p:strVal val="visible"/>
                                      </p:to>
                                    </p:set>
                                    <p:animEffect transition="in" filter="fade">
                                      <p:cBhvr>
                                        <p:cTn id="71" dur="1000"/>
                                        <p:tgtEl>
                                          <p:spTgt spid="11"/>
                                        </p:tgtEl>
                                      </p:cBhvr>
                                    </p:animEffect>
                                    <p:anim calcmode="lin" valueType="num">
                                      <p:cBhvr>
                                        <p:cTn id="72" dur="1000" fill="hold"/>
                                        <p:tgtEl>
                                          <p:spTgt spid="11"/>
                                        </p:tgtEl>
                                        <p:attrNameLst>
                                          <p:attrName>ppt_x</p:attrName>
                                        </p:attrNameLst>
                                      </p:cBhvr>
                                      <p:tavLst>
                                        <p:tav tm="0">
                                          <p:val>
                                            <p:strVal val="#ppt_x"/>
                                          </p:val>
                                        </p:tav>
                                        <p:tav tm="100000">
                                          <p:val>
                                            <p:strVal val="#ppt_x"/>
                                          </p:val>
                                        </p:tav>
                                      </p:tavLst>
                                    </p:anim>
                                    <p:anim calcmode="lin" valueType="num">
                                      <p:cBhvr>
                                        <p:cTn id="7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bldLvl="0" animBg="1"/>
      <p:bldP spid="126" grpId="0" bldLvl="0" animBg="1"/>
      <p:bldP spid="128" grpId="0" bldLvl="0" animBg="1"/>
      <p:bldP spid="129" grpId="0" bldLvl="0" animBg="1"/>
      <p:bldP spid="130" grpId="0" bldLvl="0" animBg="1"/>
      <p:bldP spid="131" grpId="0" bldLvl="0" animBg="1"/>
      <p:bldP spid="4" grpId="0" bldLvl="0" animBg="1"/>
      <p:bldP spid="4" grpId="1" animBg="1"/>
      <p:bldP spid="5" grpId="0" bldLvl="0" animBg="1"/>
      <p:bldP spid="5" grpId="1" animBg="1"/>
      <p:bldP spid="11" grpId="0" bldLvl="0" animBg="1"/>
      <p:bldP spid="11" grpId="1"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2" name="直接连接符 31"/>
          <p:cNvCxnSpPr/>
          <p:nvPr/>
        </p:nvCxnSpPr>
        <p:spPr>
          <a:xfrm>
            <a:off x="2989580" y="2689225"/>
            <a:ext cx="0" cy="151765"/>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1122680" y="2693035"/>
            <a:ext cx="0" cy="151765"/>
          </a:xfrm>
          <a:prstGeom prst="line">
            <a:avLst/>
          </a:prstGeom>
        </p:spPr>
        <p:style>
          <a:lnRef idx="1">
            <a:schemeClr val="accent1"/>
          </a:lnRef>
          <a:fillRef idx="0">
            <a:schemeClr val="accent1"/>
          </a:fillRef>
          <a:effectRef idx="0">
            <a:schemeClr val="accent1"/>
          </a:effectRef>
          <a:fontRef idx="minor">
            <a:schemeClr val="tx1"/>
          </a:fontRef>
        </p:style>
      </p:cxnSp>
      <p:grpSp>
        <p:nvGrpSpPr>
          <p:cNvPr id="28" name="组合 27"/>
          <p:cNvGrpSpPr/>
          <p:nvPr/>
        </p:nvGrpSpPr>
        <p:grpSpPr>
          <a:xfrm>
            <a:off x="3893820" y="816610"/>
            <a:ext cx="1644650" cy="1848485"/>
            <a:chOff x="6132" y="1286"/>
            <a:chExt cx="2590" cy="2911"/>
          </a:xfrm>
        </p:grpSpPr>
        <p:sp>
          <p:nvSpPr>
            <p:cNvPr id="5" name="MH_Picture_1"/>
            <p:cNvSpPr/>
            <p:nvPr>
              <p:custDataLst>
                <p:tags r:id="rId1"/>
              </p:custDataLst>
            </p:nvPr>
          </p:nvSpPr>
          <p:spPr>
            <a:xfrm>
              <a:off x="6132" y="1286"/>
              <a:ext cx="2590" cy="2911"/>
            </a:xfrm>
            <a:custGeom>
              <a:avLst/>
              <a:gdLst>
                <a:gd name="connsiteX0" fmla="*/ 1050057 w 2114047"/>
                <a:gd name="connsiteY0" fmla="*/ 0 h 2376805"/>
                <a:gd name="connsiteX1" fmla="*/ 1054830 w 2114047"/>
                <a:gd name="connsiteY1" fmla="*/ 304 h 2376805"/>
                <a:gd name="connsiteX2" fmla="*/ 1227350 w 2114047"/>
                <a:gd name="connsiteY2" fmla="*/ 46188 h 2376805"/>
                <a:gd name="connsiteX3" fmla="*/ 2000596 w 2114047"/>
                <a:gd name="connsiteY3" fmla="*/ 560180 h 2376805"/>
                <a:gd name="connsiteX4" fmla="*/ 2007253 w 2114047"/>
                <a:gd name="connsiteY4" fmla="*/ 562963 h 2376805"/>
                <a:gd name="connsiteX5" fmla="*/ 2081453 w 2114047"/>
                <a:gd name="connsiteY5" fmla="*/ 628396 h 2376805"/>
                <a:gd name="connsiteX6" fmla="*/ 2083060 w 2114047"/>
                <a:gd name="connsiteY6" fmla="*/ 630503 h 2376805"/>
                <a:gd name="connsiteX7" fmla="*/ 2085012 w 2114047"/>
                <a:gd name="connsiteY7" fmla="*/ 634446 h 2376805"/>
                <a:gd name="connsiteX8" fmla="*/ 2087888 w 2114047"/>
                <a:gd name="connsiteY8" fmla="*/ 636815 h 2376805"/>
                <a:gd name="connsiteX9" fmla="*/ 2090638 w 2114047"/>
                <a:gd name="connsiteY9" fmla="*/ 645816 h 2376805"/>
                <a:gd name="connsiteX10" fmla="*/ 2105184 w 2114047"/>
                <a:gd name="connsiteY10" fmla="*/ 675213 h 2376805"/>
                <a:gd name="connsiteX11" fmla="*/ 2113343 w 2114047"/>
                <a:gd name="connsiteY11" fmla="*/ 722046 h 2376805"/>
                <a:gd name="connsiteX12" fmla="*/ 2114036 w 2114047"/>
                <a:gd name="connsiteY12" fmla="*/ 1184592 h 2376805"/>
                <a:gd name="connsiteX13" fmla="*/ 2114047 w 2114047"/>
                <a:gd name="connsiteY13" fmla="*/ 1184592 h 2376805"/>
                <a:gd name="connsiteX14" fmla="*/ 2114041 w 2114047"/>
                <a:gd name="connsiteY14" fmla="*/ 1188403 h 2376805"/>
                <a:gd name="connsiteX15" fmla="*/ 2114047 w 2114047"/>
                <a:gd name="connsiteY15" fmla="*/ 1192213 h 2376805"/>
                <a:gd name="connsiteX16" fmla="*/ 2114036 w 2114047"/>
                <a:gd name="connsiteY16" fmla="*/ 1192213 h 2376805"/>
                <a:gd name="connsiteX17" fmla="*/ 2113343 w 2114047"/>
                <a:gd name="connsiteY17" fmla="*/ 1654759 h 2376805"/>
                <a:gd name="connsiteX18" fmla="*/ 2105184 w 2114047"/>
                <a:gd name="connsiteY18" fmla="*/ 1701592 h 2376805"/>
                <a:gd name="connsiteX19" fmla="*/ 2090638 w 2114047"/>
                <a:gd name="connsiteY19" fmla="*/ 1730989 h 2376805"/>
                <a:gd name="connsiteX20" fmla="*/ 2087888 w 2114047"/>
                <a:gd name="connsiteY20" fmla="*/ 1739990 h 2376805"/>
                <a:gd name="connsiteX21" fmla="*/ 2085012 w 2114047"/>
                <a:gd name="connsiteY21" fmla="*/ 1742359 h 2376805"/>
                <a:gd name="connsiteX22" fmla="*/ 2083060 w 2114047"/>
                <a:gd name="connsiteY22" fmla="*/ 1746302 h 2376805"/>
                <a:gd name="connsiteX23" fmla="*/ 2081453 w 2114047"/>
                <a:gd name="connsiteY23" fmla="*/ 1748409 h 2376805"/>
                <a:gd name="connsiteX24" fmla="*/ 2007253 w 2114047"/>
                <a:gd name="connsiteY24" fmla="*/ 1813842 h 2376805"/>
                <a:gd name="connsiteX25" fmla="*/ 2000596 w 2114047"/>
                <a:gd name="connsiteY25" fmla="*/ 1816625 h 2376805"/>
                <a:gd name="connsiteX26" fmla="*/ 1227350 w 2114047"/>
                <a:gd name="connsiteY26" fmla="*/ 2330617 h 2376805"/>
                <a:gd name="connsiteX27" fmla="*/ 1054830 w 2114047"/>
                <a:gd name="connsiteY27" fmla="*/ 2376501 h 2376805"/>
                <a:gd name="connsiteX28" fmla="*/ 1050057 w 2114047"/>
                <a:gd name="connsiteY28" fmla="*/ 2376805 h 2376805"/>
                <a:gd name="connsiteX29" fmla="*/ 882307 w 2114047"/>
                <a:gd name="connsiteY29" fmla="*/ 2330617 h 2376805"/>
                <a:gd name="connsiteX30" fmla="*/ 100827 w 2114047"/>
                <a:gd name="connsiteY30" fmla="*/ 1811152 h 2376805"/>
                <a:gd name="connsiteX31" fmla="*/ 94114 w 2114047"/>
                <a:gd name="connsiteY31" fmla="*/ 1805689 h 2376805"/>
                <a:gd name="connsiteX32" fmla="*/ 65741 w 2114047"/>
                <a:gd name="connsiteY32" fmla="*/ 1787446 h 2376805"/>
                <a:gd name="connsiteX33" fmla="*/ 33999 w 2114047"/>
                <a:gd name="connsiteY33" fmla="*/ 1750063 h 2376805"/>
                <a:gd name="connsiteX34" fmla="*/ 21767 w 2114047"/>
                <a:gd name="connsiteY34" fmla="*/ 1739990 h 2376805"/>
                <a:gd name="connsiteX35" fmla="*/ 11934 w 2114047"/>
                <a:gd name="connsiteY35" fmla="*/ 1707798 h 2376805"/>
                <a:gd name="connsiteX36" fmla="*/ 8863 w 2114047"/>
                <a:gd name="connsiteY36" fmla="*/ 1701592 h 2376805"/>
                <a:gd name="connsiteX37" fmla="*/ 704 w 2114047"/>
                <a:gd name="connsiteY37" fmla="*/ 1654759 h 2376805"/>
                <a:gd name="connsiteX38" fmla="*/ 12 w 2114047"/>
                <a:gd name="connsiteY38" fmla="*/ 1192213 h 2376805"/>
                <a:gd name="connsiteX39" fmla="*/ 0 w 2114047"/>
                <a:gd name="connsiteY39" fmla="*/ 1192213 h 2376805"/>
                <a:gd name="connsiteX40" fmla="*/ 6 w 2114047"/>
                <a:gd name="connsiteY40" fmla="*/ 1188403 h 2376805"/>
                <a:gd name="connsiteX41" fmla="*/ 0 w 2114047"/>
                <a:gd name="connsiteY41" fmla="*/ 1184592 h 2376805"/>
                <a:gd name="connsiteX42" fmla="*/ 12 w 2114047"/>
                <a:gd name="connsiteY42" fmla="*/ 1184592 h 2376805"/>
                <a:gd name="connsiteX43" fmla="*/ 704 w 2114047"/>
                <a:gd name="connsiteY43" fmla="*/ 722046 h 2376805"/>
                <a:gd name="connsiteX44" fmla="*/ 8863 w 2114047"/>
                <a:gd name="connsiteY44" fmla="*/ 675213 h 2376805"/>
                <a:gd name="connsiteX45" fmla="*/ 11934 w 2114047"/>
                <a:gd name="connsiteY45" fmla="*/ 669007 h 2376805"/>
                <a:gd name="connsiteX46" fmla="*/ 21767 w 2114047"/>
                <a:gd name="connsiteY46" fmla="*/ 636815 h 2376805"/>
                <a:gd name="connsiteX47" fmla="*/ 33999 w 2114047"/>
                <a:gd name="connsiteY47" fmla="*/ 626742 h 2376805"/>
                <a:gd name="connsiteX48" fmla="*/ 65741 w 2114047"/>
                <a:gd name="connsiteY48" fmla="*/ 589359 h 2376805"/>
                <a:gd name="connsiteX49" fmla="*/ 94114 w 2114047"/>
                <a:gd name="connsiteY49" fmla="*/ 571116 h 2376805"/>
                <a:gd name="connsiteX50" fmla="*/ 100827 w 2114047"/>
                <a:gd name="connsiteY50" fmla="*/ 565653 h 2376805"/>
                <a:gd name="connsiteX51" fmla="*/ 882307 w 2114047"/>
                <a:gd name="connsiteY51" fmla="*/ 46188 h 2376805"/>
                <a:gd name="connsiteX52" fmla="*/ 1050057 w 2114047"/>
                <a:gd name="connsiteY52" fmla="*/ 0 h 2376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2114047" h="2376805">
                  <a:moveTo>
                    <a:pt x="1050057" y="0"/>
                  </a:moveTo>
                  <a:cubicBezTo>
                    <a:pt x="1051651" y="0"/>
                    <a:pt x="1053245" y="12"/>
                    <a:pt x="1054830" y="304"/>
                  </a:cubicBezTo>
                  <a:cubicBezTo>
                    <a:pt x="1117118" y="-796"/>
                    <a:pt x="1179812" y="14588"/>
                    <a:pt x="1227350" y="46188"/>
                  </a:cubicBezTo>
                  <a:lnTo>
                    <a:pt x="2000596" y="560180"/>
                  </a:lnTo>
                  <a:lnTo>
                    <a:pt x="2007253" y="562963"/>
                  </a:lnTo>
                  <a:cubicBezTo>
                    <a:pt x="2036439" y="575164"/>
                    <a:pt x="2062808" y="599340"/>
                    <a:pt x="2081453" y="628396"/>
                  </a:cubicBezTo>
                  <a:cubicBezTo>
                    <a:pt x="2082075" y="629037"/>
                    <a:pt x="2082570" y="629768"/>
                    <a:pt x="2083060" y="630503"/>
                  </a:cubicBezTo>
                  <a:lnTo>
                    <a:pt x="2085012" y="634446"/>
                  </a:lnTo>
                  <a:lnTo>
                    <a:pt x="2087888" y="636815"/>
                  </a:lnTo>
                  <a:lnTo>
                    <a:pt x="2090638" y="645816"/>
                  </a:lnTo>
                  <a:lnTo>
                    <a:pt x="2105184" y="675213"/>
                  </a:lnTo>
                  <a:cubicBezTo>
                    <a:pt x="2110416" y="690746"/>
                    <a:pt x="2113320" y="706634"/>
                    <a:pt x="2113343" y="722046"/>
                  </a:cubicBezTo>
                  <a:lnTo>
                    <a:pt x="2114036" y="1184592"/>
                  </a:lnTo>
                  <a:lnTo>
                    <a:pt x="2114047" y="1184592"/>
                  </a:lnTo>
                  <a:lnTo>
                    <a:pt x="2114041" y="1188403"/>
                  </a:lnTo>
                  <a:lnTo>
                    <a:pt x="2114047" y="1192213"/>
                  </a:lnTo>
                  <a:lnTo>
                    <a:pt x="2114036" y="1192213"/>
                  </a:lnTo>
                  <a:lnTo>
                    <a:pt x="2113343" y="1654759"/>
                  </a:lnTo>
                  <a:cubicBezTo>
                    <a:pt x="2113320" y="1670171"/>
                    <a:pt x="2110416" y="1686059"/>
                    <a:pt x="2105184" y="1701592"/>
                  </a:cubicBezTo>
                  <a:lnTo>
                    <a:pt x="2090638" y="1730989"/>
                  </a:lnTo>
                  <a:lnTo>
                    <a:pt x="2087888" y="1739990"/>
                  </a:lnTo>
                  <a:lnTo>
                    <a:pt x="2085012" y="1742359"/>
                  </a:lnTo>
                  <a:lnTo>
                    <a:pt x="2083060" y="1746302"/>
                  </a:lnTo>
                  <a:cubicBezTo>
                    <a:pt x="2082570" y="1747037"/>
                    <a:pt x="2082075" y="1747768"/>
                    <a:pt x="2081453" y="1748409"/>
                  </a:cubicBezTo>
                  <a:cubicBezTo>
                    <a:pt x="2062808" y="1777465"/>
                    <a:pt x="2036439" y="1801641"/>
                    <a:pt x="2007253" y="1813842"/>
                  </a:cubicBezTo>
                  <a:lnTo>
                    <a:pt x="2000596" y="1816625"/>
                  </a:lnTo>
                  <a:lnTo>
                    <a:pt x="1227350" y="2330617"/>
                  </a:lnTo>
                  <a:cubicBezTo>
                    <a:pt x="1179812" y="2362217"/>
                    <a:pt x="1117118" y="2377601"/>
                    <a:pt x="1054830" y="2376501"/>
                  </a:cubicBezTo>
                  <a:cubicBezTo>
                    <a:pt x="1053245" y="2376793"/>
                    <a:pt x="1051651" y="2376805"/>
                    <a:pt x="1050057" y="2376805"/>
                  </a:cubicBezTo>
                  <a:cubicBezTo>
                    <a:pt x="989345" y="2376805"/>
                    <a:pt x="928629" y="2361408"/>
                    <a:pt x="882307" y="2330617"/>
                  </a:cubicBezTo>
                  <a:lnTo>
                    <a:pt x="100827" y="1811152"/>
                  </a:lnTo>
                  <a:lnTo>
                    <a:pt x="94114" y="1805689"/>
                  </a:lnTo>
                  <a:lnTo>
                    <a:pt x="65741" y="1787446"/>
                  </a:lnTo>
                  <a:lnTo>
                    <a:pt x="33999" y="1750063"/>
                  </a:lnTo>
                  <a:lnTo>
                    <a:pt x="21767" y="1739990"/>
                  </a:lnTo>
                  <a:lnTo>
                    <a:pt x="11934" y="1707798"/>
                  </a:lnTo>
                  <a:lnTo>
                    <a:pt x="8863" y="1701592"/>
                  </a:lnTo>
                  <a:cubicBezTo>
                    <a:pt x="3631" y="1686059"/>
                    <a:pt x="727" y="1670171"/>
                    <a:pt x="704" y="1654759"/>
                  </a:cubicBezTo>
                  <a:lnTo>
                    <a:pt x="12" y="1192213"/>
                  </a:lnTo>
                  <a:lnTo>
                    <a:pt x="0" y="1192213"/>
                  </a:lnTo>
                  <a:lnTo>
                    <a:pt x="6" y="1188403"/>
                  </a:lnTo>
                  <a:lnTo>
                    <a:pt x="0" y="1184592"/>
                  </a:lnTo>
                  <a:lnTo>
                    <a:pt x="12" y="1184592"/>
                  </a:lnTo>
                  <a:lnTo>
                    <a:pt x="704" y="722046"/>
                  </a:lnTo>
                  <a:cubicBezTo>
                    <a:pt x="727" y="706634"/>
                    <a:pt x="3631" y="690746"/>
                    <a:pt x="8863" y="675213"/>
                  </a:cubicBezTo>
                  <a:lnTo>
                    <a:pt x="11934" y="669007"/>
                  </a:lnTo>
                  <a:lnTo>
                    <a:pt x="21767" y="636815"/>
                  </a:lnTo>
                  <a:lnTo>
                    <a:pt x="33999" y="626742"/>
                  </a:lnTo>
                  <a:lnTo>
                    <a:pt x="65741" y="589359"/>
                  </a:lnTo>
                  <a:lnTo>
                    <a:pt x="94114" y="571116"/>
                  </a:lnTo>
                  <a:lnTo>
                    <a:pt x="100827" y="565653"/>
                  </a:lnTo>
                  <a:lnTo>
                    <a:pt x="882307" y="46188"/>
                  </a:lnTo>
                  <a:cubicBezTo>
                    <a:pt x="928629" y="15397"/>
                    <a:pt x="989345" y="0"/>
                    <a:pt x="1050057" y="0"/>
                  </a:cubicBezTo>
                  <a:close/>
                </a:path>
              </a:pathLst>
            </a:custGeom>
            <a:solidFill>
              <a:srgbClr val="8CC34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880">
                <a:cs typeface="+mn-ea"/>
                <a:sym typeface="+mn-lt"/>
              </a:endParaRPr>
            </a:p>
          </p:txBody>
        </p:sp>
        <p:sp>
          <p:nvSpPr>
            <p:cNvPr id="20" name="KSO_Shape"/>
            <p:cNvSpPr/>
            <p:nvPr/>
          </p:nvSpPr>
          <p:spPr bwMode="auto">
            <a:xfrm>
              <a:off x="7203" y="1449"/>
              <a:ext cx="472" cy="574"/>
            </a:xfrm>
            <a:custGeom>
              <a:avLst/>
              <a:gdLst>
                <a:gd name="T0" fmla="*/ 440790 w 2792413"/>
                <a:gd name="T1" fmla="*/ 2575798 h 3389313"/>
                <a:gd name="T2" fmla="*/ 1147253 w 2792413"/>
                <a:gd name="T3" fmla="*/ 1201035 h 3389313"/>
                <a:gd name="T4" fmla="*/ 1223433 w 2792413"/>
                <a:gd name="T5" fmla="*/ 1473921 h 3389313"/>
                <a:gd name="T6" fmla="*/ 1315165 w 2792413"/>
                <a:gd name="T7" fmla="*/ 1458373 h 3389313"/>
                <a:gd name="T8" fmla="*/ 1462128 w 2792413"/>
                <a:gd name="T9" fmla="*/ 1368574 h 3389313"/>
                <a:gd name="T10" fmla="*/ 1552274 w 2792413"/>
                <a:gd name="T11" fmla="*/ 1517392 h 3389313"/>
                <a:gd name="T12" fmla="*/ 1632262 w 2792413"/>
                <a:gd name="T13" fmla="*/ 1262910 h 3389313"/>
                <a:gd name="T14" fmla="*/ 1689714 w 2792413"/>
                <a:gd name="T15" fmla="*/ 1093784 h 3389313"/>
                <a:gd name="T16" fmla="*/ 1947454 w 2792413"/>
                <a:gd name="T17" fmla="*/ 1176285 h 3389313"/>
                <a:gd name="T18" fmla="*/ 2040457 w 2792413"/>
                <a:gd name="T19" fmla="*/ 1240064 h 3389313"/>
                <a:gd name="T20" fmla="*/ 2124889 w 2792413"/>
                <a:gd name="T21" fmla="*/ 1394276 h 3389313"/>
                <a:gd name="T22" fmla="*/ 2358823 w 2792413"/>
                <a:gd name="T23" fmla="*/ 1575460 h 3389313"/>
                <a:gd name="T24" fmla="*/ 2669254 w 2792413"/>
                <a:gd name="T25" fmla="*/ 1240381 h 3389313"/>
                <a:gd name="T26" fmla="*/ 2738767 w 2792413"/>
                <a:gd name="T27" fmla="*/ 1227371 h 3389313"/>
                <a:gd name="T28" fmla="*/ 2783840 w 2792413"/>
                <a:gd name="T29" fmla="*/ 1283853 h 3389313"/>
                <a:gd name="T30" fmla="*/ 2705122 w 2792413"/>
                <a:gd name="T31" fmla="*/ 1422200 h 3389313"/>
                <a:gd name="T32" fmla="*/ 2761621 w 2792413"/>
                <a:gd name="T33" fmla="*/ 1492008 h 3389313"/>
                <a:gd name="T34" fmla="*/ 2775270 w 2792413"/>
                <a:gd name="T35" fmla="*/ 1582441 h 3389313"/>
                <a:gd name="T36" fmla="*/ 2740355 w 2792413"/>
                <a:gd name="T37" fmla="*/ 1669383 h 3389313"/>
                <a:gd name="T38" fmla="*/ 2438811 w 2792413"/>
                <a:gd name="T39" fmla="*/ 2001606 h 3389313"/>
                <a:gd name="T40" fmla="*/ 2326447 w 2792413"/>
                <a:gd name="T41" fmla="*/ 2083155 h 3389313"/>
                <a:gd name="T42" fmla="*/ 2234397 w 2792413"/>
                <a:gd name="T43" fmla="*/ 2095530 h 3389313"/>
                <a:gd name="T44" fmla="*/ 2140759 w 2792413"/>
                <a:gd name="T45" fmla="*/ 2059674 h 3389313"/>
                <a:gd name="T46" fmla="*/ 2049979 w 2792413"/>
                <a:gd name="T47" fmla="*/ 1965116 h 3389313"/>
                <a:gd name="T48" fmla="*/ 1428165 w 2792413"/>
                <a:gd name="T49" fmla="*/ 2143126 h 3389313"/>
                <a:gd name="T50" fmla="*/ 1429434 w 2792413"/>
                <a:gd name="T51" fmla="*/ 1759182 h 3389313"/>
                <a:gd name="T52" fmla="*/ 1368174 w 2792413"/>
                <a:gd name="T53" fmla="*/ 1755057 h 3389313"/>
                <a:gd name="T54" fmla="*/ 1337384 w 2792413"/>
                <a:gd name="T55" fmla="*/ 1826769 h 3389313"/>
                <a:gd name="T56" fmla="*/ 852376 w 2792413"/>
                <a:gd name="T57" fmla="*/ 1682710 h 3389313"/>
                <a:gd name="T58" fmla="*/ 784766 w 2792413"/>
                <a:gd name="T59" fmla="*/ 2018424 h 3389313"/>
                <a:gd name="T60" fmla="*/ 485762 w 2792413"/>
                <a:gd name="T61" fmla="*/ 1784884 h 3389313"/>
                <a:gd name="T62" fmla="*/ 583526 w 2792413"/>
                <a:gd name="T63" fmla="*/ 1432036 h 3389313"/>
                <a:gd name="T64" fmla="*/ 667641 w 2792413"/>
                <a:gd name="T65" fmla="*/ 1278141 h 3389313"/>
                <a:gd name="T66" fmla="*/ 848249 w 2792413"/>
                <a:gd name="T67" fmla="*/ 1188343 h 3389313"/>
                <a:gd name="T68" fmla="*/ 1117099 w 2792413"/>
                <a:gd name="T69" fmla="*/ 1090294 h 3389313"/>
                <a:gd name="T70" fmla="*/ 1495426 w 2792413"/>
                <a:gd name="T71" fmla="*/ 10798 h 3389313"/>
                <a:gd name="T72" fmla="*/ 1596073 w 2792413"/>
                <a:gd name="T73" fmla="*/ 50816 h 3389313"/>
                <a:gd name="T74" fmla="*/ 1679258 w 2792413"/>
                <a:gd name="T75" fmla="*/ 116241 h 3389313"/>
                <a:gd name="T76" fmla="*/ 1743076 w 2792413"/>
                <a:gd name="T77" fmla="*/ 203263 h 3389313"/>
                <a:gd name="T78" fmla="*/ 1802448 w 2792413"/>
                <a:gd name="T79" fmla="*/ 402397 h 3389313"/>
                <a:gd name="T80" fmla="*/ 1849121 w 2792413"/>
                <a:gd name="T81" fmla="*/ 458612 h 3389313"/>
                <a:gd name="T82" fmla="*/ 1861186 w 2792413"/>
                <a:gd name="T83" fmla="*/ 526260 h 3389313"/>
                <a:gd name="T84" fmla="*/ 1823086 w 2792413"/>
                <a:gd name="T85" fmla="*/ 626621 h 3389313"/>
                <a:gd name="T86" fmla="*/ 1771651 w 2792413"/>
                <a:gd name="T87" fmla="*/ 681248 h 3389313"/>
                <a:gd name="T88" fmla="*/ 1688148 w 2792413"/>
                <a:gd name="T89" fmla="*/ 863867 h 3389313"/>
                <a:gd name="T90" fmla="*/ 1552576 w 2792413"/>
                <a:gd name="T91" fmla="*/ 992176 h 3389313"/>
                <a:gd name="T92" fmla="*/ 1464628 w 2792413"/>
                <a:gd name="T93" fmla="*/ 1024254 h 3389313"/>
                <a:gd name="T94" fmla="*/ 1364933 w 2792413"/>
                <a:gd name="T95" fmla="*/ 1028383 h 3389313"/>
                <a:gd name="T96" fmla="*/ 1273493 w 2792413"/>
                <a:gd name="T97" fmla="*/ 1003928 h 3389313"/>
                <a:gd name="T98" fmla="*/ 1136333 w 2792413"/>
                <a:gd name="T99" fmla="*/ 893721 h 3389313"/>
                <a:gd name="T100" fmla="*/ 1043305 w 2792413"/>
                <a:gd name="T101" fmla="*/ 719677 h 3389313"/>
                <a:gd name="T102" fmla="*/ 984250 w 2792413"/>
                <a:gd name="T103" fmla="*/ 642183 h 3389313"/>
                <a:gd name="T104" fmla="*/ 943610 w 2792413"/>
                <a:gd name="T105" fmla="*/ 580887 h 3389313"/>
                <a:gd name="T106" fmla="*/ 930275 w 2792413"/>
                <a:gd name="T107" fmla="*/ 508792 h 3389313"/>
                <a:gd name="T108" fmla="*/ 958215 w 2792413"/>
                <a:gd name="T109" fmla="*/ 440826 h 3389313"/>
                <a:gd name="T110" fmla="*/ 1010603 w 2792413"/>
                <a:gd name="T111" fmla="*/ 336019 h 3389313"/>
                <a:gd name="T112" fmla="*/ 1081405 w 2792413"/>
                <a:gd name="T113" fmla="*/ 168327 h 3389313"/>
                <a:gd name="T114" fmla="*/ 1152525 w 2792413"/>
                <a:gd name="T115" fmla="*/ 89245 h 3389313"/>
                <a:gd name="T116" fmla="*/ 1242060 w 2792413"/>
                <a:gd name="T117" fmla="*/ 32713 h 3389313"/>
                <a:gd name="T118" fmla="*/ 1348105 w 2792413"/>
                <a:gd name="T119" fmla="*/ 3494 h 3389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92413" h="3389313">
                  <a:moveTo>
                    <a:pt x="520700" y="2665413"/>
                  </a:moveTo>
                  <a:lnTo>
                    <a:pt x="2271713" y="2665413"/>
                  </a:lnTo>
                  <a:lnTo>
                    <a:pt x="2258063" y="3389313"/>
                  </a:lnTo>
                  <a:lnTo>
                    <a:pt x="534985" y="3389313"/>
                  </a:lnTo>
                  <a:lnTo>
                    <a:pt x="520700" y="2665413"/>
                  </a:lnTo>
                  <a:close/>
                  <a:moveTo>
                    <a:pt x="0" y="2312988"/>
                  </a:moveTo>
                  <a:lnTo>
                    <a:pt x="2792413" y="2312988"/>
                  </a:lnTo>
                  <a:lnTo>
                    <a:pt x="2504058" y="3016251"/>
                  </a:lnTo>
                  <a:lnTo>
                    <a:pt x="2343366" y="3016251"/>
                  </a:lnTo>
                  <a:lnTo>
                    <a:pt x="2351623" y="2575798"/>
                  </a:lnTo>
                  <a:lnTo>
                    <a:pt x="440790" y="2575798"/>
                  </a:lnTo>
                  <a:lnTo>
                    <a:pt x="449047" y="3016251"/>
                  </a:lnTo>
                  <a:lnTo>
                    <a:pt x="288355" y="3016251"/>
                  </a:lnTo>
                  <a:lnTo>
                    <a:pt x="0" y="2312988"/>
                  </a:lnTo>
                  <a:close/>
                  <a:moveTo>
                    <a:pt x="1131065" y="1087438"/>
                  </a:moveTo>
                  <a:lnTo>
                    <a:pt x="1131065" y="1087755"/>
                  </a:lnTo>
                  <a:lnTo>
                    <a:pt x="1131700" y="1087438"/>
                  </a:lnTo>
                  <a:lnTo>
                    <a:pt x="1133287" y="1104890"/>
                  </a:lnTo>
                  <a:lnTo>
                    <a:pt x="1135826" y="1125198"/>
                  </a:lnTo>
                  <a:lnTo>
                    <a:pt x="1138683" y="1148044"/>
                  </a:lnTo>
                  <a:lnTo>
                    <a:pt x="1142492" y="1173112"/>
                  </a:lnTo>
                  <a:lnTo>
                    <a:pt x="1147253" y="1201035"/>
                  </a:lnTo>
                  <a:lnTo>
                    <a:pt x="1153284" y="1231179"/>
                  </a:lnTo>
                  <a:lnTo>
                    <a:pt x="1160267" y="1262910"/>
                  </a:lnTo>
                  <a:lnTo>
                    <a:pt x="1168520" y="1297180"/>
                  </a:lnTo>
                  <a:lnTo>
                    <a:pt x="1178042" y="1333670"/>
                  </a:lnTo>
                  <a:lnTo>
                    <a:pt x="1183439" y="1352074"/>
                  </a:lnTo>
                  <a:lnTo>
                    <a:pt x="1188835" y="1371430"/>
                  </a:lnTo>
                  <a:lnTo>
                    <a:pt x="1195183" y="1391103"/>
                  </a:lnTo>
                  <a:lnTo>
                    <a:pt x="1201531" y="1411094"/>
                  </a:lnTo>
                  <a:lnTo>
                    <a:pt x="1208514" y="1431719"/>
                  </a:lnTo>
                  <a:lnTo>
                    <a:pt x="1215497" y="1452344"/>
                  </a:lnTo>
                  <a:lnTo>
                    <a:pt x="1223433" y="1473921"/>
                  </a:lnTo>
                  <a:lnTo>
                    <a:pt x="1231685" y="1495498"/>
                  </a:lnTo>
                  <a:lnTo>
                    <a:pt x="1240573" y="1517392"/>
                  </a:lnTo>
                  <a:lnTo>
                    <a:pt x="1249461" y="1539604"/>
                  </a:lnTo>
                  <a:lnTo>
                    <a:pt x="1258983" y="1562450"/>
                  </a:lnTo>
                  <a:lnTo>
                    <a:pt x="1269458" y="1585296"/>
                  </a:lnTo>
                  <a:lnTo>
                    <a:pt x="1279932" y="1608460"/>
                  </a:lnTo>
                  <a:lnTo>
                    <a:pt x="1291359" y="1632258"/>
                  </a:lnTo>
                  <a:lnTo>
                    <a:pt x="1294851" y="1601162"/>
                  </a:lnTo>
                  <a:lnTo>
                    <a:pt x="1298977" y="1571018"/>
                  </a:lnTo>
                  <a:lnTo>
                    <a:pt x="1306913" y="1512315"/>
                  </a:lnTo>
                  <a:lnTo>
                    <a:pt x="1315165" y="1458373"/>
                  </a:lnTo>
                  <a:lnTo>
                    <a:pt x="1323101" y="1409824"/>
                  </a:lnTo>
                  <a:lnTo>
                    <a:pt x="1330084" y="1368574"/>
                  </a:lnTo>
                  <a:lnTo>
                    <a:pt x="1336115" y="1335574"/>
                  </a:lnTo>
                  <a:lnTo>
                    <a:pt x="1342780" y="1300670"/>
                  </a:lnTo>
                  <a:lnTo>
                    <a:pt x="1298025" y="1196275"/>
                  </a:lnTo>
                  <a:lnTo>
                    <a:pt x="1370395" y="1127736"/>
                  </a:lnTo>
                  <a:lnTo>
                    <a:pt x="1421817" y="1127736"/>
                  </a:lnTo>
                  <a:lnTo>
                    <a:pt x="1494187" y="1196275"/>
                  </a:lnTo>
                  <a:lnTo>
                    <a:pt x="1449749" y="1300670"/>
                  </a:lnTo>
                  <a:lnTo>
                    <a:pt x="1456415" y="1335574"/>
                  </a:lnTo>
                  <a:lnTo>
                    <a:pt x="1462128" y="1368574"/>
                  </a:lnTo>
                  <a:lnTo>
                    <a:pt x="1469746" y="1409824"/>
                  </a:lnTo>
                  <a:lnTo>
                    <a:pt x="1477364" y="1458373"/>
                  </a:lnTo>
                  <a:lnTo>
                    <a:pt x="1485617" y="1512315"/>
                  </a:lnTo>
                  <a:lnTo>
                    <a:pt x="1493869" y="1571018"/>
                  </a:lnTo>
                  <a:lnTo>
                    <a:pt x="1497678" y="1601162"/>
                  </a:lnTo>
                  <a:lnTo>
                    <a:pt x="1501170" y="1632258"/>
                  </a:lnTo>
                  <a:lnTo>
                    <a:pt x="1512279" y="1608460"/>
                  </a:lnTo>
                  <a:lnTo>
                    <a:pt x="1523072" y="1585296"/>
                  </a:lnTo>
                  <a:lnTo>
                    <a:pt x="1533229" y="1562450"/>
                  </a:lnTo>
                  <a:lnTo>
                    <a:pt x="1542751" y="1539604"/>
                  </a:lnTo>
                  <a:lnTo>
                    <a:pt x="1552274" y="1517392"/>
                  </a:lnTo>
                  <a:lnTo>
                    <a:pt x="1560844" y="1495498"/>
                  </a:lnTo>
                  <a:lnTo>
                    <a:pt x="1568779" y="1473921"/>
                  </a:lnTo>
                  <a:lnTo>
                    <a:pt x="1576715" y="1452344"/>
                  </a:lnTo>
                  <a:lnTo>
                    <a:pt x="1584015" y="1431719"/>
                  </a:lnTo>
                  <a:lnTo>
                    <a:pt x="1590681" y="1411094"/>
                  </a:lnTo>
                  <a:lnTo>
                    <a:pt x="1597346" y="1391103"/>
                  </a:lnTo>
                  <a:lnTo>
                    <a:pt x="1603377" y="1371430"/>
                  </a:lnTo>
                  <a:lnTo>
                    <a:pt x="1609408" y="1352074"/>
                  </a:lnTo>
                  <a:lnTo>
                    <a:pt x="1614487" y="1333670"/>
                  </a:lnTo>
                  <a:lnTo>
                    <a:pt x="1624327" y="1297180"/>
                  </a:lnTo>
                  <a:lnTo>
                    <a:pt x="1632262" y="1262910"/>
                  </a:lnTo>
                  <a:lnTo>
                    <a:pt x="1639563" y="1231179"/>
                  </a:lnTo>
                  <a:lnTo>
                    <a:pt x="1644959" y="1201035"/>
                  </a:lnTo>
                  <a:lnTo>
                    <a:pt x="1649720" y="1173112"/>
                  </a:lnTo>
                  <a:lnTo>
                    <a:pt x="1653846" y="1148044"/>
                  </a:lnTo>
                  <a:lnTo>
                    <a:pt x="1657020" y="1125198"/>
                  </a:lnTo>
                  <a:lnTo>
                    <a:pt x="1659242" y="1104890"/>
                  </a:lnTo>
                  <a:lnTo>
                    <a:pt x="1660829" y="1087438"/>
                  </a:lnTo>
                  <a:lnTo>
                    <a:pt x="1661464" y="1087755"/>
                  </a:lnTo>
                  <a:lnTo>
                    <a:pt x="1661464" y="1087438"/>
                  </a:lnTo>
                  <a:lnTo>
                    <a:pt x="1675430" y="1090294"/>
                  </a:lnTo>
                  <a:lnTo>
                    <a:pt x="1689714" y="1093784"/>
                  </a:lnTo>
                  <a:lnTo>
                    <a:pt x="1703998" y="1097592"/>
                  </a:lnTo>
                  <a:lnTo>
                    <a:pt x="1718916" y="1101400"/>
                  </a:lnTo>
                  <a:lnTo>
                    <a:pt x="1749705" y="1110919"/>
                  </a:lnTo>
                  <a:lnTo>
                    <a:pt x="1782399" y="1120756"/>
                  </a:lnTo>
                  <a:lnTo>
                    <a:pt x="1812871" y="1129640"/>
                  </a:lnTo>
                  <a:lnTo>
                    <a:pt x="1841120" y="1138208"/>
                  </a:lnTo>
                  <a:lnTo>
                    <a:pt x="1866831" y="1146458"/>
                  </a:lnTo>
                  <a:lnTo>
                    <a:pt x="1890002" y="1154390"/>
                  </a:lnTo>
                  <a:lnTo>
                    <a:pt x="1911269" y="1162006"/>
                  </a:lnTo>
                  <a:lnTo>
                    <a:pt x="1930314" y="1168987"/>
                  </a:lnTo>
                  <a:lnTo>
                    <a:pt x="1947454" y="1176285"/>
                  </a:lnTo>
                  <a:lnTo>
                    <a:pt x="1962690" y="1183266"/>
                  </a:lnTo>
                  <a:lnTo>
                    <a:pt x="1976021" y="1189612"/>
                  </a:lnTo>
                  <a:lnTo>
                    <a:pt x="1987766" y="1195958"/>
                  </a:lnTo>
                  <a:lnTo>
                    <a:pt x="1998240" y="1201670"/>
                  </a:lnTo>
                  <a:lnTo>
                    <a:pt x="2006811" y="1207381"/>
                  </a:lnTo>
                  <a:lnTo>
                    <a:pt x="2014111" y="1212775"/>
                  </a:lnTo>
                  <a:lnTo>
                    <a:pt x="2020142" y="1218487"/>
                  </a:lnTo>
                  <a:lnTo>
                    <a:pt x="2025221" y="1223564"/>
                  </a:lnTo>
                  <a:lnTo>
                    <a:pt x="2029030" y="1228641"/>
                  </a:lnTo>
                  <a:lnTo>
                    <a:pt x="2035061" y="1234035"/>
                  </a:lnTo>
                  <a:lnTo>
                    <a:pt x="2040457" y="1240064"/>
                  </a:lnTo>
                  <a:lnTo>
                    <a:pt x="2046170" y="1246410"/>
                  </a:lnTo>
                  <a:lnTo>
                    <a:pt x="2051249" y="1252756"/>
                  </a:lnTo>
                  <a:lnTo>
                    <a:pt x="2056010" y="1259420"/>
                  </a:lnTo>
                  <a:lnTo>
                    <a:pt x="2060771" y="1266401"/>
                  </a:lnTo>
                  <a:lnTo>
                    <a:pt x="2065215" y="1273699"/>
                  </a:lnTo>
                  <a:lnTo>
                    <a:pt x="2068706" y="1281631"/>
                  </a:lnTo>
                  <a:lnTo>
                    <a:pt x="2069976" y="1283535"/>
                  </a:lnTo>
                  <a:lnTo>
                    <a:pt x="2072833" y="1289564"/>
                  </a:lnTo>
                  <a:lnTo>
                    <a:pt x="2083942" y="1312410"/>
                  </a:lnTo>
                  <a:lnTo>
                    <a:pt x="2101717" y="1348584"/>
                  </a:lnTo>
                  <a:lnTo>
                    <a:pt x="2124889" y="1394276"/>
                  </a:lnTo>
                  <a:lnTo>
                    <a:pt x="2151869" y="1446950"/>
                  </a:lnTo>
                  <a:lnTo>
                    <a:pt x="2182341" y="1504382"/>
                  </a:lnTo>
                  <a:lnTo>
                    <a:pt x="2197894" y="1534210"/>
                  </a:lnTo>
                  <a:lnTo>
                    <a:pt x="2214399" y="1563719"/>
                  </a:lnTo>
                  <a:lnTo>
                    <a:pt x="2230588" y="1593229"/>
                  </a:lnTo>
                  <a:lnTo>
                    <a:pt x="2247093" y="1622104"/>
                  </a:lnTo>
                  <a:lnTo>
                    <a:pt x="2260742" y="1645902"/>
                  </a:lnTo>
                  <a:lnTo>
                    <a:pt x="2274073" y="1668431"/>
                  </a:lnTo>
                  <a:lnTo>
                    <a:pt x="2305497" y="1634479"/>
                  </a:lnTo>
                  <a:lnTo>
                    <a:pt x="2332478" y="1604652"/>
                  </a:lnTo>
                  <a:lnTo>
                    <a:pt x="2358823" y="1575460"/>
                  </a:lnTo>
                  <a:lnTo>
                    <a:pt x="2406752" y="1520883"/>
                  </a:lnTo>
                  <a:lnTo>
                    <a:pt x="2443572" y="1478046"/>
                  </a:lnTo>
                  <a:lnTo>
                    <a:pt x="2465157" y="1453296"/>
                  </a:lnTo>
                  <a:lnTo>
                    <a:pt x="2468013" y="1449805"/>
                  </a:lnTo>
                  <a:lnTo>
                    <a:pt x="2471822" y="1445681"/>
                  </a:lnTo>
                  <a:lnTo>
                    <a:pt x="2475631" y="1441555"/>
                  </a:lnTo>
                  <a:lnTo>
                    <a:pt x="2483567" y="1434257"/>
                  </a:lnTo>
                  <a:lnTo>
                    <a:pt x="2491819" y="1427276"/>
                  </a:lnTo>
                  <a:lnTo>
                    <a:pt x="2500390" y="1420930"/>
                  </a:lnTo>
                  <a:lnTo>
                    <a:pt x="2664175" y="1245141"/>
                  </a:lnTo>
                  <a:lnTo>
                    <a:pt x="2669254" y="1240381"/>
                  </a:lnTo>
                  <a:lnTo>
                    <a:pt x="2674967" y="1235939"/>
                  </a:lnTo>
                  <a:lnTo>
                    <a:pt x="2680681" y="1232131"/>
                  </a:lnTo>
                  <a:lnTo>
                    <a:pt x="2686712" y="1229275"/>
                  </a:lnTo>
                  <a:lnTo>
                    <a:pt x="2693060" y="1227054"/>
                  </a:lnTo>
                  <a:lnTo>
                    <a:pt x="2699408" y="1225150"/>
                  </a:lnTo>
                  <a:lnTo>
                    <a:pt x="2706074" y="1224198"/>
                  </a:lnTo>
                  <a:lnTo>
                    <a:pt x="2712422" y="1223247"/>
                  </a:lnTo>
                  <a:lnTo>
                    <a:pt x="2719088" y="1223247"/>
                  </a:lnTo>
                  <a:lnTo>
                    <a:pt x="2725754" y="1224198"/>
                  </a:lnTo>
                  <a:lnTo>
                    <a:pt x="2732419" y="1225468"/>
                  </a:lnTo>
                  <a:lnTo>
                    <a:pt x="2738767" y="1227371"/>
                  </a:lnTo>
                  <a:lnTo>
                    <a:pt x="2745116" y="1229910"/>
                  </a:lnTo>
                  <a:lnTo>
                    <a:pt x="2751147" y="1233400"/>
                  </a:lnTo>
                  <a:lnTo>
                    <a:pt x="2757178" y="1237525"/>
                  </a:lnTo>
                  <a:lnTo>
                    <a:pt x="2762574" y="1241968"/>
                  </a:lnTo>
                  <a:lnTo>
                    <a:pt x="2767335" y="1247045"/>
                  </a:lnTo>
                  <a:lnTo>
                    <a:pt x="2771779" y="1252756"/>
                  </a:lnTo>
                  <a:lnTo>
                    <a:pt x="2775270" y="1258151"/>
                  </a:lnTo>
                  <a:lnTo>
                    <a:pt x="2778444" y="1264497"/>
                  </a:lnTo>
                  <a:lnTo>
                    <a:pt x="2780666" y="1270843"/>
                  </a:lnTo>
                  <a:lnTo>
                    <a:pt x="2782571" y="1277189"/>
                  </a:lnTo>
                  <a:lnTo>
                    <a:pt x="2783840" y="1283853"/>
                  </a:lnTo>
                  <a:lnTo>
                    <a:pt x="2784475" y="1290199"/>
                  </a:lnTo>
                  <a:lnTo>
                    <a:pt x="2784475" y="1296862"/>
                  </a:lnTo>
                  <a:lnTo>
                    <a:pt x="2783840" y="1303526"/>
                  </a:lnTo>
                  <a:lnTo>
                    <a:pt x="2782253" y="1310189"/>
                  </a:lnTo>
                  <a:lnTo>
                    <a:pt x="2780349" y="1316535"/>
                  </a:lnTo>
                  <a:lnTo>
                    <a:pt x="2777492" y="1322882"/>
                  </a:lnTo>
                  <a:lnTo>
                    <a:pt x="2774635" y="1328911"/>
                  </a:lnTo>
                  <a:lnTo>
                    <a:pt x="2770509" y="1334622"/>
                  </a:lnTo>
                  <a:lnTo>
                    <a:pt x="2766065" y="1340334"/>
                  </a:lnTo>
                  <a:lnTo>
                    <a:pt x="2694964" y="1416171"/>
                  </a:lnTo>
                  <a:lnTo>
                    <a:pt x="2705122" y="1422200"/>
                  </a:lnTo>
                  <a:lnTo>
                    <a:pt x="2709883" y="1426007"/>
                  </a:lnTo>
                  <a:lnTo>
                    <a:pt x="2714644" y="1429815"/>
                  </a:lnTo>
                  <a:lnTo>
                    <a:pt x="2721310" y="1435844"/>
                  </a:lnTo>
                  <a:lnTo>
                    <a:pt x="2727658" y="1441873"/>
                  </a:lnTo>
                  <a:lnTo>
                    <a:pt x="2733689" y="1448854"/>
                  </a:lnTo>
                  <a:lnTo>
                    <a:pt x="2739085" y="1455517"/>
                  </a:lnTo>
                  <a:lnTo>
                    <a:pt x="2744481" y="1462498"/>
                  </a:lnTo>
                  <a:lnTo>
                    <a:pt x="2749242" y="1469478"/>
                  </a:lnTo>
                  <a:lnTo>
                    <a:pt x="2753686" y="1476777"/>
                  </a:lnTo>
                  <a:lnTo>
                    <a:pt x="2757812" y="1484392"/>
                  </a:lnTo>
                  <a:lnTo>
                    <a:pt x="2761621" y="1492008"/>
                  </a:lnTo>
                  <a:lnTo>
                    <a:pt x="2764478" y="1499940"/>
                  </a:lnTo>
                  <a:lnTo>
                    <a:pt x="2767335" y="1507873"/>
                  </a:lnTo>
                  <a:lnTo>
                    <a:pt x="2770191" y="1515806"/>
                  </a:lnTo>
                  <a:lnTo>
                    <a:pt x="2771779" y="1524056"/>
                  </a:lnTo>
                  <a:lnTo>
                    <a:pt x="2773683" y="1532306"/>
                  </a:lnTo>
                  <a:lnTo>
                    <a:pt x="2774953" y="1540556"/>
                  </a:lnTo>
                  <a:lnTo>
                    <a:pt x="2775905" y="1548806"/>
                  </a:lnTo>
                  <a:lnTo>
                    <a:pt x="2776222" y="1557373"/>
                  </a:lnTo>
                  <a:lnTo>
                    <a:pt x="2776222" y="1565623"/>
                  </a:lnTo>
                  <a:lnTo>
                    <a:pt x="2775905" y="1574191"/>
                  </a:lnTo>
                  <a:lnTo>
                    <a:pt x="2775270" y="1582441"/>
                  </a:lnTo>
                  <a:lnTo>
                    <a:pt x="2774000" y="1591008"/>
                  </a:lnTo>
                  <a:lnTo>
                    <a:pt x="2772731" y="1598941"/>
                  </a:lnTo>
                  <a:lnTo>
                    <a:pt x="2770826" y="1607508"/>
                  </a:lnTo>
                  <a:lnTo>
                    <a:pt x="2768604" y="1615758"/>
                  </a:lnTo>
                  <a:lnTo>
                    <a:pt x="2765430" y="1623691"/>
                  </a:lnTo>
                  <a:lnTo>
                    <a:pt x="2762574" y="1631624"/>
                  </a:lnTo>
                  <a:lnTo>
                    <a:pt x="2758765" y="1639556"/>
                  </a:lnTo>
                  <a:lnTo>
                    <a:pt x="2754956" y="1647489"/>
                  </a:lnTo>
                  <a:lnTo>
                    <a:pt x="2750194" y="1654787"/>
                  </a:lnTo>
                  <a:lnTo>
                    <a:pt x="2745433" y="1662085"/>
                  </a:lnTo>
                  <a:lnTo>
                    <a:pt x="2740355" y="1669383"/>
                  </a:lnTo>
                  <a:lnTo>
                    <a:pt x="2734641" y="1676364"/>
                  </a:lnTo>
                  <a:lnTo>
                    <a:pt x="2716549" y="1697941"/>
                  </a:lnTo>
                  <a:lnTo>
                    <a:pt x="2670206" y="1751249"/>
                  </a:lnTo>
                  <a:lnTo>
                    <a:pt x="2639417" y="1786470"/>
                  </a:lnTo>
                  <a:lnTo>
                    <a:pt x="2605136" y="1824865"/>
                  </a:lnTo>
                  <a:lnTo>
                    <a:pt x="2569586" y="1864529"/>
                  </a:lnTo>
                  <a:lnTo>
                    <a:pt x="2532766" y="1904827"/>
                  </a:lnTo>
                  <a:lnTo>
                    <a:pt x="2508325" y="1930529"/>
                  </a:lnTo>
                  <a:lnTo>
                    <a:pt x="2484519" y="1955914"/>
                  </a:lnTo>
                  <a:lnTo>
                    <a:pt x="2461030" y="1979712"/>
                  </a:lnTo>
                  <a:lnTo>
                    <a:pt x="2438811" y="2001606"/>
                  </a:lnTo>
                  <a:lnTo>
                    <a:pt x="2426115" y="2013347"/>
                  </a:lnTo>
                  <a:lnTo>
                    <a:pt x="2413418" y="2025087"/>
                  </a:lnTo>
                  <a:lnTo>
                    <a:pt x="2400722" y="2035876"/>
                  </a:lnTo>
                  <a:lnTo>
                    <a:pt x="2387708" y="2046664"/>
                  </a:lnTo>
                  <a:lnTo>
                    <a:pt x="2380090" y="2052376"/>
                  </a:lnTo>
                  <a:lnTo>
                    <a:pt x="2371837" y="2058405"/>
                  </a:lnTo>
                  <a:lnTo>
                    <a:pt x="2362314" y="2064751"/>
                  </a:lnTo>
                  <a:lnTo>
                    <a:pt x="2351205" y="2071414"/>
                  </a:lnTo>
                  <a:lnTo>
                    <a:pt x="2343904" y="2075222"/>
                  </a:lnTo>
                  <a:lnTo>
                    <a:pt x="2335969" y="2079347"/>
                  </a:lnTo>
                  <a:lnTo>
                    <a:pt x="2326447" y="2083155"/>
                  </a:lnTo>
                  <a:lnTo>
                    <a:pt x="2315337" y="2087280"/>
                  </a:lnTo>
                  <a:lnTo>
                    <a:pt x="2307719" y="2089501"/>
                  </a:lnTo>
                  <a:lnTo>
                    <a:pt x="2300101" y="2091405"/>
                  </a:lnTo>
                  <a:lnTo>
                    <a:pt x="2292801" y="2093309"/>
                  </a:lnTo>
                  <a:lnTo>
                    <a:pt x="2284865" y="2094578"/>
                  </a:lnTo>
                  <a:lnTo>
                    <a:pt x="2277565" y="2095530"/>
                  </a:lnTo>
                  <a:lnTo>
                    <a:pt x="2270582" y="2096164"/>
                  </a:lnTo>
                  <a:lnTo>
                    <a:pt x="2262964" y="2096799"/>
                  </a:lnTo>
                  <a:lnTo>
                    <a:pt x="2255981" y="2097116"/>
                  </a:lnTo>
                  <a:lnTo>
                    <a:pt x="2244871" y="2096799"/>
                  </a:lnTo>
                  <a:lnTo>
                    <a:pt x="2234397" y="2095530"/>
                  </a:lnTo>
                  <a:lnTo>
                    <a:pt x="2224557" y="2093943"/>
                  </a:lnTo>
                  <a:lnTo>
                    <a:pt x="2215034" y="2092357"/>
                  </a:lnTo>
                  <a:lnTo>
                    <a:pt x="2206147" y="2090453"/>
                  </a:lnTo>
                  <a:lnTo>
                    <a:pt x="2197894" y="2087597"/>
                  </a:lnTo>
                  <a:lnTo>
                    <a:pt x="2190593" y="2085058"/>
                  </a:lnTo>
                  <a:lnTo>
                    <a:pt x="2183610" y="2082520"/>
                  </a:lnTo>
                  <a:lnTo>
                    <a:pt x="2176945" y="2079982"/>
                  </a:lnTo>
                  <a:lnTo>
                    <a:pt x="2170596" y="2077126"/>
                  </a:lnTo>
                  <a:lnTo>
                    <a:pt x="2159487" y="2071097"/>
                  </a:lnTo>
                  <a:lnTo>
                    <a:pt x="2149647" y="2065385"/>
                  </a:lnTo>
                  <a:lnTo>
                    <a:pt x="2140759" y="2059674"/>
                  </a:lnTo>
                  <a:lnTo>
                    <a:pt x="2133141" y="2053962"/>
                  </a:lnTo>
                  <a:lnTo>
                    <a:pt x="2125841" y="2048251"/>
                  </a:lnTo>
                  <a:lnTo>
                    <a:pt x="2119175" y="2043174"/>
                  </a:lnTo>
                  <a:lnTo>
                    <a:pt x="2113462" y="2037779"/>
                  </a:lnTo>
                  <a:lnTo>
                    <a:pt x="2102670" y="2027308"/>
                  </a:lnTo>
                  <a:lnTo>
                    <a:pt x="2092512" y="2017154"/>
                  </a:lnTo>
                  <a:lnTo>
                    <a:pt x="2083307" y="2006683"/>
                  </a:lnTo>
                  <a:lnTo>
                    <a:pt x="2074737" y="1996847"/>
                  </a:lnTo>
                  <a:lnTo>
                    <a:pt x="2066167" y="1986375"/>
                  </a:lnTo>
                  <a:lnTo>
                    <a:pt x="2057914" y="1975904"/>
                  </a:lnTo>
                  <a:lnTo>
                    <a:pt x="2049979" y="1965116"/>
                  </a:lnTo>
                  <a:lnTo>
                    <a:pt x="2042044" y="1954010"/>
                  </a:lnTo>
                  <a:lnTo>
                    <a:pt x="2026490" y="1931798"/>
                  </a:lnTo>
                  <a:lnTo>
                    <a:pt x="2013476" y="1912125"/>
                  </a:lnTo>
                  <a:lnTo>
                    <a:pt x="2000462" y="1891817"/>
                  </a:lnTo>
                  <a:lnTo>
                    <a:pt x="1987131" y="1870557"/>
                  </a:lnTo>
                  <a:lnTo>
                    <a:pt x="1974117" y="1848663"/>
                  </a:lnTo>
                  <a:lnTo>
                    <a:pt x="1961103" y="1826769"/>
                  </a:lnTo>
                  <a:lnTo>
                    <a:pt x="1948089" y="1803922"/>
                  </a:lnTo>
                  <a:lnTo>
                    <a:pt x="1922061" y="1758547"/>
                  </a:lnTo>
                  <a:lnTo>
                    <a:pt x="1922061" y="2143126"/>
                  </a:lnTo>
                  <a:lnTo>
                    <a:pt x="1428165" y="2143126"/>
                  </a:lnTo>
                  <a:lnTo>
                    <a:pt x="1455462" y="1826769"/>
                  </a:lnTo>
                  <a:lnTo>
                    <a:pt x="1455145" y="1818519"/>
                  </a:lnTo>
                  <a:lnTo>
                    <a:pt x="1454510" y="1810269"/>
                  </a:lnTo>
                  <a:lnTo>
                    <a:pt x="1452923" y="1802653"/>
                  </a:lnTo>
                  <a:lnTo>
                    <a:pt x="1450701" y="1795038"/>
                  </a:lnTo>
                  <a:lnTo>
                    <a:pt x="1448479" y="1788057"/>
                  </a:lnTo>
                  <a:lnTo>
                    <a:pt x="1445623" y="1781076"/>
                  </a:lnTo>
                  <a:lnTo>
                    <a:pt x="1441814" y="1774730"/>
                  </a:lnTo>
                  <a:lnTo>
                    <a:pt x="1438005" y="1769018"/>
                  </a:lnTo>
                  <a:lnTo>
                    <a:pt x="1433878" y="1763941"/>
                  </a:lnTo>
                  <a:lnTo>
                    <a:pt x="1429434" y="1759182"/>
                  </a:lnTo>
                  <a:lnTo>
                    <a:pt x="1424673" y="1755057"/>
                  </a:lnTo>
                  <a:lnTo>
                    <a:pt x="1419595" y="1751566"/>
                  </a:lnTo>
                  <a:lnTo>
                    <a:pt x="1413881" y="1748711"/>
                  </a:lnTo>
                  <a:lnTo>
                    <a:pt x="1408485" y="1746807"/>
                  </a:lnTo>
                  <a:lnTo>
                    <a:pt x="1402454" y="1745538"/>
                  </a:lnTo>
                  <a:lnTo>
                    <a:pt x="1396423" y="1744903"/>
                  </a:lnTo>
                  <a:lnTo>
                    <a:pt x="1390710" y="1745538"/>
                  </a:lnTo>
                  <a:lnTo>
                    <a:pt x="1384679" y="1746807"/>
                  </a:lnTo>
                  <a:lnTo>
                    <a:pt x="1378966" y="1748711"/>
                  </a:lnTo>
                  <a:lnTo>
                    <a:pt x="1373570" y="1751566"/>
                  </a:lnTo>
                  <a:lnTo>
                    <a:pt x="1368174" y="1755057"/>
                  </a:lnTo>
                  <a:lnTo>
                    <a:pt x="1363412" y="1759182"/>
                  </a:lnTo>
                  <a:lnTo>
                    <a:pt x="1358969" y="1763941"/>
                  </a:lnTo>
                  <a:lnTo>
                    <a:pt x="1354842" y="1769018"/>
                  </a:lnTo>
                  <a:lnTo>
                    <a:pt x="1351351" y="1774730"/>
                  </a:lnTo>
                  <a:lnTo>
                    <a:pt x="1347542" y="1781076"/>
                  </a:lnTo>
                  <a:lnTo>
                    <a:pt x="1344367" y="1788057"/>
                  </a:lnTo>
                  <a:lnTo>
                    <a:pt x="1342146" y="1795038"/>
                  </a:lnTo>
                  <a:lnTo>
                    <a:pt x="1339924" y="1802653"/>
                  </a:lnTo>
                  <a:lnTo>
                    <a:pt x="1338971" y="1810269"/>
                  </a:lnTo>
                  <a:lnTo>
                    <a:pt x="1337702" y="1818519"/>
                  </a:lnTo>
                  <a:lnTo>
                    <a:pt x="1337384" y="1826769"/>
                  </a:lnTo>
                  <a:lnTo>
                    <a:pt x="1364999" y="2143126"/>
                  </a:lnTo>
                  <a:lnTo>
                    <a:pt x="870151" y="2143126"/>
                  </a:lnTo>
                  <a:lnTo>
                    <a:pt x="870151" y="1651297"/>
                  </a:lnTo>
                  <a:lnTo>
                    <a:pt x="869833" y="1651297"/>
                  </a:lnTo>
                  <a:lnTo>
                    <a:pt x="868881" y="1652249"/>
                  </a:lnTo>
                  <a:lnTo>
                    <a:pt x="867294" y="1653201"/>
                  </a:lnTo>
                  <a:lnTo>
                    <a:pt x="864755" y="1656691"/>
                  </a:lnTo>
                  <a:lnTo>
                    <a:pt x="861581" y="1661133"/>
                  </a:lnTo>
                  <a:lnTo>
                    <a:pt x="858724" y="1667162"/>
                  </a:lnTo>
                  <a:lnTo>
                    <a:pt x="855867" y="1674143"/>
                  </a:lnTo>
                  <a:lnTo>
                    <a:pt x="852376" y="1682710"/>
                  </a:lnTo>
                  <a:lnTo>
                    <a:pt x="848884" y="1691912"/>
                  </a:lnTo>
                  <a:lnTo>
                    <a:pt x="845710" y="1702701"/>
                  </a:lnTo>
                  <a:lnTo>
                    <a:pt x="839044" y="1726816"/>
                  </a:lnTo>
                  <a:lnTo>
                    <a:pt x="832061" y="1755057"/>
                  </a:lnTo>
                  <a:lnTo>
                    <a:pt x="824443" y="1786153"/>
                  </a:lnTo>
                  <a:lnTo>
                    <a:pt x="817460" y="1820423"/>
                  </a:lnTo>
                  <a:lnTo>
                    <a:pt x="810477" y="1856913"/>
                  </a:lnTo>
                  <a:lnTo>
                    <a:pt x="803811" y="1895308"/>
                  </a:lnTo>
                  <a:lnTo>
                    <a:pt x="797145" y="1935606"/>
                  </a:lnTo>
                  <a:lnTo>
                    <a:pt x="790797" y="1976221"/>
                  </a:lnTo>
                  <a:lnTo>
                    <a:pt x="784766" y="2018424"/>
                  </a:lnTo>
                  <a:lnTo>
                    <a:pt x="779688" y="2060308"/>
                  </a:lnTo>
                  <a:lnTo>
                    <a:pt x="774609" y="2101876"/>
                  </a:lnTo>
                  <a:lnTo>
                    <a:pt x="771118" y="2143126"/>
                  </a:lnTo>
                  <a:lnTo>
                    <a:pt x="438150" y="2143126"/>
                  </a:lnTo>
                  <a:lnTo>
                    <a:pt x="443864" y="2084741"/>
                  </a:lnTo>
                  <a:lnTo>
                    <a:pt x="449894" y="2028577"/>
                  </a:lnTo>
                  <a:lnTo>
                    <a:pt x="455925" y="1975269"/>
                  </a:lnTo>
                  <a:lnTo>
                    <a:pt x="463226" y="1923865"/>
                  </a:lnTo>
                  <a:lnTo>
                    <a:pt x="470209" y="1875317"/>
                  </a:lnTo>
                  <a:lnTo>
                    <a:pt x="478144" y="1828990"/>
                  </a:lnTo>
                  <a:lnTo>
                    <a:pt x="485762" y="1784884"/>
                  </a:lnTo>
                  <a:lnTo>
                    <a:pt x="494015" y="1742682"/>
                  </a:lnTo>
                  <a:lnTo>
                    <a:pt x="502585" y="1702701"/>
                  </a:lnTo>
                  <a:lnTo>
                    <a:pt x="511155" y="1665258"/>
                  </a:lnTo>
                  <a:lnTo>
                    <a:pt x="520043" y="1629085"/>
                  </a:lnTo>
                  <a:lnTo>
                    <a:pt x="528931" y="1595450"/>
                  </a:lnTo>
                  <a:lnTo>
                    <a:pt x="537818" y="1563719"/>
                  </a:lnTo>
                  <a:lnTo>
                    <a:pt x="547023" y="1533892"/>
                  </a:lnTo>
                  <a:lnTo>
                    <a:pt x="556228" y="1505969"/>
                  </a:lnTo>
                  <a:lnTo>
                    <a:pt x="565116" y="1479632"/>
                  </a:lnTo>
                  <a:lnTo>
                    <a:pt x="574638" y="1454882"/>
                  </a:lnTo>
                  <a:lnTo>
                    <a:pt x="583526" y="1432036"/>
                  </a:lnTo>
                  <a:lnTo>
                    <a:pt x="592413" y="1410777"/>
                  </a:lnTo>
                  <a:lnTo>
                    <a:pt x="601301" y="1391420"/>
                  </a:lnTo>
                  <a:lnTo>
                    <a:pt x="609871" y="1373334"/>
                  </a:lnTo>
                  <a:lnTo>
                    <a:pt x="618124" y="1356516"/>
                  </a:lnTo>
                  <a:lnTo>
                    <a:pt x="626059" y="1341920"/>
                  </a:lnTo>
                  <a:lnTo>
                    <a:pt x="633995" y="1327959"/>
                  </a:lnTo>
                  <a:lnTo>
                    <a:pt x="641930" y="1315266"/>
                  </a:lnTo>
                  <a:lnTo>
                    <a:pt x="648913" y="1304160"/>
                  </a:lnTo>
                  <a:lnTo>
                    <a:pt x="655579" y="1294324"/>
                  </a:lnTo>
                  <a:lnTo>
                    <a:pt x="661927" y="1285756"/>
                  </a:lnTo>
                  <a:lnTo>
                    <a:pt x="667641" y="1278141"/>
                  </a:lnTo>
                  <a:lnTo>
                    <a:pt x="673037" y="1271478"/>
                  </a:lnTo>
                  <a:lnTo>
                    <a:pt x="677798" y="1266083"/>
                  </a:lnTo>
                  <a:lnTo>
                    <a:pt x="681924" y="1261641"/>
                  </a:lnTo>
                  <a:lnTo>
                    <a:pt x="699065" y="1252756"/>
                  </a:lnTo>
                  <a:lnTo>
                    <a:pt x="717475" y="1243237"/>
                  </a:lnTo>
                  <a:lnTo>
                    <a:pt x="737154" y="1234035"/>
                  </a:lnTo>
                  <a:lnTo>
                    <a:pt x="758104" y="1224833"/>
                  </a:lnTo>
                  <a:lnTo>
                    <a:pt x="779688" y="1215948"/>
                  </a:lnTo>
                  <a:lnTo>
                    <a:pt x="801907" y="1206746"/>
                  </a:lnTo>
                  <a:lnTo>
                    <a:pt x="824761" y="1197227"/>
                  </a:lnTo>
                  <a:lnTo>
                    <a:pt x="848249" y="1188343"/>
                  </a:lnTo>
                  <a:lnTo>
                    <a:pt x="895544" y="1170891"/>
                  </a:lnTo>
                  <a:lnTo>
                    <a:pt x="942204" y="1154390"/>
                  </a:lnTo>
                  <a:lnTo>
                    <a:pt x="987594" y="1138525"/>
                  </a:lnTo>
                  <a:lnTo>
                    <a:pt x="1030445" y="1124564"/>
                  </a:lnTo>
                  <a:lnTo>
                    <a:pt x="1041554" y="1118217"/>
                  </a:lnTo>
                  <a:lnTo>
                    <a:pt x="1053299" y="1112188"/>
                  </a:lnTo>
                  <a:lnTo>
                    <a:pt x="1065678" y="1107111"/>
                  </a:lnTo>
                  <a:lnTo>
                    <a:pt x="1077740" y="1102352"/>
                  </a:lnTo>
                  <a:lnTo>
                    <a:pt x="1090754" y="1097909"/>
                  </a:lnTo>
                  <a:lnTo>
                    <a:pt x="1103768" y="1094102"/>
                  </a:lnTo>
                  <a:lnTo>
                    <a:pt x="1117099" y="1090294"/>
                  </a:lnTo>
                  <a:lnTo>
                    <a:pt x="1131065" y="1087438"/>
                  </a:lnTo>
                  <a:close/>
                  <a:moveTo>
                    <a:pt x="1401445" y="0"/>
                  </a:moveTo>
                  <a:lnTo>
                    <a:pt x="1412240" y="318"/>
                  </a:lnTo>
                  <a:lnTo>
                    <a:pt x="1423353" y="635"/>
                  </a:lnTo>
                  <a:lnTo>
                    <a:pt x="1433513" y="1588"/>
                  </a:lnTo>
                  <a:lnTo>
                    <a:pt x="1444308" y="2223"/>
                  </a:lnTo>
                  <a:lnTo>
                    <a:pt x="1454786" y="3494"/>
                  </a:lnTo>
                  <a:lnTo>
                    <a:pt x="1465263" y="4764"/>
                  </a:lnTo>
                  <a:lnTo>
                    <a:pt x="1475423" y="6670"/>
                  </a:lnTo>
                  <a:lnTo>
                    <a:pt x="1485266" y="8575"/>
                  </a:lnTo>
                  <a:lnTo>
                    <a:pt x="1495426" y="10798"/>
                  </a:lnTo>
                  <a:lnTo>
                    <a:pt x="1505268" y="13339"/>
                  </a:lnTo>
                  <a:lnTo>
                    <a:pt x="1515111" y="15880"/>
                  </a:lnTo>
                  <a:lnTo>
                    <a:pt x="1524636" y="19056"/>
                  </a:lnTo>
                  <a:lnTo>
                    <a:pt x="1533843" y="22232"/>
                  </a:lnTo>
                  <a:lnTo>
                    <a:pt x="1543368" y="25726"/>
                  </a:lnTo>
                  <a:lnTo>
                    <a:pt x="1552576" y="29219"/>
                  </a:lnTo>
                  <a:lnTo>
                    <a:pt x="1561466" y="33030"/>
                  </a:lnTo>
                  <a:lnTo>
                    <a:pt x="1570356" y="37159"/>
                  </a:lnTo>
                  <a:lnTo>
                    <a:pt x="1578928" y="41605"/>
                  </a:lnTo>
                  <a:lnTo>
                    <a:pt x="1587818" y="46052"/>
                  </a:lnTo>
                  <a:lnTo>
                    <a:pt x="1596073" y="50816"/>
                  </a:lnTo>
                  <a:lnTo>
                    <a:pt x="1604646" y="55897"/>
                  </a:lnTo>
                  <a:lnTo>
                    <a:pt x="1612583" y="60979"/>
                  </a:lnTo>
                  <a:lnTo>
                    <a:pt x="1620521" y="66378"/>
                  </a:lnTo>
                  <a:lnTo>
                    <a:pt x="1628776" y="72095"/>
                  </a:lnTo>
                  <a:lnTo>
                    <a:pt x="1636078" y="77812"/>
                  </a:lnTo>
                  <a:lnTo>
                    <a:pt x="1644016" y="83528"/>
                  </a:lnTo>
                  <a:lnTo>
                    <a:pt x="1651318" y="89880"/>
                  </a:lnTo>
                  <a:lnTo>
                    <a:pt x="1658303" y="96232"/>
                  </a:lnTo>
                  <a:lnTo>
                    <a:pt x="1665606" y="102902"/>
                  </a:lnTo>
                  <a:lnTo>
                    <a:pt x="1672591" y="109571"/>
                  </a:lnTo>
                  <a:lnTo>
                    <a:pt x="1679258" y="116241"/>
                  </a:lnTo>
                  <a:lnTo>
                    <a:pt x="1685926" y="123546"/>
                  </a:lnTo>
                  <a:lnTo>
                    <a:pt x="1692593" y="130851"/>
                  </a:lnTo>
                  <a:lnTo>
                    <a:pt x="1698943" y="138155"/>
                  </a:lnTo>
                  <a:lnTo>
                    <a:pt x="1704976" y="145778"/>
                  </a:lnTo>
                  <a:lnTo>
                    <a:pt x="1710691" y="153400"/>
                  </a:lnTo>
                  <a:lnTo>
                    <a:pt x="1716723" y="161658"/>
                  </a:lnTo>
                  <a:lnTo>
                    <a:pt x="1722438" y="169597"/>
                  </a:lnTo>
                  <a:lnTo>
                    <a:pt x="1727836" y="177537"/>
                  </a:lnTo>
                  <a:lnTo>
                    <a:pt x="1733233" y="186113"/>
                  </a:lnTo>
                  <a:lnTo>
                    <a:pt x="1738313" y="194688"/>
                  </a:lnTo>
                  <a:lnTo>
                    <a:pt x="1743076" y="203263"/>
                  </a:lnTo>
                  <a:lnTo>
                    <a:pt x="1747838" y="212156"/>
                  </a:lnTo>
                  <a:lnTo>
                    <a:pt x="1752283" y="221048"/>
                  </a:lnTo>
                  <a:lnTo>
                    <a:pt x="1760856" y="239469"/>
                  </a:lnTo>
                  <a:lnTo>
                    <a:pt x="1768793" y="258207"/>
                  </a:lnTo>
                  <a:lnTo>
                    <a:pt x="1776096" y="277581"/>
                  </a:lnTo>
                  <a:lnTo>
                    <a:pt x="1782446" y="297272"/>
                  </a:lnTo>
                  <a:lnTo>
                    <a:pt x="1788161" y="317916"/>
                  </a:lnTo>
                  <a:lnTo>
                    <a:pt x="1792923" y="338560"/>
                  </a:lnTo>
                  <a:lnTo>
                    <a:pt x="1797051" y="359521"/>
                  </a:lnTo>
                  <a:lnTo>
                    <a:pt x="1799908" y="380800"/>
                  </a:lnTo>
                  <a:lnTo>
                    <a:pt x="1802448" y="402397"/>
                  </a:lnTo>
                  <a:lnTo>
                    <a:pt x="1804036" y="424946"/>
                  </a:lnTo>
                  <a:lnTo>
                    <a:pt x="1809751" y="426534"/>
                  </a:lnTo>
                  <a:lnTo>
                    <a:pt x="1815148" y="428758"/>
                  </a:lnTo>
                  <a:lnTo>
                    <a:pt x="1819911" y="431616"/>
                  </a:lnTo>
                  <a:lnTo>
                    <a:pt x="1825308" y="434474"/>
                  </a:lnTo>
                  <a:lnTo>
                    <a:pt x="1829753" y="437968"/>
                  </a:lnTo>
                  <a:lnTo>
                    <a:pt x="1834198" y="441144"/>
                  </a:lnTo>
                  <a:lnTo>
                    <a:pt x="1838326" y="445273"/>
                  </a:lnTo>
                  <a:lnTo>
                    <a:pt x="1842453" y="449401"/>
                  </a:lnTo>
                  <a:lnTo>
                    <a:pt x="1845628" y="453848"/>
                  </a:lnTo>
                  <a:lnTo>
                    <a:pt x="1849121" y="458612"/>
                  </a:lnTo>
                  <a:lnTo>
                    <a:pt x="1851978" y="463693"/>
                  </a:lnTo>
                  <a:lnTo>
                    <a:pt x="1854201" y="469728"/>
                  </a:lnTo>
                  <a:lnTo>
                    <a:pt x="1856423" y="475762"/>
                  </a:lnTo>
                  <a:lnTo>
                    <a:pt x="1858328" y="482114"/>
                  </a:lnTo>
                  <a:lnTo>
                    <a:pt x="1859916" y="488784"/>
                  </a:lnTo>
                  <a:lnTo>
                    <a:pt x="1860868" y="496088"/>
                  </a:lnTo>
                  <a:lnTo>
                    <a:pt x="1861503" y="502123"/>
                  </a:lnTo>
                  <a:lnTo>
                    <a:pt x="1862138" y="507839"/>
                  </a:lnTo>
                  <a:lnTo>
                    <a:pt x="1862138" y="513874"/>
                  </a:lnTo>
                  <a:lnTo>
                    <a:pt x="1861503" y="519908"/>
                  </a:lnTo>
                  <a:lnTo>
                    <a:pt x="1861186" y="526260"/>
                  </a:lnTo>
                  <a:lnTo>
                    <a:pt x="1860868" y="532294"/>
                  </a:lnTo>
                  <a:lnTo>
                    <a:pt x="1858963" y="544998"/>
                  </a:lnTo>
                  <a:lnTo>
                    <a:pt x="1856106" y="557385"/>
                  </a:lnTo>
                  <a:lnTo>
                    <a:pt x="1852296" y="569771"/>
                  </a:lnTo>
                  <a:lnTo>
                    <a:pt x="1847851" y="582157"/>
                  </a:lnTo>
                  <a:lnTo>
                    <a:pt x="1842771" y="593908"/>
                  </a:lnTo>
                  <a:lnTo>
                    <a:pt x="1836738" y="605342"/>
                  </a:lnTo>
                  <a:lnTo>
                    <a:pt x="1833881" y="611059"/>
                  </a:lnTo>
                  <a:lnTo>
                    <a:pt x="1830071" y="616140"/>
                  </a:lnTo>
                  <a:lnTo>
                    <a:pt x="1826578" y="621540"/>
                  </a:lnTo>
                  <a:lnTo>
                    <a:pt x="1823086" y="626621"/>
                  </a:lnTo>
                  <a:lnTo>
                    <a:pt x="1818958" y="631385"/>
                  </a:lnTo>
                  <a:lnTo>
                    <a:pt x="1814831" y="635831"/>
                  </a:lnTo>
                  <a:lnTo>
                    <a:pt x="1810703" y="640278"/>
                  </a:lnTo>
                  <a:lnTo>
                    <a:pt x="1806258" y="644407"/>
                  </a:lnTo>
                  <a:lnTo>
                    <a:pt x="1801813" y="648218"/>
                  </a:lnTo>
                  <a:lnTo>
                    <a:pt x="1797051" y="652029"/>
                  </a:lnTo>
                  <a:lnTo>
                    <a:pt x="1792288" y="655205"/>
                  </a:lnTo>
                  <a:lnTo>
                    <a:pt x="1787208" y="658063"/>
                  </a:lnTo>
                  <a:lnTo>
                    <a:pt x="1782128" y="660922"/>
                  </a:lnTo>
                  <a:lnTo>
                    <a:pt x="1777048" y="663145"/>
                  </a:lnTo>
                  <a:lnTo>
                    <a:pt x="1771651" y="681248"/>
                  </a:lnTo>
                  <a:lnTo>
                    <a:pt x="1766571" y="699033"/>
                  </a:lnTo>
                  <a:lnTo>
                    <a:pt x="1760538" y="716501"/>
                  </a:lnTo>
                  <a:lnTo>
                    <a:pt x="1754188" y="733969"/>
                  </a:lnTo>
                  <a:lnTo>
                    <a:pt x="1747521" y="751437"/>
                  </a:lnTo>
                  <a:lnTo>
                    <a:pt x="1740218" y="768587"/>
                  </a:lnTo>
                  <a:lnTo>
                    <a:pt x="1732598" y="785420"/>
                  </a:lnTo>
                  <a:lnTo>
                    <a:pt x="1724661" y="801618"/>
                  </a:lnTo>
                  <a:lnTo>
                    <a:pt x="1716406" y="817497"/>
                  </a:lnTo>
                  <a:lnTo>
                    <a:pt x="1707516" y="833695"/>
                  </a:lnTo>
                  <a:lnTo>
                    <a:pt x="1698308" y="848940"/>
                  </a:lnTo>
                  <a:lnTo>
                    <a:pt x="1688148" y="863867"/>
                  </a:lnTo>
                  <a:lnTo>
                    <a:pt x="1677988" y="878159"/>
                  </a:lnTo>
                  <a:lnTo>
                    <a:pt x="1667511" y="892451"/>
                  </a:lnTo>
                  <a:lnTo>
                    <a:pt x="1656716" y="905790"/>
                  </a:lnTo>
                  <a:lnTo>
                    <a:pt x="1644968" y="918811"/>
                  </a:lnTo>
                  <a:lnTo>
                    <a:pt x="1633221" y="931515"/>
                  </a:lnTo>
                  <a:lnTo>
                    <a:pt x="1620838" y="943266"/>
                  </a:lnTo>
                  <a:lnTo>
                    <a:pt x="1607821" y="954382"/>
                  </a:lnTo>
                  <a:lnTo>
                    <a:pt x="1594803" y="964863"/>
                  </a:lnTo>
                  <a:lnTo>
                    <a:pt x="1581151" y="974709"/>
                  </a:lnTo>
                  <a:lnTo>
                    <a:pt x="1567181" y="983919"/>
                  </a:lnTo>
                  <a:lnTo>
                    <a:pt x="1552576" y="992176"/>
                  </a:lnTo>
                  <a:lnTo>
                    <a:pt x="1545273" y="996305"/>
                  </a:lnTo>
                  <a:lnTo>
                    <a:pt x="1537336" y="1000116"/>
                  </a:lnTo>
                  <a:lnTo>
                    <a:pt x="1530033" y="1003610"/>
                  </a:lnTo>
                  <a:lnTo>
                    <a:pt x="1522096" y="1006786"/>
                  </a:lnTo>
                  <a:lnTo>
                    <a:pt x="1513841" y="1010279"/>
                  </a:lnTo>
                  <a:lnTo>
                    <a:pt x="1506221" y="1012820"/>
                  </a:lnTo>
                  <a:lnTo>
                    <a:pt x="1497966" y="1015679"/>
                  </a:lnTo>
                  <a:lnTo>
                    <a:pt x="1489711" y="1017902"/>
                  </a:lnTo>
                  <a:lnTo>
                    <a:pt x="1481456" y="1020443"/>
                  </a:lnTo>
                  <a:lnTo>
                    <a:pt x="1473201" y="1022348"/>
                  </a:lnTo>
                  <a:lnTo>
                    <a:pt x="1464628" y="1024254"/>
                  </a:lnTo>
                  <a:lnTo>
                    <a:pt x="1455738" y="1025842"/>
                  </a:lnTo>
                  <a:lnTo>
                    <a:pt x="1447166" y="1027112"/>
                  </a:lnTo>
                  <a:lnTo>
                    <a:pt x="1438276" y="1028383"/>
                  </a:lnTo>
                  <a:lnTo>
                    <a:pt x="1429068" y="1029018"/>
                  </a:lnTo>
                  <a:lnTo>
                    <a:pt x="1419860" y="1029971"/>
                  </a:lnTo>
                  <a:lnTo>
                    <a:pt x="1410653" y="1030288"/>
                  </a:lnTo>
                  <a:lnTo>
                    <a:pt x="1401445" y="1030288"/>
                  </a:lnTo>
                  <a:lnTo>
                    <a:pt x="1391920" y="1030288"/>
                  </a:lnTo>
                  <a:lnTo>
                    <a:pt x="1382713" y="1029971"/>
                  </a:lnTo>
                  <a:lnTo>
                    <a:pt x="1373823" y="1029018"/>
                  </a:lnTo>
                  <a:lnTo>
                    <a:pt x="1364933" y="1028383"/>
                  </a:lnTo>
                  <a:lnTo>
                    <a:pt x="1356043" y="1027112"/>
                  </a:lnTo>
                  <a:lnTo>
                    <a:pt x="1347153" y="1025842"/>
                  </a:lnTo>
                  <a:lnTo>
                    <a:pt x="1338580" y="1024254"/>
                  </a:lnTo>
                  <a:lnTo>
                    <a:pt x="1330008" y="1022348"/>
                  </a:lnTo>
                  <a:lnTo>
                    <a:pt x="1321753" y="1020443"/>
                  </a:lnTo>
                  <a:lnTo>
                    <a:pt x="1313180" y="1018219"/>
                  </a:lnTo>
                  <a:lnTo>
                    <a:pt x="1305243" y="1015679"/>
                  </a:lnTo>
                  <a:lnTo>
                    <a:pt x="1297305" y="1013138"/>
                  </a:lnTo>
                  <a:lnTo>
                    <a:pt x="1289050" y="1010279"/>
                  </a:lnTo>
                  <a:lnTo>
                    <a:pt x="1281430" y="1007104"/>
                  </a:lnTo>
                  <a:lnTo>
                    <a:pt x="1273493" y="1003928"/>
                  </a:lnTo>
                  <a:lnTo>
                    <a:pt x="1266190" y="1000434"/>
                  </a:lnTo>
                  <a:lnTo>
                    <a:pt x="1250950" y="992812"/>
                  </a:lnTo>
                  <a:lnTo>
                    <a:pt x="1236345" y="984554"/>
                  </a:lnTo>
                  <a:lnTo>
                    <a:pt x="1222693" y="975344"/>
                  </a:lnTo>
                  <a:lnTo>
                    <a:pt x="1209040" y="965498"/>
                  </a:lnTo>
                  <a:lnTo>
                    <a:pt x="1196023" y="955017"/>
                  </a:lnTo>
                  <a:lnTo>
                    <a:pt x="1183005" y="943901"/>
                  </a:lnTo>
                  <a:lnTo>
                    <a:pt x="1170623" y="932150"/>
                  </a:lnTo>
                  <a:lnTo>
                    <a:pt x="1158875" y="919764"/>
                  </a:lnTo>
                  <a:lnTo>
                    <a:pt x="1147128" y="907378"/>
                  </a:lnTo>
                  <a:lnTo>
                    <a:pt x="1136333" y="893721"/>
                  </a:lnTo>
                  <a:lnTo>
                    <a:pt x="1125538" y="879747"/>
                  </a:lnTo>
                  <a:lnTo>
                    <a:pt x="1115695" y="865455"/>
                  </a:lnTo>
                  <a:lnTo>
                    <a:pt x="1105853" y="850845"/>
                  </a:lnTo>
                  <a:lnTo>
                    <a:pt x="1096645" y="835601"/>
                  </a:lnTo>
                  <a:lnTo>
                    <a:pt x="1087755" y="820038"/>
                  </a:lnTo>
                  <a:lnTo>
                    <a:pt x="1079183" y="803841"/>
                  </a:lnTo>
                  <a:lnTo>
                    <a:pt x="1070928" y="787643"/>
                  </a:lnTo>
                  <a:lnTo>
                    <a:pt x="1063625" y="770811"/>
                  </a:lnTo>
                  <a:lnTo>
                    <a:pt x="1056323" y="753978"/>
                  </a:lnTo>
                  <a:lnTo>
                    <a:pt x="1049655" y="737145"/>
                  </a:lnTo>
                  <a:lnTo>
                    <a:pt x="1043305" y="719677"/>
                  </a:lnTo>
                  <a:lnTo>
                    <a:pt x="1037273" y="702209"/>
                  </a:lnTo>
                  <a:lnTo>
                    <a:pt x="1031558" y="684106"/>
                  </a:lnTo>
                  <a:lnTo>
                    <a:pt x="1026795" y="666321"/>
                  </a:lnTo>
                  <a:lnTo>
                    <a:pt x="1020763" y="664415"/>
                  </a:lnTo>
                  <a:lnTo>
                    <a:pt x="1015365" y="662827"/>
                  </a:lnTo>
                  <a:lnTo>
                    <a:pt x="1009650" y="659969"/>
                  </a:lnTo>
                  <a:lnTo>
                    <a:pt x="1004253" y="657110"/>
                  </a:lnTo>
                  <a:lnTo>
                    <a:pt x="998855" y="653617"/>
                  </a:lnTo>
                  <a:lnTo>
                    <a:pt x="993775" y="650441"/>
                  </a:lnTo>
                  <a:lnTo>
                    <a:pt x="989013" y="646312"/>
                  </a:lnTo>
                  <a:lnTo>
                    <a:pt x="984250" y="642183"/>
                  </a:lnTo>
                  <a:lnTo>
                    <a:pt x="979805" y="637737"/>
                  </a:lnTo>
                  <a:lnTo>
                    <a:pt x="975360" y="632973"/>
                  </a:lnTo>
                  <a:lnTo>
                    <a:pt x="970598" y="627891"/>
                  </a:lnTo>
                  <a:lnTo>
                    <a:pt x="966788" y="622492"/>
                  </a:lnTo>
                  <a:lnTo>
                    <a:pt x="962978" y="617411"/>
                  </a:lnTo>
                  <a:lnTo>
                    <a:pt x="959168" y="611376"/>
                  </a:lnTo>
                  <a:lnTo>
                    <a:pt x="955358" y="605660"/>
                  </a:lnTo>
                  <a:lnTo>
                    <a:pt x="952500" y="599625"/>
                  </a:lnTo>
                  <a:lnTo>
                    <a:pt x="949325" y="593591"/>
                  </a:lnTo>
                  <a:lnTo>
                    <a:pt x="946468" y="587239"/>
                  </a:lnTo>
                  <a:lnTo>
                    <a:pt x="943610" y="580887"/>
                  </a:lnTo>
                  <a:lnTo>
                    <a:pt x="941388" y="574535"/>
                  </a:lnTo>
                  <a:lnTo>
                    <a:pt x="939165" y="567865"/>
                  </a:lnTo>
                  <a:lnTo>
                    <a:pt x="937260" y="561196"/>
                  </a:lnTo>
                  <a:lnTo>
                    <a:pt x="935355" y="554526"/>
                  </a:lnTo>
                  <a:lnTo>
                    <a:pt x="934085" y="547857"/>
                  </a:lnTo>
                  <a:lnTo>
                    <a:pt x="932815" y="541505"/>
                  </a:lnTo>
                  <a:lnTo>
                    <a:pt x="931863" y="534835"/>
                  </a:lnTo>
                  <a:lnTo>
                    <a:pt x="930910" y="528166"/>
                  </a:lnTo>
                  <a:lnTo>
                    <a:pt x="930593" y="521496"/>
                  </a:lnTo>
                  <a:lnTo>
                    <a:pt x="930275" y="515144"/>
                  </a:lnTo>
                  <a:lnTo>
                    <a:pt x="930275" y="508792"/>
                  </a:lnTo>
                  <a:lnTo>
                    <a:pt x="930593" y="502440"/>
                  </a:lnTo>
                  <a:lnTo>
                    <a:pt x="931228" y="496088"/>
                  </a:lnTo>
                  <a:lnTo>
                    <a:pt x="932498" y="488148"/>
                  </a:lnTo>
                  <a:lnTo>
                    <a:pt x="934403" y="480526"/>
                  </a:lnTo>
                  <a:lnTo>
                    <a:pt x="936625" y="473539"/>
                  </a:lnTo>
                  <a:lnTo>
                    <a:pt x="939165" y="466869"/>
                  </a:lnTo>
                  <a:lnTo>
                    <a:pt x="942023" y="460835"/>
                  </a:lnTo>
                  <a:lnTo>
                    <a:pt x="945515" y="455436"/>
                  </a:lnTo>
                  <a:lnTo>
                    <a:pt x="949325" y="450037"/>
                  </a:lnTo>
                  <a:lnTo>
                    <a:pt x="953770" y="445273"/>
                  </a:lnTo>
                  <a:lnTo>
                    <a:pt x="958215" y="440826"/>
                  </a:lnTo>
                  <a:lnTo>
                    <a:pt x="962978" y="437015"/>
                  </a:lnTo>
                  <a:lnTo>
                    <a:pt x="968058" y="433204"/>
                  </a:lnTo>
                  <a:lnTo>
                    <a:pt x="973773" y="430345"/>
                  </a:lnTo>
                  <a:lnTo>
                    <a:pt x="979805" y="427805"/>
                  </a:lnTo>
                  <a:lnTo>
                    <a:pt x="985520" y="425264"/>
                  </a:lnTo>
                  <a:lnTo>
                    <a:pt x="992188" y="423358"/>
                  </a:lnTo>
                  <a:lnTo>
                    <a:pt x="998855" y="421453"/>
                  </a:lnTo>
                  <a:lnTo>
                    <a:pt x="1000443" y="399538"/>
                  </a:lnTo>
                  <a:lnTo>
                    <a:pt x="1002983" y="377942"/>
                  </a:lnTo>
                  <a:lnTo>
                    <a:pt x="1006475" y="356663"/>
                  </a:lnTo>
                  <a:lnTo>
                    <a:pt x="1010603" y="336019"/>
                  </a:lnTo>
                  <a:lnTo>
                    <a:pt x="1015365" y="315057"/>
                  </a:lnTo>
                  <a:lnTo>
                    <a:pt x="1020763" y="295049"/>
                  </a:lnTo>
                  <a:lnTo>
                    <a:pt x="1027748" y="275358"/>
                  </a:lnTo>
                  <a:lnTo>
                    <a:pt x="1034733" y="256302"/>
                  </a:lnTo>
                  <a:lnTo>
                    <a:pt x="1042353" y="237564"/>
                  </a:lnTo>
                  <a:lnTo>
                    <a:pt x="1051243" y="219143"/>
                  </a:lnTo>
                  <a:lnTo>
                    <a:pt x="1060768" y="201675"/>
                  </a:lnTo>
                  <a:lnTo>
                    <a:pt x="1065530" y="193417"/>
                  </a:lnTo>
                  <a:lnTo>
                    <a:pt x="1070610" y="184842"/>
                  </a:lnTo>
                  <a:lnTo>
                    <a:pt x="1076008" y="176585"/>
                  </a:lnTo>
                  <a:lnTo>
                    <a:pt x="1081405" y="168327"/>
                  </a:lnTo>
                  <a:lnTo>
                    <a:pt x="1087120" y="160070"/>
                  </a:lnTo>
                  <a:lnTo>
                    <a:pt x="1092835" y="152447"/>
                  </a:lnTo>
                  <a:lnTo>
                    <a:pt x="1098868" y="144507"/>
                  </a:lnTo>
                  <a:lnTo>
                    <a:pt x="1104900" y="137202"/>
                  </a:lnTo>
                  <a:lnTo>
                    <a:pt x="1111250" y="129580"/>
                  </a:lnTo>
                  <a:lnTo>
                    <a:pt x="1117600" y="122593"/>
                  </a:lnTo>
                  <a:lnTo>
                    <a:pt x="1124268" y="115606"/>
                  </a:lnTo>
                  <a:lnTo>
                    <a:pt x="1131253" y="108619"/>
                  </a:lnTo>
                  <a:lnTo>
                    <a:pt x="1137920" y="101949"/>
                  </a:lnTo>
                  <a:lnTo>
                    <a:pt x="1144905" y="95597"/>
                  </a:lnTo>
                  <a:lnTo>
                    <a:pt x="1152525" y="89245"/>
                  </a:lnTo>
                  <a:lnTo>
                    <a:pt x="1159828" y="82893"/>
                  </a:lnTo>
                  <a:lnTo>
                    <a:pt x="1167130" y="76859"/>
                  </a:lnTo>
                  <a:lnTo>
                    <a:pt x="1175068" y="71460"/>
                  </a:lnTo>
                  <a:lnTo>
                    <a:pt x="1183005" y="65743"/>
                  </a:lnTo>
                  <a:lnTo>
                    <a:pt x="1190943" y="60661"/>
                  </a:lnTo>
                  <a:lnTo>
                    <a:pt x="1198880" y="55262"/>
                  </a:lnTo>
                  <a:lnTo>
                    <a:pt x="1207453" y="50498"/>
                  </a:lnTo>
                  <a:lnTo>
                    <a:pt x="1216025" y="45734"/>
                  </a:lnTo>
                  <a:lnTo>
                    <a:pt x="1224598" y="41288"/>
                  </a:lnTo>
                  <a:lnTo>
                    <a:pt x="1233170" y="36841"/>
                  </a:lnTo>
                  <a:lnTo>
                    <a:pt x="1242060" y="32713"/>
                  </a:lnTo>
                  <a:lnTo>
                    <a:pt x="1250950" y="28902"/>
                  </a:lnTo>
                  <a:lnTo>
                    <a:pt x="1260158" y="25408"/>
                  </a:lnTo>
                  <a:lnTo>
                    <a:pt x="1269365" y="21914"/>
                  </a:lnTo>
                  <a:lnTo>
                    <a:pt x="1278890" y="19056"/>
                  </a:lnTo>
                  <a:lnTo>
                    <a:pt x="1288415" y="15880"/>
                  </a:lnTo>
                  <a:lnTo>
                    <a:pt x="1297940" y="13339"/>
                  </a:lnTo>
                  <a:lnTo>
                    <a:pt x="1307783" y="10798"/>
                  </a:lnTo>
                  <a:lnTo>
                    <a:pt x="1317625" y="8575"/>
                  </a:lnTo>
                  <a:lnTo>
                    <a:pt x="1327785" y="6670"/>
                  </a:lnTo>
                  <a:lnTo>
                    <a:pt x="1337945" y="4764"/>
                  </a:lnTo>
                  <a:lnTo>
                    <a:pt x="1348105" y="3494"/>
                  </a:lnTo>
                  <a:lnTo>
                    <a:pt x="1358583" y="2223"/>
                  </a:lnTo>
                  <a:lnTo>
                    <a:pt x="1369060" y="1588"/>
                  </a:lnTo>
                  <a:lnTo>
                    <a:pt x="1379855" y="635"/>
                  </a:lnTo>
                  <a:lnTo>
                    <a:pt x="1390650" y="318"/>
                  </a:lnTo>
                  <a:lnTo>
                    <a:pt x="1401445" y="0"/>
                  </a:lnTo>
                  <a:close/>
                </a:path>
              </a:pathLst>
            </a:custGeom>
            <a:solidFill>
              <a:schemeClr val="bg1"/>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sz="1015">
                <a:solidFill>
                  <a:srgbClr val="FFFFFF"/>
                </a:solidFill>
                <a:latin typeface="+mn-lt"/>
                <a:ea typeface="+mn-ea"/>
                <a:cs typeface="+mn-ea"/>
                <a:sym typeface="+mn-lt"/>
              </a:endParaRPr>
            </a:p>
          </p:txBody>
        </p:sp>
        <p:sp>
          <p:nvSpPr>
            <p:cNvPr id="3" name="文本框 2"/>
            <p:cNvSpPr txBox="1"/>
            <p:nvPr/>
          </p:nvSpPr>
          <p:spPr>
            <a:xfrm>
              <a:off x="6600" y="2023"/>
              <a:ext cx="1679" cy="924"/>
            </a:xfrm>
            <a:prstGeom prst="rect">
              <a:avLst/>
            </a:prstGeom>
            <a:noFill/>
          </p:spPr>
          <p:txBody>
            <a:bodyPr wrap="none" rtlCol="0" anchor="t">
              <a:spAutoFit/>
            </a:bodyPr>
            <a:lstStyle/>
            <a:p>
              <a:pPr algn="ctr">
                <a:lnSpc>
                  <a:spcPts val="2020"/>
                </a:lnSpc>
                <a:spcBef>
                  <a:spcPct val="0"/>
                </a:spcBef>
                <a:buFontTx/>
                <a:buNone/>
              </a:pPr>
              <a:r>
                <a:rPr lang="en-US" altLang="zh-CN" sz="1600" b="1">
                  <a:solidFill>
                    <a:schemeClr val="bg1"/>
                  </a:solidFill>
                  <a:latin typeface="Times New Roman" panose="02020503050405090304" pitchFamily="18" charset="0"/>
                  <a:ea typeface="宋体" pitchFamily="2" charset="-122"/>
                  <a:cs typeface="+mn-ea"/>
                  <a:sym typeface="+mn-lt"/>
                </a:rPr>
                <a:t>jieba</a:t>
              </a:r>
              <a:r>
                <a:rPr lang="zh-CN" altLang="en-US" sz="1600" b="1" dirty="0">
                  <a:solidFill>
                    <a:schemeClr val="bg1"/>
                  </a:solidFill>
                  <a:latin typeface="Times New Roman" panose="02020503050405090304" pitchFamily="18" charset="0"/>
                  <a:ea typeface="宋体" pitchFamily="2" charset="-122"/>
                  <a:cs typeface="+mn-ea"/>
                  <a:sym typeface="+mn-lt"/>
                </a:rPr>
                <a:t>分词</a:t>
              </a:r>
              <a:endParaRPr lang="zh-CN" altLang="en-US" sz="1600" b="1" dirty="0">
                <a:solidFill>
                  <a:schemeClr val="bg1"/>
                </a:solidFill>
                <a:latin typeface="Times New Roman" panose="02020503050405090304" pitchFamily="18" charset="0"/>
                <a:ea typeface="宋体" pitchFamily="2" charset="-122"/>
                <a:cs typeface="+mn-ea"/>
                <a:sym typeface="+mn-lt"/>
              </a:endParaRPr>
            </a:p>
            <a:p>
              <a:pPr algn="ctr">
                <a:lnSpc>
                  <a:spcPts val="2020"/>
                </a:lnSpc>
                <a:spcBef>
                  <a:spcPct val="0"/>
                </a:spcBef>
                <a:buFontTx/>
                <a:buNone/>
              </a:pPr>
              <a:r>
                <a:rPr lang="zh-CN" altLang="en-US" sz="1600" b="1" dirty="0">
                  <a:solidFill>
                    <a:schemeClr val="bg1"/>
                  </a:solidFill>
                  <a:latin typeface="Times New Roman" panose="02020503050405090304" pitchFamily="18" charset="0"/>
                  <a:ea typeface="宋体" pitchFamily="2" charset="-122"/>
                  <a:cs typeface="+mn-ea"/>
                  <a:sym typeface="+mn-lt"/>
                </a:rPr>
                <a:t>基本应用</a:t>
              </a:r>
              <a:endParaRPr lang="zh-CN" altLang="en-US" sz="1600" b="1" dirty="0">
                <a:solidFill>
                  <a:schemeClr val="bg1"/>
                </a:solidFill>
                <a:latin typeface="Times New Roman" panose="02020503050405090304" pitchFamily="18" charset="0"/>
                <a:ea typeface="宋体" pitchFamily="2" charset="-122"/>
                <a:cs typeface="+mn-ea"/>
                <a:sym typeface="+mn-lt"/>
              </a:endParaRPr>
            </a:p>
          </p:txBody>
        </p:sp>
      </p:grpSp>
      <p:sp>
        <p:nvSpPr>
          <p:cNvPr id="7" name="文本框 6" descr="7b0a202020202262756c6c6574223a20227b5c2263617465676f727949645c223a31303030362c5c2274656d706c61746549645c223a32303233313134327d220a7d0a"/>
          <p:cNvSpPr txBox="1"/>
          <p:nvPr/>
        </p:nvSpPr>
        <p:spPr>
          <a:xfrm>
            <a:off x="227330" y="1818640"/>
            <a:ext cx="1586865" cy="870788"/>
          </a:xfrm>
          <a:prstGeom prst="round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indent="0">
              <a:lnSpc>
                <a:spcPct val="150000"/>
              </a:lnSpc>
              <a:buNone/>
            </a:pPr>
            <a:r>
              <a:rPr sz="1000" dirty="0">
                <a:latin typeface="Times New Roman" panose="02020503050405090304" pitchFamily="18" charset="0"/>
                <a:ea typeface="宋体" pitchFamily="2" charset="-122"/>
                <a:cs typeface="+mn-ea"/>
                <a:sym typeface="+mn-lt"/>
              </a:rPr>
              <a:t>主要有两个方法 ：</a:t>
            </a:r>
            <a:endParaRPr sz="1000" dirty="0">
              <a:latin typeface="Times New Roman" panose="02020503050405090304" pitchFamily="18" charset="0"/>
              <a:ea typeface="宋体" pitchFamily="2" charset="-122"/>
              <a:cs typeface="+mn-ea"/>
              <a:sym typeface="+mn-lt"/>
            </a:endParaRPr>
          </a:p>
          <a:p>
            <a:pPr>
              <a:lnSpc>
                <a:spcPct val="150000"/>
              </a:lnSpc>
              <a:buBlip>
                <a:blip r:embed="rId2"/>
              </a:buBlip>
            </a:pPr>
            <a:r>
              <a:rPr sz="1000" dirty="0">
                <a:latin typeface="Times New Roman" panose="02020503050405090304" pitchFamily="18" charset="0"/>
                <a:ea typeface="宋体" pitchFamily="2" charset="-122"/>
                <a:cs typeface="+mn-ea"/>
                <a:sym typeface="+mn-lt"/>
              </a:rPr>
              <a:t>jieba.cut</a:t>
            </a:r>
            <a:endParaRPr sz="1000" dirty="0">
              <a:latin typeface="Times New Roman" panose="02020503050405090304" pitchFamily="18" charset="0"/>
              <a:ea typeface="宋体" pitchFamily="2" charset="-122"/>
              <a:cs typeface="+mn-ea"/>
              <a:sym typeface="+mn-lt"/>
            </a:endParaRPr>
          </a:p>
          <a:p>
            <a:pPr>
              <a:lnSpc>
                <a:spcPct val="150000"/>
              </a:lnSpc>
              <a:buBlip>
                <a:blip r:embed="rId2"/>
              </a:buBlip>
            </a:pPr>
            <a:r>
              <a:rPr sz="1000" dirty="0">
                <a:latin typeface="Times New Roman" panose="02020503050405090304" pitchFamily="18" charset="0"/>
                <a:ea typeface="宋体" pitchFamily="2" charset="-122"/>
                <a:cs typeface="+mn-ea"/>
                <a:sym typeface="+mn-lt"/>
              </a:rPr>
              <a:t>jieba.cut_for_ search</a:t>
            </a:r>
            <a:endParaRPr sz="1000" dirty="0">
              <a:latin typeface="Times New Roman" panose="02020503050405090304" pitchFamily="18" charset="0"/>
              <a:ea typeface="宋体" pitchFamily="2" charset="-122"/>
              <a:cs typeface="+mn-ea"/>
              <a:sym typeface="+mn-lt"/>
            </a:endParaRPr>
          </a:p>
        </p:txBody>
      </p:sp>
      <p:sp>
        <p:nvSpPr>
          <p:cNvPr id="8" name="文本框 7" descr="7b0a202020202262756c6c6574223a20227b5c2263617465676f727949645c223a31303030362c5c2274656d706c61746549645c223a32303233313132337d220a7d0a"/>
          <p:cNvSpPr txBox="1"/>
          <p:nvPr/>
        </p:nvSpPr>
        <p:spPr>
          <a:xfrm>
            <a:off x="1907540" y="1818640"/>
            <a:ext cx="1823085" cy="868390"/>
          </a:xfrm>
          <a:prstGeom prst="round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buBlip>
                <a:blip r:embed="rId3"/>
              </a:buBlip>
            </a:pPr>
            <a:r>
              <a:rPr sz="1000" dirty="0">
                <a:latin typeface="Times New Roman" panose="02020503050405090304" pitchFamily="18" charset="0"/>
                <a:ea typeface="宋体" pitchFamily="2" charset="-122"/>
                <a:cs typeface="+mn-ea"/>
                <a:sym typeface="+mn-lt"/>
              </a:rPr>
              <a:t>“ ”：待分词的字符串</a:t>
            </a:r>
            <a:endParaRPr sz="1000" dirty="0">
              <a:latin typeface="Times New Roman" panose="02020503050405090304" pitchFamily="18" charset="0"/>
              <a:ea typeface="宋体" pitchFamily="2" charset="-122"/>
              <a:cs typeface="+mn-ea"/>
              <a:sym typeface="+mn-lt"/>
            </a:endParaRPr>
          </a:p>
          <a:p>
            <a:pPr>
              <a:lnSpc>
                <a:spcPct val="150000"/>
              </a:lnSpc>
              <a:buBlip>
                <a:blip r:embed="rId3"/>
              </a:buBlip>
            </a:pPr>
            <a:r>
              <a:rPr lang="zh-CN" altLang="en-US" sz="1000" dirty="0">
                <a:latin typeface="Times New Roman" panose="02020503050405090304" pitchFamily="18" charset="0"/>
                <a:ea typeface="宋体" pitchFamily="2" charset="-122"/>
                <a:sym typeface="+mn-ea"/>
              </a:rPr>
              <a:t>cut_all：是否采用全模式</a:t>
            </a:r>
            <a:endParaRPr lang="zh-CN" altLang="en-US" sz="1000" dirty="0">
              <a:latin typeface="Times New Roman" panose="02020503050405090304" pitchFamily="18" charset="0"/>
              <a:ea typeface="宋体" pitchFamily="2" charset="-122"/>
              <a:sym typeface="+mn-ea"/>
            </a:endParaRPr>
          </a:p>
          <a:p>
            <a:pPr>
              <a:lnSpc>
                <a:spcPct val="150000"/>
              </a:lnSpc>
              <a:buBlip>
                <a:blip r:embed="rId3"/>
              </a:buBlip>
            </a:pPr>
            <a:r>
              <a:rPr lang="zh-CN" altLang="en-US" sz="1000" dirty="0">
                <a:latin typeface="Times New Roman" panose="02020503050405090304" pitchFamily="18" charset="0"/>
                <a:ea typeface="宋体" pitchFamily="2" charset="-122"/>
                <a:sym typeface="+mn-ea"/>
              </a:rPr>
              <a:t>HMM：</a:t>
            </a:r>
            <a:r>
              <a:rPr lang="zh-CN" altLang="en-US" sz="1000">
                <a:latin typeface="Times New Roman" panose="02020503050405090304" pitchFamily="18" charset="0"/>
                <a:ea typeface="宋体" pitchFamily="2" charset="-122"/>
                <a:sym typeface="+mn-ea"/>
              </a:rPr>
              <a:t>是否用HMM模型</a:t>
            </a:r>
            <a:endParaRPr sz="1000" dirty="0">
              <a:latin typeface="Times New Roman" panose="02020503050405090304" pitchFamily="18" charset="0"/>
              <a:ea typeface="宋体" pitchFamily="2" charset="-122"/>
              <a:cs typeface="+mn-ea"/>
              <a:sym typeface="+mn-lt"/>
            </a:endParaRPr>
          </a:p>
        </p:txBody>
      </p:sp>
      <p:sp>
        <p:nvSpPr>
          <p:cNvPr id="10" name="文本框 9"/>
          <p:cNvSpPr txBox="1"/>
          <p:nvPr/>
        </p:nvSpPr>
        <p:spPr>
          <a:xfrm>
            <a:off x="3794761" y="3225165"/>
            <a:ext cx="2033892" cy="582571"/>
          </a:xfrm>
          <a:prstGeom prst="round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sz="1000" dirty="0">
                <a:latin typeface="Times New Roman" panose="02020503050405090304" pitchFamily="18" charset="0"/>
                <a:ea typeface="宋体" pitchFamily="2" charset="-122"/>
                <a:cs typeface="+mn-ea"/>
                <a:sym typeface="+mn-lt"/>
              </a:rPr>
              <a:t>如果文本中有没在词典中的词</a:t>
            </a:r>
            <a:r>
              <a:rPr sz="1000">
                <a:latin typeface="Times New Roman" panose="02020503050405090304" pitchFamily="18" charset="0"/>
                <a:ea typeface="宋体" pitchFamily="2" charset="-122"/>
                <a:cs typeface="+mn-ea"/>
                <a:sym typeface="+mn-lt"/>
              </a:rPr>
              <a:t>， 也会被Viterbi算法识别出来</a:t>
            </a:r>
            <a:r>
              <a:rPr sz="1000" dirty="0">
                <a:latin typeface="Times New Roman" panose="02020503050405090304" pitchFamily="18" charset="0"/>
                <a:ea typeface="宋体" pitchFamily="2" charset="-122"/>
                <a:cs typeface="+mn-ea"/>
                <a:sym typeface="+mn-lt"/>
              </a:rPr>
              <a:t>。 </a:t>
            </a:r>
            <a:endParaRPr sz="1000" dirty="0">
              <a:latin typeface="Times New Roman" panose="02020503050405090304" pitchFamily="18" charset="0"/>
              <a:ea typeface="宋体" pitchFamily="2" charset="-122"/>
              <a:cs typeface="+mn-ea"/>
              <a:sym typeface="+mn-lt"/>
            </a:endParaRPr>
          </a:p>
        </p:txBody>
      </p:sp>
      <p:sp>
        <p:nvSpPr>
          <p:cNvPr id="12" name="文本框 11"/>
          <p:cNvSpPr txBox="1"/>
          <p:nvPr/>
        </p:nvSpPr>
        <p:spPr>
          <a:xfrm>
            <a:off x="5998210" y="1816100"/>
            <a:ext cx="2704465" cy="1638545"/>
          </a:xfrm>
          <a:prstGeom prst="round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sz="1000" dirty="0">
                <a:latin typeface="Times New Roman" panose="02020503050405090304" pitchFamily="18" charset="0"/>
                <a:ea typeface="宋体" pitchFamily="2" charset="-122"/>
                <a:cs typeface="+mn-ea"/>
                <a:sym typeface="+mn-lt"/>
              </a:rPr>
              <a:t>①加载词典。可以建立自己定义的词典</a:t>
            </a:r>
            <a:r>
              <a:rPr sz="1000">
                <a:latin typeface="Times New Roman" panose="02020503050405090304" pitchFamily="18" charset="0"/>
                <a:ea typeface="宋体" pitchFamily="2" charset="-122"/>
                <a:cs typeface="+mn-ea"/>
                <a:sym typeface="+mn-lt"/>
              </a:rPr>
              <a:t>，来补充jieba词库里没有的词</a:t>
            </a:r>
            <a:r>
              <a:rPr sz="1000" dirty="0">
                <a:latin typeface="Times New Roman" panose="02020503050405090304" pitchFamily="18" charset="0"/>
                <a:ea typeface="宋体" pitchFamily="2" charset="-122"/>
                <a:cs typeface="+mn-ea"/>
                <a:sym typeface="+mn-lt"/>
              </a:rPr>
              <a:t>。</a:t>
            </a:r>
            <a:endParaRPr sz="1000" dirty="0">
              <a:latin typeface="Times New Roman" panose="02020503050405090304" pitchFamily="18" charset="0"/>
              <a:ea typeface="宋体" pitchFamily="2" charset="-122"/>
              <a:cs typeface="+mn-ea"/>
              <a:sym typeface="+mn-lt"/>
            </a:endParaRPr>
          </a:p>
          <a:p>
            <a:pPr>
              <a:lnSpc>
                <a:spcPct val="150000"/>
              </a:lnSpc>
            </a:pPr>
            <a:r>
              <a:rPr lang="zh-CN" altLang="en-US" sz="1000" dirty="0">
                <a:latin typeface="Times New Roman" panose="02020503050405090304" pitchFamily="18" charset="0"/>
                <a:ea typeface="宋体" pitchFamily="2" charset="-122"/>
                <a:sym typeface="+mn-ea"/>
              </a:rPr>
              <a:t>用法 ：jieba.load_userdict(file_name)。</a:t>
            </a:r>
            <a:endParaRPr lang="zh-CN" altLang="en-US" sz="1000" dirty="0">
              <a:latin typeface="Times New Roman" panose="02020503050405090304" pitchFamily="18" charset="0"/>
              <a:ea typeface="宋体" pitchFamily="2" charset="-122"/>
              <a:sym typeface="+mn-ea"/>
            </a:endParaRPr>
          </a:p>
          <a:p>
            <a:pPr>
              <a:lnSpc>
                <a:spcPct val="150000"/>
              </a:lnSpc>
            </a:pPr>
            <a:r>
              <a:rPr lang="zh-CN" altLang="en-US" sz="1000" dirty="0">
                <a:latin typeface="Times New Roman" panose="02020503050405090304" pitchFamily="18" charset="0"/>
                <a:ea typeface="宋体" pitchFamily="2" charset="-122"/>
                <a:sym typeface="+mn-ea"/>
              </a:rPr>
              <a:t>注意：词典格式同 dict.txt ，一词占一行；每行三部分：词语、词频（可省略）、 词性（可省略），空格隔开，顺序不可颠倒。</a:t>
            </a:r>
            <a:endParaRPr sz="1000" dirty="0">
              <a:latin typeface="Times New Roman" panose="02020503050405090304" pitchFamily="18" charset="0"/>
              <a:ea typeface="宋体" pitchFamily="2" charset="-122"/>
              <a:cs typeface="+mn-ea"/>
              <a:sym typeface="+mn-lt"/>
            </a:endParaRPr>
          </a:p>
        </p:txBody>
      </p:sp>
      <p:sp>
        <p:nvSpPr>
          <p:cNvPr id="13" name="文本框 12"/>
          <p:cNvSpPr txBox="1"/>
          <p:nvPr/>
        </p:nvSpPr>
        <p:spPr>
          <a:xfrm>
            <a:off x="6036310" y="3606165"/>
            <a:ext cx="2796794" cy="1124416"/>
          </a:xfrm>
          <a:prstGeom prst="round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sz="1000" dirty="0">
                <a:latin typeface="Times New Roman" panose="02020503050405090304" pitchFamily="18" charset="0"/>
                <a:ea typeface="宋体" pitchFamily="2" charset="-122"/>
                <a:cs typeface="+mn-ea"/>
                <a:sym typeface="+mn-lt"/>
              </a:rPr>
              <a:t>②调整词典。更改分词器</a:t>
            </a:r>
            <a:r>
              <a:rPr sz="1000">
                <a:latin typeface="Times New Roman" panose="02020503050405090304" pitchFamily="18" charset="0"/>
                <a:ea typeface="宋体" pitchFamily="2" charset="-122"/>
                <a:cs typeface="+mn-ea"/>
                <a:sym typeface="+mn-lt"/>
              </a:rPr>
              <a:t>（默认为jieba.dt）的tmp_dir和cache_file属性</a:t>
            </a:r>
            <a:r>
              <a:rPr sz="1000" dirty="0">
                <a:latin typeface="Times New Roman" panose="02020503050405090304" pitchFamily="18" charset="0"/>
                <a:ea typeface="宋体" pitchFamily="2" charset="-122"/>
                <a:cs typeface="+mn-ea"/>
                <a:sym typeface="+mn-lt"/>
              </a:rPr>
              <a:t>，可分别指定缓存文件所在的文件夹及其文件名，用于受限的文件系统。</a:t>
            </a:r>
            <a:endParaRPr sz="1000" dirty="0">
              <a:latin typeface="Times New Roman" panose="02020503050405090304" pitchFamily="18" charset="0"/>
              <a:ea typeface="宋体" pitchFamily="2" charset="-122"/>
              <a:cs typeface="+mn-ea"/>
              <a:sym typeface="+mn-lt"/>
            </a:endParaRPr>
          </a:p>
        </p:txBody>
      </p:sp>
      <p:cxnSp>
        <p:nvCxnSpPr>
          <p:cNvPr id="14" name="直接连接符 13"/>
          <p:cNvCxnSpPr>
            <a:stCxn id="6" idx="6"/>
            <a:endCxn id="5" idx="46"/>
          </p:cNvCxnSpPr>
          <p:nvPr/>
        </p:nvCxnSpPr>
        <p:spPr>
          <a:xfrm flipV="1">
            <a:off x="2440940" y="1311910"/>
            <a:ext cx="1470025" cy="6350"/>
          </a:xfrm>
          <a:prstGeom prst="line">
            <a:avLst/>
          </a:prstGeom>
          <a:solidFill>
            <a:srgbClr val="DC5C31"/>
          </a:solidFill>
          <a:ln>
            <a:solidFill>
              <a:srgbClr val="CECCCC"/>
            </a:solidFill>
          </a:ln>
        </p:spPr>
        <p:style>
          <a:lnRef idx="2">
            <a:schemeClr val="accent1">
              <a:shade val="50000"/>
            </a:schemeClr>
          </a:lnRef>
          <a:fillRef idx="1">
            <a:schemeClr val="accent1"/>
          </a:fillRef>
          <a:effectRef idx="0">
            <a:schemeClr val="accent1"/>
          </a:effectRef>
          <a:fontRef idx="minor">
            <a:schemeClr val="lt1"/>
          </a:fontRef>
        </p:style>
      </p:cxnSp>
      <p:cxnSp>
        <p:nvCxnSpPr>
          <p:cNvPr id="15" name="直接连接符 14"/>
          <p:cNvCxnSpPr/>
          <p:nvPr/>
        </p:nvCxnSpPr>
        <p:spPr>
          <a:xfrm>
            <a:off x="5546090" y="1316990"/>
            <a:ext cx="1472565" cy="0"/>
          </a:xfrm>
          <a:prstGeom prst="line">
            <a:avLst/>
          </a:prstGeom>
          <a:solidFill>
            <a:srgbClr val="DC5C31"/>
          </a:solidFill>
          <a:ln>
            <a:solidFill>
              <a:srgbClr val="CECCCC"/>
            </a:solidFill>
          </a:ln>
        </p:spPr>
        <p:style>
          <a:lnRef idx="2">
            <a:schemeClr val="accent1">
              <a:shade val="50000"/>
            </a:schemeClr>
          </a:lnRef>
          <a:fillRef idx="1">
            <a:schemeClr val="accent1"/>
          </a:fillRef>
          <a:effectRef idx="0">
            <a:schemeClr val="accent1"/>
          </a:effectRef>
          <a:fontRef idx="minor">
            <a:schemeClr val="lt1"/>
          </a:fontRef>
        </p:style>
      </p:cxnSp>
      <p:grpSp>
        <p:nvGrpSpPr>
          <p:cNvPr id="25" name="组合 24"/>
          <p:cNvGrpSpPr/>
          <p:nvPr/>
        </p:nvGrpSpPr>
        <p:grpSpPr>
          <a:xfrm>
            <a:off x="1609725" y="950595"/>
            <a:ext cx="911860" cy="735330"/>
            <a:chOff x="2557" y="1614"/>
            <a:chExt cx="1436" cy="1158"/>
          </a:xfrm>
        </p:grpSpPr>
        <p:sp>
          <p:nvSpPr>
            <p:cNvPr id="6" name="椭圆 5"/>
            <p:cNvSpPr/>
            <p:nvPr/>
          </p:nvSpPr>
          <p:spPr>
            <a:xfrm>
              <a:off x="2692" y="1614"/>
              <a:ext cx="1174" cy="1158"/>
            </a:xfrm>
            <a:prstGeom prst="ellipse">
              <a:avLst/>
            </a:prstGeom>
            <a:solidFill>
              <a:srgbClr val="00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cs typeface="+mn-ea"/>
                <a:sym typeface="+mn-lt"/>
              </a:endParaRPr>
            </a:p>
          </p:txBody>
        </p:sp>
        <p:sp>
          <p:nvSpPr>
            <p:cNvPr id="16" name="文本框 15"/>
            <p:cNvSpPr txBox="1"/>
            <p:nvPr/>
          </p:nvSpPr>
          <p:spPr>
            <a:xfrm>
              <a:off x="2557" y="1974"/>
              <a:ext cx="1436" cy="434"/>
            </a:xfrm>
            <a:prstGeom prst="rect">
              <a:avLst/>
            </a:prstGeom>
            <a:noFill/>
          </p:spPr>
          <p:txBody>
            <a:bodyPr wrap="square" rtlCol="0">
              <a:spAutoFit/>
            </a:bodyPr>
            <a:lstStyle/>
            <a:p>
              <a:pPr algn="ctr"/>
              <a:r>
                <a:rPr lang="zh-CN" altLang="en-US" sz="1200" dirty="0">
                  <a:solidFill>
                    <a:schemeClr val="bg1"/>
                  </a:solidFill>
                  <a:latin typeface="Times New Roman" panose="02020503050405090304" pitchFamily="18" charset="0"/>
                  <a:ea typeface="宋体" pitchFamily="2" charset="-122"/>
                  <a:cs typeface="+mn-ea"/>
                  <a:sym typeface="+mn-lt"/>
                </a:rPr>
                <a:t>分词</a:t>
              </a:r>
              <a:endParaRPr lang="zh-CN" altLang="en-US" sz="1200" dirty="0">
                <a:solidFill>
                  <a:schemeClr val="bg1"/>
                </a:solidFill>
                <a:latin typeface="Times New Roman" panose="02020503050405090304" pitchFamily="18" charset="0"/>
                <a:ea typeface="宋体" pitchFamily="2" charset="-122"/>
                <a:cs typeface="+mn-ea"/>
                <a:sym typeface="+mn-lt"/>
              </a:endParaRPr>
            </a:p>
          </p:txBody>
        </p:sp>
      </p:grpSp>
      <p:grpSp>
        <p:nvGrpSpPr>
          <p:cNvPr id="24" name="组合 23"/>
          <p:cNvGrpSpPr/>
          <p:nvPr/>
        </p:nvGrpSpPr>
        <p:grpSpPr>
          <a:xfrm>
            <a:off x="6910705" y="964565"/>
            <a:ext cx="895350" cy="735330"/>
            <a:chOff x="10430" y="1614"/>
            <a:chExt cx="1410" cy="1158"/>
          </a:xfrm>
        </p:grpSpPr>
        <p:sp>
          <p:nvSpPr>
            <p:cNvPr id="11" name="椭圆 10"/>
            <p:cNvSpPr/>
            <p:nvPr/>
          </p:nvSpPr>
          <p:spPr>
            <a:xfrm>
              <a:off x="10557" y="1614"/>
              <a:ext cx="1174" cy="1158"/>
            </a:xfrm>
            <a:prstGeom prst="ellipse">
              <a:avLst/>
            </a:prstGeom>
            <a:solidFill>
              <a:srgbClr val="8CC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cs typeface="+mn-ea"/>
                <a:sym typeface="+mn-lt"/>
              </a:endParaRPr>
            </a:p>
          </p:txBody>
        </p:sp>
        <p:sp>
          <p:nvSpPr>
            <p:cNvPr id="17" name="文本框 16"/>
            <p:cNvSpPr txBox="1"/>
            <p:nvPr/>
          </p:nvSpPr>
          <p:spPr>
            <a:xfrm>
              <a:off x="10430" y="1831"/>
              <a:ext cx="1410" cy="725"/>
            </a:xfrm>
            <a:prstGeom prst="rect">
              <a:avLst/>
            </a:prstGeom>
            <a:noFill/>
          </p:spPr>
          <p:txBody>
            <a:bodyPr wrap="square" rtlCol="0">
              <a:spAutoFit/>
            </a:bodyPr>
            <a:lstStyle/>
            <a:p>
              <a:pPr algn="ctr"/>
              <a:r>
                <a:rPr lang="zh-CN" altLang="en-US" sz="1200" dirty="0">
                  <a:solidFill>
                    <a:schemeClr val="bg1"/>
                  </a:solidFill>
                  <a:effectLst/>
                  <a:latin typeface="Times New Roman" panose="02020503050405090304" pitchFamily="18" charset="0"/>
                  <a:ea typeface="宋体" pitchFamily="2" charset="-122"/>
                  <a:cs typeface="+mn-ea"/>
                  <a:sym typeface="+mn-lt"/>
                </a:rPr>
                <a:t>自定义</a:t>
              </a:r>
              <a:endParaRPr lang="zh-CN" altLang="en-US" sz="1200" dirty="0">
                <a:solidFill>
                  <a:schemeClr val="bg1"/>
                </a:solidFill>
                <a:effectLst/>
                <a:latin typeface="Times New Roman" panose="02020503050405090304" pitchFamily="18" charset="0"/>
                <a:ea typeface="宋体" pitchFamily="2" charset="-122"/>
                <a:cs typeface="+mn-ea"/>
                <a:sym typeface="+mn-lt"/>
              </a:endParaRPr>
            </a:p>
            <a:p>
              <a:pPr algn="ctr"/>
              <a:r>
                <a:rPr lang="zh-CN" altLang="en-US" sz="1200" dirty="0">
                  <a:solidFill>
                    <a:schemeClr val="bg1"/>
                  </a:solidFill>
                  <a:effectLst/>
                  <a:latin typeface="Times New Roman" panose="02020503050405090304" pitchFamily="18" charset="0"/>
                  <a:ea typeface="宋体" pitchFamily="2" charset="-122"/>
                  <a:cs typeface="+mn-ea"/>
                  <a:sym typeface="+mn-lt"/>
                </a:rPr>
                <a:t>词典</a:t>
              </a:r>
              <a:endParaRPr lang="zh-CN" altLang="en-US" sz="1200" dirty="0">
                <a:solidFill>
                  <a:schemeClr val="bg1"/>
                </a:solidFill>
                <a:effectLst/>
                <a:latin typeface="Times New Roman" panose="02020503050405090304" pitchFamily="18" charset="0"/>
                <a:ea typeface="宋体" pitchFamily="2" charset="-122"/>
                <a:cs typeface="+mn-ea"/>
                <a:sym typeface="+mn-lt"/>
              </a:endParaRPr>
            </a:p>
          </p:txBody>
        </p:sp>
      </p:grpSp>
      <p:grpSp>
        <p:nvGrpSpPr>
          <p:cNvPr id="27" name="组合 26"/>
          <p:cNvGrpSpPr/>
          <p:nvPr/>
        </p:nvGrpSpPr>
        <p:grpSpPr>
          <a:xfrm>
            <a:off x="4286885" y="2337435"/>
            <a:ext cx="857250" cy="735330"/>
            <a:chOff x="6751" y="3681"/>
            <a:chExt cx="1350" cy="1158"/>
          </a:xfrm>
        </p:grpSpPr>
        <p:sp>
          <p:nvSpPr>
            <p:cNvPr id="9" name="椭圆 8"/>
            <p:cNvSpPr/>
            <p:nvPr/>
          </p:nvSpPr>
          <p:spPr>
            <a:xfrm>
              <a:off x="6840" y="3681"/>
              <a:ext cx="1174" cy="1158"/>
            </a:xfrm>
            <a:prstGeom prst="ellipse">
              <a:avLst/>
            </a:prstGeom>
            <a:solidFill>
              <a:srgbClr val="004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cs typeface="+mn-ea"/>
                <a:sym typeface="+mn-lt"/>
              </a:endParaRPr>
            </a:p>
          </p:txBody>
        </p:sp>
        <p:sp>
          <p:nvSpPr>
            <p:cNvPr id="18" name="文本框 17"/>
            <p:cNvSpPr txBox="1"/>
            <p:nvPr/>
          </p:nvSpPr>
          <p:spPr>
            <a:xfrm>
              <a:off x="6751" y="3898"/>
              <a:ext cx="1351" cy="725"/>
            </a:xfrm>
            <a:prstGeom prst="rect">
              <a:avLst/>
            </a:prstGeom>
            <a:noFill/>
          </p:spPr>
          <p:txBody>
            <a:bodyPr wrap="square" rtlCol="0">
              <a:spAutoFit/>
            </a:bodyPr>
            <a:lstStyle/>
            <a:p>
              <a:pPr algn="ctr"/>
              <a:r>
                <a:rPr lang="zh-CN" altLang="en-US" sz="1200" dirty="0">
                  <a:solidFill>
                    <a:schemeClr val="bg1"/>
                  </a:solidFill>
                  <a:latin typeface="Times New Roman" panose="02020503050405090304" pitchFamily="18" charset="0"/>
                  <a:ea typeface="宋体" pitchFamily="2" charset="-122"/>
                  <a:cs typeface="+mn-ea"/>
                  <a:sym typeface="+mn-lt"/>
                </a:rPr>
                <a:t>新词</a:t>
              </a:r>
              <a:endParaRPr lang="zh-CN" altLang="en-US" sz="1200" dirty="0">
                <a:solidFill>
                  <a:schemeClr val="bg1"/>
                </a:solidFill>
                <a:latin typeface="Times New Roman" panose="02020503050405090304" pitchFamily="18" charset="0"/>
                <a:ea typeface="宋体" pitchFamily="2" charset="-122"/>
                <a:cs typeface="+mn-ea"/>
                <a:sym typeface="+mn-lt"/>
              </a:endParaRPr>
            </a:p>
            <a:p>
              <a:pPr algn="ctr"/>
              <a:r>
                <a:rPr lang="zh-CN" altLang="en-US" sz="1200" dirty="0">
                  <a:solidFill>
                    <a:schemeClr val="bg1"/>
                  </a:solidFill>
                  <a:latin typeface="Times New Roman" panose="02020503050405090304" pitchFamily="18" charset="0"/>
                  <a:ea typeface="宋体" pitchFamily="2" charset="-122"/>
                  <a:cs typeface="+mn-ea"/>
                  <a:sym typeface="+mn-lt"/>
                </a:rPr>
                <a:t>识别</a:t>
              </a:r>
              <a:endParaRPr lang="zh-CN" altLang="en-US" sz="1200" dirty="0">
                <a:solidFill>
                  <a:schemeClr val="bg1"/>
                </a:solidFill>
                <a:latin typeface="Times New Roman" panose="02020503050405090304" pitchFamily="18" charset="0"/>
                <a:ea typeface="宋体" pitchFamily="2" charset="-122"/>
                <a:cs typeface="+mn-ea"/>
                <a:sym typeface="+mn-lt"/>
              </a:endParaRPr>
            </a:p>
          </p:txBody>
        </p:sp>
      </p:grpSp>
      <p:grpSp>
        <p:nvGrpSpPr>
          <p:cNvPr id="26" name="组合 25"/>
          <p:cNvGrpSpPr/>
          <p:nvPr/>
        </p:nvGrpSpPr>
        <p:grpSpPr>
          <a:xfrm>
            <a:off x="1522730" y="1927225"/>
            <a:ext cx="586740" cy="410210"/>
            <a:chOff x="2443" y="3361"/>
            <a:chExt cx="924" cy="646"/>
          </a:xfrm>
        </p:grpSpPr>
        <p:sp>
          <p:nvSpPr>
            <p:cNvPr id="4" name="椭圆 3"/>
            <p:cNvSpPr/>
            <p:nvPr/>
          </p:nvSpPr>
          <p:spPr>
            <a:xfrm>
              <a:off x="2580" y="3361"/>
              <a:ext cx="646" cy="646"/>
            </a:xfrm>
            <a:prstGeom prst="ellips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p>
          </p:txBody>
        </p:sp>
        <p:sp>
          <p:nvSpPr>
            <p:cNvPr id="22" name="文本框 21"/>
            <p:cNvSpPr txBox="1"/>
            <p:nvPr/>
          </p:nvSpPr>
          <p:spPr>
            <a:xfrm>
              <a:off x="2443" y="3476"/>
              <a:ext cx="924" cy="386"/>
            </a:xfrm>
            <a:prstGeom prst="rect">
              <a:avLst/>
            </a:prstGeom>
            <a:noFill/>
          </p:spPr>
          <p:txBody>
            <a:bodyPr wrap="square" rtlCol="0">
              <a:spAutoFit/>
            </a:bodyPr>
            <a:lstStyle/>
            <a:p>
              <a:pPr algn="ctr"/>
              <a:r>
                <a:rPr lang="zh-CN" altLang="en-US" sz="1000" dirty="0">
                  <a:solidFill>
                    <a:schemeClr val="accent6">
                      <a:lumMod val="75000"/>
                    </a:schemeClr>
                  </a:solidFill>
                  <a:latin typeface="Times New Roman" panose="02020503050405090304" pitchFamily="18" charset="0"/>
                  <a:ea typeface="宋体" pitchFamily="2" charset="-122"/>
                  <a:cs typeface="+mn-ea"/>
                  <a:sym typeface="+mn-lt"/>
                </a:rPr>
                <a:t>参数</a:t>
              </a:r>
              <a:endParaRPr lang="zh-CN" altLang="en-US" sz="1000" dirty="0">
                <a:solidFill>
                  <a:schemeClr val="accent6">
                    <a:lumMod val="75000"/>
                  </a:schemeClr>
                </a:solidFill>
                <a:latin typeface="Times New Roman" panose="02020503050405090304" pitchFamily="18" charset="0"/>
                <a:ea typeface="宋体" pitchFamily="2" charset="-122"/>
                <a:cs typeface="+mn-ea"/>
                <a:sym typeface="+mn-lt"/>
              </a:endParaRPr>
            </a:p>
          </p:txBody>
        </p:sp>
      </p:grpSp>
      <p:sp>
        <p:nvSpPr>
          <p:cNvPr id="23" name="文本框 22"/>
          <p:cNvSpPr txBox="1"/>
          <p:nvPr/>
        </p:nvSpPr>
        <p:spPr>
          <a:xfrm>
            <a:off x="227330" y="2821940"/>
            <a:ext cx="3503295" cy="2147704"/>
          </a:xfrm>
          <a:prstGeom prst="round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lang="zh-CN" altLang="en-US" sz="1000" dirty="0">
                <a:latin typeface="Times New Roman" panose="02020503050405090304" pitchFamily="18" charset="0"/>
                <a:ea typeface="宋体" pitchFamily="2" charset="-122"/>
                <a:sym typeface="+mn-ea"/>
              </a:rPr>
              <a:t>注意事项：</a:t>
            </a:r>
            <a:endParaRPr lang="zh-CN" altLang="en-US" sz="1000" dirty="0">
              <a:latin typeface="Times New Roman" panose="02020503050405090304" pitchFamily="18" charset="0"/>
              <a:ea typeface="宋体" pitchFamily="2" charset="-122"/>
            </a:endParaRPr>
          </a:p>
          <a:p>
            <a:pPr>
              <a:lnSpc>
                <a:spcPct val="150000"/>
              </a:lnSpc>
            </a:pPr>
            <a:r>
              <a:rPr lang="zh-CN" altLang="en-US" sz="1000" dirty="0">
                <a:latin typeface="Times New Roman" panose="02020503050405090304" pitchFamily="18" charset="0"/>
                <a:ea typeface="宋体" pitchFamily="2" charset="-122"/>
                <a:sym typeface="+mn-ea"/>
              </a:rPr>
              <a:t>1）待分词字符串可以是 Unicode、UTF-8、</a:t>
            </a:r>
            <a:r>
              <a:rPr lang="zh-CN" altLang="en-US" sz="1000" dirty="0">
                <a:solidFill>
                  <a:srgbClr val="FF0000"/>
                </a:solidFill>
                <a:latin typeface="Times New Roman" panose="02020503050405090304" pitchFamily="18" charset="0"/>
                <a:ea typeface="宋体" pitchFamily="2" charset="-122"/>
                <a:sym typeface="+mn-ea"/>
              </a:rPr>
              <a:t>GBK 字符串（不建议输入）。</a:t>
            </a:r>
            <a:endParaRPr lang="zh-CN" altLang="en-US" sz="1000" dirty="0">
              <a:latin typeface="Times New Roman" panose="02020503050405090304" pitchFamily="18" charset="0"/>
              <a:ea typeface="宋体" pitchFamily="2" charset="-122"/>
            </a:endParaRPr>
          </a:p>
          <a:p>
            <a:pPr>
              <a:lnSpc>
                <a:spcPct val="150000"/>
              </a:lnSpc>
            </a:pPr>
            <a:r>
              <a:rPr lang="zh-CN" altLang="en-US" sz="1000" dirty="0">
                <a:latin typeface="Times New Roman" panose="02020503050405090304" pitchFamily="18" charset="0"/>
                <a:ea typeface="宋体" pitchFamily="2" charset="-122"/>
                <a:sym typeface="+mn-ea"/>
              </a:rPr>
              <a:t>2）两个方法返回都是一个可</a:t>
            </a:r>
            <a:r>
              <a:rPr lang="zh-CN" altLang="en-US" sz="1000">
                <a:latin typeface="Times New Roman" panose="02020503050405090304" pitchFamily="18" charset="0"/>
                <a:ea typeface="宋体" pitchFamily="2" charset="-122"/>
                <a:sym typeface="+mn-ea"/>
              </a:rPr>
              <a:t>迭代的generator，可以用 for循环</a:t>
            </a:r>
            <a:r>
              <a:rPr lang="zh-CN" altLang="en-US" sz="1000" dirty="0">
                <a:latin typeface="Times New Roman" panose="02020503050405090304" pitchFamily="18" charset="0"/>
                <a:ea typeface="宋体" pitchFamily="2" charset="-122"/>
                <a:sym typeface="+mn-ea"/>
              </a:rPr>
              <a:t>来获得分词后得到的每个词语，也可以用两个方法</a:t>
            </a:r>
            <a:r>
              <a:rPr lang="zh-CN" altLang="en-US" sz="1000">
                <a:latin typeface="Times New Roman" panose="02020503050405090304" pitchFamily="18" charset="0"/>
                <a:ea typeface="宋体" pitchFamily="2" charset="-122"/>
                <a:sym typeface="+mn-ea"/>
              </a:rPr>
              <a:t>直接返回list</a:t>
            </a:r>
            <a:r>
              <a:rPr lang="zh-CN" altLang="en-US" sz="1000" dirty="0">
                <a:latin typeface="Times New Roman" panose="02020503050405090304" pitchFamily="18" charset="0"/>
                <a:ea typeface="宋体" pitchFamily="2" charset="-122"/>
                <a:sym typeface="+mn-ea"/>
              </a:rPr>
              <a:t>。 </a:t>
            </a:r>
            <a:endParaRPr lang="zh-CN" altLang="en-US" sz="1000" dirty="0">
              <a:latin typeface="Times New Roman" panose="02020503050405090304" pitchFamily="18" charset="0"/>
              <a:ea typeface="宋体" pitchFamily="2" charset="-122"/>
            </a:endParaRPr>
          </a:p>
          <a:p>
            <a:pPr>
              <a:lnSpc>
                <a:spcPct val="150000"/>
              </a:lnSpc>
            </a:pPr>
            <a:r>
              <a:rPr lang="zh-CN" altLang="en-US" sz="1000" dirty="0">
                <a:latin typeface="Times New Roman" panose="02020503050405090304" pitchFamily="18" charset="0"/>
                <a:ea typeface="宋体" pitchFamily="2" charset="-122"/>
                <a:sym typeface="+mn-ea"/>
              </a:rPr>
              <a:t>3</a:t>
            </a:r>
            <a:r>
              <a:rPr lang="zh-CN" altLang="en-US" sz="1000">
                <a:latin typeface="Times New Roman" panose="02020503050405090304" pitchFamily="18" charset="0"/>
                <a:ea typeface="宋体" pitchFamily="2" charset="-122"/>
                <a:sym typeface="+mn-ea"/>
              </a:rPr>
              <a:t>）通过jieba</a:t>
            </a:r>
            <a:r>
              <a:rPr lang="zh-CN" altLang="en-US" sz="1000" dirty="0">
                <a:latin typeface="Times New Roman" panose="02020503050405090304" pitchFamily="18" charset="0"/>
                <a:ea typeface="宋体" pitchFamily="2" charset="-122"/>
                <a:sym typeface="+mn-ea"/>
              </a:rPr>
              <a:t>.Tokenizer(dictionary=DEFAULT_DICT) 可以新建自定义分词器，可用于同时使用不同词典。 </a:t>
            </a:r>
            <a:endParaRPr sz="1000" dirty="0">
              <a:latin typeface="Times New Roman" panose="02020503050405090304" pitchFamily="18" charset="0"/>
              <a:ea typeface="宋体" pitchFamily="2" charset="-122"/>
              <a:cs typeface="+mn-ea"/>
              <a:sym typeface="+mn-lt"/>
            </a:endParaRPr>
          </a:p>
        </p:txBody>
      </p:sp>
      <p:cxnSp>
        <p:nvCxnSpPr>
          <p:cNvPr id="29" name="直接连接符 28"/>
          <p:cNvCxnSpPr/>
          <p:nvPr/>
        </p:nvCxnSpPr>
        <p:spPr>
          <a:xfrm flipH="1">
            <a:off x="1168400" y="1478915"/>
            <a:ext cx="561340" cy="32639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2420620" y="1440815"/>
            <a:ext cx="538480" cy="38735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4723765" y="3073400"/>
            <a:ext cx="0" cy="151765"/>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6484620" y="1492885"/>
            <a:ext cx="561340" cy="32639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7717790" y="1440815"/>
            <a:ext cx="538480" cy="38735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8278495" y="3444240"/>
            <a:ext cx="0" cy="151765"/>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6484620" y="3454400"/>
            <a:ext cx="0" cy="151765"/>
          </a:xfrm>
          <a:prstGeom prst="line">
            <a:avLst/>
          </a:prstGeom>
        </p:spPr>
        <p:style>
          <a:lnRef idx="1">
            <a:schemeClr val="accent1"/>
          </a:lnRef>
          <a:fillRef idx="0">
            <a:schemeClr val="accent1"/>
          </a:fillRef>
          <a:effectRef idx="0">
            <a:schemeClr val="accent1"/>
          </a:effectRef>
          <a:fontRef idx="minor">
            <a:schemeClr val="tx1"/>
          </a:fontRef>
        </p:style>
      </p:cxnSp>
      <p:sp>
        <p:nvSpPr>
          <p:cNvPr id="21" name="标题 20"/>
          <p:cNvSpPr>
            <a:spLocks noGrp="1"/>
          </p:cNvSpPr>
          <p:nvPr>
            <p:ph type="title"/>
          </p:nvPr>
        </p:nvSpPr>
        <p:spPr/>
        <p:txBody>
          <a:bodyPr/>
          <a:lstStyle/>
          <a:p>
            <a:r>
              <a:rPr lang="zh-CN" altLang="en-US" sz="2400" b="1">
                <a:solidFill>
                  <a:srgbClr val="004C41"/>
                </a:solidFill>
                <a:ea typeface="宋体" pitchFamily="2" charset="-122"/>
                <a:cs typeface="+mn-ea"/>
                <a:sym typeface="+mn-lt"/>
              </a:rPr>
              <a:t>2.</a:t>
            </a:r>
            <a:r>
              <a:rPr lang="en-US" altLang="zh-CN" sz="2400" b="1">
                <a:solidFill>
                  <a:srgbClr val="004C41"/>
                </a:solidFill>
                <a:ea typeface="宋体" pitchFamily="2" charset="-122"/>
                <a:cs typeface="+mn-ea"/>
                <a:sym typeface="+mn-lt"/>
              </a:rPr>
              <a:t>j</a:t>
            </a:r>
            <a:r>
              <a:rPr lang="zh-CN" altLang="en-US" sz="2400" b="1">
                <a:solidFill>
                  <a:srgbClr val="004C41"/>
                </a:solidFill>
                <a:ea typeface="宋体" pitchFamily="2" charset="-122"/>
                <a:cs typeface="+mn-ea"/>
                <a:sym typeface="+mn-lt"/>
              </a:rPr>
              <a:t>ieba分词——（4）基本应用</a:t>
            </a:r>
            <a:endParaRPr lang="zh-CN" altLang="en-US">
              <a:ea typeface="宋体" pitchFamily="2" charset="-122"/>
            </a:endParaRPr>
          </a:p>
        </p:txBody>
      </p:sp>
      <p:sp>
        <p:nvSpPr>
          <p:cNvPr id="2" name="日期占位符 1"/>
          <p:cNvSpPr>
            <a:spLocks noGrp="1"/>
          </p:cNvSpPr>
          <p:nvPr>
            <p:ph type="dt" sz="half" idx="10"/>
          </p:nvPr>
        </p:nvSpPr>
        <p:spPr/>
        <p:txBody>
          <a:bodyPr/>
          <a:lstStyle/>
          <a:p>
            <a:fld id="{F0697BFC-BFB7-4572-B8D2-8C65C1EAF703}"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19" name="灯片编号占位符 18"/>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p:cTn id="7" dur="500" fill="hold"/>
                                        <p:tgtEl>
                                          <p:spTgt spid="28"/>
                                        </p:tgtEl>
                                        <p:attrNameLst>
                                          <p:attrName>ppt_w</p:attrName>
                                        </p:attrNameLst>
                                      </p:cBhvr>
                                      <p:tavLst>
                                        <p:tav tm="0">
                                          <p:val>
                                            <p:fltVal val="0"/>
                                          </p:val>
                                        </p:tav>
                                        <p:tav tm="100000">
                                          <p:val>
                                            <p:strVal val="#ppt_w"/>
                                          </p:val>
                                        </p:tav>
                                      </p:tavLst>
                                    </p:anim>
                                    <p:anim calcmode="lin" valueType="num">
                                      <p:cBhvr>
                                        <p:cTn id="8" dur="500" fill="hold"/>
                                        <p:tgtEl>
                                          <p:spTgt spid="28"/>
                                        </p:tgtEl>
                                        <p:attrNameLst>
                                          <p:attrName>ppt_h</p:attrName>
                                        </p:attrNameLst>
                                      </p:cBhvr>
                                      <p:tavLst>
                                        <p:tav tm="0">
                                          <p:val>
                                            <p:fltVal val="0"/>
                                          </p:val>
                                        </p:tav>
                                        <p:tav tm="100000">
                                          <p:val>
                                            <p:strVal val="#ppt_h"/>
                                          </p:val>
                                        </p:tav>
                                      </p:tavLst>
                                    </p:anim>
                                    <p:animEffect transition="in" filter="fade">
                                      <p:cBhvr>
                                        <p:cTn id="9" dur="500"/>
                                        <p:tgtEl>
                                          <p:spTgt spid="28"/>
                                        </p:tgtEl>
                                      </p:cBhvr>
                                    </p:animEffect>
                                  </p:childTnLst>
                                </p:cTn>
                              </p:par>
                              <p:par>
                                <p:cTn id="10" presetID="53" presetClass="entr" presetSubtype="16" fill="hold" nodeType="with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p:cTn id="12" dur="500" fill="hold"/>
                                        <p:tgtEl>
                                          <p:spTgt spid="14"/>
                                        </p:tgtEl>
                                        <p:attrNameLst>
                                          <p:attrName>ppt_w</p:attrName>
                                        </p:attrNameLst>
                                      </p:cBhvr>
                                      <p:tavLst>
                                        <p:tav tm="0">
                                          <p:val>
                                            <p:fltVal val="0"/>
                                          </p:val>
                                        </p:tav>
                                        <p:tav tm="100000">
                                          <p:val>
                                            <p:strVal val="#ppt_w"/>
                                          </p:val>
                                        </p:tav>
                                      </p:tavLst>
                                    </p:anim>
                                    <p:anim calcmode="lin" valueType="num">
                                      <p:cBhvr>
                                        <p:cTn id="13" dur="500" fill="hold"/>
                                        <p:tgtEl>
                                          <p:spTgt spid="14"/>
                                        </p:tgtEl>
                                        <p:attrNameLst>
                                          <p:attrName>ppt_h</p:attrName>
                                        </p:attrNameLst>
                                      </p:cBhvr>
                                      <p:tavLst>
                                        <p:tav tm="0">
                                          <p:val>
                                            <p:fltVal val="0"/>
                                          </p:val>
                                        </p:tav>
                                        <p:tav tm="100000">
                                          <p:val>
                                            <p:strVal val="#ppt_h"/>
                                          </p:val>
                                        </p:tav>
                                      </p:tavLst>
                                    </p:anim>
                                    <p:animEffect transition="in" filter="fade">
                                      <p:cBhvr>
                                        <p:cTn id="14" dur="500"/>
                                        <p:tgtEl>
                                          <p:spTgt spid="14"/>
                                        </p:tgtEl>
                                      </p:cBhvr>
                                    </p:animEffect>
                                  </p:childTnLst>
                                </p:cTn>
                              </p:par>
                              <p:par>
                                <p:cTn id="15" presetID="53" presetClass="entr" presetSubtype="16"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p:cTn id="17" dur="500" fill="hold"/>
                                        <p:tgtEl>
                                          <p:spTgt spid="15"/>
                                        </p:tgtEl>
                                        <p:attrNameLst>
                                          <p:attrName>ppt_w</p:attrName>
                                        </p:attrNameLst>
                                      </p:cBhvr>
                                      <p:tavLst>
                                        <p:tav tm="0">
                                          <p:val>
                                            <p:fltVal val="0"/>
                                          </p:val>
                                        </p:tav>
                                        <p:tav tm="100000">
                                          <p:val>
                                            <p:strVal val="#ppt_w"/>
                                          </p:val>
                                        </p:tav>
                                      </p:tavLst>
                                    </p:anim>
                                    <p:anim calcmode="lin" valueType="num">
                                      <p:cBhvr>
                                        <p:cTn id="18" dur="500" fill="hold"/>
                                        <p:tgtEl>
                                          <p:spTgt spid="15"/>
                                        </p:tgtEl>
                                        <p:attrNameLst>
                                          <p:attrName>ppt_h</p:attrName>
                                        </p:attrNameLst>
                                      </p:cBhvr>
                                      <p:tavLst>
                                        <p:tav tm="0">
                                          <p:val>
                                            <p:fltVal val="0"/>
                                          </p:val>
                                        </p:tav>
                                        <p:tav tm="100000">
                                          <p:val>
                                            <p:strVal val="#ppt_h"/>
                                          </p:val>
                                        </p:tav>
                                      </p:tavLst>
                                    </p:anim>
                                    <p:animEffect transition="in" filter="fade">
                                      <p:cBhvr>
                                        <p:cTn id="19" dur="500"/>
                                        <p:tgtEl>
                                          <p:spTgt spid="15"/>
                                        </p:tgtEl>
                                      </p:cBhvr>
                                    </p:animEffect>
                                  </p:childTnLst>
                                </p:cTn>
                              </p:par>
                              <p:par>
                                <p:cTn id="20" presetID="53" presetClass="entr" presetSubtype="16"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 calcmode="lin" valueType="num">
                                      <p:cBhvr>
                                        <p:cTn id="22" dur="500" fill="hold"/>
                                        <p:tgtEl>
                                          <p:spTgt spid="25"/>
                                        </p:tgtEl>
                                        <p:attrNameLst>
                                          <p:attrName>ppt_w</p:attrName>
                                        </p:attrNameLst>
                                      </p:cBhvr>
                                      <p:tavLst>
                                        <p:tav tm="0">
                                          <p:val>
                                            <p:fltVal val="0"/>
                                          </p:val>
                                        </p:tav>
                                        <p:tav tm="100000">
                                          <p:val>
                                            <p:strVal val="#ppt_w"/>
                                          </p:val>
                                        </p:tav>
                                      </p:tavLst>
                                    </p:anim>
                                    <p:anim calcmode="lin" valueType="num">
                                      <p:cBhvr>
                                        <p:cTn id="23" dur="500" fill="hold"/>
                                        <p:tgtEl>
                                          <p:spTgt spid="25"/>
                                        </p:tgtEl>
                                        <p:attrNameLst>
                                          <p:attrName>ppt_h</p:attrName>
                                        </p:attrNameLst>
                                      </p:cBhvr>
                                      <p:tavLst>
                                        <p:tav tm="0">
                                          <p:val>
                                            <p:fltVal val="0"/>
                                          </p:val>
                                        </p:tav>
                                        <p:tav tm="100000">
                                          <p:val>
                                            <p:strVal val="#ppt_h"/>
                                          </p:val>
                                        </p:tav>
                                      </p:tavLst>
                                    </p:anim>
                                    <p:animEffect transition="in" filter="fade">
                                      <p:cBhvr>
                                        <p:cTn id="24" dur="500"/>
                                        <p:tgtEl>
                                          <p:spTgt spid="25"/>
                                        </p:tgtEl>
                                      </p:cBhvr>
                                    </p:animEffect>
                                  </p:childTnLst>
                                </p:cTn>
                              </p:par>
                              <p:par>
                                <p:cTn id="25" presetID="53" presetClass="entr" presetSubtype="16"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anim calcmode="lin" valueType="num">
                                      <p:cBhvr>
                                        <p:cTn id="27" dur="500" fill="hold"/>
                                        <p:tgtEl>
                                          <p:spTgt spid="24"/>
                                        </p:tgtEl>
                                        <p:attrNameLst>
                                          <p:attrName>ppt_w</p:attrName>
                                        </p:attrNameLst>
                                      </p:cBhvr>
                                      <p:tavLst>
                                        <p:tav tm="0">
                                          <p:val>
                                            <p:fltVal val="0"/>
                                          </p:val>
                                        </p:tav>
                                        <p:tav tm="100000">
                                          <p:val>
                                            <p:strVal val="#ppt_w"/>
                                          </p:val>
                                        </p:tav>
                                      </p:tavLst>
                                    </p:anim>
                                    <p:anim calcmode="lin" valueType="num">
                                      <p:cBhvr>
                                        <p:cTn id="28" dur="500" fill="hold"/>
                                        <p:tgtEl>
                                          <p:spTgt spid="24"/>
                                        </p:tgtEl>
                                        <p:attrNameLst>
                                          <p:attrName>ppt_h</p:attrName>
                                        </p:attrNameLst>
                                      </p:cBhvr>
                                      <p:tavLst>
                                        <p:tav tm="0">
                                          <p:val>
                                            <p:fltVal val="0"/>
                                          </p:val>
                                        </p:tav>
                                        <p:tav tm="100000">
                                          <p:val>
                                            <p:strVal val="#ppt_h"/>
                                          </p:val>
                                        </p:tav>
                                      </p:tavLst>
                                    </p:anim>
                                    <p:animEffect transition="in" filter="fade">
                                      <p:cBhvr>
                                        <p:cTn id="29" dur="500"/>
                                        <p:tgtEl>
                                          <p:spTgt spid="24"/>
                                        </p:tgtEl>
                                      </p:cBhvr>
                                    </p:animEffect>
                                  </p:childTnLst>
                                </p:cTn>
                              </p:par>
                              <p:par>
                                <p:cTn id="30" presetID="53" presetClass="entr" presetSubtype="16" fill="hold" nodeType="withEffect">
                                  <p:stCondLst>
                                    <p:cond delay="0"/>
                                  </p:stCondLst>
                                  <p:childTnLst>
                                    <p:set>
                                      <p:cBhvr>
                                        <p:cTn id="31" dur="1" fill="hold">
                                          <p:stCondLst>
                                            <p:cond delay="0"/>
                                          </p:stCondLst>
                                        </p:cTn>
                                        <p:tgtEl>
                                          <p:spTgt spid="27"/>
                                        </p:tgtEl>
                                        <p:attrNameLst>
                                          <p:attrName>style.visibility</p:attrName>
                                        </p:attrNameLst>
                                      </p:cBhvr>
                                      <p:to>
                                        <p:strVal val="visible"/>
                                      </p:to>
                                    </p:set>
                                    <p:anim calcmode="lin" valueType="num">
                                      <p:cBhvr>
                                        <p:cTn id="32" dur="500" fill="hold"/>
                                        <p:tgtEl>
                                          <p:spTgt spid="27"/>
                                        </p:tgtEl>
                                        <p:attrNameLst>
                                          <p:attrName>ppt_w</p:attrName>
                                        </p:attrNameLst>
                                      </p:cBhvr>
                                      <p:tavLst>
                                        <p:tav tm="0">
                                          <p:val>
                                            <p:fltVal val="0"/>
                                          </p:val>
                                        </p:tav>
                                        <p:tav tm="100000">
                                          <p:val>
                                            <p:strVal val="#ppt_w"/>
                                          </p:val>
                                        </p:tav>
                                      </p:tavLst>
                                    </p:anim>
                                    <p:anim calcmode="lin" valueType="num">
                                      <p:cBhvr>
                                        <p:cTn id="33" dur="500" fill="hold"/>
                                        <p:tgtEl>
                                          <p:spTgt spid="27"/>
                                        </p:tgtEl>
                                        <p:attrNameLst>
                                          <p:attrName>ppt_h</p:attrName>
                                        </p:attrNameLst>
                                      </p:cBhvr>
                                      <p:tavLst>
                                        <p:tav tm="0">
                                          <p:val>
                                            <p:fltVal val="0"/>
                                          </p:val>
                                        </p:tav>
                                        <p:tav tm="100000">
                                          <p:val>
                                            <p:strVal val="#ppt_h"/>
                                          </p:val>
                                        </p:tav>
                                      </p:tavLst>
                                    </p:anim>
                                    <p:animEffect transition="in" filter="fade">
                                      <p:cBhvr>
                                        <p:cTn id="34" dur="5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wipe(up)">
                                      <p:cBhvr>
                                        <p:cTn id="39" dur="500"/>
                                        <p:tgtEl>
                                          <p:spTgt spid="29"/>
                                        </p:tgtEl>
                                      </p:cBhvr>
                                    </p:animEffect>
                                  </p:childTnLst>
                                </p:cTn>
                              </p:par>
                            </p:childTnLst>
                          </p:cTn>
                        </p:par>
                        <p:par>
                          <p:cTn id="40" fill="hold">
                            <p:stCondLst>
                              <p:cond delay="500"/>
                            </p:stCondLst>
                            <p:childTnLst>
                              <p:par>
                                <p:cTn id="41" presetID="22" presetClass="entr" presetSubtype="1" fill="hold" grpId="0" nodeType="after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wipe(up)">
                                      <p:cBhvr>
                                        <p:cTn id="43" dur="500"/>
                                        <p:tgtEl>
                                          <p:spTgt spid="7"/>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wipe(left)">
                                      <p:cBhvr>
                                        <p:cTn id="48" dur="500"/>
                                        <p:tgtEl>
                                          <p:spTgt spid="26"/>
                                        </p:tgtEl>
                                      </p:cBhvr>
                                    </p:animEffect>
                                  </p:childTnLst>
                                </p:cTn>
                              </p:par>
                            </p:childTnLst>
                          </p:cTn>
                        </p:par>
                        <p:par>
                          <p:cTn id="49" fill="hold">
                            <p:stCondLst>
                              <p:cond delay="500"/>
                            </p:stCondLst>
                            <p:childTnLst>
                              <p:par>
                                <p:cTn id="50" presetID="22" presetClass="entr" presetSubtype="1" fill="hold" nodeType="after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wipe(up)">
                                      <p:cBhvr>
                                        <p:cTn id="52" dur="500"/>
                                        <p:tgtEl>
                                          <p:spTgt spid="30"/>
                                        </p:tgtEl>
                                      </p:cBhvr>
                                    </p:animEffect>
                                  </p:childTnLst>
                                </p:cTn>
                              </p:par>
                            </p:childTnLst>
                          </p:cTn>
                        </p:par>
                        <p:par>
                          <p:cTn id="53" fill="hold">
                            <p:stCondLst>
                              <p:cond delay="1000"/>
                            </p:stCondLst>
                            <p:childTnLst>
                              <p:par>
                                <p:cTn id="54" presetID="22" presetClass="entr" presetSubtype="8" fill="hold" grpId="0" nodeType="afterEffect">
                                  <p:stCondLst>
                                    <p:cond delay="0"/>
                                  </p:stCondLst>
                                  <p:childTnLst>
                                    <p:set>
                                      <p:cBhvr>
                                        <p:cTn id="55" dur="1" fill="hold">
                                          <p:stCondLst>
                                            <p:cond delay="0"/>
                                          </p:stCondLst>
                                        </p:cTn>
                                        <p:tgtEl>
                                          <p:spTgt spid="8"/>
                                        </p:tgtEl>
                                        <p:attrNameLst>
                                          <p:attrName>style.visibility</p:attrName>
                                        </p:attrNameLst>
                                      </p:cBhvr>
                                      <p:to>
                                        <p:strVal val="visible"/>
                                      </p:to>
                                    </p:set>
                                    <p:animEffect transition="in" filter="wipe(left)">
                                      <p:cBhvr>
                                        <p:cTn id="56" dur="500"/>
                                        <p:tgtEl>
                                          <p:spTgt spid="8"/>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nodeType="click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wipe(up)">
                                      <p:cBhvr>
                                        <p:cTn id="61" dur="500"/>
                                        <p:tgtEl>
                                          <p:spTgt spid="31"/>
                                        </p:tgtEl>
                                      </p:cBhvr>
                                    </p:animEffect>
                                  </p:childTnLst>
                                </p:cTn>
                              </p:par>
                              <p:par>
                                <p:cTn id="62" presetID="22" presetClass="entr" presetSubtype="1" fill="hold" nodeType="withEffect">
                                  <p:stCondLst>
                                    <p:cond delay="0"/>
                                  </p:stCondLst>
                                  <p:childTnLst>
                                    <p:set>
                                      <p:cBhvr>
                                        <p:cTn id="63" dur="1" fill="hold">
                                          <p:stCondLst>
                                            <p:cond delay="0"/>
                                          </p:stCondLst>
                                        </p:cTn>
                                        <p:tgtEl>
                                          <p:spTgt spid="32"/>
                                        </p:tgtEl>
                                        <p:attrNameLst>
                                          <p:attrName>style.visibility</p:attrName>
                                        </p:attrNameLst>
                                      </p:cBhvr>
                                      <p:to>
                                        <p:strVal val="visible"/>
                                      </p:to>
                                    </p:set>
                                    <p:animEffect transition="in" filter="wipe(up)">
                                      <p:cBhvr>
                                        <p:cTn id="64" dur="500"/>
                                        <p:tgtEl>
                                          <p:spTgt spid="32"/>
                                        </p:tgtEl>
                                      </p:cBhvr>
                                    </p:animEffect>
                                  </p:childTnLst>
                                </p:cTn>
                              </p:par>
                            </p:childTnLst>
                          </p:cTn>
                        </p:par>
                        <p:par>
                          <p:cTn id="65" fill="hold">
                            <p:stCondLst>
                              <p:cond delay="500"/>
                            </p:stCondLst>
                            <p:childTnLst>
                              <p:par>
                                <p:cTn id="66" presetID="22" presetClass="entr" presetSubtype="1" fill="hold" grpId="0" nodeType="after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wipe(up)">
                                      <p:cBhvr>
                                        <p:cTn id="68" dur="500"/>
                                        <p:tgtEl>
                                          <p:spTgt spid="23"/>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1" fill="hold" nodeType="clickEffect">
                                  <p:stCondLst>
                                    <p:cond delay="0"/>
                                  </p:stCondLst>
                                  <p:childTnLst>
                                    <p:set>
                                      <p:cBhvr>
                                        <p:cTn id="72" dur="1" fill="hold">
                                          <p:stCondLst>
                                            <p:cond delay="0"/>
                                          </p:stCondLst>
                                        </p:cTn>
                                        <p:tgtEl>
                                          <p:spTgt spid="33"/>
                                        </p:tgtEl>
                                        <p:attrNameLst>
                                          <p:attrName>style.visibility</p:attrName>
                                        </p:attrNameLst>
                                      </p:cBhvr>
                                      <p:to>
                                        <p:strVal val="visible"/>
                                      </p:to>
                                    </p:set>
                                    <p:animEffect transition="in" filter="wipe(up)">
                                      <p:cBhvr>
                                        <p:cTn id="73" dur="500"/>
                                        <p:tgtEl>
                                          <p:spTgt spid="33"/>
                                        </p:tgtEl>
                                      </p:cBhvr>
                                    </p:animEffect>
                                  </p:childTnLst>
                                </p:cTn>
                              </p:par>
                            </p:childTnLst>
                          </p:cTn>
                        </p:par>
                        <p:par>
                          <p:cTn id="74" fill="hold">
                            <p:stCondLst>
                              <p:cond delay="500"/>
                            </p:stCondLst>
                            <p:childTnLst>
                              <p:par>
                                <p:cTn id="75" presetID="22" presetClass="entr" presetSubtype="1" fill="hold" grpId="0" nodeType="afterEffect">
                                  <p:stCondLst>
                                    <p:cond delay="0"/>
                                  </p:stCondLst>
                                  <p:childTnLst>
                                    <p:set>
                                      <p:cBhvr>
                                        <p:cTn id="76" dur="1" fill="hold">
                                          <p:stCondLst>
                                            <p:cond delay="0"/>
                                          </p:stCondLst>
                                        </p:cTn>
                                        <p:tgtEl>
                                          <p:spTgt spid="10"/>
                                        </p:tgtEl>
                                        <p:attrNameLst>
                                          <p:attrName>style.visibility</p:attrName>
                                        </p:attrNameLst>
                                      </p:cBhvr>
                                      <p:to>
                                        <p:strVal val="visible"/>
                                      </p:to>
                                    </p:set>
                                    <p:animEffect transition="in" filter="wipe(up)">
                                      <p:cBhvr>
                                        <p:cTn id="77" dur="500"/>
                                        <p:tgtEl>
                                          <p:spTgt spid="10"/>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1" fill="hold" nodeType="clickEffect">
                                  <p:stCondLst>
                                    <p:cond delay="0"/>
                                  </p:stCondLst>
                                  <p:childTnLst>
                                    <p:set>
                                      <p:cBhvr>
                                        <p:cTn id="81" dur="1" fill="hold">
                                          <p:stCondLst>
                                            <p:cond delay="0"/>
                                          </p:stCondLst>
                                        </p:cTn>
                                        <p:tgtEl>
                                          <p:spTgt spid="34"/>
                                        </p:tgtEl>
                                        <p:attrNameLst>
                                          <p:attrName>style.visibility</p:attrName>
                                        </p:attrNameLst>
                                      </p:cBhvr>
                                      <p:to>
                                        <p:strVal val="visible"/>
                                      </p:to>
                                    </p:set>
                                    <p:animEffect transition="in" filter="wipe(up)">
                                      <p:cBhvr>
                                        <p:cTn id="82" dur="500"/>
                                        <p:tgtEl>
                                          <p:spTgt spid="34"/>
                                        </p:tgtEl>
                                      </p:cBhvr>
                                    </p:animEffect>
                                  </p:childTnLst>
                                </p:cTn>
                              </p:par>
                              <p:par>
                                <p:cTn id="83" presetID="22" presetClass="entr" presetSubtype="1" fill="hold" nodeType="withEffect">
                                  <p:stCondLst>
                                    <p:cond delay="0"/>
                                  </p:stCondLst>
                                  <p:childTnLst>
                                    <p:set>
                                      <p:cBhvr>
                                        <p:cTn id="84" dur="1" fill="hold">
                                          <p:stCondLst>
                                            <p:cond delay="0"/>
                                          </p:stCondLst>
                                        </p:cTn>
                                        <p:tgtEl>
                                          <p:spTgt spid="35"/>
                                        </p:tgtEl>
                                        <p:attrNameLst>
                                          <p:attrName>style.visibility</p:attrName>
                                        </p:attrNameLst>
                                      </p:cBhvr>
                                      <p:to>
                                        <p:strVal val="visible"/>
                                      </p:to>
                                    </p:set>
                                    <p:animEffect transition="in" filter="wipe(up)">
                                      <p:cBhvr>
                                        <p:cTn id="85" dur="500"/>
                                        <p:tgtEl>
                                          <p:spTgt spid="35"/>
                                        </p:tgtEl>
                                      </p:cBhvr>
                                    </p:animEffect>
                                  </p:childTnLst>
                                </p:cTn>
                              </p:par>
                            </p:childTnLst>
                          </p:cTn>
                        </p:par>
                        <p:par>
                          <p:cTn id="86" fill="hold">
                            <p:stCondLst>
                              <p:cond delay="500"/>
                            </p:stCondLst>
                            <p:childTnLst>
                              <p:par>
                                <p:cTn id="87" presetID="22" presetClass="entr" presetSubtype="1" fill="hold" grpId="0" nodeType="afterEffect">
                                  <p:stCondLst>
                                    <p:cond delay="0"/>
                                  </p:stCondLst>
                                  <p:childTnLst>
                                    <p:set>
                                      <p:cBhvr>
                                        <p:cTn id="88" dur="1" fill="hold">
                                          <p:stCondLst>
                                            <p:cond delay="0"/>
                                          </p:stCondLst>
                                        </p:cTn>
                                        <p:tgtEl>
                                          <p:spTgt spid="12"/>
                                        </p:tgtEl>
                                        <p:attrNameLst>
                                          <p:attrName>style.visibility</p:attrName>
                                        </p:attrNameLst>
                                      </p:cBhvr>
                                      <p:to>
                                        <p:strVal val="visible"/>
                                      </p:to>
                                    </p:set>
                                    <p:animEffect transition="in" filter="wipe(up)">
                                      <p:cBhvr>
                                        <p:cTn id="89" dur="500"/>
                                        <p:tgtEl>
                                          <p:spTgt spid="12"/>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1" fill="hold" nodeType="clickEffect">
                                  <p:stCondLst>
                                    <p:cond delay="0"/>
                                  </p:stCondLst>
                                  <p:childTnLst>
                                    <p:set>
                                      <p:cBhvr>
                                        <p:cTn id="93" dur="1" fill="hold">
                                          <p:stCondLst>
                                            <p:cond delay="0"/>
                                          </p:stCondLst>
                                        </p:cTn>
                                        <p:tgtEl>
                                          <p:spTgt spid="37"/>
                                        </p:tgtEl>
                                        <p:attrNameLst>
                                          <p:attrName>style.visibility</p:attrName>
                                        </p:attrNameLst>
                                      </p:cBhvr>
                                      <p:to>
                                        <p:strVal val="visible"/>
                                      </p:to>
                                    </p:set>
                                    <p:animEffect transition="in" filter="wipe(up)">
                                      <p:cBhvr>
                                        <p:cTn id="94" dur="500"/>
                                        <p:tgtEl>
                                          <p:spTgt spid="37"/>
                                        </p:tgtEl>
                                      </p:cBhvr>
                                    </p:animEffect>
                                  </p:childTnLst>
                                </p:cTn>
                              </p:par>
                              <p:par>
                                <p:cTn id="95" presetID="22" presetClass="entr" presetSubtype="1" fill="hold"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wipe(up)">
                                      <p:cBhvr>
                                        <p:cTn id="97" dur="500"/>
                                        <p:tgtEl>
                                          <p:spTgt spid="36"/>
                                        </p:tgtEl>
                                      </p:cBhvr>
                                    </p:animEffect>
                                  </p:childTnLst>
                                </p:cTn>
                              </p:par>
                            </p:childTnLst>
                          </p:cTn>
                        </p:par>
                        <p:par>
                          <p:cTn id="98" fill="hold">
                            <p:stCondLst>
                              <p:cond delay="500"/>
                            </p:stCondLst>
                            <p:childTnLst>
                              <p:par>
                                <p:cTn id="99" presetID="22" presetClass="entr" presetSubtype="1" fill="hold" grpId="0" nodeType="afterEffect">
                                  <p:stCondLst>
                                    <p:cond delay="0"/>
                                  </p:stCondLst>
                                  <p:childTnLst>
                                    <p:set>
                                      <p:cBhvr>
                                        <p:cTn id="100" dur="1" fill="hold">
                                          <p:stCondLst>
                                            <p:cond delay="0"/>
                                          </p:stCondLst>
                                        </p:cTn>
                                        <p:tgtEl>
                                          <p:spTgt spid="13"/>
                                        </p:tgtEl>
                                        <p:attrNameLst>
                                          <p:attrName>style.visibility</p:attrName>
                                        </p:attrNameLst>
                                      </p:cBhvr>
                                      <p:to>
                                        <p:strVal val="visible"/>
                                      </p:to>
                                    </p:set>
                                    <p:animEffect transition="in" filter="wipe(up)">
                                      <p:cBhvr>
                                        <p:cTn id="10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8" grpId="1" animBg="1"/>
      <p:bldP spid="10" grpId="0" bldLvl="0" animBg="1"/>
      <p:bldP spid="12" grpId="0" bldLvl="0" animBg="1"/>
      <p:bldP spid="13" grpId="0" bldLvl="0" animBg="1"/>
      <p:bldP spid="23" grpId="0" bldLvl="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b="1">
                <a:solidFill>
                  <a:srgbClr val="004C41"/>
                </a:solidFill>
                <a:ea typeface="宋体" pitchFamily="2" charset="-122"/>
                <a:cs typeface="+mn-ea"/>
                <a:sym typeface="+mn-lt"/>
              </a:rPr>
              <a:t>2.</a:t>
            </a:r>
            <a:r>
              <a:rPr lang="en-US" altLang="zh-CN" sz="2400" b="1">
                <a:solidFill>
                  <a:srgbClr val="004C41"/>
                </a:solidFill>
                <a:ea typeface="宋体" pitchFamily="2" charset="-122"/>
                <a:cs typeface="+mn-ea"/>
                <a:sym typeface="+mn-lt"/>
              </a:rPr>
              <a:t>j</a:t>
            </a:r>
            <a:r>
              <a:rPr lang="zh-CN" altLang="en-US" sz="2400" b="1">
                <a:solidFill>
                  <a:srgbClr val="004C41"/>
                </a:solidFill>
                <a:ea typeface="宋体" pitchFamily="2" charset="-122"/>
                <a:cs typeface="+mn-ea"/>
                <a:sym typeface="+mn-lt"/>
              </a:rPr>
              <a:t>ieba分词——（3）四种分词模式</a:t>
            </a:r>
            <a:endParaRPr lang="zh-CN" altLang="en-US"/>
          </a:p>
        </p:txBody>
      </p:sp>
      <p:sp>
        <p:nvSpPr>
          <p:cNvPr id="3" name="日期占位符 2"/>
          <p:cNvSpPr>
            <a:spLocks noGrp="1"/>
          </p:cNvSpPr>
          <p:nvPr>
            <p:ph type="dt" sz="half" idx="10"/>
          </p:nvPr>
        </p:nvSpPr>
        <p:spPr/>
        <p:txBody>
          <a:bodyPr/>
          <a:lstStyle/>
          <a:p>
            <a:fld id="{97587D1B-5E80-409A-8194-9E915400A22D}"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6" name="文本框 5"/>
          <p:cNvSpPr txBox="1"/>
          <p:nvPr/>
        </p:nvSpPr>
        <p:spPr>
          <a:xfrm>
            <a:off x="604242" y="969267"/>
            <a:ext cx="7935516" cy="2535566"/>
          </a:xfrm>
          <a:prstGeom prst="rect">
            <a:avLst/>
          </a:prstGeom>
          <a:noFill/>
        </p:spPr>
        <p:txBody>
          <a:bodyPr wrap="square">
            <a:spAutoFit/>
          </a:bodyPr>
          <a:lstStyle/>
          <a:p>
            <a:pPr marL="285750" indent="-285750">
              <a:lnSpc>
                <a:spcPct val="150000"/>
              </a:lnSpc>
              <a:buClr>
                <a:srgbClr val="0070C0"/>
              </a:buClr>
              <a:buFont typeface="Wingdings" panose="05000000000000000000" pitchFamily="2" charset="2"/>
              <a:buChar char="n"/>
            </a:pPr>
            <a:r>
              <a:rPr lang="en-US" altLang="zh-CN" sz="1800" b="0" i="0">
                <a:solidFill>
                  <a:srgbClr val="444444"/>
                </a:solidFill>
                <a:effectLst/>
              </a:rPr>
              <a:t> paddle</a:t>
            </a:r>
            <a:r>
              <a:rPr lang="zh-CN" altLang="en-US" sz="1800" b="0" i="0">
                <a:solidFill>
                  <a:srgbClr val="444444"/>
                </a:solidFill>
                <a:effectLst/>
              </a:rPr>
              <a:t>模式</a:t>
            </a:r>
            <a:endParaRPr lang="en-US" altLang="zh-CN" sz="1800" b="0" i="0">
              <a:solidFill>
                <a:srgbClr val="444444"/>
              </a:solidFill>
              <a:effectLst/>
            </a:endParaRPr>
          </a:p>
          <a:p>
            <a:pPr marL="285750" indent="-285750">
              <a:lnSpc>
                <a:spcPct val="150000"/>
              </a:lnSpc>
              <a:buClr>
                <a:schemeClr val="tx1"/>
              </a:buClr>
              <a:buFont typeface="Wingdings" panose="05000000000000000000" pitchFamily="2" charset="2"/>
              <a:buChar char="ü"/>
            </a:pPr>
            <a:r>
              <a:rPr lang="zh-CN" altLang="en-US" sz="1800" b="0" i="0">
                <a:effectLst/>
              </a:rPr>
              <a:t>利用</a:t>
            </a:r>
            <a:r>
              <a:rPr lang="en-US" altLang="zh-CN" sz="1800" b="0" i="0">
                <a:effectLst/>
              </a:rPr>
              <a:t>PaddlePaddle</a:t>
            </a:r>
            <a:r>
              <a:rPr lang="zh-CN" altLang="en-US" sz="1800" b="0" i="0">
                <a:effectLst/>
              </a:rPr>
              <a:t>深度学习框架，训练序列标注（双向</a:t>
            </a:r>
            <a:r>
              <a:rPr lang="en-US" altLang="zh-CN" sz="1800" b="0" i="0">
                <a:effectLst/>
              </a:rPr>
              <a:t>GRU</a:t>
            </a:r>
            <a:r>
              <a:rPr lang="zh-CN" altLang="en-US" sz="1800" b="0" i="0">
                <a:effectLst/>
              </a:rPr>
              <a:t>）网络模型实现分词。同时支持词性标注。</a:t>
            </a:r>
            <a:endParaRPr lang="en-US" altLang="zh-CN" sz="1800" b="0" i="0">
              <a:effectLst/>
            </a:endParaRPr>
          </a:p>
          <a:p>
            <a:pPr marL="285750" indent="-285750">
              <a:lnSpc>
                <a:spcPct val="150000"/>
              </a:lnSpc>
              <a:buClr>
                <a:schemeClr val="tx1"/>
              </a:buClr>
              <a:buFont typeface="Wingdings" panose="05000000000000000000" pitchFamily="2" charset="2"/>
              <a:buChar char="ü"/>
            </a:pPr>
            <a:r>
              <a:rPr lang="en-US" altLang="zh-CN" sz="1800" b="0" i="0">
                <a:effectLst/>
              </a:rPr>
              <a:t>paddle</a:t>
            </a:r>
            <a:r>
              <a:rPr lang="zh-CN" altLang="en-US" sz="1800" b="0" i="0">
                <a:effectLst/>
              </a:rPr>
              <a:t>模式使用需安装</a:t>
            </a:r>
            <a:r>
              <a:rPr lang="en-US" altLang="zh-CN" sz="1800" b="0" i="0">
                <a:effectLst/>
              </a:rPr>
              <a:t>paddlepaddle-tiny</a:t>
            </a:r>
            <a:r>
              <a:rPr lang="zh-CN" altLang="en-US" sz="1800" b="0" i="0">
                <a:effectLst/>
              </a:rPr>
              <a:t>，</a:t>
            </a:r>
            <a:r>
              <a:rPr lang="en-US" altLang="zh-CN" sz="1800" b="0" i="0">
                <a:effectLst/>
              </a:rPr>
              <a:t>pip install paddlepaddle-tiny==1.6.1</a:t>
            </a:r>
            <a:r>
              <a:rPr lang="zh-CN" altLang="en-US" sz="1800" b="0" i="0">
                <a:effectLst/>
              </a:rPr>
              <a:t>。目前</a:t>
            </a:r>
            <a:r>
              <a:rPr lang="en-US" altLang="zh-CN" sz="1800" b="0" i="0">
                <a:effectLst/>
              </a:rPr>
              <a:t>paddle</a:t>
            </a:r>
            <a:r>
              <a:rPr lang="zh-CN" altLang="en-US" sz="1800" b="0" i="0">
                <a:effectLst/>
              </a:rPr>
              <a:t>模式支持</a:t>
            </a:r>
            <a:r>
              <a:rPr lang="en-US" altLang="zh-CN" sz="1800" b="0" i="0">
                <a:effectLst/>
              </a:rPr>
              <a:t>jieba v0.40</a:t>
            </a:r>
            <a:r>
              <a:rPr lang="zh-CN" altLang="en-US" sz="1800" b="0" i="0">
                <a:effectLst/>
              </a:rPr>
              <a:t>及以上版本。</a:t>
            </a:r>
            <a:r>
              <a:rPr lang="en-US" altLang="zh-CN" sz="1800" b="0" i="0">
                <a:solidFill>
                  <a:srgbClr val="FF0000"/>
                </a:solidFill>
                <a:effectLst/>
              </a:rPr>
              <a:t>paddlepaddle-tiny</a:t>
            </a:r>
            <a:r>
              <a:rPr lang="zh-CN" altLang="en-US" sz="1800" b="0" i="0">
                <a:solidFill>
                  <a:srgbClr val="FF0000"/>
                </a:solidFill>
                <a:effectLst/>
              </a:rPr>
              <a:t>仅支持到</a:t>
            </a:r>
            <a:r>
              <a:rPr lang="en-US" altLang="zh-CN" sz="1800" b="0" i="0">
                <a:solidFill>
                  <a:srgbClr val="FF0000"/>
                </a:solidFill>
                <a:effectLst/>
              </a:rPr>
              <a:t>python 3.7</a:t>
            </a:r>
            <a:r>
              <a:rPr lang="zh-CN" altLang="en-US" sz="1800" b="0" i="0">
                <a:effectLst/>
              </a:rPr>
              <a:t>。</a:t>
            </a:r>
            <a:endParaRPr lang="zh-CN" altLang="en-US" sz="180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b="1">
                <a:solidFill>
                  <a:srgbClr val="004C41"/>
                </a:solidFill>
                <a:ea typeface="宋体" pitchFamily="2" charset="-122"/>
                <a:cs typeface="+mn-ea"/>
                <a:sym typeface="+mn-lt"/>
              </a:rPr>
              <a:t>2.</a:t>
            </a:r>
            <a:r>
              <a:rPr lang="en-US" altLang="zh-CN" sz="2400" b="1">
                <a:solidFill>
                  <a:srgbClr val="004C41"/>
                </a:solidFill>
                <a:ea typeface="宋体" pitchFamily="2" charset="-122"/>
                <a:cs typeface="+mn-ea"/>
                <a:sym typeface="+mn-lt"/>
              </a:rPr>
              <a:t>j</a:t>
            </a:r>
            <a:r>
              <a:rPr lang="zh-CN" altLang="en-US" sz="2400" b="1">
                <a:solidFill>
                  <a:srgbClr val="004C41"/>
                </a:solidFill>
                <a:ea typeface="宋体" pitchFamily="2" charset="-122"/>
                <a:cs typeface="+mn-ea"/>
                <a:sym typeface="+mn-lt"/>
              </a:rPr>
              <a:t>ieba分词——（3）四种分词模式</a:t>
            </a:r>
            <a:endParaRPr lang="zh-CN" altLang="en-US"/>
          </a:p>
        </p:txBody>
      </p:sp>
      <p:sp>
        <p:nvSpPr>
          <p:cNvPr id="3" name="日期占位符 2"/>
          <p:cNvSpPr>
            <a:spLocks noGrp="1"/>
          </p:cNvSpPr>
          <p:nvPr>
            <p:ph type="dt" sz="half" idx="10"/>
          </p:nvPr>
        </p:nvSpPr>
        <p:spPr/>
        <p:txBody>
          <a:bodyPr/>
          <a:lstStyle/>
          <a:p>
            <a:fld id="{B5EB4023-B692-41B2-93C3-32315200AA94}"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6" name="文本框 5"/>
          <p:cNvSpPr txBox="1"/>
          <p:nvPr/>
        </p:nvSpPr>
        <p:spPr>
          <a:xfrm>
            <a:off x="589954" y="1128110"/>
            <a:ext cx="7964091" cy="1286250"/>
          </a:xfrm>
          <a:prstGeom prst="rect">
            <a:avLst/>
          </a:prstGeom>
          <a:noFill/>
        </p:spPr>
        <p:txBody>
          <a:bodyPr wrap="square">
            <a:spAutoFit/>
          </a:bodyPr>
          <a:lstStyle/>
          <a:p>
            <a:pPr marL="285750" indent="-285750">
              <a:lnSpc>
                <a:spcPct val="150000"/>
              </a:lnSpc>
              <a:buClr>
                <a:srgbClr val="0070C0"/>
              </a:buClr>
              <a:buFont typeface="Wingdings" panose="05000000000000000000" pitchFamily="2" charset="2"/>
              <a:buChar char="n"/>
            </a:pPr>
            <a:r>
              <a:rPr lang="en-US" altLang="zh-CN" sz="1800">
                <a:solidFill>
                  <a:srgbClr val="3333FF"/>
                </a:solidFill>
              </a:rPr>
              <a:t>jieba.cut</a:t>
            </a:r>
            <a:r>
              <a:rPr lang="zh-CN" altLang="en-US" sz="1800">
                <a:solidFill>
                  <a:srgbClr val="3333FF"/>
                </a:solidFill>
              </a:rPr>
              <a:t>的</a:t>
            </a:r>
            <a:r>
              <a:rPr lang="en-US" altLang="zh-CN" sz="1800">
                <a:solidFill>
                  <a:srgbClr val="3333FF"/>
                </a:solidFill>
              </a:rPr>
              <a:t>use_paddle</a:t>
            </a:r>
            <a:r>
              <a:rPr lang="zh-CN" altLang="en-US" sz="1800">
                <a:solidFill>
                  <a:srgbClr val="3333FF"/>
                </a:solidFill>
              </a:rPr>
              <a:t>参数</a:t>
            </a:r>
            <a:r>
              <a:rPr lang="zh-CN" altLang="en-US" sz="1800"/>
              <a:t>：用来控制是否使用</a:t>
            </a:r>
            <a:r>
              <a:rPr lang="en-US" altLang="zh-CN" sz="1800"/>
              <a:t>paddle</a:t>
            </a:r>
            <a:r>
              <a:rPr lang="zh-CN" altLang="en-US" sz="1800"/>
              <a:t>模式下的分词模式，</a:t>
            </a:r>
            <a:r>
              <a:rPr lang="en-US" altLang="zh-CN" sz="1800"/>
              <a:t>paddle</a:t>
            </a:r>
            <a:r>
              <a:rPr lang="zh-CN" altLang="en-US" sz="1800"/>
              <a:t>模式采用延迟加载方式，通过</a:t>
            </a:r>
            <a:r>
              <a:rPr lang="en-US" altLang="zh-CN" sz="1800"/>
              <a:t>enable_paddle</a:t>
            </a:r>
            <a:r>
              <a:rPr lang="zh-CN" altLang="en-US" sz="1800"/>
              <a:t>接口安装</a:t>
            </a:r>
            <a:r>
              <a:rPr lang="en-US" altLang="zh-CN" sz="1800"/>
              <a:t>paddlepaddle-tiny</a:t>
            </a:r>
            <a:r>
              <a:rPr lang="zh-CN" altLang="en-US" sz="1800"/>
              <a:t>，并且</a:t>
            </a:r>
            <a:r>
              <a:rPr lang="en-US" altLang="zh-CN" sz="1800"/>
              <a:t>import</a:t>
            </a:r>
            <a:r>
              <a:rPr lang="zh-CN" altLang="en-US" sz="1800"/>
              <a:t>相关代码；</a:t>
            </a:r>
            <a:r>
              <a:rPr lang="en-US" altLang="zh-CN" sz="1800"/>
              <a:t> </a:t>
            </a:r>
            <a:endParaRPr lang="zh-CN" altLang="en-US" sz="1800"/>
          </a:p>
        </p:txBody>
      </p:sp>
      <p:sp>
        <p:nvSpPr>
          <p:cNvPr id="10" name="文本框 9"/>
          <p:cNvSpPr txBox="1"/>
          <p:nvPr/>
        </p:nvSpPr>
        <p:spPr>
          <a:xfrm>
            <a:off x="1451966" y="2633306"/>
            <a:ext cx="6653809" cy="1525418"/>
          </a:xfrm>
          <a:prstGeom prst="rect">
            <a:avLst/>
          </a:prstGeom>
          <a:solidFill>
            <a:schemeClr val="accent3">
              <a:lumMod val="20000"/>
              <a:lumOff val="80000"/>
            </a:schemeClr>
          </a:solidFill>
        </p:spPr>
        <p:txBody>
          <a:bodyPr wrap="square">
            <a:spAutoFit/>
          </a:bodyPr>
          <a:lstStyle/>
          <a:p>
            <a:pPr>
              <a:lnSpc>
                <a:spcPct val="150000"/>
              </a:lnSpc>
            </a:pPr>
            <a:r>
              <a:rPr lang="en-US" altLang="zh-CN" sz="1600"/>
              <a:t>jieba.enable_paddle()  </a:t>
            </a:r>
            <a:endParaRPr lang="en-US" altLang="zh-CN" sz="1600"/>
          </a:p>
          <a:p>
            <a:pPr>
              <a:lnSpc>
                <a:spcPct val="150000"/>
              </a:lnSpc>
            </a:pPr>
            <a:r>
              <a:rPr lang="en-US" altLang="zh-CN" sz="1600"/>
              <a:t>text = '</a:t>
            </a:r>
            <a:r>
              <a:rPr lang="zh-CN" altLang="en-US" sz="1600"/>
              <a:t>动嘴就能写代码，</a:t>
            </a:r>
            <a:r>
              <a:rPr lang="en-US" altLang="zh-CN" sz="1600"/>
              <a:t>GitHub</a:t>
            </a:r>
            <a:r>
              <a:rPr lang="zh-CN" altLang="en-US" sz="1600"/>
              <a:t>将</a:t>
            </a:r>
            <a:r>
              <a:rPr lang="en-US" altLang="zh-CN" sz="1600"/>
              <a:t>ChatGPT</a:t>
            </a:r>
            <a:r>
              <a:rPr lang="zh-CN" altLang="en-US" sz="1600"/>
              <a:t>引入</a:t>
            </a:r>
            <a:r>
              <a:rPr lang="en-US" altLang="zh-CN" sz="1600"/>
              <a:t>IDE</a:t>
            </a:r>
            <a:r>
              <a:rPr lang="zh-CN" altLang="en-US" sz="1600"/>
              <a:t>，重磅发布</a:t>
            </a:r>
            <a:r>
              <a:rPr lang="en-US" altLang="zh-CN" sz="1600"/>
              <a:t>Copilot’ </a:t>
            </a:r>
            <a:endParaRPr lang="en-US" altLang="zh-CN" sz="1600"/>
          </a:p>
          <a:p>
            <a:pPr>
              <a:lnSpc>
                <a:spcPct val="150000"/>
              </a:lnSpc>
            </a:pPr>
            <a:r>
              <a:rPr lang="en-US" altLang="zh-CN" sz="1600"/>
              <a:t>seg_2 = jieba.cut(text, </a:t>
            </a:r>
            <a:r>
              <a:rPr lang="en-US" altLang="zh-CN" sz="1600">
                <a:solidFill>
                  <a:srgbClr val="FF0000"/>
                </a:solidFill>
              </a:rPr>
              <a:t>use_paddle=True</a:t>
            </a:r>
            <a:r>
              <a:rPr lang="en-US" altLang="zh-CN" sz="1600"/>
              <a:t>) </a:t>
            </a:r>
            <a:endParaRPr lang="en-US" altLang="zh-CN" sz="1600"/>
          </a:p>
          <a:p>
            <a:pPr>
              <a:lnSpc>
                <a:spcPct val="150000"/>
              </a:lnSpc>
            </a:pPr>
            <a:r>
              <a:rPr lang="nb-NO" altLang="zh-CN" sz="1600"/>
              <a:t>print('paddle</a:t>
            </a:r>
            <a:r>
              <a:rPr lang="zh-CN" altLang="nb-NO" sz="1600"/>
              <a:t>模式：</a:t>
            </a:r>
            <a:r>
              <a:rPr lang="nb-NO" altLang="zh-CN" sz="1600"/>
              <a:t>', "/".join(seg_2))</a:t>
            </a:r>
            <a:r>
              <a:rPr lang="en-US" altLang="zh-CN" sz="1600"/>
              <a:t> </a:t>
            </a:r>
            <a:endParaRPr lang="en-US" altLang="zh-CN" sz="160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b="1">
                <a:solidFill>
                  <a:srgbClr val="004C41"/>
                </a:solidFill>
                <a:ea typeface="宋体" pitchFamily="2" charset="-122"/>
                <a:cs typeface="+mn-ea"/>
                <a:sym typeface="+mn-lt"/>
              </a:rPr>
              <a:t>2.</a:t>
            </a:r>
            <a:r>
              <a:rPr lang="en-US" altLang="zh-CN" sz="2400" b="1">
                <a:solidFill>
                  <a:srgbClr val="004C41"/>
                </a:solidFill>
                <a:ea typeface="宋体" pitchFamily="2" charset="-122"/>
                <a:cs typeface="+mn-ea"/>
                <a:sym typeface="+mn-lt"/>
              </a:rPr>
              <a:t>j</a:t>
            </a:r>
            <a:r>
              <a:rPr lang="zh-CN" altLang="en-US" sz="2400" b="1">
                <a:solidFill>
                  <a:srgbClr val="004C41"/>
                </a:solidFill>
                <a:ea typeface="宋体" pitchFamily="2" charset="-122"/>
                <a:cs typeface="+mn-ea"/>
                <a:sym typeface="+mn-lt"/>
              </a:rPr>
              <a:t>ieba分词——（4）基本应用</a:t>
            </a:r>
            <a:endParaRPr lang="zh-CN" altLang="en-US">
              <a:ea typeface="宋体" pitchFamily="2" charset="-122"/>
            </a:endParaRPr>
          </a:p>
        </p:txBody>
      </p:sp>
      <p:sp>
        <p:nvSpPr>
          <p:cNvPr id="3" name="日期占位符 2"/>
          <p:cNvSpPr>
            <a:spLocks noGrp="1"/>
          </p:cNvSpPr>
          <p:nvPr>
            <p:ph type="dt" sz="half" idx="10"/>
          </p:nvPr>
        </p:nvSpPr>
        <p:spPr/>
        <p:txBody>
          <a:bodyPr/>
          <a:lstStyle/>
          <a:p>
            <a:fld id="{46FBD4C6-BD5F-43C9-9438-FB2852FBF477}"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4" name="灯片编号占位符 3"/>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5" name="矩形 4"/>
          <p:cNvSpPr/>
          <p:nvPr/>
        </p:nvSpPr>
        <p:spPr>
          <a:xfrm>
            <a:off x="362427" y="1167576"/>
            <a:ext cx="8222773" cy="2532745"/>
          </a:xfrm>
          <a:prstGeom prst="rect">
            <a:avLst/>
          </a:prstGeom>
        </p:spPr>
        <p:txBody>
          <a:bodyPr wrap="square">
            <a:spAutoFit/>
          </a:bodyPr>
          <a:lstStyle/>
          <a:p>
            <a:pPr marL="285750" lvl="1" indent="-285750" algn="just" defTabSz="685165">
              <a:lnSpc>
                <a:spcPct val="150000"/>
              </a:lnSpc>
              <a:spcBef>
                <a:spcPct val="0"/>
              </a:spcBef>
              <a:buFont typeface="Arial" panose="020B0604020202090204" pitchFamily="34" charset="0"/>
              <a:buChar char="•"/>
              <a:defRPr/>
            </a:pPr>
            <a:r>
              <a:rPr lang="zh-CN" altLang="en-US" sz="1800" dirty="0">
                <a:solidFill>
                  <a:srgbClr val="E7E6E6">
                    <a:lumMod val="10000"/>
                  </a:srgbClr>
                </a:solidFill>
                <a:latin typeface="Times New Roman" panose="02020503050405090304" pitchFamily="18" charset="0"/>
                <a:ea typeface="宋体" pitchFamily="2" charset="-122"/>
                <a:sym typeface="微软雅黑" panose="020B0200000000000000" pitchFamily="34" charset="-128"/>
              </a:rPr>
              <a:t>结巴分词支持用户自定义词典，来补充</a:t>
            </a:r>
            <a:r>
              <a:rPr lang="en-US" altLang="zh-CN" sz="1800" dirty="0" err="1">
                <a:solidFill>
                  <a:srgbClr val="E7E6E6">
                    <a:lumMod val="10000"/>
                  </a:srgbClr>
                </a:solidFill>
                <a:latin typeface="Times New Roman" panose="02020503050405090304" pitchFamily="18" charset="0"/>
                <a:ea typeface="宋体" pitchFamily="2" charset="-122"/>
                <a:sym typeface="微软雅黑" panose="020B0200000000000000" pitchFamily="34" charset="-128"/>
              </a:rPr>
              <a:t>jieba</a:t>
            </a:r>
            <a:r>
              <a:rPr lang="zh-CN" altLang="en-US" sz="1800" dirty="0">
                <a:solidFill>
                  <a:srgbClr val="E7E6E6">
                    <a:lumMod val="10000"/>
                  </a:srgbClr>
                </a:solidFill>
                <a:latin typeface="Times New Roman" panose="02020503050405090304" pitchFamily="18" charset="0"/>
                <a:ea typeface="宋体" pitchFamily="2" charset="-122"/>
                <a:sym typeface="微软雅黑" panose="020B0200000000000000" pitchFamily="34" charset="-128"/>
              </a:rPr>
              <a:t>词库里没有的词，并设置相应的词频。</a:t>
            </a:r>
            <a:endParaRPr lang="en-US" altLang="zh-CN" sz="1800" dirty="0">
              <a:solidFill>
                <a:srgbClr val="E7E6E6">
                  <a:lumMod val="10000"/>
                </a:srgbClr>
              </a:solidFill>
              <a:latin typeface="Times New Roman" panose="02020503050405090304" pitchFamily="18" charset="0"/>
              <a:ea typeface="宋体" pitchFamily="2" charset="-122"/>
              <a:sym typeface="微软雅黑" panose="020B0200000000000000" pitchFamily="34" charset="-128"/>
            </a:endParaRPr>
          </a:p>
          <a:p>
            <a:pPr marL="285750" lvl="1" indent="-285750" algn="just" defTabSz="685165">
              <a:lnSpc>
                <a:spcPct val="150000"/>
              </a:lnSpc>
              <a:spcBef>
                <a:spcPct val="0"/>
              </a:spcBef>
              <a:buFont typeface="Arial" panose="020B0604020202090204" pitchFamily="34" charset="0"/>
              <a:buChar char="•"/>
              <a:defRPr/>
            </a:pPr>
            <a:r>
              <a:rPr lang="zh-CN" altLang="en-US" sz="1800" b="1" dirty="0">
                <a:solidFill>
                  <a:srgbClr val="0000CC"/>
                </a:solidFill>
                <a:latin typeface="Times New Roman" panose="02020503050405090304" pitchFamily="18" charset="0"/>
                <a:ea typeface="宋体" pitchFamily="2" charset="-122"/>
                <a:sym typeface="+mn-ea"/>
              </a:rPr>
              <a:t>词典格式</a:t>
            </a:r>
            <a:r>
              <a:rPr lang="zh-CN" altLang="en-US" sz="1800" dirty="0">
                <a:latin typeface="Times New Roman" panose="02020503050405090304" pitchFamily="18" charset="0"/>
                <a:ea typeface="宋体" pitchFamily="2" charset="-122"/>
                <a:sym typeface="+mn-ea"/>
              </a:rPr>
              <a:t>：一词占一行；每行三部分：词语、词频（可省略）、 词性（可省略），空格隔开，顺序不可颠倒。</a:t>
            </a:r>
            <a:endParaRPr lang="en-US" altLang="zh-CN" sz="1800" dirty="0">
              <a:latin typeface="Times New Roman" panose="02020503050405090304" pitchFamily="18" charset="0"/>
              <a:ea typeface="宋体" pitchFamily="2" charset="-122"/>
              <a:sym typeface="+mn-ea"/>
            </a:endParaRPr>
          </a:p>
          <a:p>
            <a:pPr marL="285750" lvl="1" indent="-285750" algn="just" defTabSz="685165">
              <a:lnSpc>
                <a:spcPct val="150000"/>
              </a:lnSpc>
              <a:spcBef>
                <a:spcPct val="0"/>
              </a:spcBef>
              <a:buFont typeface="Arial" panose="020B0604020202090204" pitchFamily="34" charset="0"/>
              <a:buChar char="•"/>
              <a:defRPr/>
            </a:pPr>
            <a:r>
              <a:rPr lang="zh-CN" altLang="en-US" sz="1800" b="1" dirty="0">
                <a:solidFill>
                  <a:srgbClr val="0000CC"/>
                </a:solidFill>
                <a:latin typeface="Times New Roman" panose="02020503050405090304" pitchFamily="18" charset="0"/>
                <a:ea typeface="宋体" pitchFamily="2" charset="-122"/>
                <a:sym typeface="+mn-ea"/>
              </a:rPr>
              <a:t>列表格式</a:t>
            </a:r>
            <a:r>
              <a:rPr lang="zh-CN" altLang="en-US" sz="1800" dirty="0">
                <a:latin typeface="Times New Roman" panose="02020503050405090304" pitchFamily="18" charset="0"/>
                <a:ea typeface="宋体" pitchFamily="2" charset="-122"/>
                <a:sym typeface="+mn-ea"/>
              </a:rPr>
              <a:t>：直接将自定义的词语放入一个列表中（</a:t>
            </a:r>
            <a:r>
              <a:rPr lang="en-US" altLang="zh-CN" sz="1800" dirty="0">
                <a:latin typeface="Times New Roman" panose="02020503050405090304" pitchFamily="18" charset="0"/>
                <a:ea typeface="宋体" pitchFamily="2" charset="-122"/>
                <a:sym typeface="+mn-ea"/>
              </a:rPr>
              <a:t>b = ['</a:t>
            </a:r>
            <a:r>
              <a:rPr lang="zh-CN" altLang="en-US" sz="1800" dirty="0">
                <a:latin typeface="Times New Roman" panose="02020503050405090304" pitchFamily="18" charset="0"/>
                <a:ea typeface="宋体" pitchFamily="2" charset="-122"/>
                <a:sym typeface="+mn-ea"/>
              </a:rPr>
              <a:t>艾派森</a:t>
            </a:r>
            <a:r>
              <a:rPr lang="en-US" altLang="zh-CN" sz="1800" dirty="0">
                <a:latin typeface="Times New Roman" panose="02020503050405090304" pitchFamily="18" charset="0"/>
                <a:ea typeface="宋体" pitchFamily="2" charset="-122"/>
                <a:sym typeface="+mn-ea"/>
              </a:rPr>
              <a:t>','</a:t>
            </a:r>
            <a:r>
              <a:rPr lang="zh-CN" altLang="en-US" sz="1800" dirty="0">
                <a:latin typeface="Times New Roman" panose="02020503050405090304" pitchFamily="18" charset="0"/>
                <a:ea typeface="宋体" pitchFamily="2" charset="-122"/>
                <a:sym typeface="+mn-ea"/>
              </a:rPr>
              <a:t>创新办</a:t>
            </a:r>
            <a:r>
              <a:rPr lang="en-US" altLang="zh-CN" sz="1800" dirty="0">
                <a:latin typeface="Times New Roman" panose="02020503050405090304" pitchFamily="18" charset="0"/>
                <a:ea typeface="宋体" pitchFamily="2" charset="-122"/>
                <a:sym typeface="+mn-ea"/>
              </a:rPr>
              <a:t>','</a:t>
            </a:r>
            <a:r>
              <a:rPr lang="zh-CN" altLang="en-US" sz="1800" dirty="0">
                <a:latin typeface="Times New Roman" panose="02020503050405090304" pitchFamily="18" charset="0"/>
                <a:ea typeface="宋体" pitchFamily="2" charset="-122"/>
                <a:sym typeface="+mn-ea"/>
              </a:rPr>
              <a:t>大数据</a:t>
            </a:r>
            <a:r>
              <a:rPr lang="en-US" altLang="zh-CN" sz="1800" dirty="0">
                <a:latin typeface="Times New Roman" panose="02020503050405090304" pitchFamily="18" charset="0"/>
                <a:ea typeface="宋体" pitchFamily="2" charset="-122"/>
                <a:sym typeface="+mn-ea"/>
              </a:rPr>
              <a:t>']</a:t>
            </a:r>
            <a:r>
              <a:rPr lang="zh-CN" altLang="en-US" sz="1800" dirty="0">
                <a:latin typeface="Times New Roman" panose="02020503050405090304" pitchFamily="18" charset="0"/>
                <a:ea typeface="宋体" pitchFamily="2" charset="-122"/>
                <a:sym typeface="+mn-ea"/>
              </a:rPr>
              <a:t>），然后使用</a:t>
            </a:r>
            <a:r>
              <a:rPr lang="en-US" altLang="zh-CN" sz="1800" dirty="0" err="1">
                <a:latin typeface="Times New Roman" panose="02020503050405090304" pitchFamily="18" charset="0"/>
                <a:ea typeface="宋体" pitchFamily="2" charset="-122"/>
                <a:sym typeface="+mn-ea"/>
              </a:rPr>
              <a:t>jieba.load_userdict</a:t>
            </a:r>
            <a:r>
              <a:rPr lang="zh-CN" altLang="en-US" sz="1800" dirty="0">
                <a:latin typeface="Times New Roman" panose="02020503050405090304" pitchFamily="18" charset="0"/>
                <a:ea typeface="宋体" pitchFamily="2" charset="-122"/>
                <a:sym typeface="+mn-ea"/>
              </a:rPr>
              <a:t>加载即可。</a:t>
            </a:r>
            <a:endParaRPr lang="zh-CN" altLang="en-US" sz="1800" dirty="0">
              <a:latin typeface="Times New Roman" panose="02020503050405090304" pitchFamily="18" charset="0"/>
              <a:ea typeface="宋体"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400" b="1">
                <a:solidFill>
                  <a:srgbClr val="004C41"/>
                </a:solidFill>
                <a:ea typeface="宋体" pitchFamily="2" charset="-122"/>
                <a:cs typeface="+mn-ea"/>
                <a:sym typeface="+mn-lt"/>
              </a:rPr>
              <a:t>2.</a:t>
            </a:r>
            <a:r>
              <a:rPr lang="en-US" altLang="zh-CN" sz="2400" b="1">
                <a:solidFill>
                  <a:srgbClr val="004C41"/>
                </a:solidFill>
                <a:ea typeface="宋体" pitchFamily="2" charset="-122"/>
                <a:cs typeface="+mn-ea"/>
                <a:sym typeface="+mn-lt"/>
              </a:rPr>
              <a:t>j</a:t>
            </a:r>
            <a:r>
              <a:rPr lang="zh-CN" altLang="en-US" sz="2400" b="1">
                <a:solidFill>
                  <a:srgbClr val="004C41"/>
                </a:solidFill>
                <a:ea typeface="宋体" pitchFamily="2" charset="-122"/>
                <a:cs typeface="+mn-ea"/>
                <a:sym typeface="+mn-lt"/>
              </a:rPr>
              <a:t>ieba分词——（4）基本应用</a:t>
            </a:r>
            <a:endParaRPr lang="zh-CN" altLang="en-US"/>
          </a:p>
        </p:txBody>
      </p:sp>
      <p:sp>
        <p:nvSpPr>
          <p:cNvPr id="3" name="日期占位符 2"/>
          <p:cNvSpPr>
            <a:spLocks noGrp="1"/>
          </p:cNvSpPr>
          <p:nvPr>
            <p:ph type="dt" sz="half" idx="10"/>
          </p:nvPr>
        </p:nvSpPr>
        <p:spPr/>
        <p:txBody>
          <a:bodyPr/>
          <a:lstStyle/>
          <a:p>
            <a:fld id="{B5EB4023-B692-41B2-93C3-32315200AA94}"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7" name="文本框 6"/>
          <p:cNvSpPr txBox="1"/>
          <p:nvPr/>
        </p:nvSpPr>
        <p:spPr>
          <a:xfrm>
            <a:off x="794980" y="1390368"/>
            <a:ext cx="7916467" cy="2117246"/>
          </a:xfrm>
          <a:prstGeom prst="rect">
            <a:avLst/>
          </a:prstGeom>
          <a:noFill/>
        </p:spPr>
        <p:txBody>
          <a:bodyPr wrap="square">
            <a:spAutoFit/>
          </a:bodyPr>
          <a:lstStyle/>
          <a:p>
            <a:pPr marL="285750" indent="-285750">
              <a:lnSpc>
                <a:spcPct val="150000"/>
              </a:lnSpc>
              <a:buClr>
                <a:srgbClr val="0070C0"/>
              </a:buClr>
              <a:buFont typeface="Wingdings" panose="05000000000000000000" pitchFamily="2" charset="2"/>
              <a:buChar char="n"/>
            </a:pPr>
            <a:r>
              <a:rPr lang="zh-CN" altLang="en-US" sz="1800"/>
              <a:t>使用</a:t>
            </a:r>
            <a:r>
              <a:rPr lang="en-US" altLang="zh-CN" sz="1800">
                <a:solidFill>
                  <a:srgbClr val="FF0000"/>
                </a:solidFill>
              </a:rPr>
              <a:t>add_word</a:t>
            </a:r>
            <a:r>
              <a:rPr lang="en-US" altLang="zh-CN" sz="1800"/>
              <a:t>(word, freq=None, tag=None) </a:t>
            </a:r>
            <a:r>
              <a:rPr lang="zh-CN" altLang="en-US" sz="1800"/>
              <a:t>和 </a:t>
            </a:r>
            <a:r>
              <a:rPr lang="en-US" altLang="zh-CN" sz="1800"/>
              <a:t>del_word(word) </a:t>
            </a:r>
            <a:r>
              <a:rPr lang="zh-CN" altLang="en-US" sz="1800"/>
              <a:t>可在程序中动态修改词典。</a:t>
            </a:r>
            <a:endParaRPr lang="zh-CN" altLang="en-US" sz="1800"/>
          </a:p>
          <a:p>
            <a:pPr marL="285750" indent="-285750">
              <a:lnSpc>
                <a:spcPct val="150000"/>
              </a:lnSpc>
              <a:buClr>
                <a:srgbClr val="0070C0"/>
              </a:buClr>
              <a:buFont typeface="Wingdings" panose="05000000000000000000" pitchFamily="2" charset="2"/>
              <a:buChar char="n"/>
            </a:pPr>
            <a:r>
              <a:rPr lang="zh-CN" altLang="en-US" sz="1800"/>
              <a:t>使用</a:t>
            </a:r>
            <a:r>
              <a:rPr lang="en-US" altLang="zh-CN" sz="1800">
                <a:solidFill>
                  <a:srgbClr val="FF0000"/>
                </a:solidFill>
              </a:rPr>
              <a:t>suggest_freq</a:t>
            </a:r>
            <a:r>
              <a:rPr lang="en-US" altLang="zh-CN" sz="1800"/>
              <a:t>(segment, tune=True) </a:t>
            </a:r>
            <a:r>
              <a:rPr lang="zh-CN" altLang="en-US" sz="1800"/>
              <a:t>可调节单个词语的词频，使其能（或不能）被分出来。</a:t>
            </a:r>
            <a:endParaRPr lang="zh-CN" altLang="en-US" sz="1800"/>
          </a:p>
          <a:p>
            <a:pPr marL="285750" indent="-285750">
              <a:lnSpc>
                <a:spcPct val="150000"/>
              </a:lnSpc>
              <a:buClr>
                <a:srgbClr val="0070C0"/>
              </a:buClr>
              <a:buFont typeface="Wingdings" panose="05000000000000000000" pitchFamily="2" charset="2"/>
              <a:buChar char="n"/>
            </a:pPr>
            <a:r>
              <a:rPr lang="zh-CN" altLang="en-US" sz="1800"/>
              <a:t>注意：自动计算的词频在使用 </a:t>
            </a:r>
            <a:r>
              <a:rPr lang="en-US" altLang="zh-CN" sz="1800"/>
              <a:t>HMM </a:t>
            </a:r>
            <a:r>
              <a:rPr lang="zh-CN" altLang="en-US" sz="1800"/>
              <a:t>新词发现功能时可能无效。</a:t>
            </a:r>
            <a:endParaRPr lang="zh-CN" altLang="en-US" sz="1800"/>
          </a:p>
        </p:txBody>
      </p:sp>
      <p:sp>
        <p:nvSpPr>
          <p:cNvPr id="9" name="文本框 8"/>
          <p:cNvSpPr txBox="1"/>
          <p:nvPr/>
        </p:nvSpPr>
        <p:spPr>
          <a:xfrm>
            <a:off x="584597" y="938191"/>
            <a:ext cx="4579144" cy="369332"/>
          </a:xfrm>
          <a:prstGeom prst="rect">
            <a:avLst/>
          </a:prstGeom>
          <a:noFill/>
        </p:spPr>
        <p:txBody>
          <a:bodyPr wrap="square">
            <a:spAutoFit/>
          </a:bodyPr>
          <a:lstStyle/>
          <a:p>
            <a:pPr algn="l"/>
            <a:r>
              <a:rPr lang="zh-CN" altLang="en-US" sz="1800" b="1" i="0">
                <a:solidFill>
                  <a:srgbClr val="3333FF"/>
                </a:solidFill>
                <a:effectLst/>
                <a:latin typeface="PingFang SC" panose="020B0400000000000000" charset="-122"/>
              </a:rPr>
              <a:t>调整词典</a:t>
            </a:r>
            <a:endParaRPr lang="zh-CN" altLang="en-US" sz="1800" b="1" i="0">
              <a:solidFill>
                <a:srgbClr val="3333FF"/>
              </a:solidFill>
              <a:effectLst/>
              <a:latin typeface="PingFang SC" panose="020B04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185160" y="1644358"/>
            <a:ext cx="5425028" cy="3090545"/>
          </a:xfrm>
          <a:prstGeom prst="rect">
            <a:avLst/>
          </a:prstGeom>
          <a:solidFill>
            <a:schemeClr val="accent1">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a:solidFill>
                  <a:schemeClr val="tx1"/>
                </a:solidFill>
                <a:latin typeface="Times New Roman" panose="02020503050405090304" pitchFamily="18" charset="0"/>
                <a:ea typeface="宋体" pitchFamily="2" charset="-122"/>
              </a:rPr>
              <a:t>import jieba</a:t>
            </a:r>
            <a:endParaRPr lang="en-US" altLang="zh-CN" sz="1200">
              <a:solidFill>
                <a:schemeClr val="tx1"/>
              </a:solidFill>
              <a:latin typeface="Times New Roman" panose="02020503050405090304" pitchFamily="18" charset="0"/>
              <a:ea typeface="宋体" pitchFamily="2" charset="-122"/>
            </a:endParaRPr>
          </a:p>
          <a:p>
            <a:r>
              <a:rPr lang="en-US" altLang="zh-CN" sz="1200">
                <a:solidFill>
                  <a:schemeClr val="tx1"/>
                </a:solidFill>
                <a:latin typeface="Times New Roman" panose="02020503050405090304" pitchFamily="18" charset="0"/>
                <a:ea typeface="宋体" pitchFamily="2" charset="-122"/>
              </a:rPr>
              <a:t># </a:t>
            </a:r>
            <a:r>
              <a:rPr lang="zh-CN" altLang="en-US" sz="1200">
                <a:solidFill>
                  <a:schemeClr val="tx1"/>
                </a:solidFill>
                <a:latin typeface="Times New Roman" panose="02020503050405090304" pitchFamily="18" charset="0"/>
                <a:ea typeface="宋体" pitchFamily="2" charset="-122"/>
              </a:rPr>
              <a:t>全模式</a:t>
            </a:r>
            <a:endParaRPr lang="zh-CN" altLang="en-US" sz="1200">
              <a:solidFill>
                <a:schemeClr val="tx1"/>
              </a:solidFill>
              <a:latin typeface="Times New Roman" panose="02020503050405090304" pitchFamily="18" charset="0"/>
              <a:ea typeface="宋体" pitchFamily="2" charset="-122"/>
            </a:endParaRPr>
          </a:p>
          <a:p>
            <a:r>
              <a:rPr lang="en-US" altLang="zh-CN" sz="1200">
                <a:solidFill>
                  <a:schemeClr val="tx1"/>
                </a:solidFill>
                <a:latin typeface="Times New Roman" panose="02020503050405090304" pitchFamily="18" charset="0"/>
                <a:ea typeface="宋体" pitchFamily="2" charset="-122"/>
              </a:rPr>
              <a:t>seg_list = jieba.cut("</a:t>
            </a:r>
            <a:r>
              <a:rPr lang="zh-CN" altLang="en-US" sz="1200">
                <a:solidFill>
                  <a:schemeClr val="tx1"/>
                </a:solidFill>
                <a:latin typeface="Times New Roman" panose="02020503050405090304" pitchFamily="18" charset="0"/>
                <a:ea typeface="宋体" pitchFamily="2" charset="-122"/>
              </a:rPr>
              <a:t>河南大学创立于</a:t>
            </a:r>
            <a:r>
              <a:rPr lang="en-US" altLang="zh-CN" sz="1200">
                <a:solidFill>
                  <a:schemeClr val="tx1"/>
                </a:solidFill>
                <a:latin typeface="Times New Roman" panose="02020503050405090304" pitchFamily="18" charset="0"/>
                <a:ea typeface="宋体" pitchFamily="2" charset="-122"/>
              </a:rPr>
              <a:t>1912</a:t>
            </a:r>
            <a:r>
              <a:rPr lang="zh-CN" altLang="en-US" sz="1200">
                <a:solidFill>
                  <a:schemeClr val="tx1"/>
                </a:solidFill>
                <a:latin typeface="Times New Roman" panose="02020503050405090304" pitchFamily="18" charset="0"/>
                <a:ea typeface="宋体" pitchFamily="2" charset="-122"/>
              </a:rPr>
              <a:t>年，始名河南留学欧美预备学校</a:t>
            </a:r>
            <a:r>
              <a:rPr lang="en-US" altLang="zh-CN" sz="1200">
                <a:solidFill>
                  <a:schemeClr val="tx1"/>
                </a:solidFill>
                <a:latin typeface="Times New Roman" panose="02020503050405090304" pitchFamily="18" charset="0"/>
                <a:ea typeface="宋体" pitchFamily="2" charset="-122"/>
              </a:rPr>
              <a:t>",cut_all=True)</a:t>
            </a:r>
            <a:endParaRPr lang="en-US" altLang="zh-CN" sz="1200">
              <a:solidFill>
                <a:schemeClr val="tx1"/>
              </a:solidFill>
              <a:latin typeface="Times New Roman" panose="02020503050405090304" pitchFamily="18" charset="0"/>
              <a:ea typeface="宋体" pitchFamily="2" charset="-122"/>
            </a:endParaRPr>
          </a:p>
          <a:p>
            <a:r>
              <a:rPr lang="en-US" altLang="zh-CN" sz="1200">
                <a:solidFill>
                  <a:schemeClr val="tx1"/>
                </a:solidFill>
                <a:latin typeface="Times New Roman" panose="02020503050405090304" pitchFamily="18" charset="0"/>
                <a:ea typeface="宋体" pitchFamily="2" charset="-122"/>
              </a:rPr>
              <a:t>print(" </a:t>
            </a:r>
            <a:r>
              <a:rPr lang="zh-CN" altLang="en-US" sz="1200">
                <a:solidFill>
                  <a:schemeClr val="tx1"/>
                </a:solidFill>
                <a:latin typeface="Times New Roman" panose="02020503050405090304" pitchFamily="18" charset="0"/>
                <a:ea typeface="宋体" pitchFamily="2" charset="-122"/>
              </a:rPr>
              <a:t>全模式 </a:t>
            </a:r>
            <a:r>
              <a:rPr lang="en-US" altLang="zh-CN" sz="1200">
                <a:solidFill>
                  <a:schemeClr val="tx1"/>
                </a:solidFill>
                <a:latin typeface="Times New Roman" panose="02020503050405090304" pitchFamily="18" charset="0"/>
                <a:ea typeface="宋体" pitchFamily="2" charset="-122"/>
              </a:rPr>
              <a:t>:", "/ ".join(seg_list))</a:t>
            </a:r>
            <a:endParaRPr lang="en-US" altLang="zh-CN" sz="1200">
              <a:solidFill>
                <a:schemeClr val="tx1"/>
              </a:solidFill>
              <a:latin typeface="Times New Roman" panose="02020503050405090304" pitchFamily="18" charset="0"/>
              <a:ea typeface="宋体" pitchFamily="2" charset="-122"/>
            </a:endParaRPr>
          </a:p>
          <a:p>
            <a:r>
              <a:rPr lang="en-US" altLang="zh-CN" sz="1200">
                <a:solidFill>
                  <a:schemeClr val="tx1"/>
                </a:solidFill>
                <a:latin typeface="Times New Roman" panose="02020503050405090304" pitchFamily="18" charset="0"/>
                <a:ea typeface="宋体" pitchFamily="2" charset="-122"/>
              </a:rPr>
              <a:t># </a:t>
            </a:r>
            <a:r>
              <a:rPr lang="zh-CN" altLang="en-US" sz="1200">
                <a:solidFill>
                  <a:schemeClr val="tx1"/>
                </a:solidFill>
                <a:latin typeface="Times New Roman" panose="02020503050405090304" pitchFamily="18" charset="0"/>
                <a:ea typeface="宋体" pitchFamily="2" charset="-122"/>
              </a:rPr>
              <a:t>精确模式</a:t>
            </a:r>
            <a:endParaRPr lang="zh-CN" altLang="en-US" sz="1200">
              <a:solidFill>
                <a:schemeClr val="tx1"/>
              </a:solidFill>
              <a:latin typeface="Times New Roman" panose="02020503050405090304" pitchFamily="18" charset="0"/>
              <a:ea typeface="宋体" pitchFamily="2" charset="-122"/>
            </a:endParaRPr>
          </a:p>
          <a:p>
            <a:r>
              <a:rPr lang="en-US" altLang="zh-CN" sz="1200">
                <a:solidFill>
                  <a:schemeClr val="tx1"/>
                </a:solidFill>
                <a:latin typeface="Times New Roman" panose="02020503050405090304" pitchFamily="18" charset="0"/>
                <a:ea typeface="宋体" pitchFamily="2" charset="-122"/>
              </a:rPr>
              <a:t>seg_list = jieba.cut("</a:t>
            </a:r>
            <a:r>
              <a:rPr lang="zh-CN" altLang="en-US" sz="1200">
                <a:solidFill>
                  <a:schemeClr val="tx1"/>
                </a:solidFill>
                <a:latin typeface="Times New Roman" panose="02020503050405090304" pitchFamily="18" charset="0"/>
                <a:ea typeface="宋体" pitchFamily="2" charset="-122"/>
              </a:rPr>
              <a:t>河南大学创立于</a:t>
            </a:r>
            <a:r>
              <a:rPr lang="en-US" altLang="zh-CN" sz="1200">
                <a:solidFill>
                  <a:schemeClr val="tx1"/>
                </a:solidFill>
                <a:latin typeface="Times New Roman" panose="02020503050405090304" pitchFamily="18" charset="0"/>
                <a:ea typeface="宋体" pitchFamily="2" charset="-122"/>
              </a:rPr>
              <a:t>1912</a:t>
            </a:r>
            <a:r>
              <a:rPr lang="zh-CN" altLang="en-US" sz="1200">
                <a:solidFill>
                  <a:schemeClr val="tx1"/>
                </a:solidFill>
                <a:latin typeface="Times New Roman" panose="02020503050405090304" pitchFamily="18" charset="0"/>
                <a:ea typeface="宋体" pitchFamily="2" charset="-122"/>
              </a:rPr>
              <a:t>年，始名河南留学欧美预备学校</a:t>
            </a:r>
            <a:r>
              <a:rPr lang="en-US" altLang="zh-CN" sz="1200">
                <a:solidFill>
                  <a:schemeClr val="tx1"/>
                </a:solidFill>
                <a:latin typeface="Times New Roman" panose="02020503050405090304" pitchFamily="18" charset="0"/>
                <a:ea typeface="宋体" pitchFamily="2" charset="-122"/>
              </a:rPr>
              <a:t>",cut_all=False)</a:t>
            </a:r>
            <a:endParaRPr lang="en-US" altLang="zh-CN" sz="1200">
              <a:solidFill>
                <a:schemeClr val="tx1"/>
              </a:solidFill>
              <a:latin typeface="Times New Roman" panose="02020503050405090304" pitchFamily="18" charset="0"/>
              <a:ea typeface="宋体" pitchFamily="2" charset="-122"/>
            </a:endParaRPr>
          </a:p>
          <a:p>
            <a:r>
              <a:rPr lang="en-US" altLang="zh-CN" sz="1200">
                <a:solidFill>
                  <a:schemeClr val="tx1"/>
                </a:solidFill>
                <a:latin typeface="Times New Roman" panose="02020503050405090304" pitchFamily="18" charset="0"/>
                <a:ea typeface="宋体" pitchFamily="2" charset="-122"/>
              </a:rPr>
              <a:t>print(" </a:t>
            </a:r>
            <a:r>
              <a:rPr lang="zh-CN" altLang="en-US" sz="1200">
                <a:solidFill>
                  <a:schemeClr val="tx1"/>
                </a:solidFill>
                <a:latin typeface="Times New Roman" panose="02020503050405090304" pitchFamily="18" charset="0"/>
                <a:ea typeface="宋体" pitchFamily="2" charset="-122"/>
              </a:rPr>
              <a:t>精确模式 </a:t>
            </a:r>
            <a:r>
              <a:rPr lang="en-US" altLang="zh-CN" sz="1200">
                <a:solidFill>
                  <a:schemeClr val="tx1"/>
                </a:solidFill>
                <a:latin typeface="Times New Roman" panose="02020503050405090304" pitchFamily="18" charset="0"/>
                <a:ea typeface="宋体" pitchFamily="2" charset="-122"/>
              </a:rPr>
              <a:t>:", "/ ".join(seg_list))</a:t>
            </a:r>
            <a:endParaRPr lang="en-US" altLang="zh-CN" sz="1200">
              <a:solidFill>
                <a:schemeClr val="tx1"/>
              </a:solidFill>
              <a:latin typeface="Times New Roman" panose="02020503050405090304" pitchFamily="18" charset="0"/>
              <a:ea typeface="宋体" pitchFamily="2" charset="-122"/>
            </a:endParaRPr>
          </a:p>
          <a:p>
            <a:r>
              <a:rPr lang="en-US" altLang="zh-CN" sz="1200">
                <a:solidFill>
                  <a:schemeClr val="tx1"/>
                </a:solidFill>
                <a:latin typeface="Times New Roman" panose="02020503050405090304" pitchFamily="18" charset="0"/>
                <a:ea typeface="宋体" pitchFamily="2" charset="-122"/>
              </a:rPr>
              <a:t># </a:t>
            </a:r>
            <a:r>
              <a:rPr lang="zh-CN" altLang="en-US" sz="1200">
                <a:solidFill>
                  <a:schemeClr val="tx1"/>
                </a:solidFill>
                <a:latin typeface="Times New Roman" panose="02020503050405090304" pitchFamily="18" charset="0"/>
                <a:ea typeface="宋体" pitchFamily="2" charset="-122"/>
              </a:rPr>
              <a:t>默认是精确模式</a:t>
            </a:r>
            <a:endParaRPr lang="zh-CN" altLang="en-US" sz="1200">
              <a:solidFill>
                <a:schemeClr val="tx1"/>
              </a:solidFill>
              <a:latin typeface="Times New Roman" panose="02020503050405090304" pitchFamily="18" charset="0"/>
              <a:ea typeface="宋体" pitchFamily="2" charset="-122"/>
            </a:endParaRPr>
          </a:p>
          <a:p>
            <a:r>
              <a:rPr lang="en-US" altLang="zh-CN" sz="1200">
                <a:solidFill>
                  <a:schemeClr val="tx1"/>
                </a:solidFill>
                <a:latin typeface="Times New Roman" panose="02020503050405090304" pitchFamily="18" charset="0"/>
                <a:ea typeface="宋体" pitchFamily="2" charset="-122"/>
              </a:rPr>
              <a:t>seg_list = jieba.cut("</a:t>
            </a:r>
            <a:r>
              <a:rPr lang="zh-CN" altLang="en-US" sz="1200">
                <a:solidFill>
                  <a:schemeClr val="tx1"/>
                </a:solidFill>
                <a:latin typeface="Times New Roman" panose="02020503050405090304" pitchFamily="18" charset="0"/>
                <a:ea typeface="宋体" pitchFamily="2" charset="-122"/>
              </a:rPr>
              <a:t>河南大学创立于</a:t>
            </a:r>
            <a:r>
              <a:rPr lang="en-US" altLang="zh-CN" sz="1200">
                <a:solidFill>
                  <a:schemeClr val="tx1"/>
                </a:solidFill>
                <a:latin typeface="Times New Roman" panose="02020503050405090304" pitchFamily="18" charset="0"/>
                <a:ea typeface="宋体" pitchFamily="2" charset="-122"/>
              </a:rPr>
              <a:t>1912</a:t>
            </a:r>
            <a:r>
              <a:rPr lang="zh-CN" altLang="en-US" sz="1200">
                <a:solidFill>
                  <a:schemeClr val="tx1"/>
                </a:solidFill>
                <a:latin typeface="Times New Roman" panose="02020503050405090304" pitchFamily="18" charset="0"/>
                <a:ea typeface="宋体" pitchFamily="2" charset="-122"/>
              </a:rPr>
              <a:t>年，始名河南留学欧美预备学校</a:t>
            </a:r>
            <a:r>
              <a:rPr lang="en-US" altLang="zh-CN" sz="1200">
                <a:solidFill>
                  <a:schemeClr val="tx1"/>
                </a:solidFill>
                <a:latin typeface="Times New Roman" panose="02020503050405090304" pitchFamily="18" charset="0"/>
                <a:ea typeface="宋体" pitchFamily="2" charset="-122"/>
              </a:rPr>
              <a:t>")</a:t>
            </a:r>
            <a:endParaRPr lang="en-US" altLang="zh-CN" sz="1200">
              <a:solidFill>
                <a:schemeClr val="tx1"/>
              </a:solidFill>
              <a:latin typeface="Times New Roman" panose="02020503050405090304" pitchFamily="18" charset="0"/>
              <a:ea typeface="宋体" pitchFamily="2" charset="-122"/>
            </a:endParaRPr>
          </a:p>
          <a:p>
            <a:r>
              <a:rPr lang="en-US" altLang="zh-CN" sz="1200">
                <a:solidFill>
                  <a:schemeClr val="tx1"/>
                </a:solidFill>
                <a:latin typeface="Times New Roman" panose="02020503050405090304" pitchFamily="18" charset="0"/>
                <a:ea typeface="宋体" pitchFamily="2" charset="-122"/>
              </a:rPr>
              <a:t>print(" </a:t>
            </a:r>
            <a:r>
              <a:rPr lang="zh-CN" altLang="en-US" sz="1200">
                <a:solidFill>
                  <a:schemeClr val="tx1"/>
                </a:solidFill>
                <a:latin typeface="Times New Roman" panose="02020503050405090304" pitchFamily="18" charset="0"/>
                <a:ea typeface="宋体" pitchFamily="2" charset="-122"/>
              </a:rPr>
              <a:t>默认模式 </a:t>
            </a:r>
            <a:r>
              <a:rPr lang="en-US" altLang="zh-CN" sz="1200">
                <a:solidFill>
                  <a:schemeClr val="tx1"/>
                </a:solidFill>
                <a:latin typeface="Times New Roman" panose="02020503050405090304" pitchFamily="18" charset="0"/>
                <a:ea typeface="宋体" pitchFamily="2" charset="-122"/>
              </a:rPr>
              <a:t>:",", ".join(seg_list))</a:t>
            </a:r>
            <a:endParaRPr lang="en-US" altLang="zh-CN" sz="1200">
              <a:solidFill>
                <a:schemeClr val="tx1"/>
              </a:solidFill>
              <a:latin typeface="Times New Roman" panose="02020503050405090304" pitchFamily="18" charset="0"/>
              <a:ea typeface="宋体" pitchFamily="2" charset="-122"/>
            </a:endParaRPr>
          </a:p>
          <a:p>
            <a:r>
              <a:rPr lang="en-US" altLang="zh-CN" sz="1200">
                <a:solidFill>
                  <a:schemeClr val="tx1"/>
                </a:solidFill>
                <a:latin typeface="Times New Roman" panose="02020503050405090304" pitchFamily="18" charset="0"/>
                <a:ea typeface="宋体" pitchFamily="2" charset="-122"/>
              </a:rPr>
              <a:t># </a:t>
            </a:r>
            <a:r>
              <a:rPr lang="zh-CN" altLang="en-US" sz="1200">
                <a:solidFill>
                  <a:schemeClr val="tx1"/>
                </a:solidFill>
                <a:latin typeface="Times New Roman" panose="02020503050405090304" pitchFamily="18" charset="0"/>
                <a:ea typeface="宋体" pitchFamily="2" charset="-122"/>
              </a:rPr>
              <a:t>搜索引擎模式</a:t>
            </a:r>
            <a:endParaRPr lang="zh-CN" altLang="en-US" sz="1200">
              <a:solidFill>
                <a:schemeClr val="tx1"/>
              </a:solidFill>
              <a:latin typeface="Times New Roman" panose="02020503050405090304" pitchFamily="18" charset="0"/>
              <a:ea typeface="宋体" pitchFamily="2" charset="-122"/>
            </a:endParaRPr>
          </a:p>
          <a:p>
            <a:r>
              <a:rPr lang="en-US" altLang="zh-CN" sz="1200">
                <a:solidFill>
                  <a:schemeClr val="tx1"/>
                </a:solidFill>
                <a:latin typeface="Times New Roman" panose="02020503050405090304" pitchFamily="18" charset="0"/>
                <a:ea typeface="宋体" pitchFamily="2" charset="-122"/>
              </a:rPr>
              <a:t>seg_list = jieba.cut_for_search("</a:t>
            </a:r>
            <a:r>
              <a:rPr lang="zh-CN" altLang="en-US" sz="1200">
                <a:solidFill>
                  <a:schemeClr val="tx1"/>
                </a:solidFill>
                <a:latin typeface="Times New Roman" panose="02020503050405090304" pitchFamily="18" charset="0"/>
                <a:ea typeface="宋体" pitchFamily="2" charset="-122"/>
              </a:rPr>
              <a:t>河南大学创立于</a:t>
            </a:r>
            <a:r>
              <a:rPr lang="en-US" altLang="zh-CN" sz="1200">
                <a:solidFill>
                  <a:schemeClr val="tx1"/>
                </a:solidFill>
                <a:latin typeface="Times New Roman" panose="02020503050405090304" pitchFamily="18" charset="0"/>
                <a:ea typeface="宋体" pitchFamily="2" charset="-122"/>
              </a:rPr>
              <a:t>1912</a:t>
            </a:r>
            <a:r>
              <a:rPr lang="zh-CN" altLang="en-US" sz="1200">
                <a:solidFill>
                  <a:schemeClr val="tx1"/>
                </a:solidFill>
                <a:latin typeface="Times New Roman" panose="02020503050405090304" pitchFamily="18" charset="0"/>
                <a:ea typeface="宋体" pitchFamily="2" charset="-122"/>
              </a:rPr>
              <a:t>年，始名河南留学欧美预备学校</a:t>
            </a:r>
            <a:r>
              <a:rPr lang="en-US" altLang="zh-CN" sz="1200">
                <a:solidFill>
                  <a:schemeClr val="tx1"/>
                </a:solidFill>
                <a:latin typeface="Times New Roman" panose="02020503050405090304" pitchFamily="18" charset="0"/>
                <a:ea typeface="宋体" pitchFamily="2" charset="-122"/>
              </a:rPr>
              <a:t>")</a:t>
            </a:r>
            <a:endParaRPr lang="en-US" altLang="zh-CN" sz="1200">
              <a:solidFill>
                <a:schemeClr val="tx1"/>
              </a:solidFill>
              <a:latin typeface="Times New Roman" panose="02020503050405090304" pitchFamily="18" charset="0"/>
              <a:ea typeface="宋体" pitchFamily="2" charset="-122"/>
            </a:endParaRPr>
          </a:p>
          <a:p>
            <a:r>
              <a:rPr lang="en-US" altLang="zh-CN" sz="1200">
                <a:solidFill>
                  <a:schemeClr val="tx1"/>
                </a:solidFill>
                <a:latin typeface="Times New Roman" panose="02020503050405090304" pitchFamily="18" charset="0"/>
                <a:ea typeface="宋体" pitchFamily="2" charset="-122"/>
              </a:rPr>
              <a:t>print(" </a:t>
            </a:r>
            <a:r>
              <a:rPr lang="zh-CN" altLang="en-US" sz="1200">
                <a:solidFill>
                  <a:schemeClr val="tx1"/>
                </a:solidFill>
                <a:latin typeface="Times New Roman" panose="02020503050405090304" pitchFamily="18" charset="0"/>
                <a:ea typeface="宋体" pitchFamily="2" charset="-122"/>
              </a:rPr>
              <a:t>搜素引擎模式 </a:t>
            </a:r>
            <a:r>
              <a:rPr lang="en-US" altLang="zh-CN" sz="1200">
                <a:solidFill>
                  <a:schemeClr val="tx1"/>
                </a:solidFill>
                <a:latin typeface="Times New Roman" panose="02020503050405090304" pitchFamily="18" charset="0"/>
                <a:ea typeface="宋体" pitchFamily="2" charset="-122"/>
              </a:rPr>
              <a:t>:",", ".join(seg_list))</a:t>
            </a:r>
            <a:endParaRPr lang="zh-CN" altLang="en-US" sz="1200">
              <a:solidFill>
                <a:schemeClr val="tx1"/>
              </a:solidFill>
              <a:latin typeface="Times New Roman" panose="02020503050405090304" pitchFamily="18" charset="0"/>
              <a:ea typeface="宋体" pitchFamily="2" charset="-122"/>
            </a:endParaRPr>
          </a:p>
        </p:txBody>
      </p:sp>
      <p:sp>
        <p:nvSpPr>
          <p:cNvPr id="4" name="文本框 3"/>
          <p:cNvSpPr txBox="1"/>
          <p:nvPr/>
        </p:nvSpPr>
        <p:spPr>
          <a:xfrm>
            <a:off x="901065" y="918210"/>
            <a:ext cx="7249160" cy="787075"/>
          </a:xfrm>
          <a:prstGeom prst="rect">
            <a:avLst/>
          </a:prstGeom>
          <a:ln>
            <a:noFill/>
          </a:ln>
        </p:spPr>
        <p:style>
          <a:lnRef idx="2">
            <a:schemeClr val="dk1"/>
          </a:lnRef>
          <a:fillRef idx="1">
            <a:schemeClr val="lt1"/>
          </a:fillRef>
          <a:effectRef idx="0">
            <a:schemeClr val="dk1"/>
          </a:effectRef>
          <a:fontRef idx="minor">
            <a:schemeClr val="dk1"/>
          </a:fontRef>
        </p:style>
        <p:txBody>
          <a:bodyPr wrap="square" rtlCol="0" anchor="t">
            <a:spAutoFit/>
          </a:bodyPr>
          <a:lstStyle/>
          <a:p>
            <a:pPr>
              <a:lnSpc>
                <a:spcPct val="150000"/>
              </a:lnSpc>
            </a:pPr>
            <a:r>
              <a:rPr lang="zh-CN" altLang="en-US" sz="1600" dirty="0">
                <a:latin typeface="Times New Roman" panose="02020503050405090304" pitchFamily="18" charset="0"/>
                <a:ea typeface="宋体" pitchFamily="2" charset="-122"/>
              </a:rPr>
              <a:t>【例】</a:t>
            </a:r>
            <a:r>
              <a:rPr lang="zh-CN" altLang="en-US" sz="1600">
                <a:latin typeface="Times New Roman" panose="02020503050405090304" pitchFamily="18" charset="0"/>
                <a:ea typeface="宋体" pitchFamily="2" charset="-122"/>
              </a:rPr>
              <a:t>对“</a:t>
            </a:r>
            <a:r>
              <a:rPr lang="zh-CN" altLang="en-US" sz="1600">
                <a:solidFill>
                  <a:schemeClr val="tx1"/>
                </a:solidFill>
                <a:latin typeface="Times New Roman" panose="02020503050405090304" pitchFamily="18" charset="0"/>
                <a:ea typeface="宋体" pitchFamily="2" charset="-122"/>
              </a:rPr>
              <a:t>河南大学创立于</a:t>
            </a:r>
            <a:r>
              <a:rPr lang="en-US" altLang="zh-CN" sz="1600">
                <a:solidFill>
                  <a:schemeClr val="tx1"/>
                </a:solidFill>
                <a:latin typeface="Times New Roman" panose="02020503050405090304" pitchFamily="18" charset="0"/>
                <a:ea typeface="宋体" pitchFamily="2" charset="-122"/>
              </a:rPr>
              <a:t>1912</a:t>
            </a:r>
            <a:r>
              <a:rPr lang="zh-CN" altLang="en-US" sz="1600">
                <a:solidFill>
                  <a:schemeClr val="tx1"/>
                </a:solidFill>
                <a:latin typeface="Times New Roman" panose="02020503050405090304" pitchFamily="18" charset="0"/>
                <a:ea typeface="宋体" pitchFamily="2" charset="-122"/>
              </a:rPr>
              <a:t>年，始名河南留学欧美预备学校</a:t>
            </a:r>
            <a:r>
              <a:rPr lang="zh-CN" altLang="en-US" sz="1600">
                <a:latin typeface="Times New Roman" panose="02020503050405090304" pitchFamily="18" charset="0"/>
                <a:ea typeface="宋体" pitchFamily="2" charset="-122"/>
              </a:rPr>
              <a:t>”</a:t>
            </a:r>
            <a:r>
              <a:rPr lang="zh-CN" altLang="en-US" sz="1600" dirty="0">
                <a:latin typeface="Times New Roman" panose="02020503050405090304" pitchFamily="18" charset="0"/>
                <a:ea typeface="宋体" pitchFamily="2" charset="-122"/>
              </a:rPr>
              <a:t>这句中文文本，</a:t>
            </a:r>
            <a:r>
              <a:rPr lang="zh-CN" altLang="en-US" sz="1600">
                <a:latin typeface="Times New Roman" panose="02020503050405090304" pitchFamily="18" charset="0"/>
                <a:ea typeface="宋体" pitchFamily="2" charset="-122"/>
              </a:rPr>
              <a:t>使用 </a:t>
            </a:r>
            <a:r>
              <a:rPr lang="en-US" altLang="zh-CN" sz="1600">
                <a:latin typeface="Times New Roman" panose="02020503050405090304" pitchFamily="18" charset="0"/>
                <a:ea typeface="宋体" pitchFamily="2" charset="-122"/>
              </a:rPr>
              <a:t>j</a:t>
            </a:r>
            <a:r>
              <a:rPr lang="zh-CN" altLang="en-US" sz="1600">
                <a:latin typeface="Times New Roman" panose="02020503050405090304" pitchFamily="18" charset="0"/>
                <a:ea typeface="宋体" pitchFamily="2" charset="-122"/>
              </a:rPr>
              <a:t>ieba </a:t>
            </a:r>
            <a:r>
              <a:rPr lang="zh-CN" altLang="en-US" sz="1600" dirty="0">
                <a:latin typeface="Times New Roman" panose="02020503050405090304" pitchFamily="18" charset="0"/>
                <a:ea typeface="宋体" pitchFamily="2" charset="-122"/>
              </a:rPr>
              <a:t>分词工具进行分词。</a:t>
            </a:r>
            <a:endParaRPr lang="zh-CN" altLang="en-US" sz="1600" dirty="0">
              <a:latin typeface="Times New Roman" panose="02020503050405090304" pitchFamily="18" charset="0"/>
              <a:ea typeface="宋体" pitchFamily="2" charset="-122"/>
            </a:endParaRPr>
          </a:p>
        </p:txBody>
      </p:sp>
      <p:sp>
        <p:nvSpPr>
          <p:cNvPr id="3" name="文本框 2"/>
          <p:cNvSpPr txBox="1"/>
          <p:nvPr/>
        </p:nvSpPr>
        <p:spPr>
          <a:xfrm>
            <a:off x="901065" y="1746885"/>
            <a:ext cx="2084705" cy="2757999"/>
          </a:xfrm>
          <a:prstGeom prst="rect">
            <a:avLst/>
          </a:prstGeom>
        </p:spPr>
        <p:style>
          <a:lnRef idx="1">
            <a:schemeClr val="accent4"/>
          </a:lnRef>
          <a:fillRef idx="2">
            <a:schemeClr val="accent4"/>
          </a:fillRef>
          <a:effectRef idx="1">
            <a:schemeClr val="accent4"/>
          </a:effectRef>
          <a:fontRef idx="minor">
            <a:schemeClr val="dk1"/>
          </a:fontRef>
        </p:style>
        <p:txBody>
          <a:bodyPr wrap="square" rtlCol="0" anchor="t">
            <a:spAutoFit/>
          </a:bodyPr>
          <a:lstStyle/>
          <a:p>
            <a:pPr>
              <a:lnSpc>
                <a:spcPts val="2080"/>
              </a:lnSpc>
            </a:pPr>
            <a:r>
              <a:rPr lang="zh-CN" altLang="en-US" sz="1400" dirty="0">
                <a:latin typeface="Times New Roman" panose="02020503050405090304" pitchFamily="18" charset="0"/>
                <a:ea typeface="宋体" pitchFamily="2" charset="-122"/>
              </a:rPr>
              <a:t>案例分析：</a:t>
            </a:r>
            <a:endParaRPr lang="zh-CN" altLang="en-US" sz="1400" dirty="0">
              <a:latin typeface="Times New Roman" panose="02020503050405090304" pitchFamily="18" charset="0"/>
              <a:ea typeface="宋体" pitchFamily="2" charset="-122"/>
            </a:endParaRPr>
          </a:p>
          <a:p>
            <a:pPr>
              <a:lnSpc>
                <a:spcPts val="2080"/>
              </a:lnSpc>
            </a:pPr>
            <a:r>
              <a:rPr lang="zh-CN" altLang="en-US" sz="1400" dirty="0">
                <a:latin typeface="Times New Roman" panose="02020503050405090304" pitchFamily="18" charset="0"/>
                <a:ea typeface="宋体" pitchFamily="2" charset="-122"/>
              </a:rPr>
              <a:t>（</a:t>
            </a:r>
            <a:r>
              <a:rPr lang="en-US" altLang="zh-CN" sz="1400" dirty="0">
                <a:latin typeface="Times New Roman" panose="02020503050405090304" pitchFamily="18" charset="0"/>
                <a:ea typeface="宋体" pitchFamily="2" charset="-122"/>
              </a:rPr>
              <a:t>1</a:t>
            </a:r>
            <a:r>
              <a:rPr lang="zh-CN" altLang="en-US" sz="1400" dirty="0">
                <a:latin typeface="Times New Roman" panose="02020503050405090304" pitchFamily="18" charset="0"/>
                <a:ea typeface="宋体" pitchFamily="2" charset="-122"/>
              </a:rPr>
              <a:t>）导入 jieba 分词工具包</a:t>
            </a:r>
            <a:endParaRPr lang="zh-CN" altLang="en-US" sz="1400" dirty="0">
              <a:latin typeface="Times New Roman" panose="02020503050405090304" pitchFamily="18" charset="0"/>
              <a:ea typeface="宋体" pitchFamily="2" charset="-122"/>
            </a:endParaRPr>
          </a:p>
          <a:p>
            <a:pPr>
              <a:lnSpc>
                <a:spcPts val="2080"/>
              </a:lnSpc>
            </a:pPr>
            <a:r>
              <a:rPr lang="zh-CN" altLang="en-US" sz="1400" dirty="0">
                <a:latin typeface="Times New Roman" panose="02020503050405090304" pitchFamily="18" charset="0"/>
                <a:ea typeface="宋体" pitchFamily="2" charset="-122"/>
              </a:rPr>
              <a:t>（</a:t>
            </a:r>
            <a:r>
              <a:rPr lang="en-US" altLang="zh-CN" sz="1400" dirty="0">
                <a:latin typeface="Times New Roman" panose="02020503050405090304" pitchFamily="18" charset="0"/>
                <a:ea typeface="宋体" pitchFamily="2" charset="-122"/>
              </a:rPr>
              <a:t>2</a:t>
            </a:r>
            <a:r>
              <a:rPr lang="zh-CN" altLang="en-US" sz="1400" dirty="0">
                <a:latin typeface="Times New Roman" panose="02020503050405090304" pitchFamily="18" charset="0"/>
                <a:ea typeface="宋体" pitchFamily="2" charset="-122"/>
              </a:rPr>
              <a:t>）使用</a:t>
            </a:r>
            <a:r>
              <a:rPr lang="en-US" altLang="zh-CN" sz="1400" dirty="0" err="1">
                <a:solidFill>
                  <a:srgbClr val="FF0000"/>
                </a:solidFill>
                <a:latin typeface="Times New Roman" panose="02020503050405090304" pitchFamily="18" charset="0"/>
                <a:ea typeface="宋体" pitchFamily="2" charset="-122"/>
              </a:rPr>
              <a:t>jieba.cut</a:t>
            </a:r>
            <a:r>
              <a:rPr lang="zh-CN" altLang="en-US" sz="1400" dirty="0">
                <a:latin typeface="Times New Roman" panose="02020503050405090304" pitchFamily="18" charset="0"/>
                <a:ea typeface="宋体" pitchFamily="2" charset="-122"/>
              </a:rPr>
              <a:t>方法，在</a:t>
            </a:r>
            <a:r>
              <a:rPr lang="en-US" altLang="zh-CN" sz="1400" dirty="0" err="1">
                <a:latin typeface="Times New Roman" panose="02020503050405090304" pitchFamily="18" charset="0"/>
                <a:ea typeface="宋体" pitchFamily="2" charset="-122"/>
              </a:rPr>
              <a:t>cut_all</a:t>
            </a:r>
            <a:r>
              <a:rPr lang="zh-CN" altLang="en-US" sz="1400" dirty="0">
                <a:latin typeface="Times New Roman" panose="02020503050405090304" pitchFamily="18" charset="0"/>
                <a:ea typeface="宋体" pitchFamily="2" charset="-122"/>
              </a:rPr>
              <a:t>参数中分别设置使用全模式和精确模式进行分词；</a:t>
            </a:r>
            <a:endParaRPr lang="zh-CN" altLang="en-US" sz="1400" dirty="0">
              <a:latin typeface="Times New Roman" panose="02020503050405090304" pitchFamily="18" charset="0"/>
              <a:ea typeface="宋体" pitchFamily="2" charset="-122"/>
            </a:endParaRPr>
          </a:p>
          <a:p>
            <a:pPr>
              <a:lnSpc>
                <a:spcPts val="2080"/>
              </a:lnSpc>
            </a:pPr>
            <a:r>
              <a:rPr lang="zh-CN" altLang="en-US" sz="1400" dirty="0">
                <a:latin typeface="Times New Roman" panose="02020503050405090304" pitchFamily="18" charset="0"/>
                <a:ea typeface="宋体" pitchFamily="2" charset="-122"/>
              </a:rPr>
              <a:t>使用</a:t>
            </a:r>
            <a:r>
              <a:rPr lang="zh-CN" altLang="en-US" sz="1400" dirty="0">
                <a:solidFill>
                  <a:srgbClr val="FF0000"/>
                </a:solidFill>
                <a:latin typeface="Times New Roman" panose="02020503050405090304" pitchFamily="18" charset="0"/>
                <a:ea typeface="宋体" pitchFamily="2" charset="-122"/>
              </a:rPr>
              <a:t> jieba.cut_for_search</a:t>
            </a:r>
            <a:r>
              <a:rPr lang="zh-CN" altLang="en-US" sz="1400" dirty="0">
                <a:latin typeface="Times New Roman" panose="02020503050405090304" pitchFamily="18" charset="0"/>
                <a:ea typeface="宋体" pitchFamily="2" charset="-122"/>
              </a:rPr>
              <a:t>方法，设置使用搜索引擎模式进行分词。</a:t>
            </a:r>
            <a:endParaRPr lang="zh-CN" altLang="en-US" sz="1400" dirty="0">
              <a:latin typeface="Times New Roman" panose="02020503050405090304" pitchFamily="18" charset="0"/>
              <a:ea typeface="宋体" pitchFamily="2" charset="-122"/>
            </a:endParaRPr>
          </a:p>
        </p:txBody>
      </p:sp>
      <p:sp>
        <p:nvSpPr>
          <p:cNvPr id="12" name="标题 11"/>
          <p:cNvSpPr>
            <a:spLocks noGrp="1"/>
          </p:cNvSpPr>
          <p:nvPr>
            <p:ph type="title"/>
          </p:nvPr>
        </p:nvSpPr>
        <p:spPr>
          <a:xfrm>
            <a:off x="362425" y="0"/>
            <a:ext cx="8781575" cy="702469"/>
          </a:xfrm>
        </p:spPr>
        <p:txBody>
          <a:bodyPr/>
          <a:lstStyle/>
          <a:p>
            <a:r>
              <a:rPr lang="en-US" altLang="zh-CN" sz="2400" b="1">
                <a:solidFill>
                  <a:srgbClr val="004C41"/>
                </a:solidFill>
                <a:ea typeface="宋体" pitchFamily="2" charset="-122"/>
                <a:cs typeface="+mn-ea"/>
                <a:sym typeface="+mn-lt"/>
              </a:rPr>
              <a:t>3.j</a:t>
            </a:r>
            <a:r>
              <a:rPr lang="zh-CN" altLang="en-US" sz="2400" b="1">
                <a:solidFill>
                  <a:srgbClr val="004C41"/>
                </a:solidFill>
                <a:ea typeface="宋体" pitchFamily="2" charset="-122"/>
                <a:cs typeface="+mn-ea"/>
                <a:sym typeface="+mn-lt"/>
              </a:rPr>
              <a:t>ieba分词</a:t>
            </a:r>
            <a:r>
              <a:rPr lang="zh-CN" altLang="zh-CN" sz="2400" b="1">
                <a:solidFill>
                  <a:srgbClr val="004C41"/>
                </a:solidFill>
                <a:ea typeface="宋体" pitchFamily="2" charset="-122"/>
                <a:cs typeface="+mn-ea"/>
                <a:sym typeface="+mn-lt"/>
              </a:rPr>
              <a:t>案例</a:t>
            </a:r>
            <a:endParaRPr lang="zh-CN" altLang="en-US">
              <a:ea typeface="宋体" pitchFamily="2" charset="-122"/>
            </a:endParaRPr>
          </a:p>
        </p:txBody>
      </p:sp>
      <p:sp>
        <p:nvSpPr>
          <p:cNvPr id="10" name="日期占位符 9"/>
          <p:cNvSpPr>
            <a:spLocks noGrp="1"/>
          </p:cNvSpPr>
          <p:nvPr>
            <p:ph type="dt" sz="half" idx="10"/>
          </p:nvPr>
        </p:nvSpPr>
        <p:spPr/>
        <p:txBody>
          <a:bodyPr/>
          <a:lstStyle/>
          <a:p>
            <a:fld id="{2D3FF592-D466-4963-BA10-7A9FBC597345}"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11" name="灯片编号占位符 10"/>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anim calcmode="lin" valueType="num">
                                      <p:cBhvr>
                                        <p:cTn id="12" dur="1000" fill="hold"/>
                                        <p:tgtEl>
                                          <p:spTgt spid="3"/>
                                        </p:tgtEl>
                                        <p:attrNameLst>
                                          <p:attrName>ppt_x</p:attrName>
                                        </p:attrNameLst>
                                      </p:cBhvr>
                                      <p:tavLst>
                                        <p:tav tm="0">
                                          <p:val>
                                            <p:strVal val="#ppt_x"/>
                                          </p:val>
                                        </p:tav>
                                        <p:tav tm="100000">
                                          <p:val>
                                            <p:strVal val="#ppt_x"/>
                                          </p:val>
                                        </p:tav>
                                      </p:tavLst>
                                    </p:anim>
                                    <p:anim calcmode="lin" valueType="num">
                                      <p:cBhvr>
                                        <p:cTn id="1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6" grpId="1" animBg="1"/>
      <p:bldP spid="4" grpId="0" bldLvl="0" animBg="1"/>
      <p:bldP spid="4" grpId="1" animBg="1"/>
      <p:bldP spid="3" grpId="0" bldLvl="0" animBg="1"/>
      <p:bldP spid="3" grpId="1"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en-US" altLang="zh-CN" sz="2400" b="1">
                <a:solidFill>
                  <a:srgbClr val="004C41"/>
                </a:solidFill>
                <a:ea typeface="宋体" pitchFamily="2" charset="-122"/>
                <a:cs typeface="+mn-ea"/>
                <a:sym typeface="+mn-lt"/>
              </a:rPr>
              <a:t>3.j</a:t>
            </a:r>
            <a:r>
              <a:rPr lang="zh-CN" altLang="en-US" sz="2400" b="1">
                <a:solidFill>
                  <a:srgbClr val="004C41"/>
                </a:solidFill>
                <a:ea typeface="宋体" pitchFamily="2" charset="-122"/>
                <a:cs typeface="+mn-ea"/>
                <a:sym typeface="+mn-lt"/>
              </a:rPr>
              <a:t>ieba分词</a:t>
            </a:r>
            <a:r>
              <a:rPr lang="zh-CN" altLang="zh-CN" sz="2400" b="1">
                <a:solidFill>
                  <a:srgbClr val="004C41"/>
                </a:solidFill>
                <a:ea typeface="宋体" pitchFamily="2" charset="-122"/>
                <a:cs typeface="+mn-ea"/>
                <a:sym typeface="+mn-lt"/>
              </a:rPr>
              <a:t>案例</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三种分词结果对比</a:t>
            </a:r>
            <a:endParaRPr lang="zh-CN" altLang="en-US">
              <a:ea typeface="宋体" pitchFamily="2" charset="-122"/>
            </a:endParaRPr>
          </a:p>
        </p:txBody>
      </p:sp>
      <p:sp>
        <p:nvSpPr>
          <p:cNvPr id="5" name="日期占位符 4"/>
          <p:cNvSpPr>
            <a:spLocks noGrp="1"/>
          </p:cNvSpPr>
          <p:nvPr>
            <p:ph type="dt" sz="half" idx="10"/>
          </p:nvPr>
        </p:nvSpPr>
        <p:spPr/>
        <p:txBody>
          <a:bodyPr/>
          <a:lstStyle/>
          <a:p>
            <a:fld id="{8267F4ED-24F5-43F2-9EB0-C45AB192009D}"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6" name="灯片编号占位符 5"/>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13" name="文本框 12"/>
          <p:cNvSpPr txBox="1"/>
          <p:nvPr/>
        </p:nvSpPr>
        <p:spPr>
          <a:xfrm>
            <a:off x="412716" y="909637"/>
            <a:ext cx="4572000" cy="369332"/>
          </a:xfrm>
          <a:prstGeom prst="rect">
            <a:avLst/>
          </a:prstGeom>
          <a:noFill/>
        </p:spPr>
        <p:txBody>
          <a:bodyPr wrap="square">
            <a:spAutoFit/>
          </a:bodyPr>
          <a:lstStyle/>
          <a:p>
            <a:r>
              <a:rPr lang="en-US" altLang="zh-CN" sz="1800">
                <a:latin typeface="Times New Roman" panose="02020503050405090304" pitchFamily="18" charset="0"/>
                <a:ea typeface="宋体" pitchFamily="2" charset="-122"/>
              </a:rPr>
              <a:t>【</a:t>
            </a:r>
            <a:r>
              <a:rPr lang="zh-CN" altLang="en-US" sz="1800">
                <a:latin typeface="Times New Roman" panose="02020503050405090304" pitchFamily="18" charset="0"/>
                <a:ea typeface="宋体" pitchFamily="2" charset="-122"/>
              </a:rPr>
              <a:t>运行结果</a:t>
            </a:r>
            <a:r>
              <a:rPr lang="en-US" altLang="zh-CN" sz="1800">
                <a:latin typeface="Times New Roman" panose="02020503050405090304" pitchFamily="18" charset="0"/>
                <a:ea typeface="宋体" pitchFamily="2" charset="-122"/>
              </a:rPr>
              <a:t>】</a:t>
            </a:r>
            <a:endParaRPr lang="en-US" altLang="zh-CN" sz="1800">
              <a:latin typeface="Times New Roman" panose="02020503050405090304" pitchFamily="18" charset="0"/>
              <a:ea typeface="宋体" pitchFamily="2" charset="-122"/>
            </a:endParaRPr>
          </a:p>
        </p:txBody>
      </p:sp>
      <p:pic>
        <p:nvPicPr>
          <p:cNvPr id="12" name="图片 11"/>
          <p:cNvPicPr>
            <a:picLocks noChangeAspect="1"/>
          </p:cNvPicPr>
          <p:nvPr/>
        </p:nvPicPr>
        <p:blipFill>
          <a:blip r:embed="rId1"/>
          <a:stretch>
            <a:fillRect/>
          </a:stretch>
        </p:blipFill>
        <p:spPr>
          <a:xfrm>
            <a:off x="1043011" y="1339397"/>
            <a:ext cx="4868462" cy="2464706"/>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b="1">
                <a:solidFill>
                  <a:srgbClr val="004C41"/>
                </a:solidFill>
                <a:ea typeface="宋体" pitchFamily="2" charset="-122"/>
                <a:cs typeface="+mn-ea"/>
                <a:sym typeface="+mn-lt"/>
              </a:rPr>
              <a:t>3.j</a:t>
            </a:r>
            <a:r>
              <a:rPr lang="zh-CN" altLang="en-US" sz="2400" b="1">
                <a:solidFill>
                  <a:srgbClr val="004C41"/>
                </a:solidFill>
                <a:ea typeface="宋体" pitchFamily="2" charset="-122"/>
                <a:cs typeface="+mn-ea"/>
                <a:sym typeface="+mn-lt"/>
              </a:rPr>
              <a:t>ieba分词</a:t>
            </a:r>
            <a:r>
              <a:rPr lang="zh-CN" altLang="zh-CN" sz="2400" b="1">
                <a:solidFill>
                  <a:srgbClr val="004C41"/>
                </a:solidFill>
                <a:ea typeface="宋体" pitchFamily="2" charset="-122"/>
                <a:cs typeface="+mn-ea"/>
                <a:sym typeface="+mn-lt"/>
              </a:rPr>
              <a:t>案例</a:t>
            </a:r>
            <a:r>
              <a:rPr lang="en-US" altLang="zh-CN" sz="2400" b="1">
                <a:solidFill>
                  <a:srgbClr val="004C41"/>
                </a:solidFill>
                <a:ea typeface="宋体" pitchFamily="2" charset="-122"/>
                <a:cs typeface="+mn-ea"/>
                <a:sym typeface="+mn-lt"/>
              </a:rPr>
              <a:t>——</a:t>
            </a:r>
            <a:r>
              <a:rPr lang="zh-CN" altLang="en-US" sz="2400" b="1">
                <a:solidFill>
                  <a:srgbClr val="004C41"/>
                </a:solidFill>
                <a:ea typeface="宋体" pitchFamily="2" charset="-122"/>
                <a:cs typeface="+mn-ea"/>
                <a:sym typeface="+mn-lt"/>
              </a:rPr>
              <a:t>三种分词结果对比</a:t>
            </a:r>
            <a:endParaRPr lang="zh-CN" altLang="en-US">
              <a:ea typeface="宋体" pitchFamily="2" charset="-122"/>
            </a:endParaRPr>
          </a:p>
        </p:txBody>
      </p:sp>
      <p:sp>
        <p:nvSpPr>
          <p:cNvPr id="3" name="日期占位符 2"/>
          <p:cNvSpPr>
            <a:spLocks noGrp="1"/>
          </p:cNvSpPr>
          <p:nvPr>
            <p:ph type="dt" sz="half" idx="10"/>
          </p:nvPr>
        </p:nvSpPr>
        <p:spPr/>
        <p:txBody>
          <a:bodyPr/>
          <a:lstStyle/>
          <a:p>
            <a:fld id="{8ADA8DF6-2A42-40D5-8183-2B1FD5AC805E}"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4" name="灯片编号占位符 3"/>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6" name="文本框 5"/>
          <p:cNvSpPr txBox="1"/>
          <p:nvPr/>
        </p:nvSpPr>
        <p:spPr>
          <a:xfrm>
            <a:off x="457200" y="1033713"/>
            <a:ext cx="8420100" cy="3000245"/>
          </a:xfrm>
          <a:prstGeom prst="rect">
            <a:avLst/>
          </a:prstGeom>
          <a:noFill/>
        </p:spPr>
        <p:txBody>
          <a:bodyPr wrap="square">
            <a:spAutoFit/>
          </a:bodyPr>
          <a:lstStyle/>
          <a:p>
            <a:pPr indent="457200">
              <a:lnSpc>
                <a:spcPct val="150000"/>
              </a:lnSpc>
            </a:pPr>
            <a:r>
              <a:rPr lang="zh-CN" altLang="en-US" sz="1600">
                <a:latin typeface="Times New Roman" panose="02020503050405090304" pitchFamily="18" charset="0"/>
                <a:ea typeface="宋体" pitchFamily="2" charset="-122"/>
              </a:rPr>
              <a:t>事实上，由于</a:t>
            </a:r>
            <a:r>
              <a:rPr lang="zh-CN" altLang="en-US" sz="1600">
                <a:solidFill>
                  <a:srgbClr val="0000FF"/>
                </a:solidFill>
                <a:latin typeface="Times New Roman" panose="02020503050405090304" pitchFamily="18" charset="0"/>
                <a:ea typeface="宋体" pitchFamily="2" charset="-122"/>
              </a:rPr>
              <a:t>结巴在分词时并未考虑上下文语义</a:t>
            </a:r>
            <a:r>
              <a:rPr lang="zh-CN" altLang="en-US" sz="1600">
                <a:latin typeface="Times New Roman" panose="02020503050405090304" pitchFamily="18" charset="0"/>
                <a:ea typeface="宋体" pitchFamily="2" charset="-122"/>
              </a:rPr>
              <a:t>，因此无法保证在不同的应用场景下都能达到很好的效果。例如，上面提到过的文本“南京市长江大桥”，如直接使用结巴分词,结果为“南京市/长江大桥”，而实际应用场景中，用户可能需要将其分割为“南京/市长/江大桥”。</a:t>
            </a:r>
            <a:endParaRPr lang="en-US" altLang="zh-CN" sz="1600">
              <a:latin typeface="Times New Roman" panose="02020503050405090304" pitchFamily="18" charset="0"/>
              <a:ea typeface="宋体" pitchFamily="2" charset="-122"/>
            </a:endParaRPr>
          </a:p>
          <a:p>
            <a:pPr indent="457200">
              <a:lnSpc>
                <a:spcPct val="150000"/>
              </a:lnSpc>
            </a:pPr>
            <a:r>
              <a:rPr lang="zh-CN" altLang="en-US" sz="1600">
                <a:latin typeface="Times New Roman" panose="02020503050405090304" pitchFamily="18" charset="0"/>
                <a:ea typeface="宋体" pitchFamily="2" charset="-122"/>
              </a:rPr>
              <a:t>考虑到用户在不同应用场景下不同的需求，结巴分词通过加载用户自定义词典来实现。例如，在上述场景下将“江大桥”一词写人自定义词典，并为“江大桥”设置较高的词频，使用装载用户自定义词典的结巴工具再次分词时，便可得到“南京/市长江大桥”这一所需结果。显然，在特定场景下用户自定义词典的使用大大提升了分词的效果。</a:t>
            </a:r>
            <a:endParaRPr lang="zh-CN" altLang="en-US" sz="1600">
              <a:latin typeface="Times New Roman" panose="02020503050405090304" pitchFamily="18" charset="0"/>
              <a:ea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本章作业</a:t>
            </a:r>
            <a:endParaRPr lang="zh-CN" altLang="en-US"/>
          </a:p>
        </p:txBody>
      </p:sp>
      <p:sp>
        <p:nvSpPr>
          <p:cNvPr id="3" name="日期占位符 2"/>
          <p:cNvSpPr>
            <a:spLocks noGrp="1"/>
          </p:cNvSpPr>
          <p:nvPr>
            <p:ph type="dt" sz="half" idx="10"/>
          </p:nvPr>
        </p:nvSpPr>
        <p:spPr/>
        <p:txBody>
          <a:bodyPr/>
          <a:lstStyle/>
          <a:p>
            <a:fld id="{B5EB4023-B692-41B2-93C3-32315200AA94}" type="datetime1">
              <a:rPr lang="zh-CN" altLang="en-US" smtClean="0"/>
            </a:fld>
            <a:endParaRPr lang="zh-CN" altLang="en-US"/>
          </a:p>
        </p:txBody>
      </p:sp>
      <p:sp>
        <p:nvSpPr>
          <p:cNvPr id="4" name="灯片编号占位符 3"/>
          <p:cNvSpPr>
            <a:spLocks noGrp="1"/>
          </p:cNvSpPr>
          <p:nvPr>
            <p:ph type="sldNum" sz="quarter" idx="12"/>
          </p:nvPr>
        </p:nvSpPr>
        <p:spPr/>
        <p:txBody>
          <a:bodyPr/>
          <a:lstStyle/>
          <a:p>
            <a:fld id="{82952373-7980-4DA7-9ADE-54D716DB38BB}" type="slidenum">
              <a:rPr lang="zh-CN" altLang="en-US" smtClean="0"/>
            </a:fld>
            <a:endParaRPr lang="zh-CN" altLang="en-US"/>
          </a:p>
        </p:txBody>
      </p:sp>
      <p:sp>
        <p:nvSpPr>
          <p:cNvPr id="6" name="文本框 5"/>
          <p:cNvSpPr txBox="1"/>
          <p:nvPr/>
        </p:nvSpPr>
        <p:spPr>
          <a:xfrm>
            <a:off x="1051560" y="1233787"/>
            <a:ext cx="7763828" cy="2104872"/>
          </a:xfrm>
          <a:prstGeom prst="rect">
            <a:avLst/>
          </a:prstGeom>
          <a:noFill/>
        </p:spPr>
        <p:txBody>
          <a:bodyPr wrap="square">
            <a:spAutoFit/>
          </a:bodyPr>
          <a:lstStyle/>
          <a:p>
            <a:pPr algn="just">
              <a:lnSpc>
                <a:spcPct val="150000"/>
              </a:lnSpc>
            </a:pPr>
            <a:r>
              <a:rPr lang="en-US" altLang="zh-CN" sz="1800">
                <a:effectLst/>
                <a:latin typeface="Times New Roman" panose="02020503050405090304" pitchFamily="18" charset="0"/>
                <a:ea typeface="宋体" pitchFamily="2" charset="-122"/>
                <a:cs typeface="宋体" pitchFamily="2" charset="-122"/>
              </a:rPr>
              <a:t>1.</a:t>
            </a:r>
            <a:r>
              <a:rPr lang="zh-CN" altLang="zh-CN" sz="1800">
                <a:effectLst/>
                <a:latin typeface="Times New Roman" panose="02020503050405090304" pitchFamily="18" charset="0"/>
                <a:ea typeface="宋体" pitchFamily="2" charset="-122"/>
                <a:cs typeface="Times New Roman" panose="02020503050405090304" pitchFamily="18" charset="0"/>
              </a:rPr>
              <a:t>分析</a:t>
            </a:r>
            <a:r>
              <a:rPr lang="en-US" altLang="zh-CN" sz="1800">
                <a:effectLst/>
                <a:latin typeface="Times New Roman" panose="02020503050405090304" pitchFamily="18" charset="0"/>
                <a:ea typeface="宋体" pitchFamily="2" charset="-122"/>
                <a:cs typeface="宋体" pitchFamily="2" charset="-122"/>
              </a:rPr>
              <a:t>4.2.3</a:t>
            </a:r>
            <a:r>
              <a:rPr lang="zh-CN" altLang="zh-CN" sz="1800">
                <a:effectLst/>
                <a:latin typeface="Times New Roman" panose="02020503050405090304" pitchFamily="18" charset="0"/>
                <a:ea typeface="宋体" pitchFamily="2" charset="-122"/>
                <a:cs typeface="Times New Roman" panose="02020503050405090304" pitchFamily="18" charset="0"/>
              </a:rPr>
              <a:t>案例分析中的</a:t>
            </a:r>
            <a:r>
              <a:rPr lang="en-US" altLang="zh-CN" sz="1800">
                <a:effectLst/>
                <a:latin typeface="Times New Roman" panose="02020503050405090304" pitchFamily="18" charset="0"/>
                <a:ea typeface="宋体" pitchFamily="2" charset="-122"/>
                <a:cs typeface="宋体" pitchFamily="2" charset="-122"/>
              </a:rPr>
              <a:t>Bigram</a:t>
            </a:r>
            <a:r>
              <a:rPr lang="zh-CN" altLang="zh-CN" sz="1800">
                <a:effectLst/>
                <a:latin typeface="Times New Roman" panose="02020503050405090304" pitchFamily="18" charset="0"/>
                <a:ea typeface="宋体" pitchFamily="2" charset="-122"/>
                <a:cs typeface="Times New Roman" panose="02020503050405090304" pitchFamily="18" charset="0"/>
              </a:rPr>
              <a:t>类的函数</a:t>
            </a:r>
            <a:r>
              <a:rPr lang="en-US" altLang="zh-CN" sz="1800">
                <a:effectLst/>
                <a:latin typeface="Times New Roman" panose="02020503050405090304" pitchFamily="18" charset="0"/>
                <a:ea typeface="宋体" pitchFamily="2" charset="-122"/>
                <a:cs typeface="宋体" pitchFamily="2" charset="-122"/>
              </a:rPr>
              <a:t>_forwardSplitSentence</a:t>
            </a:r>
            <a:r>
              <a:rPr lang="zh-CN" altLang="zh-CN" sz="1800">
                <a:effectLst/>
                <a:latin typeface="Times New Roman" panose="02020503050405090304" pitchFamily="18" charset="0"/>
                <a:ea typeface="宋体" pitchFamily="2" charset="-122"/>
                <a:cs typeface="Times New Roman" panose="02020503050405090304" pitchFamily="18" charset="0"/>
              </a:rPr>
              <a:t>，给出注释和算法详细过程。</a:t>
            </a:r>
            <a:endParaRPr lang="zh-CN" altLang="zh-CN" sz="1800">
              <a:effectLst/>
              <a:latin typeface="宋体" pitchFamily="2" charset="-122"/>
              <a:ea typeface="宋体" pitchFamily="2" charset="-122"/>
              <a:cs typeface="宋体" pitchFamily="2" charset="-122"/>
            </a:endParaRPr>
          </a:p>
          <a:p>
            <a:pPr algn="just">
              <a:lnSpc>
                <a:spcPct val="150000"/>
              </a:lnSpc>
            </a:pPr>
            <a:r>
              <a:rPr lang="en-US" altLang="zh-CN" sz="1800">
                <a:effectLst/>
                <a:latin typeface="Times New Roman" panose="02020503050405090304" pitchFamily="18" charset="0"/>
                <a:ea typeface="宋体" pitchFamily="2" charset="-122"/>
                <a:cs typeface="宋体" pitchFamily="2" charset="-122"/>
              </a:rPr>
              <a:t>2. </a:t>
            </a:r>
            <a:r>
              <a:rPr lang="zh-CN" altLang="zh-CN" sz="1800">
                <a:effectLst/>
                <a:latin typeface="Times New Roman" panose="02020503050405090304" pitchFamily="18" charset="0"/>
                <a:ea typeface="宋体" pitchFamily="2" charset="-122"/>
                <a:cs typeface="Times New Roman" panose="02020503050405090304" pitchFamily="18" charset="0"/>
              </a:rPr>
              <a:t>结合</a:t>
            </a:r>
            <a:r>
              <a:rPr lang="en-US" altLang="zh-CN" sz="1800">
                <a:effectLst/>
                <a:latin typeface="Times New Roman" panose="02020503050405090304" pitchFamily="18" charset="0"/>
                <a:ea typeface="宋体" pitchFamily="2" charset="-122"/>
                <a:cs typeface="宋体" pitchFamily="2" charset="-122"/>
              </a:rPr>
              <a:t>Viterbi</a:t>
            </a:r>
            <a:r>
              <a:rPr lang="zh-CN" altLang="zh-CN" sz="1800">
                <a:effectLst/>
                <a:latin typeface="Times New Roman" panose="02020503050405090304" pitchFamily="18" charset="0"/>
                <a:ea typeface="宋体" pitchFamily="2" charset="-122"/>
                <a:cs typeface="Times New Roman" panose="02020503050405090304" pitchFamily="18" charset="0"/>
              </a:rPr>
              <a:t>算法的原理，分析调试</a:t>
            </a:r>
            <a:r>
              <a:rPr lang="en-US" altLang="zh-CN" sz="1800">
                <a:effectLst/>
                <a:latin typeface="Times New Roman" panose="02020503050405090304" pitchFamily="18" charset="0"/>
                <a:ea typeface="宋体" pitchFamily="2" charset="-122"/>
                <a:cs typeface="宋体" pitchFamily="2" charset="-122"/>
              </a:rPr>
              <a:t>4.3.5</a:t>
            </a:r>
            <a:r>
              <a:rPr lang="zh-CN" altLang="zh-CN" sz="1800">
                <a:effectLst/>
                <a:latin typeface="Times New Roman" panose="02020503050405090304" pitchFamily="18" charset="0"/>
                <a:ea typeface="宋体" pitchFamily="2" charset="-122"/>
                <a:cs typeface="Times New Roman" panose="02020503050405090304" pitchFamily="18" charset="0"/>
              </a:rPr>
              <a:t>案例的程序的</a:t>
            </a:r>
            <a:r>
              <a:rPr lang="en-US" altLang="zh-CN" sz="1800">
                <a:effectLst/>
                <a:latin typeface="Times New Roman" panose="02020503050405090304" pitchFamily="18" charset="0"/>
                <a:ea typeface="宋体" pitchFamily="2" charset="-122"/>
                <a:cs typeface="宋体" pitchFamily="2" charset="-122"/>
              </a:rPr>
              <a:t>Viterbi</a:t>
            </a:r>
            <a:r>
              <a:rPr lang="zh-CN" altLang="zh-CN" sz="1800">
                <a:effectLst/>
                <a:latin typeface="Times New Roman" panose="02020503050405090304" pitchFamily="18" charset="0"/>
                <a:ea typeface="宋体" pitchFamily="2" charset="-122"/>
                <a:cs typeface="Times New Roman" panose="02020503050405090304" pitchFamily="18" charset="0"/>
              </a:rPr>
              <a:t>函数，给出注释和详细执行过程，将句子中的</a:t>
            </a:r>
            <a:r>
              <a:rPr lang="en-US" altLang="zh-CN" sz="1800">
                <a:effectLst/>
                <a:latin typeface="Times New Roman" panose="02020503050405090304" pitchFamily="18" charset="0"/>
                <a:ea typeface="宋体" pitchFamily="2" charset="-122"/>
                <a:cs typeface="宋体" pitchFamily="2" charset="-122"/>
              </a:rPr>
              <a:t>test</a:t>
            </a:r>
            <a:r>
              <a:rPr lang="zh-CN" altLang="zh-CN" sz="1800">
                <a:effectLst/>
                <a:latin typeface="Times New Roman" panose="02020503050405090304" pitchFamily="18" charset="0"/>
                <a:ea typeface="宋体" pitchFamily="2" charset="-122"/>
                <a:cs typeface="Times New Roman" panose="02020503050405090304" pitchFamily="18" charset="0"/>
              </a:rPr>
              <a:t>更改为一个其他的句子，写出分词的结果，</a:t>
            </a:r>
            <a:r>
              <a:rPr lang="zh-CN" altLang="zh-CN" sz="1800">
                <a:solidFill>
                  <a:srgbClr val="FF0000"/>
                </a:solidFill>
                <a:effectLst/>
                <a:latin typeface="Times New Roman" panose="02020503050405090304" pitchFamily="18" charset="0"/>
                <a:ea typeface="宋体" pitchFamily="2" charset="-122"/>
                <a:cs typeface="Times New Roman" panose="02020503050405090304" pitchFamily="18" charset="0"/>
              </a:rPr>
              <a:t>输入句子一定要因人而异</a:t>
            </a:r>
            <a:r>
              <a:rPr lang="zh-CN" altLang="zh-CN" sz="1800">
                <a:effectLst/>
                <a:latin typeface="Times New Roman" panose="02020503050405090304" pitchFamily="18" charset="0"/>
                <a:ea typeface="宋体" pitchFamily="2" charset="-122"/>
                <a:cs typeface="Times New Roman" panose="02020503050405090304" pitchFamily="18" charset="0"/>
              </a:rPr>
              <a:t>。</a:t>
            </a:r>
            <a:endParaRPr lang="zh-CN" altLang="zh-CN" sz="1800">
              <a:effectLst/>
              <a:latin typeface="宋体" pitchFamily="2" charset="-122"/>
              <a:ea typeface="宋体" pitchFamily="2" charset="-122"/>
              <a:cs typeface="宋体"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7931794" y="4746669"/>
            <a:ext cx="775136" cy="245110"/>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PPT</a:t>
            </a:r>
            <a:r>
              <a:rPr kumimoji="0" lang="zh-CN" altLang="en-US"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模板下载：</a:t>
            </a:r>
            <a:r>
              <a:rPr kumimoji="0" lang="en-US" altLang="zh-CN"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www.1ppt.com/moban/     </a:t>
            </a:r>
            <a:r>
              <a:rPr kumimoji="0" lang="zh-CN" altLang="en-US"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行业</a:t>
            </a:r>
            <a:r>
              <a:rPr kumimoji="0" lang="en-US" altLang="zh-CN"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PPT</a:t>
            </a:r>
            <a:r>
              <a:rPr kumimoji="0" lang="zh-CN" altLang="en-US"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模板：</a:t>
            </a:r>
            <a:r>
              <a:rPr kumimoji="0" lang="en-US" altLang="zh-CN"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www.1ppt.com/hangye/ </a:t>
            </a:r>
            <a:endParaRPr kumimoji="0" lang="en-US" altLang="zh-CN"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节日</a:t>
            </a:r>
            <a:r>
              <a:rPr kumimoji="0" lang="en-US" altLang="zh-CN"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PPT</a:t>
            </a:r>
            <a:r>
              <a:rPr kumimoji="0" lang="zh-CN" altLang="en-US"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模板：</a:t>
            </a:r>
            <a:r>
              <a:rPr kumimoji="0" lang="en-US" altLang="zh-CN"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www.1ppt.com/jieri/           PPT</a:t>
            </a:r>
            <a:r>
              <a:rPr kumimoji="0" lang="zh-CN" altLang="en-US"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素材下载：</a:t>
            </a:r>
            <a:r>
              <a:rPr kumimoji="0" lang="en-US" altLang="zh-CN"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www.1ppt.com/sucai/</a:t>
            </a:r>
            <a:endParaRPr kumimoji="0" lang="en-US" altLang="zh-CN"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PPT</a:t>
            </a:r>
            <a:r>
              <a:rPr kumimoji="0" lang="zh-CN" altLang="en-US"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背景图片：</a:t>
            </a:r>
            <a:r>
              <a:rPr kumimoji="0" lang="en-US" altLang="zh-CN"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www.1ppt.com/beijing/      PPT</a:t>
            </a:r>
            <a:r>
              <a:rPr kumimoji="0" lang="zh-CN" altLang="en-US"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图表下载：</a:t>
            </a:r>
            <a:r>
              <a:rPr kumimoji="0" lang="en-US" altLang="zh-CN"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www.1ppt.com/tubiao/      </a:t>
            </a:r>
            <a:endParaRPr kumimoji="0" lang="en-US" altLang="zh-CN"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优秀</a:t>
            </a:r>
            <a:r>
              <a:rPr kumimoji="0" lang="en-US" altLang="zh-CN"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PPT</a:t>
            </a:r>
            <a:r>
              <a:rPr kumimoji="0" lang="zh-CN" altLang="en-US"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下载：</a:t>
            </a:r>
            <a:r>
              <a:rPr kumimoji="0" lang="en-US" altLang="zh-CN"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www.1ppt.com/xiazai/        PPT</a:t>
            </a:r>
            <a:r>
              <a:rPr kumimoji="0" lang="zh-CN" altLang="en-US"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教程： </a:t>
            </a:r>
            <a:r>
              <a:rPr kumimoji="0" lang="en-US" altLang="zh-CN"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www.1ppt.com/powerpoint/      </a:t>
            </a:r>
            <a:endParaRPr kumimoji="0" lang="en-US" altLang="zh-CN"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Word</a:t>
            </a:r>
            <a:r>
              <a:rPr kumimoji="0" lang="zh-CN" altLang="en-US"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教程： </a:t>
            </a:r>
            <a:r>
              <a:rPr kumimoji="0" lang="en-US" altLang="zh-CN"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www.1ppt.com/word/              Excel</a:t>
            </a:r>
            <a:r>
              <a:rPr kumimoji="0" lang="zh-CN" altLang="en-US"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教程：</a:t>
            </a:r>
            <a:r>
              <a:rPr kumimoji="0" lang="en-US" altLang="zh-CN"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www.1ppt.com/excel/  </a:t>
            </a:r>
            <a:endParaRPr kumimoji="0" lang="en-US" altLang="zh-CN"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资料下载：</a:t>
            </a:r>
            <a:r>
              <a:rPr kumimoji="0" lang="en-US" altLang="zh-CN"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www.1ppt.com/ziliao/                PPT</a:t>
            </a:r>
            <a:r>
              <a:rPr kumimoji="0" lang="zh-CN" altLang="en-US"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课件下载：</a:t>
            </a:r>
            <a:r>
              <a:rPr kumimoji="0" lang="en-US" altLang="zh-CN"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www.1ppt.com/kejian/ </a:t>
            </a:r>
            <a:endParaRPr kumimoji="0" lang="en-US" altLang="zh-CN"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范文下载：</a:t>
            </a:r>
            <a:r>
              <a:rPr kumimoji="0" lang="en-US" altLang="zh-CN"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www.1ppt.com/fanwen/             </a:t>
            </a:r>
            <a:r>
              <a:rPr kumimoji="0" lang="zh-CN" altLang="en-US"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试卷下载：</a:t>
            </a:r>
            <a:r>
              <a:rPr kumimoji="0" lang="en-US" altLang="zh-CN"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www.1ppt.com/shiti/  </a:t>
            </a:r>
            <a:endParaRPr kumimoji="0" lang="en-US" altLang="zh-CN"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教案下载：</a:t>
            </a:r>
            <a:r>
              <a:rPr kumimoji="0" lang="en-US" altLang="zh-CN"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www.1ppt.com/jiaoan/        </a:t>
            </a:r>
            <a:endParaRPr kumimoji="0" lang="en-US" altLang="zh-CN"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字体下载：</a:t>
            </a:r>
            <a:r>
              <a:rPr kumimoji="0" lang="en-US" altLang="zh-CN"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www.1ppt.com/ziti/</a:t>
            </a:r>
            <a:endParaRPr kumimoji="0" lang="en-US" altLang="zh-CN"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rPr>
              <a:t> </a:t>
            </a:r>
            <a:endParaRPr kumimoji="0" lang="zh-CN" altLang="en-US" sz="100" b="0" i="0" u="none" strike="noStrike" kern="0" cap="none" spc="0" normalizeH="0" baseline="0" noProof="0" dirty="0">
              <a:ln>
                <a:noFill/>
              </a:ln>
              <a:solidFill>
                <a:srgbClr val="FFFFFF"/>
              </a:solidFill>
              <a:effectLst/>
              <a:uLnTx/>
              <a:uFillTx/>
              <a:latin typeface="Times New Roman" panose="02020503050405090304" pitchFamily="18" charset="0"/>
              <a:ea typeface="宋体" pitchFamily="2" charset="-122"/>
            </a:endParaRPr>
          </a:p>
        </p:txBody>
      </p:sp>
      <p:sp>
        <p:nvSpPr>
          <p:cNvPr id="3" name="标题 2"/>
          <p:cNvSpPr>
            <a:spLocks noGrp="1"/>
          </p:cNvSpPr>
          <p:nvPr>
            <p:ph type="title"/>
          </p:nvPr>
        </p:nvSpPr>
        <p:spPr/>
        <p:txBody>
          <a:bodyPr/>
          <a:lstStyle/>
          <a:p>
            <a:endParaRPr lang="zh-CN" altLang="en-US"/>
          </a:p>
        </p:txBody>
      </p:sp>
      <p:sp>
        <p:nvSpPr>
          <p:cNvPr id="4" name="日期占位符 3"/>
          <p:cNvSpPr>
            <a:spLocks noGrp="1"/>
          </p:cNvSpPr>
          <p:nvPr>
            <p:ph type="dt" sz="half" idx="10"/>
          </p:nvPr>
        </p:nvSpPr>
        <p:spPr/>
        <p:txBody>
          <a:bodyPr/>
          <a:lstStyle/>
          <a:p>
            <a:fld id="{CEBC89C2-7EE3-4FCB-9A82-67BBF8D19B4F}" type="datetime1">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5" name="灯片编号占位符 4"/>
          <p:cNvSpPr>
            <a:spLocks noGrp="1"/>
          </p:cNvSpPr>
          <p:nvPr>
            <p:ph type="sldNum" sz="quarter" idx="12"/>
          </p:nvPr>
        </p:nvSpPr>
        <p:spPr/>
        <p:txBody>
          <a:bodyPr/>
          <a:lstStyle/>
          <a:p>
            <a:fld id="{82952373-7980-4DA7-9ADE-54D716DB38BB}" type="slidenum">
              <a:rPr lang="zh-CN" altLang="en-US" smtClean="0">
                <a:latin typeface="Times New Roman" panose="02020503050405090304" pitchFamily="18" charset="0"/>
                <a:ea typeface="宋体" pitchFamily="2" charset="-122"/>
              </a:rPr>
            </a:fld>
            <a:endParaRPr lang="zh-CN" altLang="en-US">
              <a:latin typeface="Times New Roman" panose="02020503050405090304" pitchFamily="18" charset="0"/>
              <a:ea typeface="宋体" pitchFamily="2" charset="-122"/>
            </a:endParaRPr>
          </a:p>
        </p:txBody>
      </p:sp>
      <p:sp>
        <p:nvSpPr>
          <p:cNvPr id="8" name="object 4"/>
          <p:cNvSpPr txBox="1"/>
          <p:nvPr/>
        </p:nvSpPr>
        <p:spPr>
          <a:xfrm>
            <a:off x="2985057" y="1677314"/>
            <a:ext cx="2973862" cy="1255472"/>
          </a:xfrm>
          <a:prstGeom prst="rect">
            <a:avLst/>
          </a:prstGeom>
        </p:spPr>
        <p:txBody>
          <a:bodyPr vert="horz" wrap="square" lIns="0" tIns="11430" rIns="0" bIns="0" rtlCol="0">
            <a:spAutoFit/>
          </a:bodyPr>
          <a:lstStyle>
            <a:defPPr>
              <a:defRPr lang="zh-CN"/>
            </a:defPPr>
            <a:lvl1pPr algn="l" rtl="0" fontAlgn="base">
              <a:spcBef>
                <a:spcPct val="0"/>
              </a:spcBef>
              <a:spcAft>
                <a:spcPct val="0"/>
              </a:spcAft>
              <a:defRPr b="1" kern="1200">
                <a:solidFill>
                  <a:schemeClr val="tx1"/>
                </a:solidFill>
                <a:latin typeface="Arial" panose="020B0604020202090204" pitchFamily="34" charset="0"/>
                <a:ea typeface="宋体" pitchFamily="2" charset="-122"/>
                <a:cs typeface="+mn-cs"/>
              </a:defRPr>
            </a:lvl1pPr>
            <a:lvl2pPr marL="457200" algn="l" rtl="0" fontAlgn="base">
              <a:spcBef>
                <a:spcPct val="0"/>
              </a:spcBef>
              <a:spcAft>
                <a:spcPct val="0"/>
              </a:spcAft>
              <a:defRPr b="1" kern="1200">
                <a:solidFill>
                  <a:schemeClr val="tx1"/>
                </a:solidFill>
                <a:latin typeface="Arial" panose="020B0604020202090204" pitchFamily="34" charset="0"/>
                <a:ea typeface="宋体" pitchFamily="2" charset="-122"/>
                <a:cs typeface="+mn-cs"/>
              </a:defRPr>
            </a:lvl2pPr>
            <a:lvl3pPr marL="914400" algn="l" rtl="0" fontAlgn="base">
              <a:spcBef>
                <a:spcPct val="0"/>
              </a:spcBef>
              <a:spcAft>
                <a:spcPct val="0"/>
              </a:spcAft>
              <a:defRPr b="1" kern="1200">
                <a:solidFill>
                  <a:schemeClr val="tx1"/>
                </a:solidFill>
                <a:latin typeface="Arial" panose="020B0604020202090204" pitchFamily="34" charset="0"/>
                <a:ea typeface="宋体" pitchFamily="2" charset="-122"/>
                <a:cs typeface="+mn-cs"/>
              </a:defRPr>
            </a:lvl3pPr>
            <a:lvl4pPr marL="1371600" algn="l" rtl="0" fontAlgn="base">
              <a:spcBef>
                <a:spcPct val="0"/>
              </a:spcBef>
              <a:spcAft>
                <a:spcPct val="0"/>
              </a:spcAft>
              <a:defRPr b="1" kern="1200">
                <a:solidFill>
                  <a:schemeClr val="tx1"/>
                </a:solidFill>
                <a:latin typeface="Arial" panose="020B0604020202090204" pitchFamily="34" charset="0"/>
                <a:ea typeface="宋体" pitchFamily="2" charset="-122"/>
                <a:cs typeface="+mn-cs"/>
              </a:defRPr>
            </a:lvl4pPr>
            <a:lvl5pPr marL="1828800" algn="l" rtl="0" fontAlgn="base">
              <a:spcBef>
                <a:spcPct val="0"/>
              </a:spcBef>
              <a:spcAft>
                <a:spcPct val="0"/>
              </a:spcAft>
              <a:defRPr b="1"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b="1" kern="1200">
                <a:solidFill>
                  <a:schemeClr val="tx1"/>
                </a:solidFill>
                <a:latin typeface="Arial" panose="020B0604020202090204" pitchFamily="34" charset="0"/>
                <a:ea typeface="宋体" pitchFamily="2" charset="-122"/>
                <a:cs typeface="+mn-cs"/>
              </a:defRPr>
            </a:lvl6pPr>
            <a:lvl7pPr marL="2743200" algn="l" defTabSz="914400" rtl="0" eaLnBrk="1" latinLnBrk="0" hangingPunct="1">
              <a:defRPr b="1" kern="1200">
                <a:solidFill>
                  <a:schemeClr val="tx1"/>
                </a:solidFill>
                <a:latin typeface="Arial" panose="020B0604020202090204" pitchFamily="34" charset="0"/>
                <a:ea typeface="宋体" pitchFamily="2" charset="-122"/>
                <a:cs typeface="+mn-cs"/>
              </a:defRPr>
            </a:lvl7pPr>
            <a:lvl8pPr marL="3200400" algn="l" defTabSz="914400" rtl="0" eaLnBrk="1" latinLnBrk="0" hangingPunct="1">
              <a:defRPr b="1" kern="1200">
                <a:solidFill>
                  <a:schemeClr val="tx1"/>
                </a:solidFill>
                <a:latin typeface="Arial" panose="020B0604020202090204" pitchFamily="34" charset="0"/>
                <a:ea typeface="宋体" pitchFamily="2" charset="-122"/>
                <a:cs typeface="+mn-cs"/>
              </a:defRPr>
            </a:lvl8pPr>
            <a:lvl9pPr marL="3657600" algn="l" defTabSz="914400" rtl="0" eaLnBrk="1" latinLnBrk="0" hangingPunct="1">
              <a:defRPr b="1" kern="1200">
                <a:solidFill>
                  <a:schemeClr val="tx1"/>
                </a:solidFill>
                <a:latin typeface="Arial" panose="020B0604020202090204" pitchFamily="34" charset="0"/>
                <a:ea typeface="宋体" pitchFamily="2" charset="-122"/>
                <a:cs typeface="+mn-cs"/>
              </a:defRPr>
            </a:lvl9pPr>
          </a:lstStyle>
          <a:p>
            <a:pPr marL="12700" algn="ctr">
              <a:spcBef>
                <a:spcPts val="90"/>
              </a:spcBef>
            </a:pPr>
            <a:r>
              <a:rPr lang="en-US" sz="4000" b="0" i="1" spc="105">
                <a:solidFill>
                  <a:srgbClr val="4A63AE"/>
                </a:solidFill>
                <a:latin typeface="Times New Roman" panose="02020503050405090304" pitchFamily="18" charset="0"/>
                <a:cs typeface="Book Antiqua"/>
              </a:rPr>
              <a:t>THE</a:t>
            </a:r>
            <a:r>
              <a:rPr lang="en-US" sz="4000" b="0" i="1" spc="35">
                <a:solidFill>
                  <a:srgbClr val="4A63AE"/>
                </a:solidFill>
                <a:latin typeface="Times New Roman" panose="02020503050405090304" pitchFamily="18" charset="0"/>
                <a:cs typeface="Book Antiqua"/>
              </a:rPr>
              <a:t> </a:t>
            </a:r>
            <a:r>
              <a:rPr lang="en-US" sz="4000" b="0" i="1" spc="75">
                <a:solidFill>
                  <a:srgbClr val="4A63AE"/>
                </a:solidFill>
                <a:latin typeface="Times New Roman" panose="02020503050405090304" pitchFamily="18" charset="0"/>
                <a:cs typeface="Book Antiqua"/>
              </a:rPr>
              <a:t>END</a:t>
            </a:r>
            <a:endParaRPr lang="en-US" sz="4000" b="0" i="1" spc="75">
              <a:solidFill>
                <a:srgbClr val="4A63AE"/>
              </a:solidFill>
              <a:latin typeface="Times New Roman" panose="02020503050405090304" pitchFamily="18" charset="0"/>
              <a:cs typeface="Book Antiqua"/>
            </a:endParaRPr>
          </a:p>
          <a:p>
            <a:pPr marL="12700" algn="ctr">
              <a:spcBef>
                <a:spcPts val="90"/>
              </a:spcBef>
            </a:pPr>
            <a:r>
              <a:rPr lang="en-US" altLang="zh-CN" sz="4000" b="0" i="1" spc="75">
                <a:solidFill>
                  <a:srgbClr val="4A63AE"/>
                </a:solidFill>
                <a:latin typeface="Times New Roman" panose="02020503050405090304" pitchFamily="18" charset="0"/>
                <a:cs typeface="Book Antiqua"/>
              </a:rPr>
              <a:t>Thank You.</a:t>
            </a:r>
            <a:endParaRPr lang="en-US" sz="4000">
              <a:latin typeface="Times New Roman" panose="02020503050405090304" pitchFamily="18" charset="0"/>
              <a:cs typeface="Book Antiqua"/>
            </a:endParaRPr>
          </a:p>
        </p:txBody>
      </p:sp>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243542" y="3073710"/>
            <a:ext cx="2456892" cy="1394326"/>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tags/tag1.xml><?xml version="1.0" encoding="utf-8"?>
<p:tagLst xmlns:p="http://schemas.openxmlformats.org/presentationml/2006/main">
  <p:tag name="PA" val="v3.0.1"/>
</p:tagLst>
</file>

<file path=ppt/tags/tag2.xml><?xml version="1.0" encoding="utf-8"?>
<p:tagLst xmlns:p="http://schemas.openxmlformats.org/presentationml/2006/main">
  <p:tag name="PA" val="v3.0.1"/>
</p:tagLst>
</file>

<file path=ppt/tags/tag3.xml><?xml version="1.0" encoding="utf-8"?>
<p:tagLst xmlns:p="http://schemas.openxmlformats.org/presentationml/2006/main">
  <p:tag name="KSO_WM_UNIT_PLACING_PICTURE_USER_VIEWPORT" val="{&quot;height&quot;:5883,&quot;width&quot;:11185}"/>
</p:tagLst>
</file>

<file path=ppt/tags/tag4.xml><?xml version="1.0" encoding="utf-8"?>
<p:tagLst xmlns:p="http://schemas.openxmlformats.org/presentationml/2006/main">
  <p:tag name="KSO_WM_UNIT_TABLE_BEAUTIFY" val="smartTable{1c0b3d8f-85d0-4dd8-8c3b-336e7b7e29b6}"/>
</p:tagLst>
</file>

<file path=ppt/tags/tag5.xml><?xml version="1.0" encoding="utf-8"?>
<p:tagLst xmlns:p="http://schemas.openxmlformats.org/presentationml/2006/main">
  <p:tag name="KSO_WM_UNIT_TABLE_BEAUTIFY" val="smartTable{da07930d-edae-49a4-9768-08d48d920fcf}"/>
</p:tagLst>
</file>

<file path=ppt/tags/tag6.xml><?xml version="1.0" encoding="utf-8"?>
<p:tagLst xmlns:p="http://schemas.openxmlformats.org/presentationml/2006/main">
  <p:tag name="KSO_WM_UNIT_PLACING_PICTURE_USER_VIEWPORT" val="{&quot;height&quot;:4961,&quot;width&quot;:7018}"/>
</p:tagLst>
</file>

<file path=ppt/tags/tag7.xml><?xml version="1.0" encoding="utf-8"?>
<p:tagLst xmlns:p="http://schemas.openxmlformats.org/presentationml/2006/main">
  <p:tag name="MH" val="20160213125611"/>
  <p:tag name="MH_LIBRARY" val="GRAPHIC"/>
  <p:tag name="MH_TYPE" val="Picture"/>
  <p:tag name="MH_ORDER" val="1"/>
</p:tagLst>
</file>

<file path=ppt/tags/tag9.xml><?xml version="1.0" encoding="utf-8"?>
<p:tagLst xmlns:p="http://schemas.openxmlformats.org/presentationml/2006/main">
  <p:tag name="ISPRING_PRESENTATION_TITLE" val="0815-2"/>
  <p:tag name="COMMONDATA" val="eyJoZGlkIjoiNDg1ZGZhM2IyYWRkMzA0MDQ5MWUwYzQwZDY5MmE4ZWEifQ=="/>
</p:tagLst>
</file>

<file path=ppt/theme/theme1.xml><?xml version="1.0" encoding="utf-8"?>
<a:theme xmlns:a="http://schemas.openxmlformats.org/drawingml/2006/main" name="演示文稿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font">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C9F754DE-2CAD-44b6-B708-469DEB6407EB-1">
      <extobjdata type="C9F754DE-2CAD-44b6-B708-469DEB6407EB" data="ewoJIkZpbGVJZCIgOiAiMTU5MTQxMjk3OTUzIiwKCSJHcm91cElkIiA6ICI1NzA5NDQ1MjciLAoJIkltYWdlIiA6ICJpVkJPUncwS0dnb0FBQUFOU1VoRVVnQUFCeElBQUFLMUNBWUFBQURzYzZ1ckFBQUFDWEJJV1hNQUFBc1RBQUFMRXdFQW1wd1lBQUFnQUVsRVFWUjRuT3pkZDNRVTFkc0g4TzltVTVZRUVrS1RLaDBDQkVJUlJHcm9VcVJKRFlnU2lwUUlBZ3Fpb0RRRlRBU2srd01GaE5CVlNxU0lFSkZRcEFZcENTVUpKU0VCUWdpa2w5M24vWU96ODJZenU1c05vR2o4ZnM2Wkkzdm56cDA3TTNkbjR6NzczTkdJaUlDSWlJaUlpSWlJaUlpSWlJaUlDanlOUnFPeHRhN2RYOWtSSWlJaUlpSWlJaUlpSWlJaUl2cDNZaUNSaUlpSWlJaUlpSWlJaUlpSWlGUVlTQ1FpSWlJaUlpSWlJaUlpSWlJaUZRWVNpWWlJaUlpSWlJaUlpSWlJaUVpRmdVUWlJaUlpSWlJaUlpSWlJaUlpVW1FZ2tZaUlpSWlJaUlpSWlJaUlpSWhVR0Vna0lpSWlJaUlpSWlJaUlpSWlJaFVHRW9tSWlJaUlpSWlJaUlpSWlJaEloWUZFSWlJaUlpSWlJaUlpSWlJaUlsSmhJSkdJaUlpSWlJaUlpSWlJaUlpSVZCaElKQ0lpSWlJaUlpSWlJaUlpSWlJVkJoS0ppSWlJaUlpSWlJaUlpSWlJU0lXQlJDSWlJaUlpSWlJaUlpSWlJaUpTWVNDUmlJaUlpSWlJaUlpSWlJaUlpRlFZU0NRaUlpSWlJaUlpSWlJaUlpSWlGUVlTaVlpSWlJaUlpSWlJaUlpSWlFaUZnVVFpSWlJaUlpSWlJaUlpSWlJaVVtRWdrWWlJaUlpSWlJaUlpSWlJaUloVUdFZ2tJaUlpSWlJaUlpSWlJaUlpSWhVR0VvbUlpSWlJaUlpSWlJaUlpSWhJaFlGRUlpSWlJaUlpSWlJaUlpSWlJbEpoSUpHSWlJaUlpSWlJaUlpSWlJaUlWQmhJSkNJaUlpSWlJaUlpSWlJaUlpSVZCaEtKaUlpSWlJaUlpSWlJaUlpSVNJV0JSQ0lpSWlJaUlpSWlJaUlpSWlKU1lTQ1JpSWlJaUlpSWlJaUlpSWlJaUZRWVNDUWlJaUlpSWlJaUlpSWlJaUlpRlFZU2lZaUlpSWlJaUlpSWlJaUlpRWlGZ1VRaUlpSWlJaUlpSWlJaUlpSWlVbUVna1lpSWlJaUlpSWlJaUlpSWlJaFVHRWdrSWlJaUlpSWlJaUlpSWlJaUloVUdFb21JaUlpSWlJaUlpSWlJaUloSWhZRkVJaUlpSWlJaUlpSWlJaUlpSWxKaElKR0lpSWlJaUlpSWlJaUlpSWlJVkJoSUpDSWlJaUlpSWlJaUlpSWlJaUlWQmhLSmlJaUlpSWlJaUlpSWlJaUlTSVdCUkNJaUlpSWlJaUlpSWlJaUlpSlNZU0NSaUlpSWlJaUlpSWlJaUlpSWlGUVlTQ1FpSWlJaUlpSWlJaUlpSWlJaUZRWVNpWWlJaUlpSWlJaUlpSWlJaUVpRmdVUWlJaUlpSWlJaUlpSWlJaUlpVW1FZ2tZaUlpSWlJaUlpSWlJaUlpSWhVR0Vna0lpSWlJaUlpSWlJaUlpSWlJaFVHRW9tSWlJaUlpSWlJaUlpSWlJaEloWUZFSWlJaUlpSWlJaUlpSWlJaUlsSmhJSkdJaUlpSWlJaUlpSWlJaUlpSVZCaElKQ0lpSWlJaUlpSWlJaUlpSWlJVkJoS0ppSWlJaUlpSWlJaUlpSWlJU0lXQlJDSWlJaUlpSWlJaUlpSWlJaUpTWVNDUmlJaUlpSWlJaUlpSWlJaUlpRlFZU0NRaUlpSWlJaUlpSWlJaUlpSWlGUVlTaVlpSWlJaUlpSWlJaUlpSWlFaUZnVVFpSWlJaUlpSWlJaUlpSWlJaVVtRWdrWWlJaUlpSWlJaUlpSWlJaUloVUdFZ2tJaUlpb21meTRNR0RGOTBGeWlFN08vdEZkK0ZmS1RzN0d3YUQ0VVYzNDRYaitQbC95Y25KUEIvUG1jRmd3T25UcDVHWW1QaWl1MEw1eEhza0VSRVIwWDhYQTRsRVJFUkVsS2UxYTlkQ285R295bi81NVJlVUxWc1d3Y0hCTnJWak1CZ3dhOVlzM0xoeHcyS2RvMGVQWXVIQ2hjakt5bEt0dTNEaEFqdzhQSkNjbkd4MVAxZXZYa1hod29VdHJ0KzJiUnZpNCtOdDZuTmVidHk0Z2ZyMTY2dks4bHFNMHRMU2tKaVlhSFd4bFY2dlI5dTJiVEYxNnRTblBoNkR3WURvNkdpenk5TUdWZHEzYjQ5VnExWlpYTDlyMXk1NGVYbEJyOWRickhQejVrMDBiZHJVN0RvZkh4OE1HVExFcHI1Y3ZYb1ZTNVlzTVNuTHpzNkdnNE1EWnM2Y2FWTWJmNlg1OCtjaklpSUN3Sk5yMGJkdlg2dm5McWZUcDA5RFJFekt3c1BEemI1M0wxeTRvS3I3VHgwL3o5T1dMVnRnYjIrUHpNek1QT3NXS1ZJRW16ZHZWbDZIaElRZ0xTMU5lVzNwM09hV25wNk84K2ZQbTEyM2ZmdDJkTzdjR1hmdTNMR2g5N2FKaW9wQytmTGwwYXBWSzV1M3VYejVNbXJWcW9Wang0NHBaWHE5SHRldlg3ZTRQSDc4V0xYZnQ5NTZDNm1wcVNibHQyL2Z4dGF0VzVHY25JelUxRlEwYnR3WXYvMzIyMU1kVzBIOERBR0F6TXhNaEllSDI3d2tKU1U5dDMzbjlqenZrUVgxZWhFUkVSSDk1d2dSRVJFUlVSN1dyRmtqdWY5MFBIMzZ0TGk1dWNuYmI3OXRjenQzN3R5UnlwVXJTNWt5WmVUUFAvOVVyYy9JeUpCYXRXcEpxVktsSkRvNldyVStJQ0JBUER3OExMYWZtWmtwYVdscGN2NzhlUUVnYVdscHltTDA0TUVES1Zhc21EUnUzRmlTazVORlJHVFZxbFVDd0tabHpabzFKdnNNQ3d0VG5SdGIyakVhTm14WW5uWER3c0lzTHBHUmtTYjdYcnAwcVFDUTk5NTdUMFJFZXZUb1lWTi8xcTlmTHlJaXNiR3hvdEZvcEU2ZE9pYUxzUitOR2pVU3JWWnJkY2twS1NsSjdPM3Q1Y0NCQXhhdm01K2ZuelJ0MnRUaWVrdm5XVVRrenovL0ZJMUdJOHVXTFpOcjE2NlpMQThmUGxUVlg3dDJyZGpaMmNtNzc3NHJlcjFlUkVTU2s1TUZnTXlhTmN0cUgvNXFXN1pzRVFDeVljTUdwV3pBZ0FGU3FWSWxTVTlQdDdydGpSczN4TkhSVVY1Ly9YVkpTRWhReXMyZHR6MTc5b2hPcDVPbFM1ZXEydm1ualo5bmRlZk9IUms3ZHF3OGZ2eFlSRVFDQXdNRmdHUm1ab3FJU0hSMHRFeWJOazBaQ3pubFBDN2o2N0N3TUhudzRJR0ltSjdiNU9Sa1NVbEprZDI3ZDh2MzMzOHZjK2ZPbGVIRGgwdVRKazNFeWNsSmloUXBvdXpUNk5HalIxSzZkR2xwM2JxMTFmZDQ3dVgyN2RzV2p6YzdPMXRhdDI0dFRrNU9Ba0EyYmRwazAzbGFzV0tGT0RnNFNHSmlvbElXR3h0cjlacHYzNzdkcEkyclY2K0tpNHVMakJrenhxUjgvdno1WW1kbkovZnYzNWVrcENRQklELzk5Sk5OL2NxdElINkdpUHovV0xKMXlYbGRzN0t5OHJXdHVTVXJLMHRwNzNuZUl3dnE5U0lpSWlJcUNKQVA5dm1wVEVSRVJFVC9MVmV2WGtXTkdqVlU1Y2VQSDBlM2J0M3c2TkVqckZ1M0R1dldyVE83ZlZoWUdEdzhQSlRYWmNxVXdlSERoOUdxVlN0NGUzc2pPRGdZOWVyVlU5YlBtalVMVjY5ZXhZRURCMUN1WERsVmUxdTNia1dqUm8wUUhoNE9PenM3ZE9uU1JjbDBXTEJnQVk0ZE80WXRXN1lvOVFzVktxVDhPeTB0RFRxZERzV0tGY1AyN2R2UnFWTW52UG5tbTlpOWV6ZjY5dTJMRmkxYTVIaythdFdxbFdjZFM4ZHVGQjRlYnRMT2dnVUw4TTQ3NzZCbHk1YUlqWTFWeXE5ZnY2NlVsU2xUeHVKK1BEMDljZUhDQmVYMTJMRmprWkNRZ0lVTEYyTENoQWxZdG13WjVzMmJsNi9qY25SMHhNV0xGMDNLakpsWFI0NGNVVElIVjY5ZWpVV0xGcW5xQWtCOGZEemk0dUp3OHVSSmFEUWF1THU3bTlTclhMa3lidCsrRFFBNGZQZ3c2dGV2ai9Ed2NKTTJLbGV1RENjbko2dDlIejkrUEVRRVk4ZU9WYTJiTjI4ZXBreVpZbEwyOXR0dlE2dlY0dTIzMzBaQ1FnSTJiOTZzWkptNXVMaFkzWmZSaFFzWFRNWlpmc3laTThkc2VWeGNITWFORzRkT25UcGgwS0JCU3Ztc1diTlFwMDRkekprekI3Tm56N2JZYnNXS0ZiRmp4dzRNSERnUVRabzBRVkJRRUdyV3JLbXFGeGdZaUtGRGg2SkhqeDRZUG55NGF2MC9aZnc4TCtucDZkaXdZUU9TazVPeGR1MWFaV3BHclZZTEFIajMzWGZ4NE1FRHpKdzVFeHFOQnV2WHI4Zmd3WU10dHBlZG5RMHZMeThzVzdiTTVONDRkKzVjbkQxN0ZudjM3a1hMbGkxUm9VSUZsQ2hSQWoxNjlNQzc3NzZMTW1YS1FLL1h3OEhCUWRsbTlPalJpSXVMUTF4Y1hMN3VMVjI3ZGtWUVVKRFpkVk9tVE1IaHc0ZXhlZk5tQkFZR1l1VElrZkR5OHNxei9mMzc5Nk56NTg1d2MzTlR5a3FYTG0wMlMrekFnUVBvMHFVTHFsZXZibEpldlhwMStQdjdZK3pZc2VqVHB3L2F0R2tEQU5pOGVUT2FOR21DRWlWSzVKbFpscGVDL2hsaXkvYzV1Yk5nN2UzdEVSWVdackYrUUVBQXZ2MzJXeXhmdmx5NUpybloyLy8vVjBQUDR4NXBWTkN2RnhFUkVkRi94b3VPZWhJUkVSSDkxNlducDh2MjdkdGwyTEJoMHJGalIybmR1dlZmc3B3N2R5NWYvZHE5ZTdjNE9qcEtaR1NrU1ViaXVuWHJSS2ZUeWFoUm84eG15L3o2NjY5U3NtUkpxVjY5dXZMcmZ4RXhxUk1VRkNSTm16YVYwNmRQSzJWNzl1d1JlM3Q3R1RObWpFbmRlL2Z1aVloSWFHaW9TWmFBaTR1TDNMdDNUODZlUFN0T1RrNFNFaEppc2k5amY2T2lvcFJNaFp3Q0FnSkVvOUhJb1VPSGJENG55SkdkY1B2MmJhWGZ5SkUxYUt4My9QaHh1WC8vdm1vNWZ2eTRLa1BNWE5aWXpyTDU4K2ViemNvWVBueTRkTzdjV1huOTZxdXZ5cjU5KzBSRXpHWjNXRHV1bkJsbHNKQ1pZVHcrby9mZmYxKzZkKzl1dHMzNTgrZUxWcXNWalVZakdvMUdsWFcyZS9mdVBETkJ6cDA3SjRtSmlSYlA4emZmZkNPdXJxNFNFeE1qV1ZsWnl0S3JWeThwV3JTb1JFUkVXRHptNzc3N1RoWXVYQ2dpSXBjdVhjcFg1c21tVFp1ZU92UEhuTXpNVEduUm9vV1VLRkZDYnQyNnBWci82YWVmaWxhcmxmMzc5K2ZadDRzWEwwcTVjdVZrMHFSSkltSTZqcUtqbzBXbjA4bUVDUlBNWnVEOWs4YlA4N1J1M1RvQklFRkJRY3EvUlo2TVVVZEhSN2w0OGFMcU9DeTlEZ3NMa3krLy9GSThQVDNsOHVYTEFrQnUzYm9sYm01dWN1Yk1HYlBIYWM2Q0JRdEVxOVhLd1lNSG45dHgrdnY3Q3dEeDgvTVRFWkg0K0hpcFdMR2l2UHp5eTNManhnMkwyejErL0ZoME9wM3MzcjNiWXVadlRvc1hMeFlBa3BLU29scG5NQmlrZGV2VzBxMWJOeEVST1hYcWxFM3ZpOWF0VytkNWZBWHRNeVQzc2VXOHYxbGJBTnN5VFRNeU1tVGt5SkVDUVByMTZ5Y2lUekpXYmZVczkwampNUlhVNjBWRVJFUlVFT1FuanFqSjd3WkVSRVJFOVB6OC9QUFA4UFB6cy9yOG9PY2xPRGdZM3Q3ZU50ZlB5c3BDdFdyVjRPM3RqVFp0Mm1EbzBLRUlDUWxCcTFhdDhNVVhYOERIeHdkejVzekJnZ1VMbEN5RjMzLy9IUU1IRG9TSUlEZzQyQ1FqeXBabmlaa3phZElrQkFRRVlQRGd3Ymg2OVNwT25qeHBzbjc0OE9GNC9QZ3hNak16c1hQblRxdHQ1ZnpUVjBTd2I5OCtkTzdjV1pVSlowN05talZoWjJlSE5Xdlc0SjEzM2tHM2J0M3c4ODgvbTkySFJxT0JvNk9qMldNV0VXUm1acHIweFppbEdCVVZwWlJGUkVTZ2ZmdjJFQkZzMmJJRnZyNitTRWxKTVducjFWZGZSZHUyYlRGMzdsd0FzQ21qeXB5YzI4WEZ4YUZTcFVxcVp6TVdLbFJJeVhxeGxxVmh6QUl4cWxPbkRqNzg4RU84ODg0N1p1di85Tk5QNk5ldkgrTGo0MDJ5b1l6V3JsMkxvVU9IcXNvdlhMaUFwazJiWXQ2OGVmRHo4MVBLdDIvZmpuNzkrbUgzN3QzbzJyV3JVbTR3R0xCeDQwYXpmYmh5NVFybXpKbURTWk1tcVo1M2FkUzBhVk5VcTFiTjdMcG5JU0x3OWZYRjk5OS9qMzM3OXFGRGh3NnFPdG5aMmVqWXNTTk9uejZOUFh2Mm1HVFM2UFY2WEx0MnphUitURXdNU3BjdURhMVdpNmlvS0hUcDBrVzVkdGV2WDFjZFIvWHExYUhWYXYrUjQrZDU2ZGF0R3pwMDZJRENoUXRqMUtoUlNFMU5SWXNXTGRDM2IxOTg4TUVIcXVPdzlEb3NMQXdWS2xTQXA2Y252dnp5Uy9UcjF3OGZmdmdoUkFUKy92NUtIWFBaeUViZmZmY2RoZzhmam9DQUFIVHYzdDNtWjBlNnVMaWdRb1VLWnRmTm1ERURNMmZPUks5ZXZiQnQyellsNHpJc0xBd3RXN2FFVHFkRFVGQ1EyZkc5YXRVcWpCdzUwdVQ2aUFoME9oMHlNakx5N05lYmI3Nko3ZHUzSzY5alltTGc3dTRPWjJkbjlPclZDMGVPSEVGd2NEQWNIQnlRbXBxS1JvMGFZZW5TcFdqWHJwMnlqYk96TTE1KytXV3IreWxvbnlFNTVjNVV6OHVtVFpzd1lNQUFpK3ZEd3NJd2FOQWdoSWFHb25idDJyaDA2UkkyYjk2TVR6NzVCTE5uejhhQUFRTlU1L041M3lNTDh2VWlJaUlpS2dnMCtmbUQ3ZStQY3hJUkVSR1JpTWp5NWN0Rm85RTg4N09OYkYyQ2c0UHozVWRqMXN3bm4zeWkvTnIvMHFWTElpSVNFUkVoZGVyVWtZWU5HMHBvYUtpTUhEbFNOQnFOTkc3Y1dHN2V2R256UG1iUG5pMEFyR1pLeE1URWlKMmRuU3hZc0VESldvaUppWkUvLy94VG5KMmRKVEl5VXZSNnZaS1JkdkhpUlFHZVBQZnArdlhyQXNBa096STNXODZmOGRsZXRqNGowVkpXa3JYc1EzT0xpTWk1YytjRWdOeTVjMGZaSmlNalE1eWNuT1RISDM4MDJXL09EQ3ByV1MwWkdSbG10NHVOalJVbkp5ZVRERC9qTTdoeVpzUVluME1ZRmhZbTE2NWRrOTkrKzAyVkJYTHo1azJ4czdPVHVMZzRpK2ZFMTlkWDJyUnBZL1pjV1R0dlRabzBVYkxDalAwNmMrYU1sQ3haVW54OWZWWEhtWmFXOWt6dm4yKy8vVGJQUHVhWHdXQ1FFU05HQ0FCWnNtU0oxYm9KQ1FsU3IxNDkwZWwwSm1Qdy92Mzd6M3h2aUkyTkZaRi8zdmg1bm93Wm1NdVhMNWRDaFFxSnlKTk1VSVBCWVBZNExMMDJqbUc5WHE4Y2k4RmdVSjUvYU8yOUwvSWt5MHFqMGNpMGFkTWtOVFZWN08zdGJiNU9YYnQyVmJXWGxKUWtBd1lNRUFEU3AwOGYxWE1ZUlo0OFI3Uk1tVEpTcUZBaFdiSmtpY2t4aTRqVXJsMWJkWDFFUks1Y3VTSmJ0bXdSSHg4ZnEyTWhKaWJHN0xHZVBYdFdBTWpjdVhOTitnczgvVE1TemZtM2Y0YUlXSDRHcktWOVdjcElURTlQbDg4Ly8xd0tGU29reFlvVms1MDdkOHFTSlVzRWdDUWtKTWg3Nzcwbjl2YjIwcmh4WXpseTVJakp0bi9YUGJJZ1hDOGlJaUtpZ2dENXdHY2tFaEVSRWIwQVAvLzhNOGFPSGF2OFdyNXUzYm9ZT0hBZ1BEMDlVYVJJa2I5a241YXlDS3daTm13WUNoY3VyR1MzQUVEdDJyVUJBRldxVk1HaVJZdlFyVnMzMUs5ZkgwV0xGc1dYWDM2Sjk5OS8zK1I1UzNreG5nTnJQNFlyVzdZc1pzeVlnWWtUSjJMaXhJa0FubVRCSkNVbDRiMzMza1BseXBXVnVzWm5vT1ZtUEFaN2UzdmxHVzNHYktOOC9nMXQwYmx6NTlDZ1FRTUFUL2RzSlRHVHBXaHN5OEhCQWFkT25VTDM3dDBCQUtkT25VSm1acWJWNXp4WjY0TzFyS21NakF5VFo3bVpVNjFhTmFXUEltTDJtdS9hdFF1dnZQSUtYbnJwSmRXNjNOZmIzUFYzYzNOVFpiWVo3ZGl4QTJYTGxsWEdZMDdmZmZjZHZ2dnVPd0QvZjV3Nm5jN3M4OTZBSjgrcTI3aHhJeElTRWt6R3VwRk9wNE9qbzZQWmJaL1c0OGVQTVhqd1lPemV2UnZ6NTg4M3lhbzB4OTNkSGNIQndlalJvd2VHRGgyS24zNzZDVjk5OVJXcVZhdW1Hcjk2dlI3ZmZ2c3RaczZjaWU3ZHUyUGx5cFdZUFhzMjZ0ZXZqOWRmZjkzbTkrZUxIai9QdzhXTEYxRzNibDFWZWU3eGxwOTdRTzV0N2V6c0FFQVo1emt6aTNPcVZLa1N2THk4OFB2dnY2TkZpeGI0NDQ4L2tKMmRqVC8rK0FOTm1qUkJVbElTQmc0Y0NEOC9QN3orK3VzbTJ6WnYzaHlGQ3hjMktUdHk1QWg4ZlgxeC9mcDFmUGpoaDVnM2I1N1NsMHFWS21IQWdBR1lOMjhlNnRhdGk1TW5UK0xOTjkvRWUrKzloN1ZyMStMenp6OUhwMDZkOE5OUFArSEtsU3RtKzF1alJnMXMyclFKYVdscFZqTXNBV0RSb2tXWU1HR0M4bHBFMEtCQkF4dzdka3k1Si81VkN0Sm55Tk5tOFJrTUJ2end3dytZT25VcUlpSWkwTE5uVDZ4WXNRS2xTNWZHMHFWTEFUeTVoeXhldkJnalJvekE2TkdqMGJKbFN3d2VQQmorL3Y0b1hicjAzM2FQTEVqWGk0aUlpT2kvZ29GRUlpSWlvcjlaUmtZRy9QejhsQyt5eG8wYmg0Q0FnRHkvZUg4UlhGMWRNV0xFQ0t4ZHV4YkFreS9zRGg0OGlBTUhEbURYcmwyNGN1VUt5cFFwZzlHalI4UFB6dy91N3U0WU5Xb1VCZzBhaEpZdFc5cTBEMXUrVkFTQTZkT25ZK2pRb2FoUW9RS1NrcEpRdUhCaGFEUWEvUExMTDVnL2Z6NjJiZHVHSFR0MklEQXdVTm5HM0RtOWRPa1NSRVFWSkxFMnZhQXRRWTczM25zUEsxYXNRSFoyTnJ5OHZMQnMyVEtVSzFkT1ZTOG1KZ1pqeDQ3TnM3MmNuSnljMExCaFF4dzdka3dKSlA3NjY2K29WNjhlU3BZc2FYVmJjd0VmYStmYXhjVUZVNlpNd2JScDAwektaOHlZZ2VMRmkrUEJnd2MyOTN2cjFxM28wYU9IeFg1ZHZud1piNzc1Sm5idjNtMTIybEJ6WDFnRFFGSlNFc3FVS2FPMDQrSGhBYjFlRDN0N2V5VW9BNmlQMDlKMVBIYnNHQm8xYWdRbkp5ZlZPcjFlRDcxZWIzYmRzMWkxYWhYMjdkdUhyNy8rR3QyN2Q3ZDVldU85ZS9kaTVzeVpXTEJnQVpvM2I0N0preWNyNnhJU0VoQVlHSWlGQ3hlaWNPSEMrT21ubitEcTZvcVZLMWVpU3BVcVdMQmdBWHg5ZmRHL2YzOE1HVElFalJzM3puTi9MM0w4UEE4MWF0UlFwdXdFZ09YTGwyUERoZzA0ZHV6WVU3ZHBiSzk3OSs2NGR1MmE4dHJlM2g3VnExZEhseTVkekc1MzZ0UXB2UExLSzBydy8relpzN0MzdDBlOWV2VUFBSVVMRjBhVEprM1F0V3RYVEo4K0hUTm16RkMyVFUxTk5Ra2tqaDgvSGt1V0xJRzd1enQrL1BGSDlPclZ5MlJmTjIvZVJIeDh2UEs2ZlBueUNBa0p3Wnc1Y3pCdjNqeTgvdnJyQ0F3TXhNeVpNekZnd0FDVCsyWk9XN2R1eGVYTGx5MWU4N0ZqeDJMcDBxVjQrKzIzOGZycnIyUFBuajJZTkdrU0FPdmpKSGQvQWVEdHQ5OVdQbXZ5bzZCOGhnQXdHYXVXNU43djNyMTdNWEhpUklTSGg2Tm16WnJZdlhzM3VuWHJabkg3dW5YcjRzaVJJMWl4WWdVKyt1Z2pCQVVGNFgvLyt4LzY5dTM3dDl3akM5TDFJaUlpSXZxdjRGOUhSRVJFUkgrem9LQWdKV2hRdDI3ZGYyd1FNU2ZqTC80MUdnM0dqeCtQTzNmdW9FdVhMdkQzOTBmbnpwMU52blQ3NXB0dlVMOStmWk5BNHViTm15MjJmZjc4ZVdnMEdtelpzc1ZpbmNxVks4UE56UTEzNzk0RkFGeTllaFhPenM2NGZmczJkRG9kbWpkdkRwMU9odzBiTm1ERGhnMG1tVTRpZ3BTVUZPVzVhem1mMjVpVHRXdGdLWHNoTGk0T0d6WnNBQURzM3IwYmE5YXNRWGg0dUhLODZlbnBxbTJLRnkrT3paczNJenc4SEU1T1RpYVpGVG1EU1RFeE1TYmJ0Vy9mSGovKytDUG16WnNINE1tekJZMUJ4ZWZwN3QyN0dENThPT0xpNGt6S1I0MGFoVWVQSHBsOCthclg2eTErR1J3VkZZV1FrQkJNbURCQmVSNVZ6a3d0RHc4UEhEeDRFSzZ1cnVqU3BZdVNTV1ZKWm1ZbUFLQkRodzY0ZmZ1MnhXZGM1ZmNMNElpSUNGeStmQm16WnMxQ1JrWUdObXpZZ0dIRGhpbnJqYytJZTk2QnhFbVRKcUZUcDA0SURRMDFHUU41T1hueUpQejkvZkh1dSsraVdyVnF1SDM3Tm5idjNvMjllL2RpLy83OUtGMjZOS1pNbVlKUm8wWkJxOVhpMXExYmFOMjZOWHg4Zk9EajQ0UHc4SEFzWDc0Y2JkdTJSY1dLRmVIcjY0c2hRNGFnUklrU3orVzRudGY0ZVY0Y0hSMU5BcUZPVGs1d2RYWE5NOFBPR2c4UEQremZ2MTk1TnFXYm01c1MyQVpNZzYrNW41bVluSnlzbkp1UWtCQlVxbFFKMGRIUnlyWStQajZ3dDdlSHU3czdybCsvcnBRYno1Mnh6TlBURXoxNzlzU3laY3RNOW0yTmc0TURaczZjQ1I4Zkgzenp6VGZvMGFNSC9QejhNSDM2ZExPQnhOOSsrdzF4Y1hHNGRPa1M3T3pzVUtkT0hjeWZQOThrU09YdTdxNzgxOTNkSGFHaG9TYm53ZWo0OGVQdzlmWEZpUk1uNE9ibWhscTFhdUdycjc0eUNicWFlMGFxVVVIK0RBR2VCT0NQSERtQ29rV0xXbXpENk1pUkl5aGR1alRpNHVKZ1oyZUgwcVZMQXdCV3IxNk5JVU9HMlBUM2hFYWp3Wmd4WTlDbFN4ZU1IRG5TNnZNcG4rWWVXVkN2RnhFUkVkRi9GUU9KUkVSRVJIK3p2WHYzS3Y4ZU9IRGdQejZJR0JzYmk5bXpad01Bc3JLeXNIanhZcnowMGt0S3YzTisyVzEwOSs1ZEpkQlRzMlpOREJ3NE1NLzlXS3Z6OXR0dlk5MjZkY3JyUm8wYUFRQU9IVHFFTm0zYUlDRWhBY1dLRmJNNlhXWldWbGFlUWFiOSsvZWpTcFVxeXV2SXlFaDA2dFRKYk4xMzMzMVhtVDRUZURJVnFVNm55MWRncEdiTm1pWUJNV3NCcGQ2OWUrUHp6ejlIYUdnb05Cb056cDgvYi9YTDJxZFZ2WHAxcSt0emp0L0V4RVE0T3p1YnJSY1JFUUVSUWUvZXZaV3luRUVERWNIaHc0Zmg2ZW1KcTFldm1tM0R3OE1EQnc0Y3dMeDU4eEFTRWdMZ1NZWlp6a3d0STJPZ01iOEJQMk1ndUZldlhqaDc5aXhHang2TlM1Y3VZY0dDQlFEKy8wdHk0NWZTejVPbnB5ZHExNjZOUG4zNkFIZ3lSdDNjM0xCbzBTS01IRG5TcEc1RVJBUThQVDFScUZBaEFGQXlPQjgvZm95cFU2ZWlSWXNXV0xkdW5TcXJLRDA5M1dScVR3OFBEeXhldkJpelpzM0NpaFVyTUcvZVBIaDVlYUZkdTNiUDVaaWUxL2g1WGpJek0wMm1Qcng5K3paS2xTcWxDdkxuNS9wbVptWml3b1FKYU5HaUJVSkNRbENyVmkwc1hyd1lRNFlNQVdBOTAyckhqaDE0NjYyM1RNcnlPbWRHVVZGUnluMVFSREJpeEFpYis1eFR6Wm8xbGZHOVk4Y09pNEdXZ0lBQURCdzRFTFZyMTRaZXI0ZkJZRUNsU3BWc0RzTG1yR2U4ejNsNmVzTEZ4UVhBaytrcmJXMnJJSDZHQUxBNUNHeEo4ZUxGRVI4Zmo3Q3dNRHgrL0JnUkVSR3FPdTNidDBkWVdKalpIMStVTFZzV3YvenlpOVY5UE0wOXNxQmVMeUlpSXFML0tnWVNpWWlJaVA1bXQyL2ZWdjd0NmVuNUFudVN0d2NQSHFCRGh3NjRkZXNXZ0NkWkFSMDZkTWh6dXhrelppakJuclMwTkl1LzdrOVBUMGVaTW1XUW1KaUl6ejc3ekd5QXlHanQycldJam81V3BqblQ2L1ZvMXF3WlRwdzRnWVNFQkZTdVhCbHBhV2xLUDcyOHZKVFhnRzJaYWkrLy9MTEpGSnZXcGo3VGFyV1lPM2N1bWpkdmptYk5taWxmb29vSWZ2amhCM2g3ZTZONDhlSUExRmxKbGxoNlJpSUFOR3pZRUEwYU5NQ1hYMzRKT3pzN3RHdlg3cG15cXF6MTRjS0ZDNmhSb3diUzB0TGc3dTZPMk5oWUplc2w1NWZSbHk5Zk5qdDlLL0RreSt1Y3gyUHVITnk1Y3dmSGpoMnorQ3crRVVGOGZEektsaTJMZWZQbVllTEVpVmkyYkJudTM3K3Z5bkkwVHBrWkZ4ZG5NaVdxY2IyNWM1V2VubzRWSzFhZ1diTm15bnR4N2RxMUdEeDRNTnpjM1BEWlo1OGhLU2tKQUpRQTN2Tm1aMmVuakozbzZHaUlDS3BWcTZZS2JCbURZYm43VWExYU5adytmVm9KN09mTWJnT2VaRUR2M0xsVG1XNHlwNEVEQjZKbno1NG1YNlEvcStjMWZwNlhldlhxbVgwR1lPN3ptSjhNcEk4KytnaVJrWkZLUnQzcTFhdlJ2MzkvSlh2SzJyMW0wS0JCR0RCZ0FESXpNMUcwYUZITW16Y1A0OGFOQS9Ea0J4aGp4NDdGM0xselZjSEZZc1dLWWNxVUtaZ3laWXJOL2JSRnExYXRMSzZiTldzVzdPenNrSnljak9Ua1pBQlAzc2ZHZnh0cHRkbzgzeC9uejU5SDBhSkZsU0JpYnUzYnQ4ZjQ4ZVB4eGh0dm1GMWZFRDlEQU9EaHc0Zkt2Njlmdnc0M056ZVQ2YXJkM2QyeFlNRUNEQjA2MU96Mk9UTzVkKzNhcFFwUzU4WDR6RUJMbnZZZVdWQ3ZGeEVSRWRGL0ZRT0pSRVJFUkg4ejQ2LzNBYUJJa1NJdnNDZldQWGp3QU8zYnQwZENRZ0ttVDUrT21UTm53dFBUVTVrNmJQbnk1ZWpYcjUvcUdYMGFqUVlyVnF6QXFGR2o4dHpIeXBVcmtaaVlpSUVEQjhMZjN4OCtQajZvVWFPR1RmMXpjM05EaVJJbE1HL2VQSlFzV1JJdnZmU1NFbXd4QnBMK3l1Y2NMVisrSEFCVVdSN3g4ZkhvMDZjUHdzUERsVUFpOENUN0t1Y3p5d29WS21UeFMzVkxwazJiaHI1OSt3SjRNdTJnTFN3RjZheHAyTEFocmw2OXFreGJlUDM2ZFNRbUpzTGUzaDZsU3BXQ3Y3OC9nQ2ZUcXpvN095TTFOUlhGaWhXRHY3OS9uaG0yaVltSnVIWHJGbDU2NlNVbHl6Q24wTkJRdEdyVlNzbFdHVGh3SUFZT0hJanc4SEJNbkRnUkFQRFZWMTloL3Z6NUFLQjZIbDM3OXUxTlhodlhtL3RpT3lBZ0FIZnYzc1dLRlN1VU1oOGZIMFJGUmVHenp6N0RnQUVEa0pXVkJRRDV2bFpQNC9qeDR3Q0FCZzBhcU5hbHBLUUFnTWx6OGdEZzNMbHplTzIxMS9KczIxcTI2MS9FaDh3QUFDQUFTVVJCVkpFalI1VG45dVgyVHhzLytYWHc0RUhsR3Q2OGVSUGUzdDdLY3ltZnh2ZmZmNCtGQ3hkaTFxeFp5am50MDZjUGxpeFpva3hMYWUyK3J0Rm9ZRzl2anovLy9CTlpXVmxvMkxDaGNwOXlkWFdGd1dEQXE2KytpdSsvL3g0OWUvWUVBR1dxUmpjM3Q3LzEyVzNHTExDY2pObXpPWGw1ZVpsTWFacGJkSFEwbGk1ZGlxNWR1MXFzYy9Ma1NlVUhLL254Yi80TUFXQXlsYW0vdnoreXM3UHh3dzgvbU5SSlRVMUZZbUtpYWxzWEZ4ZXp6OGg5K1BCaG5sT2tKaVltS3U5UGE1NzNQZkxmZnIySWlJaUkvcXY0VnhZUkVSRVJtYlY1ODJaRVJrYmk5OTkveDdsejUweldwYVdsNGJ2dnZzUC8vdmMvL1BiYmJ6WjlJWm5icFV1WE1IMzZkSFR2M2gzZmZ2c3RUcDgralY2OWVpRWtKTVNtOWk1ZXZJaEJnd1poekpneDZOZXZIeVpQbm95dnZ2cktwRTdPb0lRdEdVYzVuK0ZuN3JVdHJsMjdCaWNuSjFTdFd0V2tQSGV3Wi96NDhWaTBhSkZKV1hSME5HN2N1SUViTjI3ZzdObXpBSjRFbFY1KytXWHMzTGtUelpvMWc2T2pJMXhkWGVIbDVXVlRmL2JzMldNMmlHUXBDeTBoSVFIWjJka29WcXlZY3M2TXo3czBUcVAzd1FjZklDZ29DUHYyN2NOcnI3MkdSbzBhWWRPbVRmamdndytVZHM2ZlA0OVRwMDRoSWlKQ21XNnZZY09HU3NiSUw3LzhncGlZR05TdFcxY0pXRVJIUjZOcjE2NW8zYnExRXFnMVo5NjhlY3F6SW8wR0R4Nk13TUJBK1BqNG1IM2VXMjZYTGwzQ0YxOThnZWJObTZOWHIxNG02ejc1NUJPMGI5OGVOV3ZXeE5HalJ3SDhQWUhFelpzM3c4dkx5K3gwaDhhc0gxZFhWNVB5VjE5OTFTUUxKNmVJaUFnMGFOQUFWYXBVUWVIQ2hYSG8wQ0U0T2pxcTZsbWJEdlpGalovbkpXZkc0OGFORzZIVmFqRm8wQ0NUSUw5UjY5YXQ4ZEpMTDFsdHo5WFZGZDdlM3BnNmRhckp0TTVqeG96Qjc3Ly9EcTFXaTJMRml1WFpMK005dFg3OStrcFprU0pGc0dQSERreVpNc1hrZVlISnlja3dHQXlxYS85WHk1azl2M3IxYXN5Y09STWRPM2JFdDk5K2ExTFAzSmd5T256NE1ONSsrMjFrWm1aaTFxeFpTcmxPcDFQdUM2ZE9uVUpTVXBMSkZMeTJLRWlmSWZIeDhkaTFhNWZKZE5sRzA2Wk53N1JwMDFUbGI3NzVKclp2MzI1VCswL2plZDhqQzlMMUlpSWlJdnJQRVNJaUlpTDZXN1Z1M1ZvQUNBQUpEZzUrMGQyeFNLL1h5OW16WjBWRVpNMmFOWkw3VDhmWTJGaXBVS0dDdlBiYWE1S2RuYTJVQTVBVksxWlliZnZDaFF0U3Brd1pLVnUyck55NWMwZEVSRTZmUGkyRkNoVVNUMDlQdVhIamh0bnRidDY4S1FCazRzU0pVcnQyYlltUGp4ZU5SaVB2di8rK1NiMndzREJWZjNNRElPdlhyNWZFeEVRSkR3OVhyb201SmVjMmE5YXNzYnF2V2JObUNRRFp2bjI3eVhabnpweVJwS1FrWmNuSXlCQVJrZUhEaDB2MTZ0V1ZmUlVwVWtRYU5HZ2dIVHQyRkFDeWRldFdpWXlNbE9Ua1pIbnR0ZGVrWHIxNlVyNThlZW5Zc2FPa3BhV1pQU2FqZHUzYXlhMWJ0NnllaDl6YmhZU0VDQUI1Ly8zMzVlSERod0pBWW1OamxicloyZG15ZE9sUzBlbDBNblhxVkRFWURQTFpaNStKVHFlVFpjdVdLZlhlZSs4OUtWS2tpTHo2NnF2aTYrc3JBT1NiYjc2Uml4Y3ZTbkp5c21SblowdkhqaDFGcTlYS2hBa1RKQ1ltUnVyV3JTdE5talNSbEpRVVZSK3RYZFBkdTNlTFJxT1JSWXNXaVU2bk16a0g1ang0OEVBOFBEekUyZGxad3NQRHJkWU5DZ29TQU1vNHZYVHBrcHc3ZCs2WkZuTU9IandvR28xR2xpOWZibmI5bGkxYnhNSEJ3V3BmYzRxUGo1ZjY5ZXRMbzBhTkpENCtYaXBWcWlUZHUzYzNlMjZOL2tuakp5LzE2dFdUcGsyYjJsdy9LU2xKU3BZc0tYMzY5TEY1bTl6bkE0Q0VoWVZKZW5xNmlLakhwTCsvdjFTdVhGblZSbGhZbUtydHVYUG5XcjNuV0Z0bXo1NXRVOStIRFJ1V3IyTU5Dd3N6K3o1TFNVbVJ5cFVyUzVVcVZRU0EvUGpqanhiYm1UUnBrZ0NRbEpRVStmampqd1dBdlBUU1MzTDA2RkdUZXFOSGp6WTVwalp0MnBoOGp1U2xJSDJHaVB6L2VldlpzNmRxSDB1V0xKRzB0RFRWa3BtWmFWSjMvZnIxQWtBZVBueG90ZDhpb3J3M0xkMHJuK1VlYVU1QnUxNUVSRVJFQlVGKzRvZ01KQklSRVJIOXpmNHRnY1NjekFVU1JVUkNRME5sMjdadHl1dnM3R3dCSUN0WHJqVGJqbDZ2bDVVclY0cUxpNHVVSzFkT0xsKytiTEwrbDE5K0VXZG5aM0Z6YzVNVksxYW92bGpldG0yYkFCQTNOemY1OWRkZlpjbVNKVkt1WERrcFZLaVF6SjQ5VzZtZjE1ZUtXVmxaQWtCNjkrNHRwVXFWa29DQUFLbFpzNlpFUmtaYVBROTVCUkwxZXIzVXFsVkxYbnZ0TmRIcGRMSnAweVpsTzNQQkJCR1IxYXRYeXpmZmZDTy8vZmFiU2NBbFo3c1BIejZVMXExYlM0VUtGZVRXclZ0eTd0dzVjWFYxRlc5dmI3bDM3NTVKLy9JS291Vm12R1liTm13UUVaSFpzMmVMbDVlWHVMdTdTKy9ldlUwQ1FTRWhJVkt0V2pYUjZYUVNFQkJnMHM2V0xWdkV5Y2xKdnYvK2V4RVJzMEZPYytkZzFhcFY0dWJtSnZiMjlsSzJiRm1UNDhuSjNEWE56czZXcjc3NlNod2NIR1QwNk5FaUlySmt5UkxSYXJYeXhSZGZTRlpXbHFxZCsvZnZ5eXV2dkNJYWpVWUNBd1B6UEQ4VEowNFVuVTZudEZXdVhMbW5EZ0RsL3BMYTZNOC8vNVJTcFVwSjQ4YU56ZlpaUkdUYXRHbFN0V3JWUFBzcjh1U0wvVXFWS2ttVktsWGs1czJiSXZMay9KVXRXMVpxMTY0dEJ3OGVOTHZkUDJuOFdQUG8wU094czdPVEw3LzgwdVoramh3NVV1enM3Q3dHY25OTFMwc3pPUzZSSitkbno1NDlTc0R0NHNXTEVod2NMR0ZoWVpLY25Dek5talV6R3dneU4rNGZQSGlndEpQWHNuejVjZ0VnTzNmdWxMQ3dNSW1Qajgrei8wOGJTTXd0UFQxZGV2YnNLWTZPam5MaHdnWHAyTEdqT0RzN3kvNzkrMVYxMTY1ZHE5eWZSNDhlTGRIUjBUSjU4bVI1OE9DQjJYM2V2bjFid3NMQ2JBcFdHeFhFejVEang0K0x2YjI5VEp3NFVWeGRYZVg5OTk5WDdnTkEzai9NTVRJR0VpTWlJdVQrL2Z0V2w0aUlDSXZ2OTJlOVIrWlVFSzhYRVJFUlVVR1JuemdpcHpZbElpSWlvcWZtNWVVRloyZG43Tnk1RTBXS0ZNRWZmL3dCUUQzOW9zRmd3SzVkdXpCNzlteWNQWHNXSFR0MnhQZmZmNithUnJCRGh3NDRkdXdZK3Zmdmo5R2pSeU1nSUFCK2ZuNFlNR0FBU3BjdWpZaUlDSlF2WHg1NzkrNUYwYUpGMGJkdlh5eGR1aFJseTVaRi8vNzlFUmdZaU1HREI2Tk9uVG9JRGc3RzBhTkhZVEFZa0ptWmlaU1VGTFJ2M3g3T3pzN0s4d1dEZ29Jd2RlcFUrUG41WWRLa1NhcmppNDJOUlVwS0Nnb1hMcXhNdzJlY3Z1M0tsU3RJU1VuQkgzLzhBWjFPQndEWXNHRURJaUlpRUJVVmhZMGJOMkx3NE1GWXVYSWxnQ2ZQVXRSb05NcjV5TXpNUkdabUpvWU5HMmIxSEo4K2ZScURCZzFDUmtZR0RoMDZoQW9WS3FCQ2hRcllzMmNQdW5UcEFpOHZMNnhZc1FJOWV2U3c2WnBsWjJjakppWUd6czdPMEdxMTJMbHpKd0NnWk1tUzBPdjFXTGR1SGNhTkc0ZDI3ZHBoeUpBaEFJRHAwNmVqYmR1MktGT21ERHAzN294ZXZYcWhZc1dLaUl5TWhGNnZSM1oyTm1yVXFJRVZLMWFnYk5teXVIdjNicDVUUkJvTkh6NGNYYnAwd2JCaHc3QnYzejU4OU5GSFdMQmdnVEsxWTNSME5GSlRVM0htekJrVUtsUUlBUERvMFNOczNyd1pDeGN1UkZSVUZHYlBubzBwVTZZQUFQejgvSkNjbkl5UFAvNFkzMzc3TFVhT0hJazMzbmdEdFdyVndxbFRwOUMvZjMvY3VIRURDeGN1aEkrUGowbGZ0bTdkaXFOSGo2SjQ4ZUxRNlhTNGZQa3kxcTlmajM3OStpblAzbHEzYnAzRnFVVHpTMFN3WnMwYVRKZ3dBYVZLbGNLUFAvNEllM3Q3eE1YRjRkU3BVeWhac2lTY25aMXg3ZG8xTEYyNkZNT0hEemZiVG5aMk5zNmZQNDhEQnc1ZzQ4YU51SERoQXZyMzc0OWx5NVlwVTNoNmVIamd6Smt6R0RGaUJOcTFhNGVHRFJ1aWI5KythTldxRldyWHJwM25NOVZ5N3V0Rmo1L2p4NC9EWURDb3BsdTA1T3V2djhiLy92Yy9mUFRSUnlaVGllYjI0NDgvUXFQUndOSFJFYnQyN1FJQWxDcFZ5cVJPN21keUdzMmNPUlBIamgzRDRzV0xiZXBUc1dMRkxFNkJHaG9haXNlUEg2TllzV0pJVGs1R1lHQWdTcGN1amE1ZHV5clBndnM3bkRwMUNxTkdqVUpvYUNqV3JGa0RUMDlQQkFZR29rV0xGdWpjdVRQR2pCbUR5Wk1ubzBLRkN2ajk5OTh4Y3VSSVRKMDZGVjI2ZEVHblRwMFFHUm1KTVdQRzRONjllM2owNkJIczdlMmgxV3FoMFdpUW5aMk5yS3dzYURRYVBIcjBDUEh4OFhCMmRrYk5talhOOXFVZ2ZvWUFUNmI3N05HakIxcTFhb1V2di93U2I3enhCbnIxNm9WZmYvMVZlYi9mdlhzWDE2OWZWejQvak8rWnJLd3NaR1Jrb0hidDJpYlBUczA5clhaK3IvbXozaU1MOHZVaUlpSWkrczk2MFZGUElpSWlvdithZ3BTUktDSnk0TUFCazJ5cnVuWHJ5cU5IajVUMWQrN2NrWW9WS3dvQXFWcTFxcEtsWjAxNmVyck1tVE5IWEYxZEJZQjgvUEhISXZJayt5a3FLa3BFUkhyMTZpV3RXclVTdlY0dklpS0ppWWt5Zi81ODhmYjJsa3FWS29tYm01czRPRGlJbloyZE9EZzRTTU9HRFpYMlQ1dzRJVTJiTnBWTGx5NVo3Y2ZXclZ0TmpxMUtsU3FTa0pBZ0lpSnZ2UEdHVXU3cjZ5dng4ZkZTdEdoUm1UQmhnckw5cFV1WHhNL1BUenc5UGNYVjFWVzBXcTFKZTUwN2Q3YTRiMk9HUmV2V3JhVlpzMlltMllwRzU4K2ZsMXExYXNuaHc0ZEZ4TGFNc3N6TVRIRnljakxwUjcxNjlTUWpJME15TWpLa2F0V3FTbGFnd1dDUUF3Y095UGp4NDZWTm16WlNwMDRkS1Z1MnJMaTZ1b3FUazVQWTI5dUxWcXNWZTN0N2NYSnlFaGNYRnlsVnFwVFpyRUpZeWNvMDdtdng0c1dpMCtuRTM5OWZLVis0Y0tFQUVLMVdLNU1uVHhhOVhpOHRXN1lVQndjSGVldXR0K1Q2OWV0bTJ3c0pDWkZtelpxSmk0dUw3TisvWDY1ZHV5WU9EZzVTcUZBaGt5eXpuTDcvL251VGErVGs1Q1I5K3ZSUnJ2bnpsSktTSWcwYU5CQUE4dWFiYjVwa21kMjRjVU4wT3AxSlAzeDhmQ1E1T1ZuVnp0YXRXOFhSMFZFQVNQSGl4V1g0OE9GeTVzd1pxL3MrZE9pUTlPelpVeGtIeHV6QWYvTDR5V242OU9uaTZlbHB0WTVSUWtLQ2xDcFZTcnAxNjZhYUNqSzNMbDI2bUJ6WEcyKzhZVEZETkxmaHc0ZUxWcXVWbUpnWWsvSzh4cjA1eGpGdlhEdzhQT1RRb1VQNWFnUFBrSkg0NTU5L1NwczJiUVNBbEMxYlZ2YnUzV3RTOS83OSs5SzVjMmNCSUJxTlJnWU5HaVEvLy95emRPdldUUXdHZzRpSVhMNThXWHg4ZktSa3laSTJaK3JPbkRuVGJOOEs2bWZJdVhQbnhNM05UZXJYcjIrU3RYbm56aDM1OE1NUHhkUFRVMXhjWEVTajBWZzhaMFdMRmxXeXY1ODFJL0Y1M1NNTDZ2VWlJaUlpS21qeUUwZlU1SGNESWlJaUlubzIzdDdlT0h6NE1BQWdPRGdZM3Q3ZUw3WkROb2lOamNXbFM1ZlF2bjE3MWJyczdHekV4c2JDWUREQTN0NGVaY3VXVlRJbmpGYXNXSUhpeFl1amQrL2VKbGtMZVhuOCtERisvZlZYOU83ZFc3WHV5cFVyY0hGeFFmbnk1Zk4vUURiS3pzNUdRa0lDUkFRYWpRWWxTcFNBblowZGdDZFpJbzhlUFVMUm9rV1ZyS1d3c0RCVXFsUkp5Wnd6UjYvWEs1azREZzRPU251NXBhU2s0TWlSSTJqU3BBbGNYVjB0bmplRHdXQ3hEVXVPSERtQzVPUmtHQXdHRkM1Y0dLKzk5aG9jSFIwQkFKR1JrYWhTcFVxKzJyTkZVRkFRMnJScGsyZDJSMlJrSkNwWHJxeU1vYXlzTEtTa3BNRFoyVm5wNDcxNzl5QWlObVU5SmlZbUt0bDIzMzMzSFpvMmJZcmF0V3RiM1NZek14UFoyZG5RNlhUNVByZjVzWC8vZmhRdVhCak5temMzdTk2WWVlVG82S2g2VCtXc3MyYk5HdFN2WHg4Tkd6Yk1WMytUazVOeDRzUUp0R25USmwrWmJpOWkvT1QwK2VlZm8weVpNdkQxOWJXcC9wVXJWMUM1Y21XbGo1YWtwS1FnT1RrWjJkblpjSEZ4c1RsTEV3RFMwOU94ZnYxNmpCZ3h3cVE4SUNBQXZyNitGck1QTFRFWURNakl5SUJXcTgyejM4OUQvZnIxc1dQSERsU3FWQW1abVpubzA2Y1BYbjMxVll3Yk53NUZpaFF4dTgydnYvNkt3TUJBekp3NUV5Ky8vREpTVTFQaDdPeXNxcGVWbGFXOHAvUjZQVVFFZG5aMjBHcTF5bisxV2kwY0hCd3Nqdk9DK0JtaTErc3hkKzVjakJzM1RwWEZuNXRlcjFmT25jRmdVTXB6am85VHAwNWgzYnAxOFBmM3Qvb1pCRHdacjlPbVRZT1BqdzhhTm15b2xEK3ZlMlJCdkY1RVJFUkVCWTNHMGgvZjV1b3lrRWhFUkVUMDkvbzNCaEtKaUlpSWlJaUlpS2hneUU4Z2tUK3RJaUlpSWlJaUlpSWlJaUlpSWlJVkJoS0ppSWlJaUlpSWlJaUlpSWlJU0lXQlJDSWlJaUlpSWlJaUlpSWlJaUpTWVNDUmlJaUlpSWlJaUlpSWlJaUlpRlFZU0NRaUlpSWlJaUlpSWlJaUlpSWlGUVlTaVlpSWlJaUlpSWlJaUlpSWlFaUZnVVFpSWlJaUlpSWlJaUlpSWlJaVVtRWdrWWlJaUlpSWlJaUlpSWlJaUloVUdFZ2tJaUlpSWlJaUlpSWlJaUlpSWhVR0VvbUlpSWlJaUlpSWlJaUlpSWhJaFlGRUlpSWlJaUlpSWlJaUlpSWlJbEpoSUpHSWlJaUlpSWlJaUlpSWlJaUlWQmhJSkNJaUlpSWlJaUlpSWlJaUlpSVZCaEtKaUlpSWlJaUlpSWlJaUlpSVNNWCtSWGVBaUlpSS9wK0lJQ01qQTFsWldUQVlEQkNSRjkybEFrZWowY0RPemc0T0RnNXdjbktDUnFONTBWMGlJaUlpSWlJaUlpTDZSMklna1lpSTZCOGlPenNicWFtcE1CZ01MN29yQlpxSVFLL1hRNi9YSXpNekU4N096ckMzNTU5RVJFUkVSRVJFUkVSRXVYRnFVeUlpb24rQTdPeHNKQ2NuTTRqNE56TVlERWhPVGtaMmR2YUw3Z29SRVJFUkVSRVJFZEUvRGdPSlJFUkVMNWlJSURVMTlVVjM0ejh0TlRXVjA4Z1NFUkVSRVJFUkVSSGx3a0FpRVJIUkM1YVJrY0ZNeEJmTVlEQWdJeVBqUlhlRGlJaUlpSWlJaUlqb0g0V0JSQ0lpb2hjc0t5dnJSWGVCd090QVJFUkVSRVJFUkVTVUd3T0pSRVJFTHhpekVmOFplQjJJaUlpSWlJaUlpSWhNTVpCSVJFVDBndkhaZlA4TXZBNUVSRVJFUkVSRVJFU21HRWdrSWlJaUlpSWlJaUlpSWlJaUloVUdFb21JaUlpSWlJaUlpSWlJaUloSWhZRkVJaUlpSWlJaUlpSWlJaUlpSWxKaElKR0lpSWlJaUlpSWlJaUlpSWlJVkJoSUpDSWlJaUlpSWlJaUlpSWlJaUlWQmhLSmlJaUlpSWlJaUlpSWlJaUlTSVdCUkNJaUlpSWlJaUlpSWlJaUlpSlNZU0NSaUlpSWlJaUlpSWlJaUlpSWlGUVlTQ1FpSWlJaUlpSWlJaUlpSWlJaUZRWVNpWWlJaUlpSWlJaUlpSWlJaUVpRmdVUWlJcUwvaUwxNzkyTE5talZJVDA5L0x1Mk5HVE1HMjdkdk55bUxpWW1CcjY4dnpwMDdaM003YTlhc1FYaDQrSFBwRXhFUkVSRVJFUkVSRVQwL0RDUVNFUkg5Ujh5ZlB4LysvdjV3ZEhUTTk3WnhjWEc0Y09HQ1NkbW1UWnR3NXN3Wms3TE5temZqcDU5K1FtSmlvczF0VDV3NEVVZU9ITWwzbjRqK2E3S3pzMjJxbDU2ZWpzaklTT2oxK3IrNFIyVE9pejd2Qm9QQjVIVldWaGJpNHVKZVVHL01zM1VzUDIvV3JrM3U4MVlRdktqelRFUkVSRVJFQlFzRGlVUkVSUDhCbHk5Znh2bno1ekZnd0FEWTJlWC80My9ac21WbzFhcVYxVG9HZ3dHQmdZRW9YNzQ4V3JkdW5hLzJGeTllakRadDJpaExRRUFBQU1EZDNkM3FNbXpZc0h3ZkMrVmZYRnpjVXkzR0w3RlRVMU1SSGg3K1RNdmZKU29xQ3VYTGw4OXp2T2NVSGg0T2pVYnpUUHU5Y09FQ0ZpNWNhSEY5Zkh3OFBEdzhzSDc5K2p6Yk9uUG1ES3BXcllyUTBOQm42aFB3NUgwOWE5WXMzTGh4dzJLZG8wZVBZdUhDaGNqS3lsS3R1M0RoQWp3OFBKQ2NuR3gxUDFldlhrWGh3b1V0cnQrMmJSdmk0K050N25kZS92ampEN1JvMFFMSGpoMVRyWHY4K0RFYU5XcUVIMzc0SWQvdGZ2SEZGL0QwOU14WDV2ZVZLMWRnYjI5dnRZNUdvMUc5RDBSRVZVK3YxNk5SbzBiWXVYT25VclpvMFNJMGFkSUVrWkdSTnZjcHQ5VFVWSGg3ZTZOeTVjcTRjdVhLVTdjREFLR2hvWEJ3Y0xENWZiMXg0MGFjT25YS3BPejI3ZHRvMzc2OXhXM3UzNzhQYjI5djFROWc1c3laZzA2ZE9wbmRwbTNidGhnL2ZyeE5mY3BwL3Z6NWlJaUlBUERrL2RLM2IxK3NXclhLcG0xUG56NnR1bzZXN2ljWExsd3dlODB0MVE4UEQ0ZURnNFB5T2pFeEVScU41cmtGbGUvZXZZc0JBd1lVeUFBc0VSRVJFUkdac3Y1L3JFUkVSUFN2NHU3dWJuWDl3b1VMclFZcmNucjExVmV4Yjk4K20vZTlhOWN1UkVWRm9XblRwdmptbTIvTTFpbFJvZ1Q2OXUyckttL1RwZzNhdFd1bnZLNVlzU0lBb0gvLy9nZ0pDY0VQUC94Z0VnQU5EZzdHbENsVDBLSkZDNXY3UjArdlRKa3lUN1hkcVZPbjhNb3JyK0RreVpObzA2Yk5NL1hCM0Jmb3o1dGVyOGZRb1VNUkh4K1BtSmdZYk42OEdRTUdESGlxdG13SkxHN2F0RWxwLy9mZmY4ZWtTWk1RRWhLQzlldlh3OW5aMmFSdWlSSWwwS0pGQzR3Y09STDE2dFdEbDVlWHhYYU5RYjhhTldvb1pkdTNiemY3M3NzdDkzbStlL2N1MXE1ZGk1VXJWMkwvL3Yyb1c3ZXV5ZnJNekV5TUdERUNEeDQ4UUw5Ky9WQ3VYRG1UOWIvODhnczBHbzNGSUdGV1ZoYjBlajNTMDlPUmtwSmlFb0RUNlhRQWdJU0VCSXdhTlFwVnExWkZjSEF3WEZ4Y3NIcjFhb3dZTVNMUDR3R2VUSi84emp2dnFNck9uRG1ENnRXcnErci8vUFBQT0h2MkxFcVhMbTFUK3prMWJkb1VuM3p5Q2I3ODhrdDgrdW1uTm0waklpYVpjb2NQSDhiVXFWTng4T0JCRkNwVXlPdzJTVWxKOFBiMnhwSWxTOUNzV1RPbGZOV3FWYmg3OXk3YXRtMnJsSTBlUFJvTEZpekFWMTk5aFdYTGx1WDdtUFI2UFFZTkdvUVRKMDdBMmRrWjQ4YU5RMUJRa0VtUTZxK2kxK3Z4eFJkZjRQNzkremh4NGdRcVY2NE1BRWhKU2NIQmd3ZVZldUhoNGFoVnE1WXlmak15TW5ENDhHRThldlJJcVpPZW5vN2x5NWZEejg5UHRaLzQrSGlFaElSZzVNaVIrZXJmMXExYjhkRkhINkY4K2ZLb1dyVXE3T3pzWUc5dmp5KysrQUpEaGd5Qms1T1R4VzF2M3J5SjVzMmJvMjNidHRpNGNhUFZ6Kys5ZS9laWQrL2VDQWdJd05peFl5M1dlL1RvRVk0ZlB3NEFpSTZPQmdEbGN6d2xKUVhBazg5UDQ3NWF0R2lCNjlldm8wR0RCbmtlcTRoQW85RWdMQ3dNSGg0ZVNFcEt3cFl0VzdCaHc0YW4rb0VTRVJFUkVSSDllekNRU0VSRVZJQk1talJKVlhiNzltMXMzYm9WVFpzMlJmUG16VzF1cTBLRkNqYlhGUkVzV0xBQUFIRGl4QW1jT0hIQ2JEMVBUMCswYTlkT05kMWE1Y3FWOGRwcnI1bVUzYnQzRDVNbVRjSVBQL3lBbzBlUHd0ZlhGOENUTDlCWHJsd0pMeTh2REJreXhPWSswdE96Rk1UTC9lVzlKZDdlM3FvNmlZbUpjSGQzUjJ4c3JCS3d5ZmtsOVlzd1pjb1VIRDU4R0pzM2IwWmdZQ0JHamh3Skx5OHYxS3BWSzk5dGhZV0Y1VmtuWjlCdDdOaXhLRnEwS041NTV4MTRlM3ZqMEtGRHF1RGIxMTkvalJNblRpQXNMTXhxSURFaUlnSmx5cFJCa1NKRmxMSk9uVHBaN0ZOZ1lDRG16SmxqTnNPclRKa3lPSHo0TUZxMWFnVnZiMjhFQndlalhyMTZ5dnBaczJiaDZ0V3JPSERnZ0NxSUNEd0p0RFJxMUFqaDRlR3dzN05EbHk1ZGxFRG5nZ1VMY096WU1Xelpza1dwbnpOd2xwYVdCcDFPaDJMRmltSDc5dTNvMUtrVDNuenpUZXpldlJ0OSsvYTE2WWNFNXE1ZFVsSVNBZ01EOGM0Nzc2Qmt5WktxOVJzMmJFQ1ZLbFZRcDA0ZDFUVE5SWW9VZ1ZhcnRiaS90bTNib2tlUEhyaC8vMzZlZmJPa2ZQbnlPSGZ1SEQ3Ly9IUE1tVFBIYkozUFB2c01GeTVjUUlrU0paU3ltSmdZZlBUUlIzajA2QkZjWFYxVjJ5eGZ2aHpMbHk5WGxWZXRXaFhYcjE4M3U1K3NyQ3k4OWRaYjJMbHpKelp1M0lqeTVjdWpRNGNPR0RKa0NOYXRXMmQxcW14TEdZZkc2eDhWRldWeDI1bzFhMEtqMFVDcjFlS25uMzVDa3laTjBMMTdkeHc3ZHN4a1hPZUhNVXR3d29RSkFJQUJBd2FZakQwQUdEUm9FQVlOR3FUYTF0dzlMaTR1RHVQR2pVT25UcDFNdHBrMWF4YnExS21ET1hQbVlQYnMyUmI3VTdGaVJlellzUU1EQnc1RWt5Wk5FQlFVaEpvMWE2cnFCUVlHWXVqUW9lalJvd2VHRHg5dTlSZ2pJeU14YXRRb0FGQXloSTJ2alptRGt5ZFBWc2J3TDcvOGdscTFhaUVzTEF5UmtaSG8ycldyY3ArSWlvcENseTVkYkxxWEVSRVJFUkZSQVNkRVJFVDBRajE4K1BBdlhkcTBhU1AyOXZaeTZ0U3BwMjdEejg5UEFKaVVBWkJSbzBiSnc0Y1BaZW5TcFFKQVB2NzQ0enpiOHZEd0VBQTJMUThmUHBUeDQ4ZUxUcWVUZ3djUHlwMDdkNlJseTViaTZ1b3FKMCtlZk83bjZ1L1N1blZyNVJpRGc0UC90djArRFZ1dmxhVmwwNlpOSWlLU21aa3BVVkZSeW5MKy9Ia0JJQ2RQbmxUS0FNaXZ2LzVxVWk4cUt1cHZPVTUvZjM4QklINStmaUlpRWg4Zkx4VXJWcFNYWDM1WmJ0eTRZWGFic0xBd0NRc0xrejE3OWdnQTVYVnljdkpUOTJQSGpoMHlZOFlNRWNuZnVXL1hycDNjdkhsVHdzTENwR2ZQbnRLNGNXT2xQMkZoWVJiM3QzanhZdEZvTk5LM2IxL0p5TWd3ZTN4aFlXRVNGQlFrVFpzMmxkT25UNXNjdDcyOXZZd1pNOGFrN3IxNzkwUkVKRFEwMUtTUExpNHVjdS9lUFRsNzlxdzRPVGxKU0VpSXliNk0vMnRpSEF0cGFXa20vUWtJQ0JDTlJpT0hEaDJ5K1h3Q2tEVnIxcGk4dHJTSWlOeStmVnUwV3EzRk9zZVBINWVLRlNzKzgvc2k1L25OUFg0ZVBIZ2duMzMybVRnNU9jbjE2OWVWZmh1djQ0a1RKMFNyMWNxVUtWT1U0OHJPenBhMmJkc0tBUG56enovbC92MzdKb3V4NzduTDc5Ky9Md2tKQ1diUFhYeDh2TFJ0MjFZMEdvMnNXclZLS2QrM2I1L29kRHBwMWFxVnhNZkhXejMzVDdza0pTV1p0TFZ0MnpZcFhMaXdIRHQyVERsM09mOVhOdmZyMjdkdkN3QTVjdVNJaUlpa3BxWkt1WExsWk9uU3BTSWlzbW5USmpsNzlxeHl6cHMxYXliZHUzYzNHY2ZXM2orWm1ablNva1VMS1ZHaWhOeTZkVXUxL3ROUFB4V3RWaXY3OSsrM2VINk1MbDY4S09YS2xaTkpreWFwamlVNk9scDBPcDFNbURCQjlIcTl5WGJwNmVtU2xwYW0zRXZUMHRKTTNqTzV6NG54Y3pzMk50WnNQeTVmdml3YWpjYmk5aUttNC9EYXRXc0NRTEt5c3ZJOFJpSWlJaUlpK3VjeEZ5KzBoQm1KUkVSRUJkaTZkZXNRSEJ5TWdRTUh3dDNkSFE4ZVBNaHptK0xGaStkckh3OGZQc1NzV2JOUXZueDUrUG41NGQ2OWU1ZzhlVEptekppQlNwVXFxZW9mT0hBQWVyMGVwMCtmUnNPR0RTRWlxRkdqQm1iTW1JRU9IVHJBemMzTkpDdnBrMDgrd2Rtelo5R3JWeSs4L1BMTHVISGpCclpzMldKMlNrTDZhNnhjdVJJOWV2UlFsVisvZmgwdFc3WkViR3lzMmUxeVRva2FFUkZoTmp1c1NaTW1KcS9OWmNYbDgrL2JmSnN4WXdabXpweUpYcjE2WWRHaVJRQ2V2QS8yN3QyTGxpMWJvbm56NWdnS0NrTDkrdlZOdHN0OVBNYlh1M2Z2UnJkdTNmTFZoOVRVVkRnN082TkhqeDdLdWQ2MGFaTkpuZWpvYUh6NDRZZVlQSG15YWlyQzBxVkx3OGZIQjBlUEhqWGJQM1BuY1BiczJmajAwMC94N3J2dll2bnk1YXJwQ2MxZHIxZGVlVVZWbGp2VGJkS2tTUWdJQ0lDL3Z6OGFOMjZNa3lkUG10U2ZPblVxdW5mdkRuOS9mMVZXWWM0cFlRc1ZLbVRTNzRrVEo2SjI3ZHBvMDZhTlRjL1hNNWZkWmR4Lzc5NjlsZGMvL3ZnajVzNmRDK0JKbG1TeFlzVVFIQnhza25rWUd4dUx0bTNid3RIUkVRY1BIbFN5dlZhdFdvWFZxMWZqanovK3NOaVBidDI2b1diTm12anFxNjlNeWkyTkgzOS9mMHllUEJtclY2L0c1TW1UVFo3Vm1KS1Nnc0dEQjZOOCtmSW1VNmQrOE1FSE9IVG9FQURBMmRuWjdGU3lsc3FOVThqbUk4bkw0Z0FBSUFCSlJFRlVGQndjakNGRGh1REJnd2ZZdm4yN3lmbnExS2tURGh3NGdKNDllNkpldlhwWXVuUXBldlhxcFdwRFJKQ2RuWTJnb0NEMDdObFRLUThORFVXREJnMU1zbzlGQklHQmdlamZ2Ny9aS1ZQNzlPbURwazJib256NThxcDF0dkQzOTRlcnF5dmVmZmRkeE1URXdOZlhGMTkvL1RWR2pCaUI5UFIwaElhRzRwdHZ2ckVwRzFwRU1ITGtTQnc3ZGd6Nzl1MHptNzAvZmZwMEhEbHlCSDM2OU1HZVBYdE14cmxlcjhlMWE5ZVUxMXF0RnV2V3JVUHAwcVVSSGg2dVpHb2F4L2kyYmR0UXJWbzFYTDE2VmRtbWV2WHFLUDUvN04xNVdJMzUvei93NTJuUm9xSmt5QklsMFpSaGpGMlprTEhNV0VhbG9wcVl5WnFoc1p0QjFpd1plNHNKV1FzZmF4S2pFU05MdGxCR3RwQWlNaTFTMnMvdmozN24vblk2U3lmTG1PWDV1SzZ1cTNPdjcvdDBuMlBtUE0vcjlhNVhUMmhYQ3Z4Zk5XOXBhU2t5TXpOUnExWXRoSWVIQzNNaWxwYVdJanc4SE1YRnhjakl5SkJwM1N2Ky82MUxpWWlJaUlpSXFtS1FTRVJFOUMrVmtKQ0FHVE5tQUtnSUpLcUdFb3BrWjJmWDZEdy8vUEFEbmo5L2pvaUlDT2pvNkNBaElRR25UNStHdmIwOUFnTURNV0RBQUtudDlmVDA4UHZ2djhQTnpRMEJBUUVZUG53NHlzcktvS1dsQlQ4L1B5UWxKY0hmMzE4SVl0VFUxUERGRjEvZ3pKa3pTRXBLd3NDQkE1VzJkWHhUcTFldnhvc1hMOTc1Y2VVNWZmcTA4THRrUHF1L1FydDI3VkMzYnQwYTcxZW5UaDBVRnhmajQ0OC9sbHArK2ZKbEFCVXQ4eXJQeHdkQWFtNnl5aVRCa0NxdFRTV3RVOStYVjY5ZXdkdmJHeEVSRVhCeWNzS3VYYnVrd2lNckt5dkV4c2FpYjkrKzZOYXRHNVl2WDQ0SkV5WUlIN1pMcm1YMTZ0WHc5ZlY5NDhBek9Ua1pkbloyV0xCZ0FjYU5HeWNzcnpvL1kxSlNFcVpObXdZN096dTVRV1ZjWEJ5S2k0dWhwNmVITFZ1MllNU0lFUWdORGNXMGFkTmt0cjExNnhibXpwMkxxVk9uWXNXS0ZYTEhwZWg2RmkxYWhEbHo1cUMwdEZSaG04OG5UNTRnUER3Y0FRRUJRaUJpWUdDQVAvLzhFK0hoNFVoS1NrS3paczJFZG91M2I5K0dqWTBOU2twSzhPalJJMWhZV09EVnExZFN4eFNKUk9qZnZ6OEErU0ZuVlhsNWVYS1htNXFhU2dXaWt2djQ2ZE9uMkxoeEkyYk1tQUZyYTJ1cGZTUnozZFdxVlFzdFdyUVFsZzhlUEJnLy8vd3p4R0t4M0RIbDV1Ymk0Y09IOFBIeGtRbXBKTS92cmwyN01HTEVDSm5uZThPR0RUTHRZblYxZFRGNThtUzBiTmxTbUVkejVjcVZXTDE2TldiTm1nVi9mMzlZV0ZqSXZXNUY3NXVWWDRNdlhyekE3Tm16RVJvYUNrdExTeHc5ZWxSbVhreWdZbTY5eTVjdnc5WFZGVU9IRHNXQUFRUHcwMDgveWJTb3ZucjFLb1lQSHc1M2QzY0VCd2NybkV0djBxUkpDQW9LUW9NR0RkQ25UeDhBRmZOdlptVmxDZHU4YVloNDU4NGRMRjI2RkpHUmtSQ0pSSmc5ZXpZKy9mUlREQjA2Rk1uSnlUaC8vandLQ2dwZ2JtNHUzS3ZtNXVaeTI3YUt4V0tNR1RNR1lXRmhXTGR1blREV3FqUTBOTEJ2M3o3WTI5dWpUNTgrQ0FvS0V1YnB6TTdPVnVuK1ZiYk4wNmRQOGNjZmY2Qzh2Qnp6NTg5SFdGaVlFRURldlh0WHBlTkxXZ2RYRFE4VlBaNDNiMTYxeHlRaUlpSWlvbjhuQm9sRVJFVC9RdW5wNlhCM2QwZFJVUkc2ZGV1R2I3Lzl0dHA5ZnZubEY0VnpHeXJUc1dOSEdCa1pvVy9mdmdDQWJ0MjY0ZFNwVTNCM2Q0ZTd1enRtejU2TnFWT25DdHVmUDM4ZXc0Y1BSOCtlUGVIdTdpNEVDVURGQitlalI0L0cyTEZqRVJVVmhaczNiMkxkdW5WSVRrN0drQ0ZEWUdKaWdxQ2dJSnc5ZXhZalI0NkVtNXViMUlmNmIyUHg0c1V5Y3pmK0ZXYlBudjJYblNzMk5oYjI5dlkxMnVmV3JWdG8zTGd4OVBYMVpZSWR5WWZ1alJvMWtsbFhlZCsvb3pObnptRFVxRkc0ZCs4ZXBrMmJocVZMbHdvaFIvUG16ZUhxNm9xbFM1ZWlUWnMydUhqeElod2RIVEZ4NGtTRWhZVmg4ZUxGd3YwT1FLZ1l5ODdPaHFHaEliUzF0VkZVVktUU09NUmlNU3dzTE9EczdJeng0OGNqUGo0ZUlTRWhRbkJWVXpkdjNrUkpTUWsrKyt3ekFCV0JnN3lLcWJLeU1nQ0FvNk5qamM4aENieVVWUzgxYXRRSWZuNSsrT0dISC9ERER6OEk1OHJMeThQRWlSTmhabVltYkZ2NVBhQXlTVWlwb2FFaGpIZjc5dTF3ZDNkL0wxV3FJU0VoME5iV3hxUkprMlRXU1NvUXE0WkwzYnAxZzdHeE1mYnYzNDhmZi94UlpyK2pSNCtpckt4TTVnc1ZsVld1T0pTYzYvNzkrMEpGcGVSMUpnbUtldmZ1TFN4djNibzErdlhyQjJOall6ZzZPc0xmM3gvMzd0MlRlZDNwNk9qZyt2WHJNb0UvOEg4VmlWdTJiSUd2cnk5ZXZueUp3WU1INCtEQmcxTHpZU3JpNCtPRFRaczI0ZWpSbzVnL2Y3NVVwV1NuVHAyd2I5OCtvY3AyNDhhTlV2dUt4V0w0K3ZvaUpDUUVFUkVSVXNIY3laTW5oZUJZc3UyYjJMTm5EMTYvZm8xKy9mcWh0TFFVbXBxYXVIcjFLclpzMlNJVnNsZWVRMWplWEswdlg3NkV1N3M3SWlNanNXelpNdmo0K0NnOXI2R2hJV0pqWXpGNDhHQ01IRGtTQnc0Y3dNcVZLMkZoWVNGekxXVmxaZGkwYVJQbXo1K1BRWU1HSVRnNEdBc1hMa1M3ZHUzUXIxOC9hR2pJLzk5MnNWaU0yTmhZQUlDeHNUSDA5UFNFKzBYUjgvWHc0VU9wMTU5a0RzU29xQ2hzMkxBQlI0OGVCU0E3UjZLeHNUSG16NSt2OUpxSmlJaUlpT2pmaVVFaUVSSDlweFFYRitQa3laTTRlL1lzMHRMUzhPVEpFNVUvOEg5ZkRoNDgrRTZQOS96NWN3d2VQQmhQbmp3QkFEUnIxa3lxTFowaXg0NGRlNk1nY2Z6NDhUTExtalZyaHVQSGoyUGt5SkZZdkhneDFOWFY0ZXZyQ3dBSUNBaEFxMWF0c0huelpxaXBxVW1GQ0VaR1J0aTllemRTVTFPeGI5OCtMRjY4R0NZbUp0aThlYlBRT3E5Mzc5NllPblVxVnE1Y2laVXJWMkxnd0lIWXRtMWJqY2ROcXBGOG1KNmFtcXF3SXZISmt5ZHlLeExsdFFtc0dqNVZibjhLS0svQ2lZMk5SVlJVbE9xRFY2Q2twQVRyMXEyRG9hRWg5dS9mTDlPVzhkR2pSMUxWcVUyYU5FRmNYQndXTFZxRXBVdVhvbCsvZm9pSWlJQ0xpd3R1M3J5Sm16ZHZBcWlvMHZMeThzS05HemRrd2pFckt5dXNYTGxTYnFDa29hR0J3TUJBbUptWlllYk1tWEJ6YzVNS0ttdmkwcVZMTURBd0VFS29PM2Z1S0t4UWUxT3FCSWxBUlh2SGtTTkhvbW5UcHNqTHk0T2VuaDVFSWhGKy9mVlhMRnUyREh2MzdzWEJnd2V4YytkT1lSOTViUzF2M3J3cHQrSlBXZkN2S0hoUlp0NjhlWEIyZG9hL3Z6OGNIQnlFd0s3eXVhb0d2Qm9hR3ZEdzhNQXZ2L3lDR1RObXlKeDM4K2JONk5TcGs5d0FEd0F5TWpJUUdSa0pvS0xGcnJlM04wcEtTdVMrRHVUZE8yS3hHTmJXMXJDMnRoYkMvRGV0U0d6Um9nV2FOR21Db0tBZ2RPN2NHU2twS1hLM3I2cEZpeGFZTm0wYUZpMWFCRzl2YjVuMS9mdjN4ODZkT3hWV0ZEWnUzQmpSMGRIbzFhdVgxSElIQndka1oyZmo3dDI3TWkyUXhXS3h3dXJHcXJ5OXZkR2pSdy9vNmVuQnlja0pIaDRlc0xHeGdZMk5EWnljbk5DcVZTdEVSa2JpaXkrK0FLRDR2djdsbDE5dzdOZ3hyRm16Qm9NR0RjTERodzlWT245MGREVG16NStQbjMvK0dkMjdkOGYwNmRPRmRWbFpXZGk1Y3lkV3JWb0ZQVDA5SERod0FBWUdCZ2dPRG9hNXVUbCsvdmxuakJvMUNpNHVMdkQwOUVUSGpoMmxqbjN5NUVrOGYvNGNRTVhmOThTSkU4STZWZHVVU3Q2blo4MmFCVnRiVzVuMzdjcVBuejU5aXZyMTY2dDBYQ0lpSWlJaSt2ZGdrRWhFUlA4SjZlbnBXTGh3SVNJaUloUzJYUHczU0UxTmhaT1RFKzdmdjQ5eDQ4WWhLQ2dJV1ZsWlNFaElxSFpmWlMxTlBUdzhaT1l5cTQ2dXJpNTI3ZHFGalJzMzRwdHZ2aEdXcjFtekJqbzZPcWhkdTdid3Q1QjhJQ3Q1YkdSa0JBOFBEeFFYRjJQa3lKSFExZFVWMW5YbzBBRW5UcHpBa1NOSEVCd2NYT081NkJTcFc3Y3Vjbkp5M3NteHFsTTVBTEcwdEpRSjA5NlhOMmxyS21GcWFpcFRkWmlmbjQvSXlFaUZGWW55U0txcVNrdEw0ZXZyaTU5Kytna05HalNRdSszOSsvZWw1a3lNajQrWG1XZnVUV3pjdUJGRGhnekJoZzBiVkg3dU5UVTFNWC8rZkF3ZlBod2hJU0Z3ZG5ZR1VOSG04K3V2djhibXpadXhZTUVDT0RrNW9WbXpabkJ5Y3BJSk9obzFhb1RXclZzcm5JdHMyclJwR0RSb2tCQUN4c2ZIQzg4WFVERkhJbEJSVFZuMStaYTBRVDEzN2h5NmR1MHFIUC82OWV0d2RIUlVHQ3BVYlVVcHFVU0xpSWhRK0Z4Y3YzNGRJcEVJdTNmdlZyaU5tWmtaNnRTcGcyZlBuZ0dvQ0RSMWRYWHgrUEZqYUd0cm8zdjM3dERXMXNhT0hUdXdZOGNPb1kydFdDeUdXQ3hHZm42K1VDbW5hSzVEZWFHamhMTHF0V2ZQbmtuTnNTZ1pvMGdrUXV2V3JYSDU4bVVFQlFVaFBqNWVPTGVrSWxGZXBhaXZyeThDQXdPeGNlTkdxUzlXWExod0FURXhNZGkxYTVmQ3NRUUZCVUZmWHg5WldWazRmUGl3VU5sWFhmV2RzcmEvang4L2xnbnRxcllObHFkSGp4NjRjZU9HY04rcU1sK2doS21wcVZTMW9Tb2hWblh0TjhWaU1lcldyUXQ5ZlgyWmRjWEZ4VXIvL3BVMWFOQUFEUm8wZ0srdkw0eU1qREJuemh4aDNmVHAwOUcxYTFjaFJGUm15cFFwNk51M0w2NWR1eVpWMFZlZGl4Y3ZZc1dLRlJnelpnd3NMQ3p3K1BGalJFWkdJam82R3NlUEgwZkRoZzB4WThZTWpCMDdGdXJxNmtoTlRjWG5uMytPNGNPSFkvanc0VWhPVGtaZ1lDQjY5ZXFGWnMyYVlkU29VZkQwOUlTeHNUSFdyVnVIcjcvK0dydDI3VUx2M3IzaDdPeU1MVnUyQUZEYzJqYzFOVldtZFc5WVdCZ09IVG9rTmNlcVBJYUdoc0w5Y2ZYcVZXaG9hQ2hzYjB4RVJFUkVSUDhlSXZINzZBdEVSRVQwTjFGYVdvb2xTNVpnMmJKbEtDZ28rTkREa2F1bWN4SXFjdjM2ZFF3Yk5nelBuei9IdUhIanNHVEpFaGdhR3I2ejhVaXFIdDZFcnE0dTlQVDBaSmEveWZna0pPTXNMeTlYdVRLbE9tOFR0TldFdmIyOU1FL2ltN1FiL2FzY09YSUVBd2NPZk92amlNVmlsSmFXSWlNalF3ZzRRa05ETVdIQ0JGeStmRm51SEd3QVpQYjVxNGhFSW56NzdiY0lEUTFWdWwxOGZEeDY5T2lCNDhlUG8yZlBuaENMeGRpNmRTdGNYVjJ4ZWZObWhJV0Y0ZlRwMDhJOFpPSGg0V2pZc0NIR2pCbURLMWV1eUgxTlZMNmZ2Ynk4c0hYclZwWEdMUGxQZWpNek00d2VQUnF6WnMzQzgrZlAwYkJoUXh3L2ZseW12ZW5kdTNjeGFOQWdSRVJFU0ZXcTZldnJvM0hqeGlwWE15bnl6VGZmeUIzN3laTW4wYk5uVDlTdlh4K0hEaDJTYWlkWlZVbEppVlNGbjBna0VscWJTaDRmUDM0YzV1Ym13allwS1NubzI3ZXZWTlhrbGkxYmhQbnBsRjJYWkorc3JDeDA2TkFCbXBxYXVIanhJdXJVcVlPTEZ5K2ljK2ZPeU1yS2t2dStOV1BHRElTRWhPRDY5ZXRvMXF3WmlvdUwwYmx6WjRoRUlseStmRm51ZTlTZmYvNEpjM056akIwN0ZzdVhMeGRhaWlZa0pPRDMzMzlYK0xvQUlCVzhTcng2OVVwdTZGYWRldlhxU1ZYZ2xwYVc0dDY5ZXpVNlJvc1dMYVNDdmNwQmJXV1BIajJDbTVzYnNyT3pZV3BxaXIxNzk4TEF3RUR1dGxYblNxMThyZWZPbmNQQWdRUHg1NTkveXQwbUxTME5UWnMyeFpreloyQnJhNHVkTzNmQzI5c2JWNjVjUWVQR2pZVzJ5MlptWmlxMXRLNTg3dkx5Y2hRWEZ3T291RWZyMUttRDFhdFhZL1RvMFZMNzNMOS9IelkyTmtoTVRJU05qWTJ3L09iTm0raldyUnRzYlczaDd1NE9aMmRucWZ2OHpwMDdXTGR1SGRhdFd5ZDF2SnljSEFRRkJXSFZxbFVJRHc5SHZYcjEwTGx6Wnh3OWVoUU9EZzY0ZnYwNlJvd1lnZlhyMThQZTNoNVBuejZWZXkyUEh6OUdwMDZkaERrU1Q1OCtqVjY5ZXNISHh3ZHIxcXdSdHBQM3ZJOGVQUnFob2FIUTFOUkVjWEV4K3Zmdkw3UkNKU0lpSWlLaWZ4WlJEZjdIbnhXSlJFVDByNVdUa3dNWEZ4ZjgrdXV2d2pLUlNDUlVINWlibStPamp6NTY0N25JL200ME5EU1FtNXNMUHo4L3FUbSsrdlhycDlJOGZBc1hMcFJxaTFhVm9xb2dWWXdkT3hiKy92NXkxMDJlUEJuanhvMVQrVmdiTjI2VXFrcDdWeUVpeWVyVHA0L0NENk1CWU9iTW1VaFBUOGYyN2R1VkhrZlpmNXVxTWdjYkFLeFlzVUpxcnMwUHJhU2tSR2c1MkxCaFEyRzVwUG8yS0NnSUppWW1RbFdkaElXRkJSNDhlSURRMEZCTW5qeFphbDFLU2dvY0hCeXdaODhlZE9qUUFXRmhZUWdMQ3hQV0p5VWxvVTJiTm9pTWpKUmJpVnRlWGc1cmEydXNXclVLM2J0M1IxSlNFbXJYcmcwN096dVpjVWpDazJiTm1zbXRQRlAwWGNQQ3drS1ltSmdnSnljSDgrYk5nNStmbjhMbktDd3NUQWgwOHZMeVVGWldobTdkdXVIQ2hRdkl5c3FDbVprWlhyOStEYUFpUEduYnRxM3dHRkN0UGFtcHFhbFVLMDlWUXFHZ29DQ01IVHRXZUJ3Y0hDejFIaVJwc2R5dFd6ZU1IRGtTKy9mdkY0SWpSZjllK1BuNTRmRGh3eGd5WkFoT25Ub0ZYMTlmL1BISEg3aHc0WUxDOTZocDA2YWhidDI2R0RGaUJKWXZYdzU5ZlgxRVJVVWhPRGdZMnRyYUNzTTRBRktWcWhLYW1wcHdjWEhCL1BuelVhZE9IV0c1dmIwOXRtM2JCbE5UVTduSHFqcStqSXlNYXFzRnE3cDc5NjdVMzBIZVBaV2NuQXh2YjIvWTJkbmg4T0hEYU5pd0lYeDlmUkVkSGEwd1RGVGt4WXNYTURJeVVtbmJlL2Z1WWRTb1VkRFIwWUdEZzRQUTl2dTMzMzVEVWxLU3pMMXVaV1dGbzBlUEtxdzZWRk5URTE1UGFXbHB3anluVlY5amt2YkdPam82VXNzdExDeHcrZkpsSVhpVlZCcExIRGx5QkljT0hjS1VLVk5renUzbTVvWWhRNGJBM053Yy9mcjF3NGdSSTRUNU1ELzU1Qk5jdW5SSnFQQlh0ZHI2ODg4L3g5R2pSNlhtcHdRcS9zMVBUazZHdHJZMmZ2MzFWL1RvMFFQZmYvODlldlhxQlpGSUJHTmpZL1RvMFVPbGN4QVJFUkVSMFQ4YmcwUWlJdnBYeXNuSmdhMnRyVEIzbWJxNk9yeTh2REJuemh3MGE5YnNBNDlPMnJ0cXAybHRiWTBMRnk2Z2VmUG1Vc3NORFEyVlZyWklxRktOOThVWFgyRDQ4T0hDWXk4dkwzejU1WmRDbThmOSsvZmo4T0hEVXVHSHBCSklrZUxpWXBYYllrcTJwNytHbHBZV0dqWnNpTUxDUXJuMzZmMzc5NVhlVy9YcjE0ZTZ1anB1M2JvbHRYejgrUEhJeXNxU2FaOVpVRkNBL3YzN282aW9DTWVPSFpPNkp6LzY2S08zdkpwM1MwTkRBMkt4R1BQbXpSUGFYa3JFeE1RZ01URVJTNWN1bGRtdlNaTW1jSEZ4d1pvMWF6Qng0a1NwdG9EUjBkRjQrUENoVkRCWkUycHFhamgwNkJBbVRwd0lCd2NIR0JrWndjWEZSU2JnZUJ2QndjSEl5Y21CbTVzYlZxeFlnZUhEaHl1Yy82K3FPblhxd05qWUdFdVhMa1g5K3ZYUm9FRURJV3lSUEE5dk1yZmgrOUN4WTBjRUJBU2dkdTNhRUl2RktDd3NCQUNGejZXT2pnNzI3ZHVIYnQyNndkTFNFcytmUDhmbXpadng2YWVmeXQzKzVjdVgyTDU5TzdadDI0WmF0V3BKSGNmWDF4YzJOamJDdjEvVktTNHVGc0l4eVQwbkdTOEEzTDU5RzNsNWVWTExxaW9wS1pGcEZhb29zSzRzSmlaR0pvQ1NKekl5RXU3dTduQnhjY0g0OGVOeCtQQmhCQVVGd2NmSEJ4MDdkc1QrL2Z0bDJtM0tzMzc5ZW56MzNYZElTVWxSR0l4V1pXUmtoR2JObWdselNWcGJXOFBLeWdyVzF0YlExTlRFbFN0WEVCSVNndFdyVjBOWFZ4ZEFSV1h2clZ1M2NPTEVDUVFHQmlvODl2bno1d0ZBN3Q4NVB6OGZBR1FxanhNU0VtUmFDc3VqckgzcWlSTW5rSnFhaXUzYnQwdjkrNm10clExVFUxT2NPSEZDYUF0OTllcFYyTm5aNGRXclZ4Q0pSQ2dzTEVSY1hKelVmZWZnNElBN2QrN0luQ2M5UFIxRlJVVjQrUEFoUHZyb0kyaG9hS0JkdTNiQyt2djM3OWVvQlM0UkVSRVJFZjB6L1QzK1Q1MklpT2dkS2kwdGhhdXJxL0FockxHeE1mYnQyL2VmK09aODFSQVJxSmgvY00rZVBkWHUrK2pSbzJxM01UYzN4K0RCZzZXV3RXelpVbGlXbUpnSUFETGJLQk1ZR0tqMGcxcjY4QTRlUEFnM056ZTU2K0xpNGhBVUZDUjNuV1JPdHNvZk5PL1pzd2V4c2JFWU0yWU1kSFIwaEdDL3VMZ1l3NFlOUTFaV0ZnNGVQSWd1WGJxOCt3dDVoMFFpRWFLaW9tQm1aaVpUT2JaczJUSllXVm1oZi8vK2N2ZWRPblVxZHV6WWdRTUhEc0RKeVVsWWZ1VElFYlJ2My82dFdybXFxNnNqTURBUU9UazVDQThQUjBsSkNVcExTOTlKUUhmejVrM01tVE1IZ3dZTndxWk5tM0Q1OG1WOC9mWFhpSXVMVTZsTmNWSlNFa2FNR0lIeDQ4ZGoyTEJobUQ1OXVzeWNsNVhETEZWbVlLaGFtU2V2VXU5TlZhN3NMaWdvZ0phV2x0SUthQTBORFRScjFndzNidHhBM2JwMWhVb3hlUXdNREJBU0VnSTNOemU1bFlkSlNVbEt4MVo1anNRLy92aERZV0FwVVhtdVVYbXF0dDk4VndvTEN6Rm56aHlzWExrU2t5ZFB4c3FWSzNIOStuVUFGUzJ2angwN2hvRURCNkpUcDA3dzgvUEQ1TW1URmM1OU9ILytmQ3hZc0FET3pzNjRmUG15eWxXVFJrWkdja015aVlVTEYrTHg0OGRDaUNpUm01dUxvS0FnOU8vZlgyR0xaMGxyWUhuVmY1STVDcXRXVzNidTNGbXE4cmF5Ky9mdjQ5TlBQNFc1dVRuMDlQUnc4dVJKcWNCUFFrdExDNWN1WFlLUmtaSFUvZE91WFR2aCthMUszcjByZVkxbFoyY3JmVDRyejNPczZCaEVSRVJFUlBUdnhWNWdSRVQwcjdOa3lSSWNQMzRjUUVXSWVQNzgrZjlFaUtqSStmUG5NV2JNbUdwL0xsNjgrRUhHTjJ2V0xHUm1acXI4TTJmT25BOHlUcXI0d0Znc0Znc1ZocExIZCsvZUJWQlIxU1JacG9pZG5SMENBZ0lRSHgrUDVzMmJvMU9uVHZEMzkwZlBuajBSRXhPRHZYdjM0c3N2di94THJ1ZHR5YXNZT252MkxHSmlZakJqeGd5RkxWM2J0bTBMVzF0YnJGMjdWbGoyNnRVcnhNYkd2cE01S2UvZHU0ZW9xQ2gwNzk0ZDI3ZHZSOSsrZmQ5Nkx0YWtwQ1QwNmRNSEJnWUdDQTRPaG82T0RzTER3L0hnd1FQMDZORkQ0UmNSSkJXSDgrYk5nNHVMQ3h3ZEhWRmVYbzRHRFJvZ0lDQkE0VDJsN0I3S3pjM0Y3ZHUzQVFBREJneUFsWldWOEROZ3dJQzN1azVGOHZMeVpJSW1pYlMwTkh6Ly9mZG8wNllObmoxN2hzREFRSmlZbUtCdjM3NzQ0b3N2RUJNVEkvZDZSbzBhOVU3RzFxNWRPNm5uVFN3V0l6WTJGcGFXbGtKRnVLZW5KelExTlRGczJEQ2twS1RJYlA4K1FzUzR1RGkwYjk4ZWE5ZXVSVkJRRUg3KytXZVoxNFNCZ1FGT25EZ0JUMDlQVEo4K0haOTg4Z2wyNzk0dDFhSTJOemNYQUxCNDhXTHMyTEVEQmdZR2lJNk9ocDJkWFkzSGxKZVhoNWlZR015ZE94ZG56NTVGUWtJQ0RoOCtqUG56NTh0czYrWGxoYjU5KzJMaXhJbHlnNytUSjA4aU9qb2FZOGFNa1h1dTdPeHNhR3BxeXJRMkZZbEUwTmJXbHZuSno4K0h1N3M3UHZua0U1dzlleFovL3ZrblBEdzhVRjVlTHJPdFNDU1MyOXIxNk5HamVQRGdnZkFUSHg4UFEwTkR0Ry9mSHBhV2xraEtTcEphTDJGc2JDeHpUNGpGWW1HYjJOaFl1ZXNaSWhJUkVSRVIvVGN3U0NRaW9uK1Y5UFIwb2JXYnVybzY5dTNiSnpWdjAzK1JzN016MHRMU3F2MFpPblRvQnhtZnY3OC82dGV2ci9MUHdvVUxQOGc0NmQwd01USEJsQ2xUa0pDUWdHM2J0dUhXclZ1WVBYczJ6cDA3QjJOalk4VEh4K1AwNmRNeTdVTC9LV2JQbmcxemMzT01HREZDV0NZSlJTcUhLQk1tVE1DWk0yZUVRQ3d5TWhKRlJVVkNLOGxYcjE3Si9FakNqTUxDUXJuckFlREpreWNZTUdBQWJHeHNjUExrU1d6ZnZoMXhjWEdJalkyVk85N3E1bFl2THk5SFNFZ0l1blRwQWpVMU5jVEV4QWpWVjU5OTloa09IVHFFbEpRVXRHM2JGc0hCd1Nncks1UGFYL0lGaFUyYk5tSHQyclVJRHc5SG8wYU5FQklTZ2tXTEZzbHNyNGprT1R4dzRBQXNMUzF4NU1nUnRHclZTbTRvVmwyNE1XN2NPSWhFSXVGSGxUbGFVMU5UcFZydGxwV1Y0ZGRmZjRXcnF5dk16YzJ4Y2VOR2pCczNEcmR1M2NLNGNlT1FrSkNBSlV1VzRPTEZpK2pUcHc5YXRteUp1WFBuNHRxMWF5cGQ3NXVLaTR2RGdBRUQ0T25waWNXTEYyUExsaTBBS3I2d0VSOGZqK2ZQbjhQUzBoSnVibTQ0ZGVxVUVQUytTOW5aMlhCMWRZV2RuUjNLeXNwdzd0dzVoV0ViQU5TcVZRdEJRVUU0ZlBndzh2UHo0ZXJxQ2t0TFMyUmxaUUVBZHUvZWpWcTFhbUhmdm4xQ1MxMEFLb2Z1c2JHeDhQYjJSdHUyYldGb2FJZytmZm9nTURBUWhZV0Y4UEh4UWRldVhZWFhuZVRla2J3dU5tellnSXlNREN4YnRrenFtSW1KaVhCemMwT0hEaDNnN2UwdDk3eUppWWtxdDErTmlvcENodzRkOFBMbFMremZ2eC8xNnRWRGRIUTBMbCsrakk0ZE8rTGt5Wk1xSGFkUm8wWm8zcnc1bWpkdmpyUzBOQXdmUGh5MnRyYTRjT0VDTEN3czRPWGxoWktTRW1FYklpSWlJaUlpVmJDMUtSRVIvYXNzWExoUStMRGR5OHZyUDEySktLR2hvWUhhdFd0LzZHRW81T1Bqby9DRFdIazJiOTZNTld2V3ZNY1IwWnZLemMxRldWbVpVUDBtYWFkWlVsS0NSNDhlNGRHalI3aDU4eWF1WHIySzJOaFlwS2Ftb2syYk5wZzJiUnJNek15d2I5OCtoSWVIWStuU3BkRFgxMGZ2M3IzUnYzOS91TGk0b0U2ZE9oL3kwbFMyWThjT1BINzhHRGs1T2JoOSt6YnExcTJMMDZkUEE0RFUzSWVPam82SWpvNUdxMWF0QUZTMGZEVXhNVUg3OXUzeDRzVUwxSzlmWCtFNUpIT1NWblh6NWswTUhEZ1FCZ1lHaUl5TVJLMWF0VEJpeEFqWTJkbkIxTlFVZCs3Y3dZc1hMMkJnWUlDOWUvY0NVRHozWkhsNU9RNGZQb3lGQ3hmaTZ0V3IrT0tMTDdCdDJ6WTBhTkJBYXJzK2ZmcmczTGx6Y0hGeHdiaHg0eEFRRUFBZkh4KzR1cnFpWWNPR3VILy9QcG8wYVlMbzZHalVyVnNYenM3T1dMOStQUm8xYWdRWEZ4ZnMzTGtUN3U3dXNMYTJSbXhzTE02ZVBZdnk4bklVRnhjalB6OGZEZzRPME5YVnhhbFRwd0JVdEgrZE5Xc1dmSHg4TUdYS0ZKbHhQMzM2RlBuNStkRFQwOFA5Ky9jQlFPYjl6OC9QRHk0dUxzTGozYnQzdzgvUFQzaThjK2RPUkVWRlljaVFJV2pWcWhYUzA5T3hmdjE2ZlA3NTV3Q0E2ZE9uWTl1MmJYajI3Qm5xMUttRGlSTW53dGZYVjZvbHJaYVdGbWJObW9WeDQ4WWhLQ2dJZ1lHQldMaHdJUll1WElqdTNidmo5T25UVXZOalZ1Ymo0NE1OR3piSVhTZlBsU3RYY1Bqd1llelpzd2M1T1RuNC92dnY4Yi8vL1UrbWd2TFRUejlGYkd3c1RwNDhpYlZyMTZKUG56Nm9WNjhlSEJ3YzRPam9pSysvL2xwcSt6ZXRqalV3TU1EejU4OHhmZnAwK1BuNXlWVGtLVEp3NEVBNE9EaGd6Wm8xVWhWM28wYU5RcytlUFRGdzRFQWNQSGdRQ3hZc3dOcTFheFZXaUZhVmtwS0NjK2ZPb1VlUEhwZzVjeVk2ZGVxRUZpMWFJQ0lpQXVmUG4wZDhmRHl1WGJzR0RRME5YTGx5QlFDRWM3ZG8wUUkvL1BDRFVIVXRGb3V4WmNzVytQcjY0cU9QUHNMKy9mdWhvYUdCakl3TVhMcDBDZlhyMTRldXJpN3UzcjByek9jb1QybHBLYTVmdjQ0VEowNWcxNjVkU0V4TWhJdUxDelpzMklCNjllb0JBRnEzYm8wclY2N0EyOXNidlh2M1J2djI3ZUhzN0l3ZVBYcmc0NDgvbGp1dmNWcGFHbzRkTzRZZE8zWWdMaTRPUGo0K1dMRmlCVFExTlhIZ3dBRjRlM3ZEMnRvYXJxNnVHREprQ0w3NjZpdG9hV2xWK3h6MjdObFQ2ZnBMbHk2aFE0Y08xUjZIaUlpSWlJaittUmdrRWhIUnYwWnhjVEVpSWlJQVZGUVRzQVdtY3MrZVBZT3VyaTVxMTY0dGZBaGE5UVAzRnk5ZUlDd3NUSGg4NWNvVkJBUUVTRzBUSHg4dkxMdHc0UUlBeUd4VGViK3BVNmRLclNzdExVVlJVWkhLNDY3YzhvNytYbUpqWTRXUXEzbno1a0kxenF0WHIyQnJhNHRuejU1Qlcxc2JIVHQyaEplWEY0WU9IWXEyYmRzSys5dmEybUxWcWxXNGN1VUs5dTdkaTMzNzl1SGl4WXR3ZDNmL0lOZnpKcHBhN2xNU0FBQWdBRWxFUVZRMmJZcW1UWnNpSlNVRmRuWjJFSXZGME5UVUZDcTBKRFExTmRHdlh6OEFGZmQwUWtJQyt2ZnZENUZJaERwMTZpQXlNckxHNTc1dzRRTE16YzJ4ZCs5ZXFaQkI4bmVJaTR2RGQ5OTlCN0ZZREYxZFhVeWZQbDF1ZTlhblQ1K2lhOWV1ZVBUb0VWcTBhSUh3OEhDNHVyb3FQRy9idG0xeC9mcDFCQVFFWVBueTVmRDE5VVZtWmlZV0wxNk1xVk9ud3NYRkJjMmJOOGZRb1VQUnBrMGJ1THE2UWsxTkRYZnUzRUZJU0FpaW82TVJHaHFLN094c0ZCUVVvS3lzRE9ycTZtalRwZzBHRFJvRUFORFgxMGVYTGwyd2FkTW1mUHp4eHdySEVoY1hoMkhEaGdtUHpjM05aZVlIYk5DZ2dkUzhuVlhEMGFaTm15SThQQnpoNGVIQ3NzNmRPd3RWYVo5OTlobk9uajJMUllzV3djM05UZWtYTmVyV3JZdFpzMlpoK3ZUcE9IcjBLSGJ1M0luWnMyY3JEQkVCWU02Y09mRHg4Vkc0SHFpWUMxTFN4alV6TXhQWHJsMkRuNThmaGd3WlVtMHcxS3RYTC9UcTFRc1pHUms0ZE9nUWpoNDlLbmVPdjZDZ0lOamIyeXM5MXZuejUyVmF0S3FycStPMzMzNnJ0dHBWSGgwZEhjeWNPVk5xbVkyTkRXeHNiUERpeFF0OC8vMzNjSFYxeGZqeDQ2VzJhZG15SlRJek0rVWU4OXR2djhXMzMzNHJzOXpKeVFsR1JrYm8yTEVqUER3OHNHUEhEdFNxVlF1VEowK1dDdklYTEZnQURRME5GQlFVd05iV0Zna0pDWEIwZEVSSVNJZ1EraFVWRldIWXNHRW9MQ3dFVUJFa096bzZTZ1hVRW52MzdvVzd1enVLaTR0UnIxNDlmUDMxMXdnTEMwUDc5dTFsdG0zWXNDRWlJeU1SR3h1THRXdlh3cy9QRDBWRlJRZ0lDSkFKMG5OeWN0Q3FWU3RvYUdoZzJMQmgyTEJoQTZ5dHJZWDF0V3JWd3RhdFd6RnMyRERNblRzWEZ5OWV4SkFoUTRTMndtK0QxWTFFUkVSRVJQOXVJakVuTmlBaW9uK0pZOGVPb1gvLy9nQ0FidDI2NGV6WnN4OTRSS3JKeWNsNWI4YzJORFNFbTVzYkFnTURaZFk1T3pzakppWkdhcG1ycXl1Q2dvS0V4N2R1M1VLM2J0M2U2WmdxejlWbWFHajRUbzd6cnNpcjhIZ2Y3TzN0aFNxMTJOallhaitzLzlEUzA5Tng2ZElsREJreUJFQkZhSC9uemgxaFhqWEpZek16TTl5NmRRc2lrUWl0VzdlV0NsaVNrNU1oRW9sZ1lXR2hORVNwS2lzclMrNWNZSDhuSlNVbFNFOVBsL3RodWxnc1ZpbFFLUzh2UjI1dTdsdTlKaVRIVVZOVFBudUJKS2hUSmlnb0NQWHExY1BRb1VPRnlsSlZ2SHo1RWpFeE1YSmJKZCsrZlJ1MWE5ZVdxdHg3MTBwTFM1R1ZsU1U4NzhiR3hsTFB4OE9IRDFHdlhqM282K3NyUFU1SlNRbnk4L05SWEZ3TUhSMmRhcmQvRzVJcVhtTmpZNVgzVVhiUHZhM2MzRnpNbXpjUG8wZVBWaHJhQWhYemNZYUdobUxhdEdsQ3FGYWQ3T3hzUkVWRllkQ2dRVEF3TUtqUjJQNzg4MC9VclZ1M1J1OGg3OUx4NDhlaHA2ZUg3dDI3eTExZlZsYUcwdEpTMUtwVlMrSHJ2cXlzREZ1MmJFRzdkdTNRdm4zN2FsK3ZsYjE2OVFvWExseEF6NTQ5aGVlZ29LQUFGeTllaEwyOVBXN2V2SW1XTFZ1aVZxMWExUjdybi9EZVNrUkVSRVJFNzQrb0J0LytaSkJJUkVUL0duUG16TUdpUllzQVZMU3VtemR2M2djZWtXcmVaNUE0ZnZ4NGRPblNCWjZlbmpMcklpTWpjZW5TSmFpcHFVRkRRd05tWm1ad2RuWlc2UVBJZDhYT3pnN2UzdDV5eDZmSXpwMDdFUndjakRObnpyeno4VEJJSkNJaUlpSWlJaUtpZjd1YUJJbHNiVXBFUlA4YWFXbHB3dS9tNXVZZmNDUi9IL0lxRVNVR0RoejR4bk5ndlN0dkVnYU9HREVDSTBhTWVBK2pJU0lpSWlJaUlpSWlvc3BVNzZOQ1JFVDBOL2ZreVJQaDk0OCsrdWdEam9TSWlJaUlpSWlJaUlqb240OUJJaEVSL1dzVUZSVUp2MnRwYVgzQWtSQVJFUkVSRVJFUkVSSDk4ekZJSkNJaUlpSWlJaUlpSWlJaUlpSVpEQktKaUlpSWlJaUlpSWlJaUlpSVNBYURSQ0lpSWlJaUlpSWlJaUlpSWlLU3dTQ1JpSWlJaUlpSWlJaUlpSWlJaUdRd1NDUWlJaUlpSWlJaUlpSWlJaUlpR1F3U2lZaUlpSWlJaUlpSWlJaUlpRWdHZzBRaUlxSVBUQ1FTZmVnaEVQaDNJQ0lpSWlJaUlpSWlxb3BCSWhFUjBRZW1wc1ovanY4TytIY2dJaUlpSWlJaUlpS1N4ay9NaUlpSVBqQk5UYzBQUFFRQy93NUVSRVJFUkVSRVJFUlZNVWdrSWlMNndMUzB0RmdOOTRHcHFhbEJTMHZyUXcrRGlJaUlpSWlJaUlqb2I0V2ZXaElSRVgxZ0lwRUl1cnE2SDNvWS8ybTZ1cnFjSTVHSWlJaUlpSWlJaUtnS0JvbEVSRVIvQXhvYUd0RFQwMk5sNGw5TVRVME5lbnA2ME5EUStOQkRJU0lpSWlJaUlpSWkrdHZocDJaRVJFUi9FeG9hR3REWDEwZFJVUkZLU2twUVhsNE9zVmo4b1lmMXJ5TVNpYUNtcGdaTlRVMW9hV214RXBHSWlJaUlpSWlJaUVnQkJvbEVSRVIvSXlLUkNOcmEydERXMXY3UVF5RWlJaUlpSWlJaUlxTC9PUFpQSXlJaUlpSWlJaUlpSWlJaUlpSVpEQktKaUlpSWlJaUlpSWlJaUlpSVNBYURSQ0lpSWlJaUlpSWlJaUlpSWlLU3dTQ1JpSWlJaUlpSWlJaUlpSWlJaUdRd1NDUWlJaUlpSWlJaUlpSWlJaUlpR1F3U2lZaUlpSWlJaUlpSWlJaUlpRWdHZzBRaUlpSWlJaUlpSWlJaUlpSWlrc0Vna1lpSWlJaUlpSWlJaUlpSWlJaGtNRWdrSWlJaUlpSWlJaUlpSWlJaUloa01Fb21JaUlpSWlJaUlpSWlJaUloSUJvTkVJaUlpSWlJaUlpSWlJaUlpSXBMQklKR0lpSWlJaUlpSWlJaUlpSWlJWkRCSUpDSWlJaUlpSWlJaUlpSWlJaUlaREJLSmlJaUlpSWlJaUlpSWlJaUlTQWFEUkNJaUlpSWlJaUlpSWlJaUlpS1N3U0NSaUlpSWlJaUlpSWlJaUlpSWlHUXdTQ1FpSWlMNmkybHBhUW0vNStYbGZjQ1IvTDJVbHBiKzVlY3NLeXRUdUs2OHZMeEd4NnE2ZlVsSkNUSXlNdDVvWFBUZlUxUlVoTnpjWEtYYjhINml2d094V1B4RyszeUk5M2dpSWlJaUlucDdEQktKaUlpSS9tSk5tellWZms5S1N2cUFJMUZOY25JeVJDTFJXeDBqTVRFUnExYXRVcmoreFlzWGFOMjZOYlp2MzE3dHNYYnQyb1ZMbHk1SkxYdjgrREVjSEJ3VTdwT1ptUWw3ZTNza0ppWktMViswYUJINjl1MHJkNTlldlhwaDBxUkoxWTRIcUFna1AvdnNNeHc2ZEVoWXRucjFhblRxMUFrcEtTa3FIZU5kRW9sRVNFNU9WcnFOV0N6R28wZVBjT2pRSVd6ZHV2V3R6cGVTa2dKdGJXM0V4c2ErMVhGcUlqTXpFeUtSQ0ZsWldjSXlWYTVibm5yMTZtSDI3Tm52Y25nMU5tTEVDUFRwMDBmaGx3dTJiZHNHQ3dzTG5EOS8vcjJPSXlNajQ0MStKQ0ZSUVVFQmtwT1QzK3Fuc3J5OHZCcnZYMXhjclBMMTd0cTFDM1hyMXEzUmN4UWZIdzliVzF1Y08zZE9adDNMbHkveDJXZWZZZCsrZlRVNnBzVEtsU3N4Wk1nUWxKU1V2TkgrNzBOY1hCeEVJaEVlUG55SWhJUUVXRnBhSWlJaW9rYkgyTGx6SnpRMU5Sa21FaEVSRVJIOUEybDg2QUVRRVJFUi9kZjA3OThmbXpadEFnQ0VoNGRqNnRTcDBOVFUvTUNqcWhsVmdzWHc4SEM0dXJvQ0FINy8vWGRNbVRJRmNYRngyTDU5TzNSMWRhVzJOVFkyaHEydExVYVBIbzFQUHZrRWJkdTJsWHZNc3JJeUxGbXlCSm1abWJodzRRTE16TXdBQVBuNStmanR0OStFN1pLVGsyRmxaU1ZVemhRVkZlSDA2ZE5TRlYrRmhZVUlEQXlFajQrUHpIbGV2SGlCdUxnNGpCNDl1dHJyQklCZmZ2a0Z6NTQ5UTY5ZXZZUmw0OGFOdzg4Ly80eVZLMWRpdzRZTlN2ZFBTa3BDbXpadDVLN0x5OHVEcmEydDB2MkhEaDJLdVhQbktseC81TWdSSkNVbElTTWpBNm1wcVhqdzRBSHUzcjJML1B4OEFJQ2hvU0U4UFQwaEVva2dGb3R4Ky9adHVjZHAxYXFWM0w5OWVYazVpb3FLWkNvOGxSMUxtZGF0Vzhzc0t5NHVscXI2ZlBueXBYQ093c0pDcWUwcVB3WUFiVzF0cGVmTHpjMnRjUVhxdXpaLy9ueDA3dHdaam82T2lJNk9ocnE2dXJBdU5UVVZreVpOUW9jT0hkQ3hZMGU1K3djSEIyUGN1SEUxT3VmcjE2OWxuaHNURTVPYUR4N0FwVXVYMEtGREIxeThlQkU5ZS9aOG8yTklWSzU0TzM3OE9KeWRuV3UwLzYxYnQyVHVvVmV2WGlFdExVMW0yMGVQSGlFM04xZGhBQzN2WHR5eVpRdXVYTG1DbGkxYnlxeUxpb3JDMWF0WDBiQmh3eHFOV2VMWFgzL0ZtVE5uVlBvM0lUUTA5STJEdWJGang2cThyWTZPRG9DSzkxOXJhMnNNSHo0Y0hoNGUyTFZyRnc0Y09DQjFyeElSRVJFUjBiOFBnMFFpSWlLaXY5aFhYMzJGNXMyYjQrSERoMGhNVE1UVXFWTVJFQkR3andvVGI5MjZWZTAyalJzM0ZuNmZNR0VDNnRhdEN5OHZMOWpiMitQa3laUFEwOU9UMm43Tm1qVzRjT0VDYnQyNnBUQklWRmRYeDRFREI5Q3BVeWNNR2pRSTU4NmRnNzYrL2h0ZHd5Ky8vQUlBOFBYMUJRQzR1cnBpOSs3ZFV0dU1HREVDSTBhTWtObTNjdENSbnA2T21UTm5JamMzRndZR0JqTGJCZ1lHSWpBd1VHWjVpeFl0Y08vZVBhbGxDUWtKd3UvUG56OFhxaVcvKys0N3FlMisvLzU3ZlBQTk4vanNzODhBQU5iVzFzakl5SkFLME5MVDA0V1E2TkNoUTlpMWF4Y2FOR2lBT25YcTROcTFhNWc1Y3laYXRHZ0JDd3NMV0ZwYUNnRmhVVkVSckt5c1pNWUx5QStlbE1uUHoxZDRMR1hrdFU3ODRvc3ZjUHIwYVpubHhzYkdVby9sM1R2VnRXSXNLeXVUYWpuOElWaGJXeU00T0JnaElTSEl6TXdVZ3FqUzBsSzR1YmxCWDE4ZmUvYnNnWWFHOHYrRlUrVzFlZURBQVlVVm1JcWVxNnJodkNMMjl2WXkyK1RrNU1EUTBCQlBuejRWcmtza0Vza04vQlFwS1NtcDl0b2x4NVVuSmlZR1gzLzl0Y0w5Rk4yblZhOGxMeThQTzNmdWhKZVhGK3JYcnkrei9ZNGRPMkJ1Ymc1cmEydms1T1JJcmRQWDE2ODJkTXZNekZRNXpQWHg4VUZSVVpGSzIxWlZreUJSOHNXUGtwSVMxS3BWQy9Qbno4ZUFBUU53N2RvMWhvaEVSRVJFUlA4QkRCS0ppSWlJL21KYVdscFl2MzQ5Qmc0Y0NMRllqTFZyMXlJMk5oYXVycTZ3c2JHUkcwYTlDKzNhdGF0UkN6OUpoYzZEQncra0hqZHQybFRsRC84ckd6RmlCUFQwOUhEdDJqWG82ZWtwL01EZnpjME5ibTV1VXN0NjkrNk5tSmdZQUVETGxpM3h5eSsvWU9USWtVaEtTa0xYcmwxclBKYlhyMTlqMmJKbG1EdDNMdlQwOUJBUkVZRVpNMmJBejg4UEFQRHR0OS9DMk5nWXk1WXRVM3Fjc3JJeWVIcDZJamMzRnpkdTNKQUpBT3JYcjQvejU4L0R3c0pDWmw5NUg4QzNhOWRPK0wxeTlaU3JxeXZpNCtQUnAwOGZhR2hvWU9MRWlmanFxNi9nNk9nb2JHTnZieThWdEZWdTlWcGFXaW9FcDVKQXlOL2ZYK20xYmQrK0hlN3U3Z0Fxd2hFUER3K2wyOHVqcDZjSHNWaU0zYnQzdzlYVkZROGVQRUR6NXMwVmJ1L282Q2pUdGxiaTFLbFRVbzhsMTFGZVhpN2NTMVhES2NrMkV1WGw1WExuc2dRQURRME5wZFZkYW1wcVVGTjd0ek5EZE9uU0JmSHg4VExMRlFWSkRSbzBrSG9zTDlSVDViV3A2UGlxVkJvcjIwWlNoVnhTVW9MMDlIUmh1YVI2OVBIanh3ckRiZ2xGOThmdDI3ZmZTV2hWTlF3UEN3dkR5SkVqWlo3TGlJZ0ltZmVoeXRjZUhCeU00T0JnNGJGWUxFWmFXaHFPSHorT3NySXlHQm9heXB6Ny9Qbno2TktsaTlMeHBhU2tDRjhRcUU3Vnl0dXFZNTB5WlFvQ0FnSlVPcFlxZjN0NVlldllzV094YXRVcVRKNDhXYVZqS1B2Q2pJdUxTNDFicGhJUkVSRVIwZnZISUpHSWlJam9BL2p5eXkreFljTUdUSmd3QVdLeEdJbUppVEx6OTcxcnNiR3hzTGUzVjNuN3FoOGFTeDVIUmtiaXE2KytxdEc1Q3dvS29LdXJpOEdEQjJQdzRNRUFLa0tIeXRMUzBqQnQyalJNbno0ZG4zNzZxZFM2cW0wQ25aeWMwS1ZMRnpScDBxUkc0NUJZc1dJRkRBd01NR2JNR0tTbnAyUFVxRkZZczJZTnZMMjlVVmhZaUd2WHJpRWtKS1RhVUdicTFLazRlZklrZ0lxcW5hcFZsc3FXeTZ2c3E5eGU4ZG16WjhMdjU4K2Z4NkJCZzVDZm55L00vMWIxbUpXRHRwcFdleFVXRmtKTFM2dmFJT0RldlhzS1c3QUNRSjgrZllUZkt3Y3ozYnQzQjFEUjRsWlJVQ1FXaXhFWEY0Y3Z2dmhDN3ZvYk4yN0lyVGFzR3U0cHE0Q2NQWHUyd25CNDd0eTVTdHZET2pnNDRNU0pFd3JYdjRrNWMrWWdNek5UZVB6dHQ5OWl6Smd4Nk5TcGs4eTJJMGVPaEl1TEMvcjE2L2RPeDFCVmNIQ3c4QnF0N042OWU3Q3pzOFBUcDAvbDdsYzVuTHgvLzc3Y3YwUFY2NUkzcjZtaWlrY2JHeHVsNDFiVm5UdDNVS3RXTGVHeDVIcXF0alo5OHVTSjNQMW56WnFGb1VPSENvLzM3OTh2aFBJLy8vd3pqSXlNRUJzYkt4VjZQbjM2RkwxNjlaSTZyendQSHo1RWJtNHVVbE5UYTNaUjc0aWZueDljWEZ4a2x1Zmw1YUZUcDA3WXNXT0gzSkJURW5BcnFvWk5TVW5CVjE5OUJiRllqQzVkdW1ETGxpMXl0M3RmWDZJaElpSWlJcUszd3lDUmlJaUk2QU1aTjI0Y1RFMU40ZVBqZzRjUEgzN280Y2lRZktDL2V2VnErUHI2VnR2U1VKSGs1R1RZMmRsaHdZSUZVbk80U2VaUGxFaEtTc0swYWROZ1oyY25ONmdzTGk1R1ZsYVc4UGhOUThRN2QrNWc2ZEtsaUl5TWhFZ2t3dXpacy9IcHA1OWk2TkNoU0U1T3h2bno1MUZRVUFCemMzTWhYREEzTjVjSkFWYXVYSW5WcTFkajFxeFo4UGYzbDF0MUNNaHZ0UWxBcXMyamhLSVE3TkdqUnpBeE1ZR3VycTVRcVZpMXBhZWtmYVM4WXgwN2RneC8vUEVIbmoxN2hydDM3d0lBUHZ2c003eDQ4UUl2WHJ4QVFVR0IzUEZVMWF4Wk03bGhRV3BxS3ZyMjdZdk5temZMclJCdDBxUUpyS3lzRUJVVkJVOVBUN25Iam8rUHgvUG56L0hsbDEvS1haK1dsb2FCQXdkaS8vNzlBSUM5ZS9kaTFxeFpVdTFoTlRVMWtaU1VoRmF0V2dHbytGdC84c2tud3ZyQmd3ZkwzRGM1T1RtWU0yY09uSjJkMGFOSEQ3bm5YckJnZ1RCUDNMdFU5VnEvL2ZaYmZQNzU1M0xEbkpFalI2SkRodzd3OHZKU2VreEZjLzFWcGlnTUJJQTZkZXFndUxnWUgzLzhzZFR5eTVjdkE2aW82clMwdEpSYVYzbnUwY29rN3htcXREYXRXajFhMWR1Mk5wVlE5SHBVdFFXdnFha3BPblRvSUR5V1BDOVBuejdGeG8wYk1XUEdERmhiVzB2dEkybWJXMTJRZVBYcVZRQVZvZTNkdTNmbHpzSDRQalZvMEVEdWx3OGtWYnZHeHNaS3Y1eWdhTjJjT1hQUXFGRWpwS2VuSXkwdERTOWV2S2gyM2xjaUlpSWlJdnI3WUpCSVJFUkU5QUY5K2VXWGNIQndRRlJVRktLam81R2FtdnJHYzE1VnB5WnRUU3ZidDI4ZkFDQTdPeHVHaG9iUTF0WldlWXhpc1JnV0ZoWndkbmJHK1BIakVSOGZqNUNRa0RlYWorN2t5WlBvMzcrLzFMSGZ4SjQ5ZS9ENjlXdjA2OWNQcGFXbDBOVFV4TldyVjdGbHl4Wk1telpOMkU1U1JRZEFiblZmdjM3OVlHeHNERWRIUi9qNysrUGV2WHRTODBJQ2dJNk9EcTVmdnk0VHZBRHlLeElyWDFOYVdocWFObTBLQUVoTVRCUXFzakl5TWdESUJxa0dCZ1pDRzFvek16UEV4TVNnUllzV0FJQWZmL3dSTjIvZVJNT0dEWVhuZnRTb1VXalVxSkh3VTdWdHBqeWFtcHB5d3dKSndLT3M3ZTNRb1VPeGF0VXF2SHIxU202RjVyWnQyNkNucDRlQkF3ZkszVDh0TFEwZmZmU1I4UGpPblR2VmhzbVdscFpTN1IrN2R1MHFFM1FtSnlkanpwdzVHREJnZ01LUWJ1WEtsZThsU0h3ZjNtUk9Tb2xidDI2aGNlUEcwTmZYeDZ0WHI2VFdTUUxLUm8wYXlheXJ2Ty83OHJaenlIYnUzQmtIRGh6QW9FR0RwS3BZRmJVMlRVOVBWOWhtVjU2UWtCQm9hMnRqMHFSSk11c2tRVngxUWVMUm8wZWhwcVlHUFQwOTdOMjdWK0U4bG44MVRVMU5hR3RySXpzN1cxaDI1ODRkekpneEE4dVdMWlA3L2laeDlPaFJIRHQyREg1K2ZwZzZkU3JtenAwTEh4OGZYTDU4V2FWZ21JaUlpSWlJUGp6K2x6c1JFUkhSQjZhbHBZV2hRNGRLdGN2N3U3aDU4eVp1M3J3SkFMQzF0WVdYbHhkdTNMZ2hNOCtjbFpVVlZxNWNpUUVEQnNnY1EwTkRBNEdCZ1RBek04UE1tVFBoNXVhR3ZuMzcxbmdzRGc0T3lNN094dDI3ZDJWYUpJckZZcFhuci9QMjlrYVBIajJncDZjSEp5Y25lSGg0d01iR0JqWTJObkJ5Y2tLclZxMFFHUmtwdE5oVVZPRmtiVzBOYTJ0cklWUjVGeFdKaWlRa0pNREt5a3FvbU5UVjFVVjJkcmJVQi91dFc3ZVdhaHZhdUhGajRmSE9uVHVGNWNuSnlUaDgrREFtVEppZzlKeFBuejRWd3FQS0ZXd1pHUmxZdUhBaEFnSUNhaFN1ZVhwNllzbVNKUWdMQzRPUGo0L1V1dXpzYkd6YnRnMmVucDZvWGJ1MjNQM1QwdEt3YWRNbWJOcTBTV3A1MVlCSlhndk11M2Z2S3Z6N1NJTFp5aUZsVmNYRnhYOVprS2pLUEhQS3FCS3dTOEt6cWlRaGNHcHFxc0tLeENkUG5zaXRTSlFYSUZlOWxxcHpNOVlrOUV4S1NsSnBqc1NxeDF5L2ZqMG1UcHhZN1g3VlBlL1ZQYS96NXMyRHM3TXovUDM5NGVEZ2dONjlld3ZySkhOdkt2c0NSWGw1T2FLaW90QzllM2UwYU5FQ1lXRmhmM21RT0c3Y09LbXFjYUNpSW4zU3BFbW9WNjhlbmo5L0xpeGZ2MzQ5b3FLaXNHN2RPb1hIKy9QUFArSHQ3WTJmZnZwSitLS0NwNmNuVnE5ZWpTVkxsaWh0SlV4RVJFUkVSSDhmREJLSmlJaUlTS0ZGaXhiaDY2Ky94dWJObTdGZ3dRSTRPVG1oV2JObWNISnlrZ251R2pWcWhOYXRXME1zRnN2OVVIN2F0R2tZTkdpUTBIWXlQajVlcUtBRElMVHNQSFBtakV6Rms2dXJLelEwTkZDM2JsM282K3ZMSEx1NHVGamxpcVVHRFJxZ1FZTUc4UFgxaFpHUkVlYk1tU09zbXo1OU9ycDI3YXB3bmo1bEhqOStMRk1oVjlPNUNoV0ZHVmxaV2RpMmJSdTJiZHNtTEtzdWhLbTgvdEtsUzFMdEdGVXhmZnAwVEo4K1hXWjVUazRPTm03Y2lFYU5HdUhISDM5VStYaVdscGJvMTY4ZmxpOWZEbTl2YjZsUVpkR2lSU2d1THNiVXFWTVY3cjlnd1FJc1dMQUFBUERERHo4Z05EUVUxNjlmaDVtWm1iQ041UGx1MGFJRnhHSXhuajE3QmxOVFU5U3ZYMS9oY1NXdFhoWE4zUWhVekNINXJvUEV3c0pDdkhqeFFtcFplWGs1c3JPemhkZENWYm01dVRMcjNyVEZyekttcHFZeXI4SDgvSHhFUmtZcXJFaVVSL0w2TGkwdGhhK3ZyMVNnVk5YOSsvZmx6cGs0ZVBCZ1pHWm1JaXNyQzRtSmlVaElTTUQxNjlleGUvZHU2T3JxeW15Zm5aMHROZGVldTd1NzNPTytxV2ZQbnNtZHkxUWtFcUYxNjlhNGZQa3lnb0tDRUI4Zkw3elhTU29TbFFXSkJ3OGVSRVpHQm43ODhVZTBidDBhWVdGaE9ITGtTSTNubzMwVGt2RXRYYnBVYW41TUd4c2I0VGsyTVRIQjQ4ZVBBVlJjYzJob0tEdzhQQlRlZjJLeEdCNGVIdmpvbzQ4d1pjb1VSRVJFQUFEVTFkVVJIQndNQndjSDJOdmJLMnduVEVSRVJFUkVmeDhNRW9tSWlJaElydmo0ZU96ZnZ4L0hqeC9INXMyYjRlam9pTEN3TUF3ZVBCZ2hJU0VJQ3d2RDZkT25wVnAwbmpwMUNtUEdqTUdWSzFma3RxK3NQT2RYVUZBUXRtN2RLclBOOHVYTFpaWlZuVSt4cXZ6OGZJV1ZiUExzM0xrVElTRWh1SExsQ2dvS0NvUzJqQWNPSEVCcGFhbE1vRmMxdEpOWG5TUnBRMXFWb3NDdlhyMTZNa0ZTNWZrSG56MTdCbnQ3ZXdDUW1nZnc4ODgvaDRPRGcxUUFDa0NZWjNQWnNtVUlEZzZXYW0zYXFGRWpZVHRKVzlwVHAwN2h5Wk1ud3Mrelo4K2tLaGUzYjk4T2QzZDNBTUNPSFR2ZzRlRUJvS0pxemN2TEM4dVdMY09ZTVdOazVtcFV4cy9QRDEyNmRJRy92ei84L1B3QUFOZXVYY1BhdFdzeFljSUVtSnViSzkzL3lwVXJtRFZyRnM2Y09ZT05HemRDSkJKSnpTODZiOTQ4RkJVVjRiZmZmaFBhNEg3KytlZW9VNmVPd21OZXZIZ1IydHJhU3VlamUvMzZ0ZHpRNm0zRXhNVEliZU02ZHV4WWhmc3NXclFJaXhZdGtscjJwaTErcXpweTVJakN0ckkxSVdsblhEbFlEdzBOeGErLy9vb2xTNVlvREd5Yk5Ha2lCRlVTdi8zMkc4YU9IWXRIang2aHRMUVVwcWFtK09TVFQ5QzJiVnRrWjJkWCs1b1hpOFdvVzdldTBOWlpsZmtqSzVNM042cWZuNTl3NzFhbHJxNk8zYnQzbzBPSERoZzBhQkF1WHJ5SU9uWHFDSzg1WlVIaXFsV3JvS3VyQ3c4UER4Z1lHS0JWcTFaWXNHQUJ2dnp5eTdldVVxMU9mbjQrZ0lyM1o4bVhIa3BMUzFGV1ZpWTh4ODJiTnhkQzk1OSsrZ2xpc1ZqaDh3QUFNMmZPeEtsVHAzRHAwaVdaRnFaMmRuYnc4ZkdCazVNVHpwOC9MN3hQRVJFUkVSSFIzeE9EUkNJaUlpS1NhOVNvVVhCeGNaRnF2L25OTjk4QXFBZ0JUVXhNWk9iNXM3Q3d3SU1IRHhBYUdvckpreWRMclV0SlNZR0Rnd1AyN05tRERoMDZJQ3dzREdGaFljTDZwS1FrdEduVEJwR1JrVFd1d25ueDRnV01qSXhVMnZiZXZYc1lOV29VZEhSMDRPRGdnQ2RQbmdDb0NDMlNrcEprZ2hrckt5c2NQWHBVcXZLdE1rMU5UYmk0dUdEKy9QbFNnWlc5dlQyMmJkc0dVMU5UdWZ2SmE4VXErUkEvTXpNVEtTa3BlUHo0c1ZSWTh2ejVjMXk4ZUJHLy8vNDdXclpzS1JXd05tL2VIR1ZsWlRoeDRnU0Fpc3BCUTBORHFLdXJvMSsvZm5qeTVBbWVQbjJLbHk5ZkFnQjY5dXlKZXZYcW9YSGp4c0tQcEFWamRlYk1tWU90VzdkaTJiSmxXTEZpaFVyN0FFQ25UcDB3Y3VSSUxGbXlCSDM3OXNYSEgzOE1GeGNYTkc3Y0dBc1hMbFM0WDBCQUFMWnYzNDRiTjI0SXl6dzlQZVZ1TzMvK2ZPSDNxMWV2S213dEMxU0VKVkZSVWVqYXRhdkNpdGJ5OG5JVUZoYldLS2hXUlpjdVhZUy9GVkRSWXRYRHd3TnIxcXlSYVNzS0FIMzY5TUhvMGFQaDdPeXM5TGlxaEdXVlc5VldQcjY4NVJJelo4NUVlbm82dG0vZnJ2VFl5a0t2VHo3NXBOcXhBY0NLRlNzd2RlcFVaR1ptNHQ2OWUwaElTSUNscGFYY01GZGVTK1VIRHg3SWJiTmMwL2tqNVZVVEJ3VUZTWVc5d2NIQlV1MUFqWXlNc0h2M2JuVHIxZzBqUjQ3RS92MzdVVnhjREVCeGtQaS8vLzBQY1hGeG1ESmxpdkFlTW1QR0RJd2FOUXFob2FIdzl2YXUwYmhyS2pNekV3Q2txa1VsVmFlU0w0UzBidDBhVzdkdVJWeGNIRFp2M295ZmZ2cEo0WmNuTm16WWdPWExsMlBidG0yd3RyYVd1ODNpeFl0eDVzd1o5TzNiRjdHeHNRcVBSVVJFUkVSRUh4NkRSQ0lpSWlLU1N5d1dZOTY4ZVVMYk80bVltQmdrSmlaaTZkS2xNdnMwYWRJRUxpNHVXTE5tRFNaT25DZzFwMWwwZERRZVBueW84cnlBcWxpL2ZqMisrKzQ3cEtTa0tBenNxakl5TWtLelpzMkVPUTZ0cmExaFpXVUZhMnRyYUdwcTRzcVZLd2dKQ2NIcTFhdUY0TUxNekF5M2J0M0NpUk1uRUJnWUNLQ2luYW9raEpROEY0V0ZoY0o1YnQrK2pieThQS2xsVlpXVWxNZ05zQ0lpSWpCcjFpd2tKaVpLQlRNYk4yNUV6NTQ5RVIwZExmZDQrL2Z2aDRXRkJlN2Z2NDhmZnZnQkppWW1pSTZPUnFkT25XQmlZZ0lURXhNVUZSWEIwOU1UaFlXRmNvTU5WY0pFVTFOVGhJYUdvbHUzYnRWdVc5WHExYXR4NXN3WkRCNDhHQzFidHNTalI0OXcrdlJwdVMxckpSbzNiZ3hiVzF2TW16Y1BqbzZPVW1GdmVYazVYcjU4S1ZTZEFmOFhvcHFZbUNpZE8zUEhqaDE0K3ZTcDBybmFDZ29LSUJhTDVWYll2ZzFqWTJPcGxwdS8vZlliQUdEbzBLRUsyMFcyYk5teTJqYWROUTNMSkxTMHROQ3dZVU1VRmhZaUp5ZEhadjM5Ky9mUnBrMGJoZnZYcjE4ZjZ1cnFVbFcxQURCKy9IaGtaV1VKclMwbENnb0swTDkvZnhRVkZlSFlzV05TZjcrcTgxVzJhOWRPNFhrbExaVlZGUjRlTGhYQUp5UWtZTStlUGZEMzk1ZmE3bTJxQUR0MjdJaUFnQURVcmwwYllyRlllQStvK3NVTG9LSVY2K1RKazJGa1pJU1pNMmNLeXowOVBiRnk1VXBNbXpZTlBYdjJWRGpINTd0dy8vNTlBSkQ2c2tSdWJpNEFDTUZteDQ0ZHNXalJJbUVlV1VYek4yN1pzZ1VUSjA3RTlPblRoU3BtZWJTMXRSRVpHWW5PblR2RHpzNE9SNDhlbFJ1Z0V4RVJFUkhSaDhjZ2tZaUlpSWpraW9xS2dwbVptVXlGMDdKbHkyYllicUVBQUNBQVNVUkJWR0JsWlNXMGpxeHE2dFNwMkxGakJ3NGNPQUFuSnlkaCtaRWpSOUMrZmZ0M05xZmIvUG56c1dEQkFqZzdPK1B5NWNzcUJ5aEdSa2E0YytlT3d2VUxGeTdFNDhlUFphcWZjbk56RVJRVWhQNzkrMlBnd0lINDQ0OC84T21ubnlvOVYzV2hUMkppSW14c2JHU1dUNWd3QVVGQlFSZ3paZ3grL2ZWWEFNQ2ZmLzZKVmF0V0lTd3NUQ3BJTEMwdGhicTZPc3JMeXpGdjNqek1uVHNYeDQ4ZlIwUkVCS1pNbVlJaFE0YmcrUEhqUW9naCtYdFdEUkVuVDU2TVNaTW13Y1RFUk9tWUpSUlZCRlpIWDE4ZjI3WnRROWV1WFpHWm1Za2ZmL3dSblR0M1ZycVBtNXNiM056YzVGYmIzYmx6QjFaV1ZpZ3BLWkZwb2FoTWVubzZwaytmamthTkdpbTlGa21vcGl6b2ZCZjI3ZHVINXMyYnYvWHJRNVZXcDJGaFlSZzVjcVRjZFFjUEhvU2JtNXZjZFhGeGNRZ0tDcEs3VGxLOVZ6blUyN05uRDJKall6Rm16QmpvNk9pZ1diTm1BQ3BDK0dIRGhpRXJLd3NIRHg1RWx5NWRxaDN6KzNMNThtV3NYcjFhSmtoOFc1TW1UUkorTHlnb2dKYVdsa3lvWFZwYWltSERoaUU5UFIxYnQyNlZhaE9zcnE2TzBOQlFkTy9lSFVPR0RNSHZ2Lyt1Y3RWMVRWMjllaFgxNnRXVGFvRXNtZnRSY2s0N096dW9xYW5oNWN1WE9ISGloUEQrc1c3ZE9waWFtbUx3NE1FSUNnckNoQWtUNE9IaGdSOSsrRUhxOVNxcGRyMTkrN2JNRjB4NjkrNk5idDI2WWZQbXpSZzZkT2g3dVVZaUlpSWlJbnB6aXIrZVMwUkVSRVQvYWZKYWVaNDlleFl4TVRHWU1XT0d3b3FkdG0zYnd0YldGbXZYcmhXV3ZYcjFDckd4c2U5a0RqWkpwY3ppeFl1eFk4Y09HQmdZSURvNkduWjJkalUrVmw1ZUhtSmlZakIzN2x5Y1BYc1dDUWtKT0h6NHNGUjdUQWt2THkvMDdkc1hFeWRPeE92WHI5R3VYVHVJeFdLcG45allXRmhhV3NMTHl3dEFSZGltcWFtSlljT0dJU1VsUldiN3FpRmlhV2twSWlJaTBLRkRCNkVDY3MrZVBRQUFIeDhmbUptWnliUjl2WGJ0R2xxMGFJRWZmL3dSTDErK2hLT2pJd0RBME5BUXg0OGZ4K3ZYcjNINjlHbWx6ME5KU1FuV3JsMkxTNWN1Q2NzOFBEd2dFb2tnRW9tVVZoYlZWR1JrSkp5ZG5hR2pvNE9tVFp0aTZkS2xtRHg1TXJLenM5L29lSGZ1M0VHREJnMXFORmZnczJmUDBLOWZQN3g0OFFJaElTRks1eitVQkNDVksrYVVhZHUyTGJwMjdhcnlXSUNLY0hmejVzM0NmZk4zSUxsSEpSV0drc2VTZWZKS1NrcUVaWXJZMmRraElDQUE4Zkh4YU42OE9UcDE2Z1IvZjMvMDdOa1RNVEV4Mkx0M0w3Nzg4a3VWeDVTZm40OURodzVoOU9qUnlNdkxVN2hkU1VtSjBrclV5czZmUHc4VEV4Tmhuc0QzSVM4dlQrWWVLeWtwZ1plWEYySmlZakJ5NUVpNVlYYVhMbDJ3YU5FaTNMeDVFNzE2OVZMYWV2WnRIRDkrSEhaMmRuaisvRG11WGJzbXRLZlcwZEdCaFlVRnlzcktNR25TSkpTWGw2TnUzYnBTODF6dTJiTUh1M2Z2UmtwS0NxWk5tNFpodzRaaDgrYk44UGYzaDVXVmxmQXpmZnAwQUlDTmpZM1VjaXNySzV3OWV4YjE2OWZIMWF0WDM4djFFUkVSRVJIUjIyR1FTRVJFUkVRcW16MTdOc3pOelRGaXhBaGhtYVFWWnVWZ2NjS0VDVGh6NWd4dTM3NE5vQ0k4S2lvcUVrS3dWNjlleWZ5OGZ2MGFRRVY3VUhuckpYYnYzbzFhdFdwaDM3NTljSE56RStib1V6V2tqSTJOaGJlM045cTJiUXREUTBQMDZkTUhnWUdCS0N3c2hJK1BEN3AyN1NxTVV4S1NTSzV0dzRZTnlNakl3TEpseTZTT0dSY1hod0VEQnNEVDB4T0xGeS9HbGkxYkFBQ3paczFDZkh3OG5qOS9Ea3RMUzdpNXVlSFVxVk1vTHkrWDJsOFNqclpvMFFMRGh3OUhreVpOY09iTUdYejMzWGRJVFUzRnNtWEw4TC8vL1E5QlFVRXlBZTdUcDAveDRNRURyRjI3RmovOTlKTlVxMVI5ZlgxaEhqSUplUUZ3YW1vcXhHS3hWUHZFNWN1WDQ5YXRXN2gxNnhhV0wxK3U5RG1WekFHbkxMdzVlZklrZXZmdWpVR0RCcUZKa3lhNGRPa1NidHk0QVZkWFY2eFpzd2JObXpmSGpCa3o4T0RCQTRYSHFGT25qakJQSjFBeE4rYml4WXVSbVprSlkyTmp1TGk0WU9mT25TZ3FLc0s2ZGV0Z1lHQWdjNHhMbHk2aGMrZk9TRXBLd3NxVks1WE94MWxXVm9ZTkd6WUErSC9zM1hsOFROZi9QL0RYeUM0UlNjUVdTOFFheEY2SzJyVmFQcVVvUlduVjFtby9ZcTJxRnJXMXBiUzBIeVNxL1ZJU1FXMGZ1MXBDN1dJSm9nbEJZazFDVnJMTzl2NzlrZC9jWm5KbkpnbjYwZVgxZkR6bThURDNubnZ2dWZlZW1iVDNOZWNjb0c3ZHVqYXZBUUE4ZlBnUVVWRlJKZXBWZGYvK2ZmVHAwd2ZseTVmSGhBa1RpcjNkWDBIbHlwVXhhZElrbkQ5L0hxdFhyMFowZERRKytlUVRIRDkrSE43ZTNqaDE2aFFPSHo2c0dqN1pKRFUxRlVEK2NMamR1blZEdVhMbDBMdDNiK3pjdVJPT2pvNUt1U3RYcmlBaUlnS1hMMS9HeFlzWHNYanhZdFNxVlV1MXYwOC8vVlNaczg5b05HTHAwcVg0NmFlZmNPZk9IVlNzV0JGRGhnekI3dDI3b2RmcnNXREJBdFVRcXdEdy92dnZLd0c3UnFNeG14L1JtbHUzYnBrRjBXbHBhZWpac3lkQ1EwUFJ2WHQzcTcwOGdmenZrRkdqUnVIQ2hRdG8yclFwZHV6WUFTQi9pT2s5ZS9aWWZRRkFmSHg4a1dXdVg3K09JMGVPb0UrZlBraElTRUN6WnMxUXMyWk5yRm16QmdzWExvUk9wMFAvL3YwUkVoS0NEei84RUNrcEtSZ3hZZ1FNQmdNTUJnTXVYcnlvYkhQMjdGbUVob2JDenM0T2l4Y3ZOdnZSaEdsdXpZSUJ0T243MWMvUEQ1R1JrWmc3ZDI2UjE1S0lpSWlJaUo0QklTSWkrcHZvMkxHakFCQUFFaDRlL3F5clEvUzNFUjBkTGFiL2JMeDE2NVljTzNaTUhqeDRJRWVQSHBXb3FDaFp1blNwQUpCRGh3NHAyMmkxV3RtOWU3Znl2bmZ2M2xLNWNtVXhHbzN5NE1FRDViTmFrcGZKcFV1WFpOdTJiU0lpc21YTEZyR3pzNU9sUzVkYXJiT0l5TzNidHdXQUhEbHlSSDc0NFFkcDBLQ0JqQjQ5V3RhdVhTdlhybDBURVpHd3NERFJhRFJ5K3ZScE9YLyt2Rnk2ZEVsV3JWb2xBT1QrL2Z2S3ZxWk9uU3B2dnZtbW5EbHpSbWJNbUNIKy92NVNxVklsK2VLTEx5UXJLMHNwQjBDaW82T1Y5d2NPSEpEWFhudE43TzN0cFdMRmlqSjQ4R0RadkhtemlJaE1uejVkQU1pQUFRUGs0c1dMeWpZNm5VN216cDByQUdUUm9rWEs4akpseXNpa1NaUGt0OTkrazJIRGhrbVpNbVZreG93Wm90ZnJMUjY3b0tTa0pBRWc2OWV2bCtqb2FJbU9qcFpKa3lhSmk0dUw1T1RrU0U1T2pnQ1FOV3ZXS051c1diTkdBRWhPVG81eWYrZk1tU05CUVVHeWF0VXE2ZFdybDhWanhzZkh5MWRmZlNVTkdqUVFBRktuVGgwSkNRa1JvOUZvVnU3Z3dZUFNzbVZMQVNBYWpVYmF0V3NuMzN6empWeTVjc1dzWEc1dXJwdy9mMTVXckZnaC9mdjNGMmRuWjJuYnRxMGtKQ1RJamgwNzVPMjMzNWF5WmN1S3ZiMjlkT3ZXVGI3Ly9udEpUazRXRVpHY25CeVpObTJhMk52Ymk0T0RnNnhZc1VKMWJicDM3eTZWSzFlV2V2WHFTWk1tVGFSOCtmSUNRSjU3N2psVm5TM1pzMmVQQUpEWTJOZ2l5NHFJbkQ1OVd2ejgvS1IwNmRKeTRzUUptMlVCeUlJRkN5d3VmOUxYZi83ekgyVi9ZV0ZoWnArZHdwK2wyTmhZQVNESnljbVNsSlFrTVRFeFp1ZXMxV29sTmpaVzl1L2ZMOTkrKzYwTUhUcFVxbGV2TGdDa1VhTkdzbnIxYWpseTVJaU1IejllZkgxOUJZQ1VLVk5HZXZmdUxjdVhMNWYwOUhUbFdDTkdqQkFBRWhBUUlJR0JnYkpod3dhNWRldVcyYm1IaFlYSndvVUx6YzZuVnExYWN1REFBZFcxeXN2TGt4TW5Uc2lzV2JPa2J0MjZvdEZvWk96WXNaS1JrU0UvL1BDRHRHdlhUZ0JJeFlvVlpkS2tTWExwMGlYVnRaNDVjNmJ5dVltT2pwYVpNMmVhWForUWtCQVpOR2lRckYrL1hpSWpJMlhuenAzaTQrTWpnd1lORWhHUnZYdjNTdVhLbFFXQURCdzRVSEp6YzIzZWR4RVJvOUVvSDM3NG9YSitreVpORWxkWDF5ZSs3eUlpYjd6eGhuaDdlMHQyZHJhSWlEeDY5RWlTa3BJa056ZFg0dVBqcFhidDJ1THM3Q3lob2FFaUlySnk1VW9wVmFxVXRHclZTdnIxNnljQTVPVEprMFdlZytrN1JLZlRGVm1XaUlpSWlJaitlQXdTaVlqb0g0bEJJdEVmbzNDUUlDSnkvZnAxMFdnMEFrQWNIQnhrNE1DQllqQVlMRzZ2MCtuRTE5ZFhoZzhmTGlMNVFjUDI3ZHRML0Nyc3dZTUhVcTFhTlJrOGVMQnFuVjZ2bHdjUEhpanZDd2FKMXVoME90bTdkNitJaUF3Wk1rUUFpS09qbzR3ZlAxNVZUa1JrOSs3ZDBxdFhMMW0zYnAzRk1NQmFtSmVRa0NEQndjSFNxMWN2SlR6S3pzNlcvZnYzcThwKzlkVlhTbmhSMEt4WnM4VEZ4VVVBaUtlbnB5eGJ0cXhZeHpZWk4yNmNPRG82S3QrWm5wNmVFaHdjTENMNW9jV1JJMGZNd2xPRHdhQ0VpQ1krUGo3SzlnNE9EakoyN0ZpejllSGg0Y3I2RjE1NFFkYXZYNjhFbmRiczNidFh1bmZ2THFWS2xSSUFTcDFFUkhyMjdLbTB1ZkxseTh2QWdRTmwyN1p0cW9Bdkx5OVB0bTdkcWdTTmxTcFZFcjFlTDVtWm1WS3ZYajJwWGJ1MjFlQmo5dXpaNHUvdkw3VnExWklhTldwSWd3WU41TjEzMzVXa3BDU2I5VGFaUG4yNkJBUUVGS3VzaU1pcVZhdWthdFdxeFFwaXJBV0pCVU90eDMybHBhVXAreXR1a1Bqenp6OHI5N2RHalJxU2w1Y25JaUtwcWFsU3NXSkZBU0RPenM3U3ZuMTdtVEZqaGtSR1Jsbzhyek5uenNpVUtWT2tkdTNhNHVQall4YkdaMlJreU5teloyMWVrN0N3TUJISi8xem01ZVZaYkdPTEZ5K1dCZzBhaUlPRGd3QVFEdzhQZWVlZGQrVE1tVE9xc3RldVhaT1BQdnBJdkwyOUJZQzBiZHRXT1RjQUVoUVVaRlkrS0NqSTdQb2NQbnhZRmRnOS8venpTZ0I2K3ZScDhmTHlrc1dMRjFzOUwydTJidDBxclZxMWtvU0VCRWxPVHBZSER4NDgwVXNrUDZ3dGZFNG1Cb05CSmsyYUpCY3VYREJidm0vZlBtblpzcVc0dWJuSnNHSERpbFYzQm9sRVJFUkVSSDh1SmNrUk5TWGRnSWlJNk0rcVU2ZE95anhnNGVIaDZOU3AwN090RU5IZmhFNm53OTI3ZDgzbXhUSVJFYXR6SlJaa05CcVJrWkVCVDAvUHAxcTNsSlFVZUhoNHdNN083cW51OTg4aU56Y1hCdzhlUkk4ZVBVcTAzWjQ5ZTlDK2ZYdTR1cnIrUVRYTFp6QVlvTmZyNGVEZ1lIRlkweFVyVnFCMTY5Wm8xS2hSaWZaNysvWnRIRGx5QkcrKythYXk3T3paczBoS1NrS0RCZzBzdGtWTEhqNThpSmlZR0xScTFRcEEvbENQRlN0V2hJdUxTNG5xVTF5ZmYvNDVLbGV1ak9IRGh4ZDdtNXljbkdMVkp6YzNGdzRPRG45NFc3OTc5eTRpSWlMUXUzZHZBUG5EMWw2OWVsV1p6OVAwM3MvUEQ5SFIwZEJvTlBEMzl6ZHJhekV4TWRCb05LaGR1M2FKNnB1YW1nb3ZMNjlpbDkreFl3ZWFOMjhPSHg4Zm0rV09IVHVHVmF0V29YSGp4bmorK2VmUm9rV0xJdXVWbDVlSGpSczNJalUxRllHQmdRRHkyMCs1Y3VWUXBrd1ptOXZxZERwa1pXVkJxOVhDeGNWRlZUNDdPOXZtdkp6L1MzbDVlWEIwZEN6VzkvaVRpSXVMdzdGanh6QjQ4T0EvL0ZoRVJFUkVSRlEwVFFuK3c1eEJJaEVSL1cwd1NDUWlJaUlpSWlJaUlpS3lyU1JCb3ZwbncwUkVSRVJFUkVSRVJFUkVSRVQwajhjZ2tZaUlpSWlJaUlpSWlJaUlpSWhVR0NRU0VSRVJFUkVSRVJFUkVSRVJrUXFEUkNJaUlpSWlJaUlpSWlJaUlpSlNZWkJJUkVSRVJFUkVSRVJFUkVSRVJDb01Fb21JaUlpSWlJaUlpSWlJaUloSWhVRWlFUkVSRVJFUkVSRVJFUkVSRWFrd1NDUWlJaUlpSWlJaUlpSWlJaUlpRlFhSlJFUkVSRVJFUkVSRVJFUkVSS1RDSUpHSWlJaUlpSWlJaUlpSWlJaUlWQmdrRWhFUkVSRVJFUkVSRVJFUkVaRUtnMFFpSWlJaUlpSWlJaUlpSWlJaVVtR1FTRVJFUkVSRVJFUkVSRVJFUkVRcURCS0ppSWlJaUlpSWlJaUlpSWlJU0lWQkloRVJFUkVSRVJFUkVSRVJFUkdwTUVna0lpSWlJaUlpSWlJaUlpSWlJaFVHaVVSRVJFUkVSRVJFUkVSRVJFU2t3aUNSaUlpSWlJaUlpSWlJaUlpSWlGUVlKQklSRVJFUkVSRVJFUkVSRVJHUkNvTkVJaUlpSWlJaUlpSWlJaUlpSWxKaGtFaEVSRVJFUkVSRVJFUkVSRVJFS2d3U2lZaUlpSWlJaUlpSWlJaUlpRWlGUVNJUkVSRVJFUkVSRVJFUkVSRVJxVEJJSkNJaUlpSWlJaUlpSWlJaUlpSVZCb2xFUkVSRVJFUkVSRVJFUkVSRXBNSWdrWWlJaUlpSWlJaUlpSWlJaUloVUdDUVNFUkVSRVJFUkVSRVJFUkVSa1FxRFJDSWlJaUlpSWlJaUlpSWlJaUpTWVpCSVJFUkVSRVJFUkVSRVJFUkVSQ29NRW9tSWlJaUlpSWlJaUlpSWlJaEloVUVpRVJFUkVSRVJFUkVSRVJFUkVha3dTQ1FpSWlJaUlpSWlJaUlpSWlJaUZRYUpSRVJFUkVSRVJFUkVSRVJFUktUQ0lKR0lpSWlJaUlpSWlJaUlpSWlJVkJna0VoRVJFUkVSRVJFUkVSRVJFWkVLZzBRaUlpSWlJaUlpSWlJaUlpSWlVbUdRU0VSRVJFUkVSRVJFUkVSRVJFUXFEQktKaUlpSWlJaUlpSWlJaUlpSVNJVkJJaEVSRVJFUkVSRVJFUkVSRVJHcE1FZ2tJaUlpSWlJaUlpSWlJaUlpSWhVR2lVUkVSRVJFUkVSRVJFUkVSRVNrd2lDUmlJaUlpSWlJaUlpSWlJaUlpRlFZSkJJUkVSRVJFUkVSRVJFUkVSR1JDb05FSWlJaUlpSWlJaUlpSWlJaUlsSmhrRWhFUkVSRVJFUkVSRVJFUkVSRUtnd1NpWWlJaUlpSWlJaUlpSWlJaUVpRlFTSVJFUkVSRVJFUkVSRVJFUkVScVRCSUpDSWlJaUlpSWlJaUlpSWlJaUlWQm9sRVJFUkVSSDh6Qm9QQjZqcWowZmcvckFuOWsvM1QycUZlcjMvaWZXUm1aa0tyMVQ2RjJ0QmZ6ZE5vUDBSRVJFUkVmd1FHaVVSRVJFUmtVMkppNG1POVRBOUZzN096RVJNVDgwU3Y0dEJvTkpnNWMrWWZlQ1dzTzNYcUZOcTFhNGZqeDQrcjFqMTgrQkF0V3JUQXBrMmJiTzVqN2RxMWlJaUlNRnQyKy9adHZQamlpMWEzZWZEZ0FUcDE2b1JMbHk2WkxaODdkeTVlZnZsbGk5dDA2ZElGNDhhTnMxbVh3c2NZT1hLa0V2d1VERG15c3JMUXExY3ZuRDkvM3VyMnQyN2RRdTNhdFcyR1NuOEdXVmxaeU03T3RyanV0OTkrdzVJbFM1NzZNYlZhTFZhdVhHa3pWRnUrZkRrNmRlcFVvdUF0TGk0T0FRRUJac3R1M0xpQjJyVnJGN2t0MitIamlZeU1oSU9EUTdHL3IySmlZcURSYUZUTGx5MWJocG8xYXo2MVVPbnExYXR3ZG5ZdVZsbWowWWpaczJjalBqN2VhcGxqeDQ1aDBhSkYwT2wwcW5XWExsMkN2NzgvTWpNemk2eVRtNXViMWZVLy8vd3prcE9UaTFYbm9zVEh4Nk5wMDZhcVpVVzlUSEp5Y3BDZW5tN3pWUkxXN250TVRBd2NIQnlVOStucDZkQm9ORWhNVEN6WkNWdVJsSlNFZ1FNSC9pMERmQ0lpSWlMNjQ5ay82d29RRVJFUjBaOWI1Y3FWSDJ1N2lJZ0lQUGZjY3poOStqUTZkKzc4UkhVUWtTZmEzaEs5WGc4SEJ3ZDRlbnFpVkNuYnY2L1Q2WFR3OVBTMCtvQjk1Y3FWT0h2MkxPclVxYU5hdDNQblRwdzdkdzZWS2xXeXVuK0R3WUF2dnZnQ0R4NDh3TW1USitIbjV3Y2dQeUE1Y09DQVVpNG1KZ2IxNjlkWHJrZGVYaDRPSHo2TWpJd01wVXh1Ymk2V0xWdUdNV1BHcUk2VG5KeU1vMGVQNHQxMzM3VjV2Z2NPSE1CWFgzMkZYYnQySVNNakF6LysrQ09DZzRNaEl1amF0U3NhTm15STRPQmduRDU5R3R1M2I4ZFhYMzFsZFY5YXJSYlhyMTlYNm56dDJqV0wxOG1TcDNuZms1T1RzWHIxYWlRbkp5TWxKUVhKeWNtNGYvKytFbnhuWm1aaTh1VEpGcy9sK1BIakNBd01OTHVtUzVZc1FXQmc0R1BWeFhSZXAwNmR3c2lSSTNIeDRrVXNXclRJWXRtbVRadGk5T2pSV0xseUpVYU1HRkdzL2VmbDVlSHk1Y3RteTB6M29TQzlYZzk3KzkvL2w1RHQwTEkvNHZ2SG12WHIxNk5EaHc1bTk4VVNvOUZvTWZoMmMzTkRWbGFXVXVmTXpFems1ZVdwd2oxTFFWNVNVaEpXclZxRjRPQmc3TjI3RjQwYU5USmJyOVZxTVdyVUtLU2twT0NOTjk1QWxTcFZ6TmIvOHNzdjBHZzBWa05DblU0SGc4R0EzTnhjWkdWbElUYzNWMWxuQ2p0VFUxTXhldlJvMUtwVkMrSGg0WEIxZGNVUFAveUFVYU5HMmJ3ZUppdFhyc1E3Nzd5anZNL056Y1dGQ3hmTXlwamF0UzJtNnhjWUdJZ2ZmL3pSWnRubzZHaXI2NXljbkt3ZUx5TWpBeWRPbkFBQTNMbHpCd0N3Wjg4ZUFQbWZPUUFJRHcrSHA2Y25BS0JkdTNhNGR1MGFtalZyVnF6NmF6UWFSRWRIdzkvZkg0OGVQY0w2OWVzUkVoSlM1Tjg3SWlJaUlxTENHQ1FTRVJFUmtVM1dIcUlYRGhPczZkU3BrNnBNZW5vNlBEMDlrWkNRb0FSc0JSOTZGc2ZLbFN2UnJsMDdpMkZBUkVRRVB2endRNnhmdjk1bWdBY0FucDZlWmoxQkxERTkxTFhrMGFOSENBME54VHZ2dklQeTVjdXIxb2VFaEtCbXpacG8yTENocXZkS21USmxZR2RuQnpzN08yelpzZ1d0V3JWQ3IxNjljUHo0Y1pRcFU4Wm1uYXhac1dJRkFHRENoQWtBZ0lFREIyTDkrdlZtWlFZUEhvekJnd2VydGpYZHAwYU5HaUV5TWhKZmZ2a2xCZzRjcUt5Zk5Xc1d6cDA3aDNuejVnSElmOGp0N2UyTmV2WHFsYmllKy9mdlZ3VVJKbkZ4Y2VqUm8wZUo5Mm1MdTdzN2R1ellBUzh2TDFTb1VBRWFqUVpIang3RjVzMmI0ZXZyaTZwVnF5cjNUNlBSSUN3c3pPemNMYkd6czBOVVZKVFpzdlQwZExScDB3YmZmdnN0dW5YclpyWnUvZnIxWnIxbTI3ZHZqOG1USjJQKy9QbG8wcVFKM25ubkhWV1B0ckpseTJMQWdBRXdHQXlxZFE0T0RxaFZxeFlBd052Ykd5ZFBuaXhXcjBNQVNFdExRNzkrL2RDbVRSdk1uVHRYT1IrMnc5OVphb2ZXZWh5YWZtUVFGeGRuOVZqMTZ0V3oyQnZONU96WnN6aDM3aHhHalJwbDlUZ2VIaDZvVktrU3pwMDdoNVl0VzZyV2l3aDhmWDJSa3BKaXRyendmYlQwdlYyNWNtVWNQbndZSFRwMFFLZE9uUkFlSG83R2pSc3I2MmZQbm8yclY2OWkzNzU5RnEvWmhnMGIwS0pGQzhURXhLQlVxVkxvMGFPSGNsMisrZVliSEQ5KzNLd051TGk0S1AvT3ljbUJzN016dkx5OHNISGpScno4OHN0NC9mWFhzWDM3ZHZUdjN4L3Qycld6ZUQwS3FsKy9mcEZsVEt6OXJUSDlYVFA1NXB0djhNNDc3NkI5Ky9aSVNFaFFsbCs3ZGsxWlp1dkhOZ0VCQWFxZXVpWTNidHpBNk5HakFVRHA0V2w2YitvNStORkhIOEhPemc1QWZsQmJ2MzU5UkVkSDQ4YU5HL2pYdi82bGhKaW10bW9yMUNRaUlpSWllbHdNRW9tSWlJaWVzYnk4UE96WXNRTzdkKy9HN2R1M2taZVg5NGNjWi9IaXhhb2gzb3BpNjZGM2NjcVl3aGlkVG9lN2QrOHF5eDgrZkFnZ2Y4akVncjFTN3Q2OXF4cUdyMGFOR3FyOVhydDJEU05IanNURWlST3hZTUVDMWZweTVjb2hPam9hcjd6eUNuNzk5VmU0dTd0YnJlUGV2WHVMREYvMjdObWpQT0F0cU9DNUJ3Y0hJemc0V0hrdklyaHo1dzcyN3QwTGc4R2c5Q29wNk1TSkUyamR1alVBb0U2ZE9saXhZZ1dHRFJ1R3FLZ290R25UeG1hZExNbkp5Y0g4K2ZNeFk4WU11TG01WWQyNmRaZ3laWW9TWG8wWU1RTGUzdDZZUDMrK3pmMVVxRkFCUzVjdU5RdEZ0Rm90TGw2OGlPM2J0K09GRjE0QWtEOEVZZlBtelhIbHloV3o3VjFkWFZHbVRCa2tKaWJpMXExYkFJQXJWNjdBenM1TzZXbFZxMVl0aS9mMmorTG82SWlEQnc4cTd6ZHUzSWhObXphaFo4K2VSZmIrc3FWd0dHRWFrdEhIeDBlMXJtTEZpcXJ0WjgrZWpWMjdkbUhzMkxIbzBhT0gxVENrY0FnSEFMNit2a3BRazVLU29ob08wMW9ZZGViTUdRd1lNQUFaR1JtcVhwVnNoN1lWRlZiWkNzQWZQWHFFZS9mdXdXZzBLdWRrdWtmKy92NzQ3cnZ2QUFEdnYvKysxWDI4Ly83N1dMWnNHUm8xYW9UWTJGZ0ErVDNiZXZic2lmYnQyd09BMmJDZ2hYL3dVVGdvSzFqT1pNbVNKWmc3ZHk1ME9wMnlQQzR1RHZQbno4ZDc3NzJIeXBVcks4dkxsU3VIOHVYTDQ4S0ZDemg5K2pST256Nk4wTkJRdUxxNklpNHVEbmZ1M0VHYk5tM1Fva1VMakIwN0Z1dldyVE9yVTN4OHZLckhYdWZPbmZIbGwxOWk4dVRKT0hyMEtEcDM3b3l5WmN0YXZTYVczTGx6QjVtWm1SYXZNNUFmK0ZzYVByWHdqejNjM2QzaDdlME5BR1kvU2pHVnExU3BFdWJQbjQrVksxZXFRcnhSbzBZcGYvZnk4dklnSXNxUXZMbTV1YWhmdjc3eStUVmRFOU43MDQ5dElpSWlWRCtHOGZmM1Yzb2NGdjZPS2U0UGNZaUlpSWlJU29KQkloRVJFZEV6dEhQblRvd1pNOGJtbkZSUFMwbm5jaklKRGc3R2E2KzlwbHBlc0VlR0pRVjdhVnkvZnQzaXcrdFdyVnFadmJjMEQ1dWxualBmZlBNTkhCd2NNSEhpUkl2SHJsbXpKclp1M1lvdVhicWdkKy9lMkxObkR4d2RIUzJXYmRPbWpkTGp3eHF0Vm1zMWpKdzZkU3I2OXUycnZOKzhlVE8rL1BKTHBaNWVYbDRJRHc4M08wWkNRZ0s2ZE9taXFsTy9mdjNRdW5WclZLMWExV1o5ckZtd1lBSGMzZDN4M252djRlN2R1eGcrZkRpKy9mWmJqQm8xQ3JtNXVZaU1qTVR5NWN1TGZOaGNNQ0Q5NktPUEFPU0hNZ0R3My8vK0Z5Ky8vREttVFp1bXpHRlorTjUyN2RvVnZYdjNOZ3VwVEhQMm1jS1A2OWV2bTRYSUJkbnExZlYzNCtqb2lQWHIxOFBSMFJFVktsUW9zb2Z2MXExYmNlWEtGVXllUExuSUlRb0wzaGRUeURGanhnek1temNQZmZyMHdYZmZmV2N4M0dRN3pHZXBIWW9JOUhvOWR1ellnZDY5ZXl2TEl5TWowYXhaTTdPZWJpS0MwTkJRREJnd1FPbjEzTGh4WTdNZmk1anFmTzNhTmF4ZHV4YTdkdTFDOSs3ZExkYW5VYU5HY0hKeUFwQS9aS1pwenNjZVBYckF4OGNIcTFhdHN2ckRqc0xMTlJvTldyUm9nVE5uenBqVm82RG5ubnRPdFd6WnNtVll0bXlaOG43U3BFbFl1SEFoRml4WWdKWXRXK0wwNmRObTVhZE9uWXBldlhwaHdZSUZxbDZGQmV2azR1SmkxdlluVHB5SUJnMGFvSFBuenNXYWQ3SndiOVRSbzBkajU4NmR5bnZUK1ptTzBiRmpSNHZYeXRibnIrRGY2WUkvalBIMTlWV0M2b0l1WHJ5SUxsMjZBTWdQWEF2MmJEZjF4dFRyOVhqdzRBRWNIUjBSRmhhbXpJbW8xK3NSRmhZR3JWYUx4TVJFVlpob0NoS0ppSWlJaVA0WEdDUVNFUkVSUFNOQlFVSDQ5Ny8vL1QrZGYrdHhsQzFiRmxxdEZnMGFOREJiYm5vQWJUUWFVYmR1WGJOMUJlZEtLOGgwcnNVWjJ0UmF6NW5idDIvanh4OS94S2hSbzJ3T0tkZTJiVnVzV3JVS2d3WU53ckJod3hBU0VtTHh3ZXVKRXljZXUwY2lBRlN2WHQzc2didnB1aVFrSk9ENzc3L0hsQ2xUMExCaFE3TnRUR0dBbzZNanRGb3RVbE5UbFhXUEc5NWN2WG9WOCtiTncvYnQyNkhSYVBESko1K2dXYk5tNk51M0wySmlZbkRpeEFsa1oyZWpaczJheW9QNW1qVnJXZ3hZVGFGVFltSWlCZzBhaE1URVJPemF0VXZwT2VUbTVvWjMzMzBYR28wR1dWbFp5a1B4enAwN28zYnQyc3F3bG1QR2pGSG1vdFBwZExDM3Q4ZTFhOWNBV0E2Ti8wZ2ZmdmdodnY3NmE5WHl3c1BhbHZUeldEamtNQVgyOSs3ZFU2MUxTa3F5dUkvQzdYenUzTGxvM0xneGV2WHFaYmJjWUREZzAwOC9SYVZLbFRCbHlwUWk2MWJ3WEV4MTJiOS9QL2J0MjRlT0hUc0MrSDJlUkxiRDRqdDM3aHplZlBOTkRCa3lCTUhCd1ZZRDNYSGp4aUVvS0FnVksxYkVTeSs5QkFCS2FMbGx5eGIwN2R0WHVVZjkrdlZEaXhZdDBMMTdkOXk2ZFFzWkdSbXFPUXJ6OHZKVVBiYkhqUnVIUzVjdUlTSWlBaTR1THFvZmRoVCt3VWZCOXdYYnZyVjJQM2Z1WEV5ZlBoMTZ2ZDdxRHk3dTNidUhzTEF3TEZ5NFVMbW43dTd1U0VsSlFWaFlHS0tpb3VEcjY2c00xM25seWhVRUJBUkFwOVBoNXMyYnFGMjd0bW9PUjQxR293U3F4Um15OU5HalIyYnZkK3pZQWNENkVOd1hMbHdvMXRDbUJWbWI2N0JldlhySXpzNDJHK1pVcTlYaXdvVUwrUGpqandFQXYvMzJHNHhHSTJiTm1vVlZxMVlwSmN0NVl3QUFJQUJKUkVGVUlYVnNiR3l4enM4MDlLdWxRTmpTKzg4Kys2eklmUklSRVJFUkZSZURSQ0lpSXFKbllPZk9uV1loWXFOR2pUQm8wQ0FFQkFRODlweGtSU25wc0taQS9vUDhLbFdxb0V5Wk1xb0h2YVlIeGo0K1BxcDFCYmQ5Mm1iUG5nMDdPenQ4K3VtblJaWWRPSEFnTGw2OGlDKy8vQkorZm42WU8zY3VtalJwZ3V2WHJ3UElueE91U1pNbVJmYnNNQnFOME9sMGNITnpBNUEvTE9ZcnI3eGljNXZseTVmRDJka1o0OGFOVTYwenpZZGxHbTZ6WUEra3h3MldOMnpZZ0p5Y0hMenl5aXZRNi9Wd2NIREF1WFBuc0hMbFNreWVQRmtwWnhvT0VyQStUNWkvdno4dVhicUU0Y09IdzgvUEQ0bUppWGp6elRmUnExY3ZCQVVGNGNDQkE5aTllemVBL0dFVXExV3JCaUEvNUMwOEw2QTFjWEZ4eXBDU2lZbUpxRnk1TXRMUzB1RGg0UUdEd1lBSER4NDgxbld3WnNxVUtSZzVjcVR5dm52MzdvaVBqMGRVVkZTUlBWS3RNUmdNVmtNQVMvZTlvTVdMRnl2ekJ3TG05OTNkM1IydnYvNDZQdjc0WTh5YU5Vc0pxb0tDZ2hBZEhZMy8rNy8vZTZ6NkFzRHg0OGZOM25mcTFBbXZ2dm9xbWpadHluWll6SGJZcWxVcmJOcTBTZW1wL2YzMzM1dXRGeEZNbURBQnk1Y3Z4N3AxNjVRUXNTQlRiemtSd2YzNzkzSGd3QUVsL0pvL2Z6NDJiOTZNVzdkdW1ZVjllWGw1eW84UUFHRHAwcVg0OGNjZmNmandZZVc3dG5EUHRZSkRjRnA2WHhSVE83RDFIZW5qNDRPWk0yZGk0c1NKU2kveDExOS9IWThlUFVKZ1lLQlpBR2NLRXdzemZRYnQ3ZTFoTUJnQUFHdldyTUdRSVVPZTJvOXR6cDgvajJiTm1nRW8yWHlLSm9XRGVkTSs2dGV2RHdjSEIwUkVSQ2poZjBSRUJMUmFyZElMczNyMTZoQVJoSWVIQThpZjA5VE56VTM1TzJydEhBc1AvV29LMTNmdTNJbWxTNWRpMTY1ZEFOUnpKSHA3ZTJQV3JGa2xQa2NpSWlJaUlrc1lKQklSRVJIOWorWGw1V0hNbURIS2c4T3hZOGRpNGNLRnFwNVJmd2FtaC91M2J0MnkyaVB4M3IxN0Zuc2tXZ29HQ2orTUx0eWpzS2lIdTVHUmtmaS8vL3MvVEpreXhXWnZ4SUxtenAyTGl4Y3Y0dlBQUDhmenp6K1BDeGN1Rkd1N0ovWFpaNStoZi8vKytQTExML0hpaXkraWE5ZXV5anJUWEhaT1RrNTQ4Y1VYa1phV2h0allXTlZRcnlKUzVQQ1ZKcU5HalVLSERoM2c1dWFHZnYzNjRhMjMza0pBUUFBQ0FnTFFyMTgvMUt0WEQ5dTNiMWNDRm12QmdJZ2dLQ2dJSDM3NElWNTc3VFhNbURFRERSbzB3S1pObTlDL2YzL2xZWHp6NXMwUkZ4ZUhpeGN2b2xxMWFzcDhaSVdIR0N5bzRCQ1NCWWVVTk0xVkZoc2JheGFrcDZlbm8zYnQyazgwaDZGSitmTGxVYjU4ZVFEQXZuMzdsR0VLL2Z6OFVMcDA2Ukx2VDBSZ1oyZW5tcGN3T1RrWjVjdVh4ODgvLzR4Ky9mcVpyUXNPRGxibXZ4czZkQ2hlZWVVVjdOcTFDNU1tVFRJck4zYnNXUGo2K21MUW9FRTRlL1lzMXE1ZGk2U2tKSHo4OGNjWU9YSWtubi8rK1dMWE15c3JDMWV1WExIYWptSmlZdkN2Zi8yTDdSQWxhNGZkdTNkSGFHaW8xWjZiVmFwVXdlN2R1NVdoTFF2S3pzN0d4bzBiQVFDdFc3Zkc1czJiY2VQR0RYaDZlaUl0TFEyclY2L0d0R25UVkg4VEN2ZElEQW9LZ2w2dk53dE4wOVBUNGUzdGpaU1VGTE50SDNjWXpPSUVpUUF3ZmZwMERCczJETldxVmNPalI0L2c1dVlHalVhRFgzNzVCZlBuejhmUFAvK01yVnUzSWpRMFZObkcwdCs4eTVjdlEwUlVmd3NLZjg0S0tzNzNRMkJnb0hLOW1qUnBncVZMbDFyOG9jdmR1M2Z4NzMvL3U4ajlGZVRrNUlUbXpadmorUEhqU3BDNGYvOStORzdjV1BuT0FZQ0RCdy9pL3YzN0FJQW1UWnBnMzc1OXlycmkzaC9UMzlXcFU2ZWlYYnQyTnVkSVRFaElNRHMrRVJFUkVkSGpZcEJJUkVSRTlEKzJZOGNPSmNSbzFLalJuelpFTEtoNjllcXFYb2RaV1ZuWXZuMjcxUjZKbHBpR2M5UHI5Wmd3WVFLbVRadG1jWTQySVA4QmY4RmhCMFVFZ1lHQktGKytQS1pPblZxczQwMmFOQW5seTVkSFNFZ0lGaTVjYVBiQTNkU2pwRnk1Y21iYnBLU2t3TVBEdzZ5WG1zRmdRSHA2dXNWZUkwbEpTV1pEV0pxR3I5Um9OUEQzOThlWk0yY1FGQlNFVTZkT0tlR0dxVWVpazVNVDdPM3Q0ZUhoWWJFbnFsYXJMWGJicUZpeElpcFdySWdKRXliQXk4c0wwNmRQVjlaOTlORkhhTk9tVGJGNmFmMzAwMDhZTzNZc1pzNmNpVTgvL1ZUcHZkbWhRd2NjTzNZTVE0Y094ZFNwVTJGdmI0OTMzMzBYdi83NksvNzFyMy9oOU9uVE1CcU5hTk9tamRuK1RIT0p2ZkRDQzZoU3BRcm16cDBMd1BLUWtvVURMQ0MvZDluakRyTnB6ZXpaczFHblRoM0V4c2JpaFJkZVFOKytmYzJ1VjNIbzlmcGloMnVXZUhwNnd0UFRFNUdSa1JiWHYvYmFhemg0OENCNjl1eXBYQmNmSHgrTHc3T2FlcGx0MmJJRklvTGZmdnNOQUZDdFdqWGN2WHNYOXZiMk9IcjBxRkttVWFOR0VCSHMyN2NQS1NrcGFOT21EZHRoQWRiYW9hbkhveTFGL1JoQ1JCQVNFcUo4bDlTb1VRTXZ2ZlFTamh3NUFpQi9Ea0lYRnhmMDc5OGZuMzMyR1diT25LbUVUTG01dVdaQjRnOC8vS0I4OSs3ZnZ4OUJRVUVBZ0pzM2J5cjd2M3IxS2xxMGFLRU0vWm1VbEtRYTluTGR1blZXNjN2aHdnVm9OQnFzWDcvZWFoay9QeitVTFZ0VytlNjdldlVxU3BjdWpkdTNiOFBaMlJrdnZQQUNuSjJkRVJJU2dwQ1FFTFBoUmtVRVdWbFp5bmxaQzRCdHRUOXJ2ZmtTRXhNUkVoSUNBTmkrZlR0V3JseUptSmdZNVh3dHpZMVpybHc1ckZ1M0RqRXhNWEJ5Y2pMckRXaHRqa1FndngxdDNyd1o4K2JOQTVEL09TczhOUEYvL3ZNZjlPblRCMnZYcmtYWHJsM1J2MzkvckZ5NUVvQjZhRmFUVzdkdXFZYkdYclZxRmY3NzMvL2kyTEZqRnJjeDhmVDBWTDZqenAwN0IzdDcrOGZ1ZlUxRVJFUkUvM0JDUkVUME45R3hZMGNCSUFBa1BEejhXVmVIeUtvUkkwWW9iZldMTDc1NDF0V3hhdnYyN1VvOW4rUWxJcUxUNmVUMjdkdkt2bGVzV0NHT2pvNXk4ZUpGcThjdnZFMXdjTEFBa0o5KytzbGllUUR5MldlZktlOFhMbHdvQUNRd01OQmkrZWpvYUxIMG44TUFKRG82dXRobGJaMjNpRWhLU29yNCtmbEozYnAxSlQwOVhVUkVUcDA2SlFBa05UWFY1akdPSFRzbVhsNWVWc3Zjdm4xYkFNaVJJMGRFUkNRa0pFUmNYRnprdDk5K2s0eU1ERGw1OHFUY3ZuMWI3TzN0aTMydlJFUmlZMk5GUkdUdjNyMW05UzVzenB3NVVxdFdMUkVSQ1F3TWxIcjE2aW5yZ29LQ3BGcTFhc3ErSjAyYUpDZE9uRkRPUFNVbFJTbWJrSkFnQUNRdExjM2ljWjZtelpzM2k2T2pvM3o3N2JjQ1FCWXRXaVFBWk1LRUNVb1pBQklXRnFhOFg3RmloZXJlZlA3NTUxS3VYRG5WL2g4OGVDQUE1T2VmZjFhdEN3b0tVdTBuTEN6TVl0c3lpWXlNRkRzN093RWdhOWFzVWEzLzVKTlBsR3RzWjJjbjllclZrOWRmZjExbXpKZ2hHelpza0tpb0tORnF0U0lpTW43OGVDbFRwb3hTM3RQVFV5Wk5taVJHbzFIWkg5dWg5WFlZSFIxdDhiVm56eDd4OVBRVUFGSzllblU1ZGVxVTFiSjVlWG5pNitzcjc3NzdyZ0NRN094c2FkeTRzU3hac2tReU1qTEV5OHRMdnZ2dU8wbE1USlRTcFV1YnRVTW5KeWNKQ2dvU0VSR2owU2c3ZCs1VXJzbk1tVFBsdWVlZUV4R1JSNDhlS2Erelo4OEtBTE5sang0OWt0emNYR1cvVC9vZFAzVG9VSXZMRHg0OEtDSWkzdDdlY3V6WU1adjcwT2wwWnRlNmNIc0hJSHYzN3BYWTJGamx0WGZ2WHJQMkFrQldybHdwSWlMdnZ2dXUyTnZiSzIwdUp5ZW54T2RxYWtlbTltNnJyWnF1OC9uejV5VXlNbEwxZCtUOCtmUGk2T2dvKy9mdkZ3Qnk0Y0lGQ1FnSWtFT0hEZ2tBU1VoSXNQZzZmZnEwV2YwUEhUb2twVXFWa3JGang2cmFadUhQN2FoUm8wU2owWWlqbzZNQWtPN2R1MXRzMTBSRVJFVDB6NFFTWUk5RUlpSWlvdit4MjdkdksvOE9DQWg0aGpXeDdhV1hYa0pDUW9MVjlSOS8vREh1M3IyTE5XdlcyTnlQclNIYkdqZHVYS3k2TEZpd0FDTkdqRUJtWmliZWZ2dnRJc3ZQbXpjUFU2ZE9SWjgrZmJCbzBTS2JaUzBOd2RxalJ3ODRPam9xNzdWYXJkWHRnNEtDTUhyMGFPVjl3ZUVyQWNETHl3dnIxNjlIMjdadE1XellNR3pldkZuWlg4SDV6aXhKVGs2R2w1ZVh6VEltMTY1ZHcvRGh3K0hpNG9JWFgzd1I5KzdkQXdBY09IQUFVVkZScWw0Nzlldlh4NjVkdTh4NjNBRHF1ZnNBd01QRHcreTlhVi85K3ZYRDlPblRzWEhqUm9TR2hpSXdNRkFwNCtycWl0R2pSNk4rL2ZybzI3Y3Y1czJiQjN0N2UyemR1aFVPRGc2cWZmNHZQSHo0RU9QR2pjUElrU1BoNCtNREFCZ3paZ3gwT2gwKyt1Z2ppRWlSN2FYZ3ZsSlNVcXkyNy83OSt6OXhmVE15TWpCKy9IZ0ErYjBSUjQ4ZWpZb1ZLNXJOdWRlM2IxL1VxMWNQalJvMVFvTUdEV3kycVVXTEZoWDcvQXBpTzh4bjZic2lKaVlHbzBhTlF2djI3YkZ0MnpaVXFsUUpFeVpNd083ZHUrSHU3cTRxUDNmdVhLU2xwV0g0OE9INC92dnY0ZUxpZ24zNzlxRkNoUXFZTm0wYXZMMjlNWHIwYURnNE9PRGYvLzQzUHYzMFU3eisrdXV3dDdlSFZxdFZldTVwdFZvTUhqd1kzM3p6RFlZTkc0Ymp4NCtqZGV2V0FHQ3hWMm5oWlVPSERzV3FWYXZNcm1OaHVibTVxRnk1TXRMVDA1WGVrZGFzV3JVS2QrN2NVWVkyTlJnTWFOdTJMVTZlUEluVTFGVDQrZmtoSnljSFFINlB4U1pObWlqdmdlSU5UMXE5ZW5YVXJsMWJlVzlydUZNN096dDgrZVdYZU9HRkY5QzJiVnZsdW9rSU5tM2FoRTZkT2ltOTBUVWFqZFY1T2dzcWVKMEt6cEVJQU0yYk4wZXpaczN3MVZkZm9WU3BVdWphdGF2Wi9pWk1tSURCZ3djcnc2azJidHdZRVJFUlNpL0g0ZzdWM2JGalIremF0VXMxNzJhOWV2VVFFeE1EWjJkbi9QTExMK2pRb1FQR2poMkxMbDI2UUtQUndOdmJHeDA2ZENqV01ZaUlpSWlJQ21PUVNFUkVSUFEvbHBlWHAvemIwZ1BmUHdzbkp5ZFVxbFFKdWJtNXl0Q0pCVjIvZmgyTkdqV3l1bjM1OHVWaFoyZUg2T2hvcytVZmZQQUJVbE5UVmNQcFpXZG5vM3YzN3NqTHk4T2VQWHZNSHZCWHFGQUJucDZlcXJua0Nzckp5WUZPcDhQYmI3K05OV3ZXNEkwMzNrQm9hR2lSUTdrVkhKWVV5SCtvdkd2WExyT0h3SVVmR3BkVXk1WXRzWERoUXJpNnVrSkVsQ0gxQ2c1VFdOQ1NKVXN3Y3VSSTNMaHhBOVdyVnkvV01ieTh2T0RyNjR1R0RSc3FyL3IxNjZOaHc0WndjSERBMmJObnNYejVjaXhldkZpWkU5RFB6dy9SMGRIWXQyOGZsaTFiQnVEM3Vmc1dMMTZNZmZ2MllmdjI3Y3J3ZU5PbVRjT1ZLMWVVWS9yNys2Tno1ODU0NjYyM0lDSVlNV0tFc3U2dHQ5NENrQjhzRlhUNThtWDQrZmxadkMrZW5wN0t2NnRVcVlJN2QrNFU2OXlMS3pBd0VHbHBhWmcrZmJveTFDY0FUSjQ4R1VsSlNUWUQ0OElTRWhMUXVuVnJaV2hDay9UMGRMUnAwd2JmZnZ1dGFnalA5ZXZYMnd4akNqcC8vanplZU9NTjNMeDVFK3ZXclVQcjFxM1JwVXNYdlBycXEwcjdCb0FXTFZxZ1JZc1dTRXBLVW9ZT0xxNmlnaE8yUTl2dGNQdjI3Umd5WkFnR0RCaUFEejc0QU51MmJVTlFVQkRHakJtRGxpMWJZdlBteldiRFV1cjFlbnoxMVZlWVBIa3l5cFl0cXl5dlVLRUNJaU1qOGZYWFh5TTBOQlE1T1RsSVMwdEQzNzU5OGMwMzMrQ0hIMzdBTysrOEF4R0JpNHNMZ1B6djV5RkRodUNiYjc3QnE2Kytpa09IRG1IczJMRUFMQWRlSmZ6Qk1ZRDhIMFdrcDZkajBLQkJXTEJnQWQ1ODgwM1ZmTGpXbEMxYkZ0N2UzcGczYng3S2x5K1BpaFVyd21nMEFvQnl6Wi9HM0tmV21OcFI0ZS8zNU9SazlPdlhEekV4TVdiRFdxZW5weXR6WkFLQWk0c0xYRjFkUzNUTWFkT21LVDhnT0hUb2tMSThLeXNMdDI3ZHdwbzFhOHlHQVhkMmRrYjE2dFd4Yjk4K1pZamRjK2ZPb1gzNzlzak16SVJHbzBGdWJpNk9IajFxOXNPV0YxOThFVmV2WGxVZC8rN2R1OGpMeTBOOGZEd3FWS2dBZTN0N05HM2FWRmwvL2ZyMUlqL3pSRVJFUkVTV01FZ2tJaUlpSXB1MmJ0MktRWU1HV1Z4MzlPaFJaVjZ1d2t3OVBBbyt1Tnl3WVFQQ3c4UHgzbnZ2d2NYRkJiNit2Z0R5ZTllODhjWWJTRTFOeGRhdFc1V2VOU1Z4NHNRSnZQZmVlN2gyN1JvKytlUVR6Smt6cDFoejJGV3FWRW0xckgzNzlxbzVFcC9VdUhIamxIOW5aMmZEeWNuSll2MW16WnFGMmJObm8zLy8vamh6NWt5eEEwd3ZMeStMRDVkTjVzeVpnOXUzYnl2aGpVbEdSZ2FDZ29MUXZYdDM5T3paRTU2ZW5zak56Y1dhTld2dzZxdXZ3c2ZIQng0ZUhnZ1BEOGZXclZ1eGZmdDJzKzFIalJxRjhQQndEQnc0c0ZoenlCMDVjZ1F0VzdiRTFhdFhMZlpFQS9MdlpVbm5MQ3pLeXBVcnNYcjFhbno5OWRjVzcvbUNCUXRLdEw4clY2NmdRWU1HcWdmenBqREN4OGRIdGM3YWZLQUZaV1JrNFBQUFA4ZWlSWXRRcmx3NUhEaHdBTzNidHdjQUhENThHRjI2ZE1HZ1FZT1FrWkdCVWFOR0tkdk5tVE1IUzVjdUxkRTUyQXFYMkE2dHQ4UGMzRnhNbno0ZFgzLzlOY2FQSDQrdnYvNGFGeTVjQUFDVUxsMGFlL2JzVWVhMm5EbHpKc2FQSHc4SEJ3ZlkyOXRqNHNTSm1EeDVzdGw4ZTBCK0QrL2MzRnk4L3Zyclpzc2RIUjN4K2VlZksvUHRtWUpFSUgvT3lSOS8vQkZkdTNhRnA2Y251blhyWnJXSHJLWGxPVGs1Vm4vTWNQbnlaVXlmUGgyOWV2WENqei8raURObnpxQlBuejQ0ZXZTb1dkQnFUVlJVRkFZUEhvd1BQdmdBYjd6eEJqNzY2Q1BWL0o0RjV6MHNUdEJaT0NndmFYQU9BTEd4c1hCeWNrS3RXclhNbGhlZVUzUGN1SEZZdkhpeDJiSTdkKzRnUGo0ZThmSHhPSGZ1SEFDZ1diTm1xRjY5T3Y3NzMvK2liZHUyY0hSMGhMdTdPNW8wYWFKczUrcnFpb2lJQ0hoNWVaa0ZtMDJiTmxYYVRXR1cvamFZcmxGYVdwck56K1BRb1VPdHJudWNRSm1JaUlpSWlITWtFaEhSM3diblNLUy9pcjlhV3kwOGgxdmh1WmhpWTJOVmMxd0I2bmtHUlVUdTNic25DeGN1bEtaTm13b0FhZG15cFh6eHhSZlN0bTFiY1hWMWxTMWJ0cFM0ZnBHUmtkSzdkMjhCSUZXclZwV2RPM2NXYTd1MHREUmx2ckdDTE5YZFZ0bkN5eTNOZzFkWVNFaUllSHA2bWkwN2VmS2tBQkFIQndkWnUzYXRaR2RuaTVlWGw2eGJ0MDRwVTlUY2RDWVBIejZVZmZ2MnlmVHAwK1hvMGFOeTd0dzUwV2cwc24zN2Rvdm4rZkxMTDR1dnI2OWtaMmNyNnc4ZE9pUXZ2UENDdUx1N1MyQmdvTGk3dTh1VUtWUE1qblB2M2ozeDgvT1RVcVZLaVpPVGt4dzdka3gxcmdYYngvMzc5OFhCd1VGV3IxNXR0WTJJaU96YnQwK3FWS2xpOHhxYU5HN2NXRnEzYmwxa3VZMGJOMHFiTm0xRXI5ZUxpTWpQUC85c2NXNDJrZnpyV3ZCYUZKNGpNVE16VXh3ZEhXWEpraVdxYlVzNlIrSjMzMzJuTEl1S2lwS3laY3NLQUhuampUY2tLU2xKdFkrRWhBU3BYNysrT0RzN3k5MjdkNHM4NzVKaU8veWRwWFo0NU1nUnFWKy92amc2T2twd2NMQ3kvUHo1ODJiN3lzdkxrOUdqUndzQThmZjNsM1hyMXBtMXRjTFg4UHo1ODdKaHd3WTVlZktrWEwxNlZaS1RrMFd2MTh2Tm16Y2xNREJRbVhkdjM3NTladlZadkhpeEFKQng0OGFKU1A1M1ZjR1hhWTY5d3N0dHpVZDY2ZElscVZ5NXN2ajQrTWk5ZS9kRVJPVE1tVFBpNHVJaUFRRUJFaDhmYjNHN216ZHZDZ0NaT0hHaU5HalFRSktUazBXajBjajQ4ZVBOeWxtYmM3WWcvUDg1RXRQVDB5VW1Kc2JtWElZRnR6SE5rV2p0V0xObnp4WUFzbkhqUnJQdHpwNDlhemFIWkY1ZW5vaUlqQnc1VXVyVXFhTWNxMHlaTXRLc1dUUHAxcTJiQUpBTkd6YklqUnMzSkRNelU5cTBhU09OR3plV3FsV3JTcmR1M1pSNURhM1Y1KzdkdXhJWEY2ZThUcDA2Slo2ZW50SzhlWE9wVzdldVJFVkZtYTB2U2x4YzNGL212eXVJaUlpSTZObGprRWhFUlA5SWY3VndodjY1L21wdDlXa0dpUVd0WHIxYTNOemNsR3ZoNitzckgzLzhzUnc2ZEVpMFdxM05iUjg5ZWlTaG9hSEt0WFIyZHBiSmt5ZExSa1pHc2M2cFhMbHlWbDhBeE1QRHcrcjZ6WnMzbTUxblVRKzNMZm5paXkvRXo4L1BiTm1FQ1JQRTBkRlJ0bTNiSmlJaXMyYk5FaTh2TDhuS3lsTEsyQXB3RGg0OEtDTkhqcFRHalJ1TG5aMmRBSkJ5NWNySi92MzdwVzNidHRLMmJWdGxPNlBSS0FBa0ppWkdSRVN1WGJzbVRrNU84dGxubjVuVktUTXpVN3AyN1NvQVJLUFJ5QWNmZkNEWHIxOFhFWkViTjI1SW5UcDF4TTNOVFk0ZE95WU5HellVZDNkM09YRGdnTmsrQ3JhUFR6NzVSTnpkM2VYUm8wZFBKVWpNeU1pUVVxVkt5VmRmZlZWa1dhMVdheGFBMkFvU0MxdStmTG5aZFYrMWFwWFo5U3ZJVnBDNGRPbFNzLzNzMzc5Zm5KMmRCWUI4L3ZubklpTHkyV2VmcVFLNXdoSVRFNHNkbUpjVTIrSHZDcmJEMU5SVUdUQmdnQUNRdW5Ycnlwa3paOHpLRmc0U1RiWnQyeWJWcWxVVEFPTG41eWNwS1NrV3IyRlJmdjMxVndFZ2taR1Jac3NIRFJva2pvNk80dVRrSk11V0xST2owV2kydmlUSE1SZ01FaHdjTEs2dXJsS2xTaFg1N2JmZnpOYi84c3N2VXJwMGFTbGJ0cXdFQlFVcG9ieUo2VE5WdG14WjJiOS92L3puUC8rUktsV3FpSXVMaTh5Wk0wY3BYMVNkZERxZEFKQytmZnRLaFFvVlpPSENoVkt2WGoyNWNlT0d6Zm9YRlNRYURBYXBYNysrdEduVFJweWRuU1VzTEV6Wnpsb2IrT0dISDJUNTh1Vnk2TkFoU1VoSXNMamZ0TFEwNmRpeG8xU3JWazF1M2JvbDU4K2ZGM2QzZCtuVXFaUGN2My9mYW4wS09uTGtpTlNxVlV0Njl1d3BXcTFXZXZUb0ljODk5NXhjdlhyVjVqa1h4Q0NSaUlpSWlFcWlKRGtpaHpZbElpSWlvcWNpSXlNREJvTUJhV2xwQUg2Zi8wcW4wK0htelp1NGVmTW1MbCsrakhQbnppRThQQnkzYnQxQ28wYU5NSG55WlBqNStXSFRwazBJQ3d2RHZIbnpVS1pNR1hUdDJoWGR1M2ZIZ0FFRFVMWnNXWnc2ZFFxLy92b3J3c1BEY2ZEZ1FlVGw1Y0hiMnh0VHBreEJZR0FncWxTcFV1eTZGcHdMcXpDTlJvTVRKMDRVZXk2cG1UTm5Zc0NBQWNyN3d2UGdoWWFHWXVmT25lamR1emZxMWF1SHUzZnZZc21TSmVqWXNhUFpmb1lQSDQ3T25UdWpaOCtlMkxwMUsyYlBubzN2dnZ0T05RU2tOVGR1M01EeDQ4ZlJvVU1IZlB6eHgyalZxaFZxMWFxRmRldlc0Y1NKRXpoMTZoUWlJeU5oYjIrUHMyZlBBc2dmaGhJQWF0V3FoWWtUSnlJMk5oWTZuUTRuVDU3RXhvMGJzV2JOR3JpNnVtTExsaTFJU2tyQ25EbHprSnljakxmZmZodERodzVGYm00dWR1N2NpYlp0MjJMUG5qM28yTEVqWG43NVpVeWJOZzJEQmcxQ2ZIdzhUcDQ4aWRLbFMrUHk1Y3Y0K3V1dk1XWEtGTGk1dVFHQXplSDVpbk0vVDV3NEFhUFJpRDU5K2hSWjFzSEJRUmxLdHlpWm1abkl5TWlBbDVlWGNvNU9UazRBOHVlNW16ZHZIdHEwYVlONjllclozSStJWU11V0xTaFRwZ3cwR2czV3JWdW5uUHZ4NDhmUnExY3Z2UHp5eTNqenpUY3hlUEJnbkR4NUVtKy8vVFpjWFYxeDVjb1ZPRG82S2k5N2UzdG90VnJrNXVZaUx5OFBWYXRXUlVSRUJBd0dnMnBZeHBJNmN1UUkyclZyQjREdHNEQlRPM1IzZDhmOSsvZngwVWNmWWViTW1XWkRqTnJTczJkUHZQamlpL2oyMjIraDBXaVVjN1hsNXMyYjJMUnBFOHFWS3djM056ZGtaMmRqMGFKRjhQRHdNS3ZyaWhVcnNINzlldnp5eXk4NGNlSUV4bzBiaDBXTEZtSFFvRUY0L3ZublVhMWFOWlF1WFJweGNYRzRlZk1takVZakRBWURkRG9kdEZvdDlIbzlXclJvQWFQUmlHM2J0bUhPbkRrNGQrNGN1blhyaHRXclY2dUc0bjNwcFpkdy9QaHhEQmd3QU8rLy96NFdMbHlJTVdQR1lPREFnYWhVcVJLdVg3K09xbFdyWXZmdTNmRHc4RUQvL3YyeFpNa1MrUGo0WU1DQUFRZ05EY1dRSVVQUXNHRkRoSWVINDlpeFl6QWFqZEJxdGNqS3lzS0xMNzZJMHFWTEsvTUw3dGl4QTFPblRzV1lNV01zem8rYmtKQ0FyS3dzdUxtNTRmcjE2d0Nnekd0NDVjb1ZaR1ZsNGRTcFU4cndyU0VoSWJoKy9Ucmk0dUt3ZHUxYURCa3lCTUhCd1FEeTUxSTBEZjlxcXBOV3F6V2JiOU9TTTJmT1lQRGd3Y2pMeThQQmd3ZFJyVm8xVkt0V0RidDI3VUtQSGozUXBFa1RCQVVGNGJYWFhsTnRlK2ZPSGV6WnN3Y2hJU0U0ZXZRb3hvd1pnd1VMRnNEQndRRmJ0bXpCcUZHajBMQmhRd3djT0JDOWUvZkdxNisrcW53UDJkSzVjMmViNnlNaUl2RGNjODhWdVI4aUlpSWlJc1d6VGoySmlJaWVscjlhTHkvNjUvcXJ0ZFhpOWtnMDlVWUJJRFZxMUZDR2hrdE5UWldLRlNzcVBRZmJ0Mjh2TTJiTVVQV3NNVGx6NW94TW1USkZhdGV1TFQ0K1BrcFBxQTgvL0ZBQVNLVktsZVN0dDk2U3JWdTNTbTV1Ym9uUHg5WFY5WWxmSVNFaElsSzhvVTBQSHo2czZxMzQvUFBQeTYxYnR5elc3OEdEQjFLdFdqVVpQSGl3YXAxZXI1Y0hEeDRvNzYwTktWbVFUcWVUdlh2M2lvaklrQ0ZEQklBNE9qcXFoaHMwOWN3ejFiOXUzYnF5ZVBGaXMyRW1zN096NWRxMWExS3paazJwV3JXcXFsZFdZbUtpdEd2WFRqNysrR05adTNhdGNyNFRKa3lRTDc3NFFobzBhS0FNOXdkQTl1N2RLN0d4c2FyWFR6LzlWS3dlaWRPblQ1ZUFnSUFpeTFsaXEwZml4WXNYVmZkczBLQkJJcExmL3AyY25NeUc1eXlvY0k5RVgxOWZzLzJZaHVYY3NXT0h0RzNiVnJrZWtaR1JNbVRJRVBIMTlSVW5KeWVidlYxTkwyZG5aN2wvLzc1RVIwYy8wYXZnUFM1NEhteUg1dTJ3Y0crL2dxejFTTFRHVnErOHhNUkUxYjJ1WHIyNmJOMjZWU2x6N3R3NUtWV3FsSHo1NVpmS3NyaTRPUG4wMDArbGRldldVcTVjT1hGd2NKQlNwVXFKUnFPeDJINkdEQmtpOSs3ZFU5cG9yVnExbEY1NnR1VG01c3JjdVhQRjNkMWRBTWdubjN3aUl2bnR3alFFWjU4K2ZhUkRodzVpTUJoRVJDUTlQVjNtejU4dm5UcDFraG8xYWtqWnNtV1Yrams0T0VqejVzMlYvWjg4ZVZKYXQyNHRseTlmdGxtUERSczJtSjFQelpvMUpUVTFWVVJFZXZic3FTd2ZQbnk0SkNjbmk0ZUhoMHlZTUVIWi92TGx5ekptekJnSkNBZ1FkM2QzcFFldDZkVzllM2VyeHpiZHY0NGRPMHJidG0zTmVpdWFYTGh3UWVyWHJ5K0hEeDlXYlplV2xpYWxTNWNXZDNkM0dUbHlwRVJGUlZrOHpvNGRPNlI1OCtaU3IxNDlNUmdNVC94Wmo0Nk90amprS2hFUkVSSDk4NVFrUjlTVWRBTWlJcUkvcTA2ZE91SHc0Y01BZ1BEd2NIVHExT25aVm9qSWlyOWFXNzE3OXk0aUlpTFF1M2R2QUlCV3E4WFZxMWNSRUJCZzl0N1B6dy9SMGRIUWFEVHc5L2RYZW9ZQXYvZjJxRjI3TnV6czdJcDk3TlRVVktVSFQxWldGdTdkdTRjNmRlbzh4Yk43TXZIeDhTaFhyaHpLbENsanM1eE9wME5XVmhhMFdpMWNYRnlLTEorU2tnSVBENDhTWGF1blJVUVFGUldGUm8wYVdTMlRtSmdJUjBkSGk3MnJEQVlEREFhRFVxNTA2ZEx3OXZhR2lDQXhNUkdWSzFjR0FFUkdScUorL2ZvV2U5aGtabWJpMXExYmFOQ2dnYzI2ZnY3NTU2aGN1VEtHRHg5ZWtsTUVBRnkrZkJsaFlXR1lQWHMyU3BVcVpiWk9xOVhpeHg5L2hORm9oRWFqUWJWcTFkQzllM2VsbDIxRVJBUmF0bXhwY2I4aWdveU1ETGk2dXNMQndRRVBIanpBbzBlUG9OZnI0ZTd1amtxVktpbGxNekl5VUxac1dhdDExT2wwME9sMDBPdjFNQnFOcXZWMmRuWkZ0cVVud1haWXZIWUlBR2xwYWRpNWN5ZDY5ZW9GZDNmM0lzc2JqVVk4ZlBnUUhoNGVGdGZuNU9RZ0p5Y0hlcjBlVGs1T3FuWmlOQnF4WWNNR0RCdzRzTWhqRlNRaXlxdFVxVkxRYURRSUNncEN1WExsMExkdlg2V05GOGZEaHcreGYvOSs5TzNiVjdYdXlwVXJjSFYxUmRXcVZVdFV2NUxRNi9WSVRVMkZpRUNqMGNEYjIxdjQxMCt4QUFBZ0FFbEVRVlQ1TENjbEpTRWpJd01lSGg2b1VLRUNBQ0E2T2hvMWF0U3cyWnZVMUdOVG85SEF3Y0ZCOWQxZ2twV1ZoU05IanFCVnExWndkM2UzZXQyTVJxUFpQckt6czNINjlHbDA2dFFKbHk5ZlJwMDZkZURvNkZqa3VSYjhXMGhFUkVSRTlEUm9URU55Rktjc2cwUWlJdnE3K0t1Rk0vVFB4YlpLUkVSRVJFUkVSRVRQU2ttQ1JNcy9yeU1pSWlJaUlpSWlJaUlpSWlLaWZ6UUdpVVJFUkVSRVJFUkVSRVJFUkVTa3dpQ1JpSWlJaUlpSWlJaUlpSWlJaUZRWUpCSVJFUkVSRVJFUkVSRVJFUkdSQ29ORUlpSWlJaUlpSWlJaUlpSWlJbEpoa0VoRVJFUkVSRVJFUkVSRVJFUkVLZ3dTaVlpSWlJaUlpSWlJaUlpSWlFaUZRU0lSRVJFUkVSRVJFUkVSRVJFUnFUQklKQ0lpSWlJaUlpSWlJaUlpSWlJVkJvbEVSRVJFUkVSRVJFUkVSRVJFcE1JZ2tZaUlpSWlJaUlpSWlJaUlpSWhVR0NRU0VSRVJFUkVSRVJFUkVSRVJrUXFEUkNJaUlpSWlJaUlpSWlJaUlpSlNZWkJJUkVSRVJFUkVSRVJFUkVSRVJDcjJ6N29DUkVSRTlEc1JRVjVlSG5RNkhZeEdJMFRrV1ZmcGIwZWowYUJVcVZKd2NIQ0FrNU1UTkJyTnM2NFNFUkVSRVJFUkVSSFJueEtEUkNJaW9qOEp2VjZQN094c0dJM0daMTJWdnpVUmdjRmdnTUZnZ0ZhclJlblNwV0Z2ei84a0lpSWlJaUlpSWlJaUtveERteElSRWYwSjZQVjZaR1ptTWtUOEh6TWFqY2pNeklSZXIzL1dWU0VpSWlJaUlpSWlJdnJUWVpCSVJFVDBqSWtJc3JPem4zVTEvdEd5czdNNWpDd1JFUkVSRVJFUkVWRWhEQktKaUlpZXNieThQUFpFZk1hTVJpUHk4dktlZFRXSWlJaUlpSWlJaUlqK1ZCZ2tFaEVSUFdNNm5lNVpWNEhBKzBCRVJFUkVSRVJFUkZRWWcwUWlJcUpuakwwUi94eDRINGlJaUlpSWlJaUlpTXd4U0NRaUluckdPRGZmbndQdkF4RVJFUkVSRVJFUmtUa0dpVVJFUkVSRVJFUkVSRVJFUkVTa3dpQ1JpSWlJaUlpSWlJaUlpSWlJaUZRWUpCSVJFUkVSRVJFUkVSRVJFUkdSQ29ORUlpSWlJaUlpSWlJaUlpSWlJbEpoa0VoRVJFUkVSRVJFUkVSRVJFUkVLZ3dTaVlpSWlJaUlpSWlJaUlpSWlFaUZRU0lSRVJFUkVSRVJFUkVSRVJFUnFUQklKQ0lpSWlJaUlpSWlJaUlpSWlJVkJvbEVSRVJFUkVSRVJFUkVSRVJFcE1JZ2tZaUlpSWlJaUlpSWlJaUlpSWhVR0NRU0VSSDlnOXk1Y3djM2J0eDRLdnY2NElNUHNISGpSck5sZCsvZXhmRGh3M0grL1BsaTcyZmx5cFdJaVlsNUtuVWlJaUlpSWlJaUlpS2lwNGRCSWhFUjBUOUkzNzU5MGFKRml4SnZsNWlZaUV1WExwa3RDd3NMdzltelo4MldyVnUzRGx1MmJFRjZlbnF4OXoxeDRrUWNPWEtreEhVaXNrU3Yxei9yS2p5eGxKUVVpOHYxZWozT25EbUR0TFMwSXZkaE1CaWVkcldldXFkVlJ4RjVwdmM5S1NrSkR4OCtmR2JISnlJaUlpSWlJdm9qTVVna0lpTDZHOG5KeWNHSUVTTVFHaHBhNG0wakl5UHgwa3N2NGVyVnE2cDFTNWN1UlljT0hXeHVielFhRVJvYWlxcFZxNkpqeDQ0bE92WjMzMzJIenAwN0s2K0ZDeGNDQUR3OVBXMitSb3dZVWFMajBPT0xpWW1CUnFONTRqSi9aRjFpWW1MZzRPQ2d2RTlQVDRkR28wRmlZdUpUT1c1U1VoSUdEaHdJbzlINFJQc0pEUTJGdjcrL3hYVlpXVmxvMnJRcEJnNGNxRnFYbnA2T2xpMWI0c0NCQTBVZW8xMjdkbmpycmJjc3JvdUtpb0pHbzhHZVBYdEtWbkhraDVsRnZZcmppeSsrUUVCQUFISnpjMHRjaDhKQ1EwUGg0T0JRckdOSFJVVmg4dVRKRUJIVk9udDdleXhac3NSc21VYWpRWEJ3c00xOXZ2MzIyNmhkdTdiVkFMZzRqRVlqWnMrZWpmajRlS3RsamgwN2hrV0xGa0duMDZuV1hicDBDZjcrL3NqTXpMUjVuS3RYcjhMTnpjM3ErcDkvL2huSnljbkZycmN0OGZIeGFOcTBxV3BaVVMrVG5Kd2NwS2VuMjN3UkVSRVJFUkhSSDgvK1dWZUFpSWlJbnE3RXhFUUVCZ1pDcTlWaTJMQmh4ZG9tTmpZVy9mdjNSMnBxS2k1ZXZJaTZkZXVXK0xqYnRtMURYRndjV3JkdWplWExsMXNzNCszdGpmNzkrNnVXZCs3Y0dWMjdkbFhlKy9yNkFnQUdEQmlBbzBlUFl0T21UU2hWNnZmZlA0V0hoMlBLbENsbzE2NWRpZXRKeFdjMEduSHYzajBBK1NFYWtEODhyaldXeWxTdFdsWDU5dzgvL1BCWTlXamN1REZhdFdwbGNWMUdSZ1pPbkRoaGRseFRRSmFWbFFVZ3Y3MTRlbm9DeUEvWXJsMjdobWJObWhWNVhCR0JScU5CZEhRMC9QMzk4ZWpSSTZ4ZnZ4NGhJU0ZtN2JHazB0TFNjT1hLRll2clB2bmtFOXk1Y3dmZHVuVjc3UDNuNU9UZzdObXo2TktsUzRtM0ZSR3JkUU9BK3ZYckY3bVB1TGk0LzhmZW5jZlZsUDkvQUgvZDlrM2FLSHUyU1BadGhFejJHZnVVaU1wa0NWRU0yWDBSTXJZc1kwalc3SVdSTFNGTFFrclpJaVJVaUVUcnJiVDMrZjNSNDU3ZnZkMmwyMkxDdkorUHgzbHd6L21jei9tYzVkN2JQZS96L254Z2JHd3NzMHlQSGoyd2RPbFNiTml3QWN1WEw2OW9NeXN0UFQwZFc3WnNnYjYrUGhZdFdsVGwrbmJzMklHZ29DRE1uejhmK3ZyNlNFeE1SS05HamNwZHIyd2dNems1R1FjT0hJQzN0emN1WDc2TWR1M2FpU3d2S0NpQWs1TVRVbE5UTVdiTUdEUm8wRUJrZVZCUUVIZzhudFFnWVdGaElZcUxpNUdYbDRlY25CeVJBSzZhbWhvQUlDMHREZE9uVDBmejVzMFJIQndNVFUxTjdOMjdGMDVPVG5JZEN4OGZIemc2T25LdjgvTHlFQlVWSlZLbWFkT201ZFlqT0RhdXJxN1l0MitmekxMUG56K1h1a3hWVlZXdTdSRkNDQ0dFRUVJSWtZMENpWVFRUXNnUFJGMWRIWDUrZmhnNmRDamMzTnlnckt3TWUzdDdtZXU4ZXZVS0kwYU1RR3BxS3JadjM0N1JvMGRYZUx1TU1XemV2QmtBRUI0ZWp2RHdjSW5sMnJadGkvNzkrNHRsRGpWdDJoVG01dVlpOHo1OStnUTNOemVjT25VS29hR2htRFJwRWdBZ0t5c0wzdDdlNk5DaEF5Wk1tRkRodGhMNXBhV2xpUVZGNUFtU0NKY1JEcGpJRzVBb3k4M05UV29nTVM0dUR0T25Ud2NBTGxOTDhGcVFPYmhnd1FJb0tpb0NLQTI0bUpxYTR2bno1NGlMaThQUW9VTzVZRVI4ZkR5R0RCa2lNemhSbHJRTVRGVlYxUXBuMjUwN2R3N2J0bTJEaTRzTEprMmFoSXlNREpGc1NrRUcxb2NQSDhUR0ZSWE9jQXdQRDBkaFlhSFllMG9lT1RrNVVvT0ZndVB5OHVWTEFNRGJ0Mi9SdjM5L3hNVEVRRkZSRVFVRkJUQXpNNU5yTy8zNjljUElrU1B4K2ZQbkNyZXhLaXdzTE9EdTdvNWx5NWFoZi8vKzZOYXRXNlhyQ2drSndadzVjMkJ1Ymc0UER3OEFnSkdSVVlXdUg0RjY5ZW9oSkNRRWZmcjBnYVdsSllLRGc5RytmWHR1K2FwVnF4QWJHNHNyVjY2SUJSRUI0TVNKRStqU3BRdGlZbUtnb0tDQUlVT0djTmw5bXpkdnhwMDdkM0Q4K0hHdXZMcTZPdmYvM054Y3FLbXBRVTlQRC8vODh3OEdEeDRNYTJ0cm5EOS9IalkyTm5JOXNDRlBnRmxBRUpndkt5WW1ScVNlelpzM3c5SFJFUllXRmtoS1N1TG12M3IxaXB0WHIxNDlxZHRwMjdhdFdKZmNoQkJDQ0NHRUVFSXFqZ0tKaEJCQ3lBK21WcTFhT0hueUpQcjM3NC9aczJkRFIwY0h3NFlOazFqMjJiTm4rTzIzMzVDV2xnWXZMeStKM1NuSzQ5aXhZM2p5NUFtV0xGbUMrZlBueXl4cmJtNHVGZ1JadFdvVlZxMWFKVlkyUFQwZE0yZk94TktsUzlHeFkwZVltcHJDenM0T3FhbXBPSDc4T0JjY0lsK0hnWUVCY25OekFaUjJpZGloUXdmdXRTVGxsWkhVblNSUTJ0MWgwNlpONGV2cksvTWF6TS9QQjJNTUJRVUZBRW96bmt4TlRibUFpU0FRSVhpZGtaRUJYVjFkUkVaR3dzaklTS1N1MXExYmN4bUhaWU1hMHJvZGxjVFgxMWRzM29rVEp4QVNFaUozSFFEdzRNRUQyTm5ad2RyYUduLzk5UmVBMGpGSG5aMmR4Y3JPbmoxYmJKN3dzUTBJQ0FCUWV2NkUzMnZhMnRxb1g3Kyt6SFpvYVdseGRRbG5Zd0xnNm1yUm9vWElPczJiTjRlU2twSlk0TlRZMkJodjNyeVJ1VDBBWXQySkNoTnVTM21FdTdVdGErellzZkR6OHdNQUxGcTBDS2RQbjhhRkN4ZGdhbXFLV3JWcWNlVmNYVjNoNnVvcXNxNnpzek4zSHRMVDA2R2pvNFBJeUVpTUdERUNob2FHT0hYcUZGUlVWQUNVZG85YWtlc0hnTWc1MnI1OU96dzhQRkJZV01qTmo0K1B4L3IxNnpGdDJqVFVxMWVQbTYrdnI0ODZkZW9nS2lvS0VSRVJpSWlJd05HalI2R3BxWW40K0hna0ppYkMzTndjWGJwMHdheFpzK0RuNThlOVJ4aGozUHRPV04rK2ZiRjI3VnJNbno4ZnQyL2ZSdCsrZlZHN2R1MEs3VTlpWWlLeXM3TVJIeDh2c24rQzQ1S1JrU0d4KzlTeVhaVnFhMnZEd01BQUFFVGV2NEp5UmtaR1dMOStQWHg4Zk1TQ3QwNU9UbmovL24yRjJrMElJWVFRUWdnaFJESUtKQkpDQ0NFL0lFTkRRL2o1K1dIaHdvWG8wcVdMMUhJR0JnWm8zcnc1dG0zYmhzR0RCMWRxVytucDZWaTFhaFVhTm13SUZ4Y1hmUHIwQ1FzV0xJQzd1N3ZFN2cydlhMbUM0dUppM0x0M0Q1MDdkd1pqRENZbUpuQjNkOGZBZ1FOUnUzWnRrV3lacFV1WDRzR0RCL2p0dDkvUXVIRmpKQ1FrNFBqeDQyalpzbVdsMmtzcVJ0RHRvU0JRSW54dXlsdW51dW5yNjNQZGxRcTNwYWlvQ0o4L2Y0YUtpZ3A4ZlgyNUxMNmlvaUw0K3ZxaW9LQUFIejkrRkFzbUNnS0pWVEZzMkRCOC92eFpKQ0J6K2ZKbHRHN2RHdi84ODQvRXJud0ZCTnNPQ0FpQWc0TURCZzRjQ0Y5Zlg2U2twTURBd0FEVHAwL25zaXNCSUNVbEJYWHExTUhKa3lkbFpnNmZPM2NPQU1ReUVrZVBIbzJUSjA5V2FqK0ZDUUpEYjkrK0JRQzhlUEdDeTBnVWR1M2FOUzVMZE0rZVBkaTdkeS91M3IwcnRkNWh3NGFoVmF0VzJMUnBrOWd5YVZsK2NYRnhHRFpzR0JoajZOR2pCM3g4ZkNTVzA5Ylc1djZ2cEtTRVc3ZHVRVU5EQTR3eHJtNHpNek1zWGJvVTQ4ZVA1OHFhbXByQzNkMGRZOGVPNWVxNWRPa1NiR3hzb0thbWhxQ2dJS2lwcWNIYTJocHIxNjZ0VkxmUWtyTDV1bmJ0S2piUHk4c0xYbDVlM0dzM056ZDRlbnBpNDhhTjZOYXRHeUlpSWtUS0wxNjhHQ05Hak1ER2pSdkZzZ3FGcjN0MWRYV1JRUFRjdVhQUnBrMGI5TzNiVit5aEQwbGF0V29sOG5yNjlPbTRjT0dDMlA0SnR2SHp6ejlMZk45SmU5QUFnTWpZaWNJQndpWk5tbkRYb2JESGp4OVhxbXRmUWdnaGhCQkNDQ0hpS0pCSUNDR0UvS0RhdG0wcmNqTlhrcnAxNnlJd01MQksyNWs3ZHk0K2Zmb0VQejgvcUt1cjQrSERod2dKQ1lHbHBTVzh2THd3Wk1nUWtmSmFXbHE0ZWZNbXhvMGJCMDlQVDR3ZlB4N0Z4Y1ZRVlZXRnU3czdvcU9qc1hidFdpNkxVa0ZCQVlNR0RjS3RXN2NRSFIyTjRjT0hvME9IRGxWcXN5UmJ0MjZWbUNYek5RaG5xd25HOS9zM2RPellFVG82T2xXcVE3aUx3YklFWFE1K0xjK2VQVU5KU1FsV3JseUpBd2NPY0JsUEwxKytsS3RyUlVFWGptV0RHTkplcjFpeG90dzZGeTllakd2WHJ1SCsvZnRjWVBQeDQ4Zm8wYU1IQmc4ZUxERUFkdlRvVVhoNGVIREwzcjE3QjN0N2UyelpzZ1ZGUlVYbzFhc1htalJwZ3F0WHI1YTcvYkx1M3IyTFY2OWVpWTFYMTc1OWV4Z2FHb3FVRFFzTHcvMzc5N0Z3NFVJb0tjbi9zNkRzc1c3YnRxM0VjczJiTitmK1AzTGtTR3pldkJtTU1Zbm5Lak16RXdrSkNYQnhjWkdZMFNjdHkyL1pzbVdvWDc4KzNyOS9qOFRFUktTa3BNalZGYWVHaGdZQWlHV2tHaG9haW0ycjdMd25UNTVBUzBzTGx5OWZocW1wS1diT25BbC9mMy9ZMjl0WEtwQW9MWURtNGVHQlpjdVdvYWlvU0dyMjlZY1BIK0RyNnd0UFQwOHU2S2V0clkzVTFGVDQrdm9pT2pvYVRabzA0YnI1ZmZIaUJkcTJiWXZDd2tLOGVmTUdMVnEwUUhaMnRraWRQQjRQdi83Nkt3RDV1aXpOeXNvU2VTM0lpQlhPZmhRV0ZSVWxWOWVtd3FTTmRkaXFWU3Q4K2ZKRnBKdlRnb0lDUkVWRlZjc1ltSVFRUWdnaGhCQkNLSkJJQ0NHRS9GQjBkWFdycFp5Ym14dis5Ny8veVZWWHQyN2RvS2VueDJVMDl1elpFemR1M0lDOXZUM3M3ZTJ4Wk1rU3pKczNqeXNmRmhhRzhlUEhvMi9mdnJDM3QrZHVjQVBBamgwN01IWHFWQzZqNWVuVHAvajc3NzhSRXhPRFVhTkdvVjY5ZXRpNWN5ZENRME14Y2VKRWpCczNUaVJZVVJWcjFxd1JHN3Z4MzdCa3laSi9iVnZCd2NHd3RMU3NVaDJ5QWs0VkNVWlZSdVBHamNFWVEzQndNSURTakZvdExTMHVnRkplMTZrQ2dnRGVoUXNYc0dQSERpNllYbmFNUkFNREE2eGN1VkptbTl6ZDNYSGl4QW5Nbno4ZjI3ZHZSMVpXRnA0OGVRSTNOemZVcWxVTGpSbzFRa0ZCZ2NoN1RoRFFFd1JUV3JkdWpZRURCd0lBMXExYmg5VFVWRnk4ZUZGcXRxU2tMTWNHRFJvZ01URVJlL2Z1QlFDMGFkT0dXMVpTVW9MWHIxK0xaRGNDcGQycFhycDBDZWZPbmNPUkkwZmt6dklWSE9kWHIxNmhaY3VXS0N3czVMbzJsWmF4MnJOblR4Z1lHTURmM3g5TGx5NFZXeDRZR0lqaTRtS3hCdzlrQ1F3TXhLVkxsK0R1N281NTgrWmgrZkxsY0hGeHdiMTc5eVJlaTF1M2JzV2NPWFBFOWtQNHRUd1pxazVPVHJDeXNrTHo1czBSR2hxS1hidDJ3ZEhSRWNPR0RaTXJnMCtndkM1UTVlbld0WDc5K25CM2Q4ZmN1WE14ZCs1Y0FJQzF0VFd5c3JMZzZ1b3FjdDBMZjlZS0V3UXBsWlNVVUZ4Y0RBQTRmUGd3N08zdFpXWUpWc1REaHcvUnFWTW5BQlViVDFGQXVCM0NBVWRUVTFNb0t5dHpYYzBDUUdSa0pBb0tDdVFLS0JOQ0NDR0VFRUlJS1I4RkVna2hoUHluRkJRVTRQcjE2d2dORFVWaVlpSStmUGlBL1B6OEdtM1RtVE5ucXEydXNvR0Nzdno4L0pDUmtWRnV1WjkrK2tudWJjNllNVU5zWHBNbVRYRDU4bVZNbkRnUmE5YXNnYUtpSW5jRDM5UFRFNjFhdGNMKy9mdWhvS0FnY25OYlQwOFB4NDhmeDl1M2IzSHExQ21zV2JNRzllclZ3Lzc5Ky9IYmI3OEJBUHIzNzQ5NTgrWmgwNlpOMkxScEU0WVBINDVEaHc3SjNWNVNOWFhxMUtud09nRUJBUmcrZkhpNTVjYU5HNGR4NDhaSlhjNFl3L1hyMS9IcDB5Y0FRSWNPSFhEbHloVnV1YnpkbEFvQ09Jc1hMMGJ2M3IxbGpwR1lsSlFrYzUvMTlmWGg1ZVVGR3hzYmpCZ3hBdG5aMlNncEtjR2dRWU1BbEY2dmpSbzFrcXRMMGVqb2FLeGF0UW9CQVFGbzBhS0YxTzQ4SlZGV1ZrWktTZ28zWm1OSVNBaTZkKzhPQUhqMDZCRytmUG5DdlJhWU9YTW1saXhaZ3JGang2Sno1ODdZdFdzWHhvOGZMeksyb1NCZzA3eDVjeTdUckRLVWxKVGc0T0NBUFh2MlNNeUEzTDkvUDdwMzd5NTNSbDlxYWlxY25Kend2Ly85and2TVRwZ3dBVnUzYnNXZmYvNko1Y3VYaTYzeisrKy80NWRmZmtGZ1lDRGMzTnhFbHBXVWxJQXhCZ1VGaFhLM3JhT2pBeDBkSGZENWZOamIyNk5ObXpiWXNXTUgzcjkvWDZFZ1dYbEJPbm5IaDF5MmJCa21UcHlJUm8wYUlTc3JDMXBhV3VEeGVBZ0tDc0w2OWV0eDh1UkpuRGx6QmtlUEh1WFdrVFNlNU5PblR5Vm1qTXA2d0VLZWh3ZGNYVjJ4YytkT0ZCVVZvVU9IRHRpeFl3Y2FOR2dnVnU3OSsvZVlPWE5tdWZVSlUxVlZSZWZPblhIbnpoMHVrSGoxNmxXMGI5KytVcDlWaEJCQ0NDR0VFRUxFVVNDUkVFTElmOEw3OSsreGV2VnErUG41SVRNenM2YWI4OVdzWGJ0VzV2SnIxNjRoSXlPajNISmxPVGc0VkRpN1EwTkRBOGVPSGNQdTNidngrKysvYy9QLyt1c3ZxS3VyUTFOVGt6c1hndkd2QksvMTlQVGc0T0NBZ29JQ1RKdzRFUm9hR3R5eXJsMjc0c3FWS3dnSUNJQzN0emZYQldwVjZlam9JQ01qbzFycUtvL3dqWGtURXhPdVM3NnZyYUxkbWdwMzlTbzROcDgvZjVaYS90V3JWekEzTnhkWlQwOVBEeDA2ZE1DZVBYdWtycGVhbW9wRml4Wmg2dFNwNk5hdG04dzIvZjMzMy9qdHQ5OXc3Tmd4OU8vZkh6WTJOdHk0ZUdXN1dCUjQrL1l0ek16TVJPWWRPSEFBWjgrZVJXaG9xTXp0NmVycWNzR2xCdzhlUUVsSlNheWJTV3RyYTFoYlcyUFNwRWxvMDZZTkxDd3NZR0JnQUFCd2NYR0JnNE1EVHA4K3pRWERKY25PenNiWXNXTlJVRkRBalcwb0syUE4yOXNienM3T0lzR294WXNYSXk4dkR5Tkhqc1RwMDZjeGYvNThBS1ZqTmhvWUdLQno1ODVpOVppYm0rUGh3NGNZTjI0YzdPenNvS1dseFkxdGFHcHFpc0RBUURSdDJoUXFLaXJjR0lobEExdVNnbEtTekprekIxNWVYdGk5ZTdmSUF3amg0ZUc0ZXZVcWpoMDdKbGM5akRFNE9EaWdidDI2Y0hOemc1K2ZINERTekRwdmIyOE1HREFBbHBhVzZOT25qOGg2dXJxNjBOWFZ4YU5IajdoNVpmZkYyZGtaenM3T1V1ZjkvdnZ2T0hEZ0FJcUtpakJtekJna0pDUmc0OGFOME5EUWdMR3hzY1RnWUhoNE9Nek56WEhseWhVTUdEQkFaSm1nN1pKRVJVV0J4K1BoK1BIalVzczBiZG9VdFd2WFJuSnlNZ0FnTmpZV0dob2FlUGZ1SGRUVTFOQ3JWeStvcWFuaHlKRWpPSExraUVoM280d3g1T1RrY0dPYWxoM3JVRURXK1pVV0RQMzQ4U09PSERrQ0FEaC8vang4Zkh3UUV4UEQ3VzllWHA3WU92cjYrdkR6ODBOTVRBeFVWVlZGc2ltbGpaRUlBQU1HRElDL3Z6L1dyVnNIQURoOStqUVhWQ1NFRUVJSUlZUVFVblVVU0NTRUVQSkRLeW9xd3A5Ly9vbjE2OWZqeTVjdk5kMmM3NWFKaVFsMGRIUzRURENnZEt3dEFDTHpKTEcydGhiSk9tellzQ0gzZjJOajQzSzN2WEhqUm9uejA5UFQ0ZWpvS0xXN3ZvcDYrZkpsbGNjUGxKZWxwU1UzVHVLdVhidXEzTjNvMXlJcG8wZWVMQi9oTXZIeDhUQTJOc2FVS1ZPa2xrOUlTTUNpUll2UXQyOWYyTnJhU2kzMzZORWpYTHg0RVlHQmdUaDI3QmhjWEZ4Z1oyZUg5UFIwQUJBYjYwMGdKeWRINUhWSVNBZ21UNTRNVjFkWExtZ25qYXVySy9idTNRdGxaV1VVRkJUZzExOS9sWmdodG4zN2RyUnAwd1pYcmx6QjRjT0h1Zm4yOXZidzh2TEM3Tm16TVhqd1lHNXNQbUhGeGNXd3M3UER5NWN2UmViSHhzWkt2YjRGZ1NQaHJqU0xpb3JnNE9DQUtWT213TUxDQWk5ZXZFQ3JWcTF3NE1BQldGdGJTODIyMDlmWHg4V0xGN0Zueng0TUd6Wk1wRnpUcGsyNWdLWmdXNEpNeWJkdjMyTHc0TUdJam82R29xSWlDZ29LWkk1ZjJxaFJJOHllUFJ0TGxpekIwS0ZEMGFSSkV4UVVGTURaMlJtZE9uWEMyTEZqcGE0cmJOR2lSYmh4NHdZaUl5UEZNdUlzTEN6ZzR1S0MwYU5ISXl3c3JOeXVqd1g3RWhrWmlRa1RKdURreVpNaVl6NmFtcHJDM2QyZGExdnQyclZSWEZ5TUtWT21WR29NeTdKa1plREtVK2IzMzMvSHdZTUh1ZGRkdW5RQkFGeS9maDE5Ky9aRldsb2E5UFQwWkk0TEt1aWFWcGJMbHkraldiTm0zT3U0dURpdU8rdXlwazJiaHYzNzkzT3ZZMkppSkk1TktrdXJWcTFFcm0xcFl5UUNnSldWRmRhc1dZTkhqeDZCeCtNaEtpcEtab0NXRUVJSUlZUVFRa2pGVUNDUkVFTElEeXNqSXdOang0NUZVRkFRTjQvSDQ4SGMzQnlEQmcxQ3MyYk5VTGR1WGFpcXF0WmdLNzhmMHJKVjVERjkrblNwV1pCLy9QR0hXQWFRTEx0Mzc4YW1UWnU0MS9KMFJVZ3FSeENnQTBxekU4ZVBIdzhORFEwY1AzNGNDZ29LbURoeElyWnUzUW9EQXdPY1AzOGVVNlpNNFFKRkF0cmEydFhXbmpsejVzRE96bzdyRnJGOSsvYUlqSXprc3BYa3plejgrZWVmRVJnWXlJMUxLQ0FJWHFpcHFTRW9LQWg5K3ZUQnJGbXowSzlmUC9CNFBCZ1lHSWhsdVFrWUdocGkwS0JCOFBQejR6SzhCRFp1M0lqZXZYdGorL2J0V0xCZ2dkaTZIaDRlQ0F3TWhMZTN0MGpBdFhQbnptSkIwTEtFdTZITXljbEJibTR1OVBYMTBhcFZLM2g2ZW1MbzBLR0lqWTJWbWRVR2xHYnpsZGZsY2V2V3JVV0NUb0ovVzdWcXhmMi92S0NVdTdzN3pwMDdoMUdqUnVIR2pSdVlNMmNPbmoxN2h2RHdjTG5leXp0MjdNQ0dEUnR3Nk5BaHNTeFRnVFZyMXVEV3JWc1lQSGd3Z29PRDBhaFJJNW43QkFESGp4K0hzckl5aGc4Zkx2YWRZR2hvS0pJZDZ1TGlna09IRHVIQWdRTWkyZGFWSVMyakx5OHZEL1hxMVVOR1JnWldyRmdCZDNkM3FYVWNPSEFBaVltSlhOZW14Y1hGNk5teko4TER3NUdXbG9hbVRac2lOemNYUUdsd3VrT0hEdHhyUUw3dVNSczNib3dXTFZwd3IyVjFkNnFvcUlpMWE5ZWlWNjllNk5tekovZCtZSXpoMUtsVHNMUzBoTDYrUG9EUzcrVG56NS9MUFY0a0lEcEdJbEQ2UHVuVXFSTTJiTmdBQlFVRjlPL2Z2OXo2Q0NHRUVFSUlJWVRJandLSmhCQkNma2paMmRubzNiczNuajU5Q3FEMHhxYWpveU9XTFZ1R0prMmExSERyUkZWWGQ1cTZ1cnJWV3ZibXpadG8xNjZkeUx4Qmd3WmgvUGp4M0d0SFIwY01IVG9VTmpZMkFBQi9mMytjTzNjT0J3NGNFQ2tqUzBGQmdkUk1NbW5seWI5RGtLRjU1c3daekpneEE5MjdkOGV4WThlZ29hR0J2THc4WExod0FkdTNiNGVPamc0Y0hCelFxbFVyakI4L0hvOGZQOGIyN2R0RkFnOVZsWk9UZzdkdjMrTHc0Y01pMTR1YW1ob2FOMjRzMG0za2d3Y1BZR0ZoZ2V6c2JQQjRQT1RsNWVIMjdkdFFVVkhoMWhzd1lBQmlZMlBGdHZQKy9Ydms1K2NqSVNFQmRldldoWktTRWpwMjdNZ3RmLzM2dGNRZ1JWUlVGRTZlUEFrREF3TzR1TGlnYjkrK1hMQ2tWNjllOFBmM3g5Q2hReVh1VzkrK2ZXRnFhb3FlUFh1S3pNL096a1p5Y2pLK2ZQa2lscEVscVd0VEFGekc0NUlsU3pCeDRrUmN2bndadzRjUEY5bUh5aExPRUFOS014S0IwdXhrNGU1ZUd6ZHVMREh6RWdEVTFkVng2dFFwOU96WkV5WW1KdmowNlJQMjc5K1BUcDA2bGJ0OUh4OGZ1THE2WXNHQ0JYQndjSkJhVGsxTkRlZlBuOGRQUC8wRUN3c0xCQVlHb2syYk5sTEw1K1hsWWZmdTNSZzJiSmhjRDVhMGI5OGVCdzhlaElPRFE1VURpZEo0ZTNzakl5TUQ0OGFOdzhhTkd6RisvSGk1eDQrc1hiczJEQXdNc0c3ZE90U3BVd2VHaG9aY1pxdmdQTWtUUEt3c0x5OHZBT0xYUzBwS0NrYVBIbzJZbUJqdXZRR1VmZ2NLZDRjczZQcTZJdjczdi85eDMwTTNidHlvWk1zSklZUVFRZ2doaEVoQ2dVUkNDQ0UvcEZXclZuRkJSQU1EQTV3NmRVcHFKdEdQb3J4c0lxQjBQSzZNakF5NXlnckdlQlBXckZrempCdzVVbVJleTVZdHVYbFBuandCQUxFeXNuaDVlWEUzbnNtM0pTUWtCQ3RYcnNTTkd6ZXdaTWtTckZtelJ1d0dmOWtBbDVtWkdUUTBOR0JxYW9xeFk4ZkMwOU1UUmtaR1ZXNkxwcVltSWlNam9hZW5KeEtnNk5peEk2S2lvaVN1SXluRFRSQjRTMDlQRjhscUtrdFdnS2hzOEM0L1B4OFRKa3lBaVlrSnpwNDlpMDZkT21IR2pCa2lXWUN5eGtjVWZEWWxKaWFLTFpzM2J4N3UzcjJMc0xBd2tlQkxlZXp0N2JGbXpScThlUEVDSjA2Y2tIczlhYkt6czZVZUwrR3VRQUZJSEF0UW1KS1NFcG8wYVlMSGp4OURSMGVIeXpDVlplZk9uWmc1Y3lZY0hCd3dkKzVja1dzZ0tTa0pnSGhBOCtMRmkramZ2ejk2OXV5Si9mdjN3OHJLU21MZHMyYk5RbEpTRXR6YzNNcHRCd0JNblRwVnJuS1Y5ZlRwVXl4YnRnd2pSb3pBdm4zN2NPL2VQZnoyMjIrNGZmdTJYQStCUkVkSHc4N09Eak5tek1DWU1XT3dZTUVDa1N4dVFIVGNRMmxaa2NMaTQrTmx2cGJIeTVjdm9hcXFLdGJkYk5udWhXZlBubzJ0VzdlS3pFdE1URVJDUWdJU0VoTHc0TUVEQUVDblRwM1F1SEZqbkQxN0ZqMTc5b1NLaWdxMHRiVmxkcTlMQ0NHRUVFSUlJYVRpS0pCSUNDSGtoeFFaR1FtZ05CZ1dGaFpXclpsUjN5cHBYWWNLdTNidEdqSXlNdVFxKzI5WnZIZ3g1czZkSzNmNWJkdTJZZlhxMVYreFJVUmc0OGFOU0V4TXhOV3JWOUd2WHorNHVMaHd5L0x6ODJGc2JJeUlpQWlScmlOVlZGU2dwNmVISTBlTzRQRGh3M0tOcVNndlBUMDlzWG1CZ1lFaVdhcWZQbjNDTDcvOGdxWk5teUk3T3h2Ky92NFNzNXNNREIxYVkza0FBQ0FBU1VSQlZBd2tCbEFTRWhMUXRHbFRCQWNIeXoxMjVZd1pNL0RzMlRQY3ZIa1RMVnUyeE9yVnF6RjM3bHpZMk5oZzlPalI4dStnQk51MmJVTzNidDFnYlcyTksxZXVpQVNBWkRsMzdoeGlZMk9ocnE2T09YUG00TUtGQ3hLUFgzbldybDJMSjArZTROT25UMkxINjlXclYyalpzcVZjWSt3QnBjR2dEUnMyWU5ldVhkRFYxWVdYbHhmKy92dHZEQjQ4R0FNSERzU0NCUXZRdjM5L3NiSDA0dUxpTUgvK2ZJd1pNd2I3OSsrSG01c2IvdnJyTDdINnl3WTBHV01JRFEzRm9FR0Q4T0RCQXk2UWVPL2VQUURBbHk5ZnNHUEhEdXpac3dkejU4NUZyMTY5S25Sc3ZvYm82R2dNR2pRSTJ0cmE4UGIyaHJxNk9ueDlmV0ZoWVlFK2Zmb2dJQ0JBWWxhOUlPTnd4WW9WdUhUcEVtN2V2SW5wMDZmRDBOQVFucDZlOFBUMEJQRC8zWUxLRXp6TXpNekV4NDhmQVFCRGhneXA4cjVkdlhvVitmbjVPSHYyTEt5dHJibjU5Ky9mRjhtMkZHUU9Pems1Y1dQSk5tclVDTFZxMVVLTEZpMjR6NVFsUzVhZ2E5ZXV5TW5KZ1pXVkZVeE1USkNXbGdZYkd4dWNQWHRXckl0aFFnZ2hoQkJDQ0NHVlE0TUtFVUlJK1dFcEtpcmkxS2xULzRrZzR2ZHM3ZHExcUZPbmp0d1RCUkgvUGYvODh3K2VQSG1DZnYzNkFRQ01qSXk0eWREUUVBQlFwMDRka2ZtQ1lKVzl2VDB1WDc0c2tpRW1UVjVlSG9ES2pYZFp2MzU5R0JzYnc5allHSW1KaVJnL2ZqeDY5KzZOOFBCd3RHalJBbzZPamlnc0xPVEtWTGZseTVkai8vNzlXTE5tRFpkWk5XdldMSFR2M2gydlg3K1d1QTZmejVkN1gzVjFkWEh5NUVrMGFkSUVoWVdGM1B6aTRtS3A2OXk5ZXhkMmRuWVlQSGd3N3QrL2o3ZHYzNkpUcDA0NGV2UW84dlB6MGJCaFEvajQrSWgxWFF3QUh6OSt4T3paczdsZzFhRkRoNkNnb0NCWEZyTWt4Y1hGQ0FvS2dxMnRMWm8xYTRiZHUzZkQyZGtaejU4L2g3T3pNeDQrZklnLy8vd1RFUkVSR0Rod0lGcTJiSW5seTVmajBhTkhYQjNObWpYRC9mdjNjZlRvVVNncUttTHIxcTFnakhIVDRjT0hBWlNPenlnOEh5ak5tSDMwNkJFOFBEd0FBQWNQSHNTV0xWdlFvRUVEdUxtNXdkblpHWC85OVJjWGFDdHI1TWlSWWxtM0ZTVzR2c3NHU0lXVmxKUmcxNjVkNk5HakJ4UVVGSEQxNmxWdXpNOHVYYnJnN05temlJdUxRNGNPSGVEdDdTMTIvaU1pSWdBQSsvYnR3N1p0MitEcjY0djY5ZXRqMTY1ZDhQRHdrSG05Q0JPTWZYajY5R21ZbUpnZ0lDQUFyVnExUWx4Y25NaXhGVDdHOGlncEtZR3ZyeS9NemMxaGIyOFBQejgvYnBtR2hnYTB0TFM0U1JCSTdOR2pCK2JObTRjYk4yNGdLU2tKZkQ0ZkR4NDg0SUxJTmpZMjBOWFZ4ZENoUTVHWW1JaUFnQUNjUDM4ZTRlSGgrUFhYWC9INTgyZTUyMGNJSVlRUVFnZ2hSRHJLU0NTRUVQTERjblIwL09HN00vMFJ1TGk0d01uSlNlN3krL2Z2bDVpTlJLcWZtcHFhek9BSElONjFxYkRQbno5TDdDSTNNVEVSbXpkdmhyYTJObFJVVkhEOStuVUFxRlFYcUltSmliaDA2UktPSERtQzI3ZHZ3OFhGQlJzM2JvU3lzakpPbno0Tkp5Y25tSm1ad2RiV0ZxTkdqWko3SEx5K2ZmdktYQjRaR1ltTWpBeXNYcjBha3lkUHhvSUZDN2hsaW9xS3VIMzdOcGM5ZVBmdVhadzlleGJhMnRySXo4L0hqaDA3Skk2ektFMm5UcDNnNmVtSjA2ZFBvMWF0V3VEeGVEaHk1QWhxMWFvbFZqWWtKQVFqUm95QXNiRXhmSDE5b2FPamcwZVBIbUgyN05tWU1HRUNwazZkaXM2ZE84UFkyQmlQSHo4V0Nkd1VGaGFpY2VQRzhQYjJSdmZ1M2VIbTVnWXJLeXMwYk5nUU1URXhjbytSQ0FDdFdyWEN3b1VMY2VqUUlTUW5KNk4yN2Rwd2RYWEZuRGx6MExCaFE2NmNxcW9xRmk5ZURHZG5aK3pjdVJOZVhsNVl2WG8xVnE5ZWpWNjllaUVrSkFTS2lvcG8xYXFWM01lckxFRkc2czJiTnpGMTZsU3NYcjBhdi96eUN5d3RMZkgyN1Z0TW56NGQwZEhSVUZWVmhZcUtDbFJVVktDc3JJeWlvaUw4OWRkZnlNL1BSM1IwTlBMejg2R3VyaTV6dkVVQmQzZDNLQ2twUVZsWkdmNysvZ0FrZHhkZFVsS0NjK2ZPWWZYcTFYanc0QUVHRFJxRVE0Y09jWUY2Z1lFREIrTE9uVHNZTzNZc25KMmQ0ZW5wQ1JjWEY5amEyc0xJeUFpdlg3OUd3NFlOY2ZIaVJlam82TURHeGdiYnQyOUgvZnIxTVhic1dCdzllaFQyOXZZd016TkRjSEF3UWtORFVWSlNnb0tDQXVUazVHREFnQUhRME5EZ3hoY01DQWpBNHNXTDRlTGlJckhMMTZTa0pPVGs1RUJMUzRzTG1BdU84NHNYTDVDVGs0TzdkKzl5V1lGSGpoekI2OWV2RVI4ZmoyUEhqc0hlM2g3ZTN0NEFTck1rQlo4emdqWVZGQlJnOHVUSk1vL3h2WHYzWUdkbmgvejhmRnkvZmgyTkdqVkNvMGFORUJnWWlDRkRocUJEaHc3WXVYTm5oYnJhSm9RUVFnZ2hoQkFpamdLSmhCQkNmaGpDMlJFOEhnL0xsaTJyd2RiOEdGSlNVbkRnd0FIdTlmMzc5OFV5ZCs3ZXZjdk5DdzhQQndDeE1zTHJ6WnMzVDJSWlVWRVI4dlB6NVc2VElHT0cvRHVlUDM5ZTZYV2xqZWVtcTZ1TExWdTJjSy9WMU5UZzRPQ0EzcjE3VjZqK2pJd010R3JWQ2twS1NoZ3paZ3gyN05nQk16TXpicm1LaWdvT0hqeUlNV1BHWVBueTVZaUlpTUNvVWFPcXRFOEN4c2JHVUZGUndhWk5tL0RISDMrSUxSZnVnclNrcEVTa08rR1dMVnRpNTg2ZEZkNm12YjA5OTM5VlZWWDgrZWVmSXNzdlhyeUlrU05Id3NURUJGZXZYb1dPamc2QTBxelJZOGVPWWUzYXRiaDQ4U0lpSWlMdzZ0VXIzTDE3RjVtWm1jalB6d2RqREVwS1N0aTZkU3MrZnZ3b2R1NWtqU2RadGt0UkFNakt5a0tYTGwwUUdob0tEdzhQakJzM1RtSVhzd0k2T2pwWXZIZ3hGaXhZZ01EQVFCdzllaFJMbGl5Uks2TlZYbncrSHdNSERzVGl4WXZCNC9FUUdSbUpsU3RYd3NuSkNTa3BLWEpsN1MxWXNBRHIxNjh2dDl5bFM1ZHc5KzVkQUtYWHdzU0pFOFhHN2t0S1NvSzV1VG5ldkhtRDVzMmJ3OWZYRjdhMnRsTHI3TkNoQTZLaW91RHA2WWtOR3paZ3pwdzUrUHo1TTlhc1dZTjU4K1poN05peE1EWTJocFdWRmRxMWF3ZGJXMXNvS0NnZ05qWVd1M2J0d3NXTEY3RjM3MTZrcDZmank1Y3ZLQzR1aHFLaUl0cTFhNGNSSTBZQUFHclZxb1VlUFhwZzM3NTlNZ09tdDIvZnhwZ3hZN2pYelpvMTQ4YkZuRDkvUHM2ZlB3OEFtRFJwRWxKVFV6Rjc5bXpNbkRrVDlldlh4N3g1OHpCa3lCRHMzTGtUcWFtcCtQMzMzNUdUa3lOeS9ILzk5VmNFQmdiS1BNYno1czNqeGtBV2ZnaWhWNjlldUhYckZteHRiZVVhVTVJUVFnZ2hoQkJDaUd3OFZwRSthUWdoaEpCdldQdjI3ZkhreVJNQWdKbVpHYUtqbzJ1NFJmTEp5TWo0MTdiVnZYdDN2SHo1RXVucDZYS1ZmLzc4T1hyMjdGbXRiUkRlZGxWdThzcTdEeFVoQ0x4OGJaYVdsdHpZWHhVWmkrOUhVMUpTZ3BLU0VybkcxeFAyNWNzWFJFUkV3TkxTRWsrZlBrWExsaTI1ckRwWjB0TFNLalZPWUhWZ2pLR2twQVE4SGs5cXQ2WmZ2bnlCdjc4L2JHMXRKUjZUOVBSMGJpdzhiVzF0c2ZFU0N3b0tzSEhqUnJpNHVLQjI3ZHJWdnhQZnFQajRlSVNHaHNMT3pxN2NETnFzckN5Sm1aeEE2ZldZbjUrUHdzSkNrVzVrZVR3ZVY2K1dscGJJY1E4SUNFQ2JObTNRckZremlmV1ZsSlJBVVZGUmFydDI3dHdKZlgxOVdGbFpWZWg5d09memNmWHFWVzdjUjJFdlhyeUFwcWFtU09abmRTc3FLa0phV2hvWVkrRHhlREF3TU9DdTYrVGtaR1JtWmtKSFJ3ZDE2OVlGVVBwZFlteHNESFYxZGFsMUZoY1hvN0N3RUR3ZUQ4ckt5bExmSnprNU9iaDE2eGE2ZCs4T2JXMXRxY2V0cEtTa1V0MGxFMElJSVlRUVFzaC9BYSs4SDlEQ1pTbVFTQWdoNUVkaGJHeU1OMi9lQUNqdDF0VEh4NmVHV3lTZmJ6bVErTFZaV0ZqQXlja0pFeVpNa0h1ZG8wZVB3dHZiRzdkdTNhcjI5bEFna1JCQ0NDR0VFRUlJSVlUODZDb1NTS1N1VFFraGhQd3doTHZIckZldlhnMjI1TnNWRVJGUjAwMFFVWmxnb0oyZEhlenM3TDVDYXdnaGhCQkNDQ0dFRUVJSUljS29yeGRDQ0NFL0RPRkFJbzJMUkFnaGhCQkNDQ0dFRUVJSUlWWHozV2NrOHZsOGVIcDY0dXpaczNqOStqVnljbkpxdWttRUVQSmQwZFRVUlBQbXpURnk1RWpNbXpjUDJ0cmFOZDJrU2hQdXJidnMyR0dFRUVJSUlZUVFRZ2doaEJCQ0t1YTdEaVJldlhvVmt5ZFB4dHUzYjJ1NktZUVE4dDNLeWNuQjQ4ZVA4Zmp4WXh3OGVCRDc5dTNEZ0FFRGFycFpoQkJDQ0NHRUVFSUlJWVFRUW1yWWQ5dTE2ZFdyVnpGdzRFQUtJaEpDU0RWNisvWXRCZzRjaUd2WHJ0VjBVd2doaEJCQ0NDR0VFRUlJSVlUVXNPOHlrTWpuOHpGNTh1U2FiZ1loaFB5d0prMmFCRDZmWDlQTklJUVFRZ2doaEJCQ0NDR0VFRktEdnN0QW9xZW5KMlVpRWtMSVYvVDI3VnQ0ZW5yV2RETUlJWVFRUWdnaGhCQkNDQ0dFMUtEdk1wQjQ5dXpabW00Q0lZVDg4TTZkTzFmVFRTQ0VFRUlJSVlRUVFnZ2hoQkJTZzc3TFFPTHIxNjlydWdtRUVQTERvODlhUWdnaGhCQkNDQ0dFRUVJSStXLzdMZ09KT1RrNU5kMEVRZ2o1NFdWblo5ZDBFLzR6ZUR4ZVRUZUJnTTRESVlRUVFnZ2hoQkJDQ0NGbGZaZUJSRUlJSWVSSG9xQkFYOGZmQWpvUGhCQkNDQ0dFRUVJSUlZU0lvanRtaEJCQ1NBMVRWbGF1NlNZUTBIa2doQkJDQ0NHRUVFSUlJYVFzQ2lRU1FnZ2hOVXhWVlpXeTRXcVlnb0lDVkZWVmE3b1poQkJDQ0NHRUVFSUlJWVI4VStpdUpTR0VFRkxEZUR3ZU5EUTBhcm9aLzJrYUdobzBSaUloaEJCQ0NDR0VFRUlJSVdWUUlKRVFRZ2o1QmlncEtVRkxTNHN5RS85bENnb0swTkxTZ3BLU1VrMDNoUkJDQ0NHRUVFSUlJWVNRYnc3ZE5TT0VFRUsrRVVwS1NxaFZxeGJ5OC9OUldGaUlrcElTTU1acXVsay9IQjZQQndVRkJTZ3JLME5WVlpVeUVRa2hoQkJDQ0NHRUVFSUlrWUlDaVlRUVFzZzNoTWZqUVUxTkRXcHFhalhkRkVJSUlZUVFRZ2doaEJCQ3lIOGM5WjlHQ0NHRUVFSUlJWVFRUWdnaGhCQkNDQkZEZ1VSQ0NDR0VFRUlJSVlRUVFnZ2hoQkJDaUJnS0pCSkNDQ0dFRUVJSUlZUVFRZ2doaEJCQ3hGQWdrUkJDQ0NHRUVFSUlJWVFRUWdnaGhCQWloZ0tKaEJCQ0NDR0VFRUlJSVlRUVFnZ2hoQkF4RkVna2hCQkNDQ0dFRUVJSUlZUVFRZ2doaElpaFFDSWhoQkJDQ0NHRUVFSUlJWVFRUWdnaFJBd0ZFZ2toaEJCQ0NDR0VFRUlJSVlRUVFnZ2hZaWlRU0FnaGhCQkNDQ0dFRUVJSUlZUVFRZ2dSUTRGRVFnZ2hoQkJDQ0NHRUVFSUlJWVFRUW9nWUNpUVNRZ2doaEJCQ0NDR0VFRUlJSVlRUVFzUW8xWFFEZmlScWFtckl5OHVyNldZUUlwT1NVdW5idnFpb3FJWmI4dThhT0hBZ1RFMU5FUjhmai9Qbno1ZGJYbEZSRWRPbVRZT1NraEtpb3FJUUVoTHlMN1NTRUVJSUlZUVFRZ2doaEJCQ0NQbDJVRVppTmREVzFzYml4WXNSRXhPREVTTkcvS3ZiTmpFeEFaL1BCNS9Qci9hNjkrL2ZqLzM3OStPMzMzNHJ0NnlCZ1FFaUlpS3daY3NXZE9qUW9VcmI3ZGl4SXdJREE5R2dRWU1LcmRlMWExY0VCd2VqZCsvZWNwVlhWVlhGOCtmUGNlVElFV2hxYWxhbXFRQ0F4TVJFSkNRa1ZHZ2REUTJOU20rdnF0TFMwcENXbGdZVEU1TWFhOE8vemNqSUNJY09IWUtIaHdlVWxaWGxXc2ZSMFJIcjFxMkRoNGNITWpNejVkNVdqeDQ5b0tpb1dLbDIzcng1RXpkdjNrUy9mdjBxdFQ0aGhCQkNDQ0dFRUVJSUlZUVFVcDBvSTdFYThIZzhUSmt5QlhwNmV0aXdZUU91WGJ1R25KeWNtbTVXbFJnWUdHRFVxRkZRVWxKQ1ZsWVdUcDgrTGJQODhPSEQwYnAxYTdSdTNScisvdjZWM3E2T2pnN09uajBMWFYxZFhMbHlCYU5HalVKc2JHeTU2eWtySytQdnYvK0dtWmtaQWdNRFlXMXRqU3RYcnNoY3AydlhybWpRb0FGeWMzT3JkTDYwdGJWUlhGd3NkL2xSbzBaaHk1WXRzTFcxeGQyN2Q4V1dOMm5TQktxcXFwVnVqNEE4eDYwc0F3T0RTbWZlOWV2WEQ4bkp5ZHhyQlFVRjFLcFZxMUoxWldkblYraVlsc2ZEd3dPYW1wcTRmLzkrdWRjeUFHaHFhbUx4NHNVQUFIOS9meng2OUVpdTdVeVpNZ1diTm0xQ1dGZ1lKaytlalBmdjMxZW9uUjA3ZGdRQTZPbnBWV2c5UWdnaGhCQkNDQ0dFRUVJSUllUnJvRUJpTmNqTXpNVHExYXV4YmRzMjFLOWZId3NXTE1DS0ZTdHF1bGxWWW1WbHhYV0J1WHYzN25MTGp4dzVFZ0R3L3YxN2hJYUdWbnE3R1JrWmNIRnh3WUVEQjlDd1lVTUVCUVZoNU1pUmlJcUtrcm5lSDMvOEFUTXpNd0RBaVJNbnlnMGlBb0NGaFFVQTRPelpzNVZ1YjBYcDZ1cGkrL2J0ME5iV3hxbFRwekIwNkZDeGZUdHg0Z1JNVFUycnZDMXRiZTBLcjZPb3FJaEdqUnBWYW51QzYwV2dSWXNXdUhmdlhxWHErdm5ubi9IdzRjTktyVnVXalkwTnhvd1pBNkEwU0N1clRjbkp5Umd5WkFqbXpKbUR1blhyQWdETXpjMXgvLzU5bWR2dzh2TEN2bjM3a0pLU2dyeThQUFRzMlJPaG9hRndjbktTNjFva2hCQkNDQ0dFRUVJSUlZUVFRcjVGRkVpc0pvY1BINGF6c3pOTVRVMHhjK1pNSERod0FQSHg4VFhkckVwemNIQUFBSVNFaE9EcDA2Y3l5eG9hR3FKUG56NEFBRDgvUDVTVWxGUnAyK2ZQbjhla1NaTnc0TUFCNk9ucDRjS0ZDN0N5c2tKRVJJVEU4bVptWmxpNGNDRUE0TW1USjNCMWRaVnJPME9IRGdWUUdyZ3I2K3pacytqU3BZdkl2TEN3TUN4ZHVsUmlJRXBSVVZGaTk3SmxnM25wNmVsd2NIREFQLy84QTIxdGJadytmUnEvL1BKTHBiSUh2elk5UFQyNXhsSDhHdDNxVmlZclVsSjcyN1JwZzcvKytvdDdiV0JnQUFNREE2bDFhR3Bxb2tlUEhwZ3padzQzcjE2OWV1VnVXMTlmSHdCdzVzd1p4TWZIdzlmWEZ3MGJOc1RKa3lleGZ2MTZyRnUzRG95eGl1NFNJWVFRUWdnaGhCQkNDQ0dFRUZLaktKQllUWXFMaStIdTdvNzE2OWRqdzRZTmVQZnVYVTAzcVVKVVZGUzRiaWhidDI3TmpYTjQ5T2hSTGtnaUxEVTFsZnUvblowZGw0MTIvLzU5dEduVFJ1YTJQbno0Z0l5TURKbGx6cDQ5aXhrelpzRGIyNXNiZzFMU1dJM0t5c3JZdFdzWFZGUlVrSmFXaG5IanhpRTNOMWYyemdKbzNMZ3h0NDlsTThabXpKaUJXclZxaVFVQk5UVTFrWitmajVjdlg0ck1iOW15SlFDSXpHL1dySm5VY2ZLQ2c0UGg2dW9LYjI5dkdCZ1k0TXlaTXhnMGFCQVNFeE1CQUQvOTlGTzU3WmZHeE1TazBsbUExUzAyTnBZN2hvSmdZOWV1WGNXQ3BtcHFhdmowNlJNQW9HM2J0a2hPVHNiSGp4KzU0MWRlRjZlQ2NtVURkWTBiTjhicDA2ZWhwYVdGc0xBd2pCZ3hBdlhyMTBkQVFBQWlJeU14YWRJa3NhQjN2WHIxY1BQbVRTZ3JLeU1tSmdaOSt2UkJYbDRlcGs2ZGluWHIxbUhGaWhYNCsrKy9aYlluS2lvS0F3WU13RC8vL0lPMmJkdGk4ZUxGZVBIaVJaVzYvQ1dFL0hpRXU3RE95c3Fxd1pZUTh0K1ZuSndNZFhYMVN2WGlRTDRkcWFtcEVuK3ZFRUwrWGNYRnhWSi9BNWVVbEVCQlFVSHV1c3FXTHl3c1JHcHFLb3lNaktyY1RsSzlxdk84UzFKVVZDVFcreEVoaEJCQy9uMVYrMGIvUVJrYUdvTFA1MWQ0T243OE9JeU5qZUhsNVlXMHRMUUtyYXVtcGdZQUZkNm1jTkNvb3V0ZXYzNmRXM2ZJa0NHSWo0OUhmSHc4TGw2OHlNM2Z2WHMzTjE5NEVpYklYZ1NBWThlT0lUdzhYT1kwWXNRSXVjNkRyNjh2Rmk1Y2lQUG56MlBjdUhFU3l5eGF0QWp0MjdkSGNYRXhIQjBkOGZidFc3bnF0cmUzNS82dnJhMHRNcW1vcUdEZ3dJSFEwOU9EbnA0ZS92bm5Id0NsV1hKdjNyeEJseTVkUkNhZzlJOW40WG1abVpreXQzL3MyREZzMjdZTkFOQ3dZVVA0K3ZxQ3grUEoxZllmWFg1K1B2VDA5SkNmbnc4QTZOS2xDM1IxZFNWTzQ4ZVBCMUFhbkJZT09KcVltQ0F3TUJEMTZ0VkRiR3dzYkcxdGtaK2ZqNlNrSkh6Ky9CbFdWbGJZc21XTHlIWjVQQjRPSGp3SVEwTkQ1T2ZudzhuSkNYbDVlUUNBOFBCdzhQbDhyRm16QnZQbXpTdDNIejU4K0lEQmd3Y2pKQ1FFYTlhczRZS0kzYnAxay9tZUZOaS9mMys1NzE5Q3lQZE51QnZwNk9qb0dteUpmQklTRXJoeFhJWG5sVGNKNU9ibUlpTWpRK2IwdFJRVUZPRDE2OWU0YytlTzJMS3JWNitpUjQ4ZVZhN2Z4OGRIWm84TXUzYnRncVdsWllWNmJZaVBqMGZidG0xRjVzWEZ4YUZGaXhaeXJWOVNVb0pWcTFhSm5JZXlRa05Ec1dYTEZoUVdGb290ZS9Ma0NWcTNibzNzN0d5WjI0bU5qWVdXbHBiVTVTZFBua1JLU29wY2JaWWxPam9hOCtmUGw1amhyNlNraE8zYnQ0dk00L0Y0OFBiMmxsbm5oQWtUMEtKRkM1RUg1S3JEcGsyYk1HclVLSW5IOVdzSkN3dkR5cFVyNVM1dllHQ0FmZnYyaWN6THljbkI4ZVBIWmJZN09Ua1pMaTR1bFc1blpSMDRjRURpMzhwQlFVR29YNzgrZ29PRFphNy9yUjRmeGhpc3JLemc1K2NIQUVoTVRDeDNxbzVlTG03ZXZBazFOVFd4SGwvdTNyMkwzcjE3Uy95ODVQUDU2TktsQzA2ZE9sVnUvVC9hNTQrQWhZVUZBZ0lDcXEyK3g0OGZZK25TcGYvYVo0V2s4MzdzMkRGRVJrYUtsSHYzN2gwR0RCZ2d0WjdQbnovRDB0SVNUNTQ4RVpudjRlR0J3WU1IUzF5blg3OSttRDE3dGx6dEZQeTJGaDZDWk92V3JlamV2VHZpNHVMa3FrTWFkM2YzYis1M2QxRlJFYkt5c3ZEcDB5Y2tKQ1FnT2pvYVlXRmh1SHo1TXBLU2tzVEt2M2p4UXV5M2JFVjlhK2M5SmlaRzRubUppWW1Cc3JJeTl6b2pJd004SGc4ZlAzNHN0MDU1SkNjbnc5Yld0c3E5YWhGQ0NDSC9CZlJZRDZtU1gzNzVCYzJiTjYvUU9nVUZCV0x6eWd1TUNETFdwRkZVVk1TNWMrZWtMaDg2ZENodTNickZsWjB3WVFMNGZINjVQMUE3ZE9nQWEydHJwS1NraU4yZ3FpcDNkM2QwN3R3WnJWdTN4dHk1Yzc5YTE1Y3JWNjRVNmFwVG9Hem1ZdG1uOGNzYmwvSnJZb3doS1NrSnhzYkdhTktraWRRZmpPM2F0UU1Ba2U1MzlmWDFFUlFVQkQwOVBieDgrUktqUm8xQ2VubzZBQ0F2THc5MmRuWUlEUTFGbno1OVVLZE9IWHorL0puYjVxcFZxK0RqNDRQbHk1ZUw3UC9qeDQ5aGJXMk53TUJBOU9qUkEwcEtTdVYyKzVxVmxZVlJvMGFWbTFGSkNQbHYrdlhYWDdtYjFMNit2cGczYjU3SWpaSnZUVjVlbnRqM1F0T21UY3RkVC9EZDV1cnFLblpUdnF6bno1OUxYYWFxcWlxeXZTdFhydURMbHkvNDh1VUxjbkp5a0ptWmlZeU1ES1NucHlNOVBSMmZQbjFDY25JeVBuMzZoRStmUG5IdHVIWHJGbnIzN3MzVms1S1NncnQzNzNLdi9mejhwRDY4Sk16WDF4ZTJ0cllBU20rOFQ1a3lCWThmUDVaNlk2OWp4NDZZUG4wNmZIeDhNSG55NUhMckIwb2ZyQ25idmJ3Z0tDcE0ycFA2eWNuSk9IRGdBTHk5dlhINThtWHVPMU80TGljbko2U21wbUxNbURGbzBLQ0J5UEtnb0NEd2VEeXBOK2tMQ3d0UlhGeU12THc4NU9Ua2NBL2ZBT0Fla0V0TFM4UDA2ZFBSdkhsekJBY0hRMU5URTN2MzdvV1RrNU5jeDhESHh3ZU9qbzRBU3J1SDM3SmxDL1QxOWJGbzBTSzUxcGRseDQ0ZENBb0t3dno1ODZHdnI0L0V4RVM1eG9tVzUrKzFvS0FnM0xwMVM2NzM5TjY5ZStYcVNsNlM2ZE9uYy85LytQQWgzTjNkWVdwcXlvME5MVXRxYXFwWUx4NGxKU1hZdEdrVDFxMWJoMlBIamtrY3N6czlQUjA3ZHV6QWpoMDd4SmE1dWJuQjA5T3pFbnRTT2ZmdjM4ZVlNV013YnR3NDlPM2JWMmJaYi9YNDdOKy9IMmZPbk9IT3BUelhZRlpXRnJTMHRQRHg0MGU1dXVBWHREMHpNeE9hbXBwUVZsWkdTVWtKOHZQenhXNmUrL2o0NFA3OSsxeVBLOEl1WExpQUJ3OGV5SlVSOXFOOS9naUVob2FXKzd1MElsNjhlSUhObXpjakxpNE92cjYrY3ExVG5lZTl1TGdZZi83NUp6NS8vb3p3OEhEdWV6WW5Kd2ZYcmwzajZvbUppWUdwcVNuMytaZWZuNCtRa0JDUmgyZno4dkxnNWVVbE1aQ2VrcEtDMjdkdlkrclVxWEsxZTgrZVBVaE9Ua2EvZnYyNGVjN096dGk4ZVRNMmJkb2s4ZjMxTFV0UFQwZlhybDFSVkZTRW9xSWlGQllXb3FDZ0FBVUZCUkxmaHp3ZUR4b2FHdERTMHNLV0xWdkUvaTVSVlZYRmloVXIwTE5uVDVIZWpJcUxpeEVmSDQ4dlg3NGdKU1VGSHo5K1JGeGNISjQrZlFwZFhWMTRlWGx4NWI3Rjh5NlFtWm1Kc0xBd0FPQjZiYnAwNlJMWFJxQzBseWRkWFYwQVFPL2V2ZkhxMVN0MDZ0U3AzTG9aWStEeGVIaisvRGxhdDI2TnJLd3NIRDkrSEVlT0hLbHk1aVFoaEJEeW82TkFvZ1FwS1NubzJyV3IySHhIUjBlNHVMamd3NGNQY21mVkFhV0JxNUNRRUtpcHFXSGZ2bjNZdVhPbldCbEI5cFdrN1VyVHAwOGZiTjY4bVh0ZFZGUUVLeXNyZlBqd1FhNzFwWFVCYW1abUp2R0pyQ0ZEaG1EVHBrMGk4OXpjM0FDVTN2eXp0TFNVZW5QRndNQUF6NTQ5QXlBNWtQaHZHajE2Tk9yWHI0L05temVYKzVTcmg0Y0hlRHdlTm0zYWhHblRwc0hkM1YxaU9XbGpKQXJtU2VveXE2aW9DSTZPanREUTBPQ2UxalV4TWFuWXpnZ3AyK1ZxVmRXdFc3ZGE2NnVvdDIvZnd0allHSTBiTjVaYXBuMzc5Z0JLQTMwQ3FhbXBXTEZpQlNaT25BaHJhMnRrWjJkajc5NjlJdXQ5L1BnUmI5Njh3ZHExYThYcWZQRGdBZnIzNzQvKy9mdUxMWHY5K2pYNGZENjh2YjB4WmNvVXNlVU5HemJrZnV3QTR0MnlSa1ZGU2J6cEpDQzRpZTdtNW9iQXdFQ3A1UWdoMzc5aHc0YkIyTmdZQ1FrSmVQTGtDZWJObXdkUFQ4OXZPcGdvaWVCR1RGbUNtMDhDbXpkdmhxT2pJeXdzTEVTZXJuLzE2aFUzVDlhTjBiWnQyNG84QVQ5bzBDQ1I1ZXJxNnREUjBlRXkxdlgxOWRHOWUzZlVxVk1IZGVyVWdaR1JFWXlNak9UTzVoTjhIa2RGUmNIVzFoWlhyMTdsYm5TWC9SeTNzTERBL1BuenNYNzllblRvMEFHT2pvNklpWWtSS1ZPN2RtMk1IVHNXeGNYRllzdVVsWlc1aDdJTURBd1FIaDR1ZHp2VDA5TXhldlJvbUp1Ync4UERRMlJadlhyMUVCSVNnajU5K3NEUzBoTEJ3Y0hjOXlZQXJGcTFDckd4c2JoeTVZcllUWHlnZEF6cExsMjZJQ1ltQmdvS0NoZ3laQWozOThybXpadHg1ODRkSEQ5K25DdXZycTdPL1Q4M054ZHFhbXBjenc2REJ3K0d0YlUxenA4L0R4c2JHNUZncmpTU2pyTzd1enVXTFZ1Ry92MzdvMXUzYm5JZEkwbENRa0l3Wjg0Y2tlTm1aR1FrTTVoZEVaOC9mNWI3UnIrTGl3djNPNkNpaEFPSnpzN084UGYzeDlTcFUvSFRUeitoU1pNbUZhNnZWcTFhdUhqeElucjI3SWt1WGJwdzNlOUxJcWxMWmhVVmxRcHZzenl4c2JFUy96NE9Dd3ZEc0dIRGtKbVppWU1IRCtMZ3dZTVMxeGQ4Um4yTHgrZjE2OWVZTTJjT2xpMWJKbEtQdE0vVnNzSHVPblhxY05mczY5ZXZNV3pZTUN4WnNrU2t0eGlCek14TTZPcnE0dkRod3lJOXM1UnQ4OUdqUitIbzZJZzZkZXFJTFQ5eTVBaWFOV3NHTXpNenNTenlXclZxaVhSdCtLTjkvZ2dJZ2hDU2xQMXNGeWJwZkFLQWpZME4xTlRVTUhMa1NQVHUzUnN6Wjg0c3QyM1ZlZDRWRlJWeCt2UnBkTy9lSFNOR2pNQ2RPM2U0NFU0cWFzK2VQUURBUGNCcWEyc3JjbzZBMGlGUjdPenN4TllWdm9mdy92MTdMRnEwQ0ptWm1SSi9RM3Q1ZVhFQk1XSE5temZIcTFldkt0WDJyMDFYVnhlZW5wN2c4WGhRVVZHQnFxb3FOMzM0OEFHalJvMUNRa0lDTkRRMHVLbnNkUlllSGc1emMzT1JlV1Y3VkVoS1N1SWVBdERSMFVHelpzM1FxbFVyZE9qUUFkMjdkK2ZLZll2blhWaGNYQnozL1NiSTFoVzhGdHluV3JCZ0FmZVpFeFFVQkZOVFV6eC8vaHh4Y1hFWU9uUW85eDZKajQvSGtDRkRxdTM3blJCQ0NQa3ZvMENpQk1YRnhXTGp1QUhBK2ZQbjRlTGlndnIxNnlNbkp3ZnYzNytYcTc1T25UcHhUMFpldUhCQll0MENzcFlKVTFSVUZQdkJac200M0FBQUlBQkpSRUZVcktTa2hOOS8veDBUSjA2VXF3NXBrcEtTSkQ0WkxjanFFdmo1NTUrNUorRFdyVnNuYzJ4QzRZQ0twRUNpdkFGVUN3c0w3bW4vOGVQSHkzMjhCR05XS2lnb1lNR0NCY2pPenVhNkZwVm0wS0JCK1Bubm4vSCsvWHZzM2JzWDQ4YU5reGlza3pWR1lubkJ2YkpQdEZabGZFTnBONnhXckZpQkZTdFdjSzlsalZkWXRqNTVucEN2U0RlYkZkbS9seTlmb2srZlBqSURpWUxyNXY3OSt5THpEeDQ4aUtOSGo2S29xQWlhbXBvU256d3ZieXhQYVFUZHpKVU5KUGJ1M1J0bnpwekJ1blhycEQ2TlgxQlFJTmZuUm5wNnV0eWZMNFNRNzVPcXFpcTJiOStPNGNPSGd6R0diZHUySVRnNEdMYTJ0bWpidHUxWEc3T3RZOGVPME5IUmtidDhZbUlpc3JPenVXN05CVGRLQlRkRk16SXlKSFliVi9ZbXM3YTJOZ3dNREFCQUpKdEZVTTdJeUFqcjE2K0hqNCtQMk0wZUp5Y25pWitKYTlhc3djeVpNNkdscFNWMWJCNXBVbEpTa0pLU3dqMThWZllHc1BEK0FhVTNLSTJOamFYV3QyclZLZ1FHQm1MV3JGa1lNbVNJMUp2UVpXK3VBVUNUSmsyNEcrU3BxYWxpMzczU2JrN2Z1M2NQWThlT1JXWm1KbHhkWGFXdXMzMzdkbmg0ZUtDd3NKQ2JIeDhmai9YcjEyUGF0R21vVjY4ZU4xOWZYeDkxNnRSQlZGUVVJaUlpRUJFUmdhTkhqMEpUVXhQeDhmRklURXlFdWJrNXVuVHBnbG16WnNIUHowOGtZeUVoSVVFc1U3VnYzNzVZdTNZdDVzK2ZqOXUzYjZOdjM3Nm9YYnUyMUdNcHk2SkZpM0Q2OUdsY3VIQUJwcWFtSWpjK1hWMWR4WTZEczdNem5KMmRBWlIrdCtybzZDQXlNaElqUm95QW9hRWhUcDA2eFFWM2xKU1VwTjdzcjZpNHVEaXUrL3Z5Q0dkU2xjWGo4ZVRPOHVQeGVOaTFheGZhdG0yTGFkT200ZEtsU3pJREcwQnAxcGh3bWRhdFcwTmZYeCtYTGwyQ2xaVVZ1blRwSXZiK0Zyd25KTFU3THkrUGU1OVhoNENBQUZoYlc0dnR4NkZEaHpCdDJqUTRPanBLN0RMdi9mdjNHRGR1SEhSMGRMakEyN2QyZkRJeU1qQml4QWdNR1RKRTdFSEZyS3dzaWQwOWwvMmJXMUZSa2J0bVY2MWFoWll0VzJMRmloVlFWbGJHdW5YcllHeHN6R1V5bGRkOXRIRFF3dHZiVzZSYllNWVlFaE1UY2ZueVpSUVhGM05aUU1MQ3dzSzRvTWFQOXZuajZlbUorZlBuYzY4blRacUVTWk1tY2E4M2JOaUErZlBueTN4WVVGWW04L0Rod3pGMzdsd3NXclFJbzBhTmtoaFlGVmFkNXgwby9TMjdaODhlVEp3NEVkSFIwV0xCS25uazV1WmkvZnIxV0w1OE9iUzB0T0RuNTRlRkN4ZHkxL2JreVpOaFlHQ0E5ZXZYeTZ5bnVMZ1lFeVpNUUdabUpoNC9maXoyKzdaT25Ub0lDd3VUK0xDTjhOOEJYNzU4a2ZvYlZmQWdzYlN1TWJXMXRhR2hvU0d6blJWUjlzRXFhV1Q5alFHVWZuNDhmUGdRQVFFQklrSGh4NDhmSXpJeUVoTW1UT0RtSlNjbmwvdFE4TGR5M3ZQejg4RVk0KzRSNWVYbHdkVFVsUHU3U0hEOEJLOHpNaktncTZ1THlNaElzZXpvMXExYmM4SCtzdC9uMWZYOVRnZ2hoUHluc2U4UWdCcVpsSldWMmNlUEh4bWZ6MmZqeG8yVGV6MVhWMWZHNS9OWldsb2EwOVRVckphMk9EczdNejZmejY1Y3VjTDRmRDdqOC9rc0tDaUk4Zmw4Wm1GaFVlSDZSbzBheGRXanBLUWtzY3pvMGFPNU1nb0tDdXoyN2R1TXorZXpPM2Z1TUI2UEo3UCtoZzBiY3VzT0hEaXcwdnY5NjYrL2N2VzBhOWV1d3VzcktpcXkyN2R2cytUa1pKYVltQ2cyN2R1M2p3RmdDZ29LTER3OG5QSDVmRFp4NGtTWmRmTDVmSmFlbmk0eUx5RWhnZkg1L0FxM1Q3QnZsWmswTlRXWmlZa0o5N3E4YlppWW1JZ3RNelEwTFBjNmtGWmZnd1lOeWkzejRzVUw5dlRwVTVIcDJiTm4zUExHalJ1TFhlTW5UcHdvOTVveU1qS1N1bTFOVGMxeWo0bThVKzNhdGFYV2RlUEdEVzdad1lNSG1icTZlcVhQLytqUm82dmMxdXFhdmpjNk9qcGMyN2RzMlZMVHpTR2tYRjVlWHVWK2gxYm5GQndjWEtIMkRSMDZWT3BuQXdDbW9xTENWRlZWeFNZVkZSV3h6NURuejU4ekFDdytQcDZicmw2OXlwWHo4L05qR2hvYVltM28zcjA3VzdSb2tjZzhBT3p2di8rdTBMNElXN0ZpaGNUOTh2WDFGV2wzV0ZnWTEyYmhiZnY2K29yVitlelpNL2JxMVN1NXRuLzY5R20yYnQwNlZseGNMRElmQUh2Ky9EbGo3UCtQbC9Ba21MZHMyVEttckt6TXhvd1p3ejUrL0NoV2YyV3ZEemMzTjhZWVkzWjJkcXhidDI1aTlVNmVQSm5aMk5pd2tTTkhWdWo3bzZTa2hBVUdCbkw3VmQ1VVVsTENBREFmSHgreE51VGs1SEIxQ3NvcktDaXdaY3VXaWRRQmdMbTd1M092aTR1TDJjV0xGNW1XbGhZek1EQmd6NTQ5WTJscGFjekt5b3E5ZVBGQ3J2TW1qL2o0ZUFhQXRXalJvc3AxQ1o4VGVaMDVjNGE5ZS9lT1c3K3kzL21GaFlXVnFrT3dYblVvS0NoZ2pSczNaaE1tVEdBK1BqNE1BTHQ5K3paVFVGQmc2OWF0WTIvZnZtVlRwMDVsMmRuWjNEb2hJU0dzZnYzNnJGNjllaXdtSnVhYlBENXBhV21zUjQ4ZWJNaVFJU3cvUDEra1hubnF5TXJLRWxrbkpDU0U4WGc4RmhRVXhNMmJQSGt5MDlYVlpSOCtmR0NNTWU2M3l1SERoeGxqakFVSEJ6TUFMQ3dzak52dTRzV0xXV1JrSkRjdFhyeVkyKzg1Yythd09uWHFzT2pvYUpIMzJmWHIxeGtBZHYvKy9RcnR3L2YwK1pPYW1zcWVQMy9PSGo5K3pBQXdUMDlQcnF5V2xoYmJ2SGt6dDk5Nzl1d1IyZmFlUFh2RTJpUEpvMGVQR0FEbTRPQlFibG1CNmpqdndnVHZDOEZ4RW01MzJkZnYzcjFqQU5pdFc3Y1lZNHl0WExtU21acWFzc0xDUXBhWW1NalUxZFhaN3QyN0dXT001ZWJtTWcwTkRhNE5zdnp4eHgvY09YejE2aFhMemMwVm1RQ3dxS2dvc2ZtNXVia2k5V3pac3FYUzEyRjEvMzRvS2lwaVNVbEpVcWRidDI0eEFETExKQ1VsTWNZWWk0Mk5aVnBhV3R3NXo4M05aVzNidG1VbUppYnM4K2ZQTENrcGlRRmc2ZW5wY3JldnBzKzd0UHRqZ3VQMit2VnI1dXZyeXgySGQrL2VNVjlmWC9ibXpSdnV1QWg3K3ZRcFUxQlFrTG9QakluK3JmWHk1Y3RxLys0aWhCQkN2aWVvaUpwdWJHVlU5by9DNnBqOC9mMFpuOC9uZmhUSU14MC9mcHp4K1h6dVpsbFZweVpObXJDUEh6K3l6NTgvczc1OSszTEJoMjdkdWpFK244L0N3OFBsRGdJSnBvb0dFcTJzckxqLzkrN2R1OXo2alkyTnVmS1dscGFWM25maFFHTGJ0bTByVlVldlhyMjRjMUoyRXR4QWRIQndZSHcrbnoxNjlLamNZeWx2SUhIdTNMa1N0MW1kMTJkMUJoTExCdnlrVFJVSkpFcmFwcHFhbXNSQVlxOWV2UmlmejJkeGNYRVM2eHc3ZGl6ajgvbnM0Y09ITW8vSnZ4VklORFEwNUlMcmZENmZYYjkrblJrWUdGU29mZ29rVmgwRkVzbjNLQ0FnZ0JrYkcvOHI3K21LQmhJRnlyc1JJMDk1U1lFeDRjOGF3ZWU1NEFZb1k0emw1K2N6VlZWVjV1L3ZMN2J0eWs3Q1FjQ3lnY09xQkJMTFdyMTZOVHQ3OXF6WS9LS2lJdGFtVFJ2V3IxOC9zV1hDeDFUV01UUTNOMmMzYnR6ZzVzdDdBMnoxNnRVTUtMMUJKODM3OSsrWmdvSUMyN3g1TTNlei9QMzc5K3p4NDhkTVEwT0R4Y1hGc2VMaVlsWllXTWdLQ3d0WmRIUTBBMHB2d3IxNjlZb0JFQW5zU05ySDhxYXNyQ3dHU0E0a1NxS2dvTUMyYjk4dXRwMmRPM2VLek51d1lRTXpNakppVVZGUmpESEdac3lZd1FDSVhWOVZjZXJVS1c0L1ltTmpxMVFYVVBGQVlsblN6alVnSG95Zk5Ha1NXN0prQ2N2THl4TXBKL3crZi9yMEtXdlhycDFZZlN0WHJtUS8vZlJUbGRvcXllYk5tNW1pb2lKYnVuUXA5MzU0K3ZRcFk0eXgxNjlmTXpNek05YTVjMmYyNk5Fak5uWHFWTWJqOFZpM2J0M1ltemR2NUtxL0pvN1B5Wk1ubVkyTkRjdlB6MmZGeGNWczBLQkJiT3ZXclJMckV5YTRpUzhjU0l5UGoyZU5HalZpVGs1TzNMemMzRndXR1JuSlZGVlYyZWpSb3hsajhnVVN5NzVmZHU3Y3lYMG1hMnBxc2xXclZvbTFTZkIzK3BNblR5UzJXZGozL3ZtVGs1UERBTEFUSjA1dzh6UTFOZG0yYmR1NHVpc2JTTnk0Y1NNRFNoOW1GVnpmc2xUSGVjL1B6eGNMVkFsVUpLRDA0c1VMcHE2dXpxNWV2Y3FLaW9yWWhBa1RXTStlUFZsS1NncDcvdnc1Mjc5L1B3UEFRa05EdVhOYU5vRE9HR09lbnA0TUFCZkFydWdrdkErQ1FHSjZlcnJZdEhEaFFxbkx2dmJ2QjhGMUt6d0pYOE9TcHJJMmJkckUxcTlmenhoamJNcVVLYXhSbzBiYzU1MDhnY1J2N2J5L2VmT0d4Y2ZITTBkSFIrN3ZyZmo0ZUpsL013cFBnaUN5dk5lSjRFRXlDaVFTUWdnaHBWQUIxTFZwQlowNGNRSURCZ3pBaUJFanNHREJBckh1UHN1cVc3Y3VCZ3dZQUtDMFc5T3FVbFJVeEs1ZHU2Q2hvWUdOR3plS2RQVVZHUmtKZjM5L1dGbFpZZGFzV1NMakoxWTNmMzkvNU9ibW9rZVBIcmg5K3paKytlVVhoSVNFU08zZVZIak1wOHFPQXdOQVpBRHNDbDdybk5EUVVJU0doZ0tRUG9iaDBxVkxBWlIybXliY3hWajkrdlZ4L3Z4NXNUb1ZGUlZGdXRlc2JKZGQvelk5UFQwNE96dERVMVB6LzlpNzc2Z29ycmNQNE4rbEkwMFFHL1lTSzJvc3NSZnNGVFZZRXF5eDk5N056NVpFamQxb1ZEU29HQTMyMkRVS3R0Z2JWZ1JyRkVRc2lMQXFJdTE1LytEc3ZDeGJXSkJFVGI2ZmMrWWNkdWJPblRzek84UHNQTGRnOHVUSldzdlNqc0h5SVZ5OWVoVXBLU2x3ZFhWRnNXTEZsRzcxTkR3OFBBQUFmLzc1cDhsNVpxWWIxc3g2K3ZRcFdyWnNpUzFidHFCT25UcW9WcTBhamh3NUFpOHZyNDkydkE0aStqaTBidDBhVFpvMHdiNTkrM0Rnd0FHRWhZVzkxLzlLWXpMVHJha2hseTlmUnVYS2xRRVlIa2ZLbUxUL3Y5TjIrVlcyYkZsWVdsb3FYVThDcWM4MkNRa0plc2UwbWpKbENycDA2WkxwN1dmVWJWeG1MRjY4V0JrWENORGVOMGRIUjNUbzBBRVRKMDdFakJremxHZVlGU3RXSUNRa0JHdldyTW55ZGsrZlBxMzEyY1BEQTIzYXRNSEVpUk9OcnFjcG42RXh2b0RVWjUzcDA2ZGo5T2pSR0QxNk5BQ2dRNGNPZVBYcUZZWU5HNmJWZGFDK01iV0IvKzlpenNMQ1F1bmVYak5HVjFhZTM0d2RaODFuWS91azBhOWZQM2g1ZWFGRWlSSTRkZW9VVnE1Y2lXKysrUVp0MnJUSnNKdkx0SXgxa2JaLy8zNlltWm5CM3Q0ZVc3ZHUxWG0rK2p2NCt2cWlYNzkreW1mTjhYbnc0QUVhTjI2TWdJQUFGQzllUE1OOHZ2cnFLM2g3ZTJQUG5qM1l1SEVqeXBjdkR5QzF1OEZidDI3aHhZc1h1SFRwRXU3ZXZZczVjK2JneFlzWGlJcUtncmUzTjl6YzNIVEdVczhPZmZyMDBlbStXTk05ZmZIaXhiRjQ4V0swYWRORzZiWjU3dHk1R0RseUpDd3MvdjluN3NkMmZEcDI3SWlPSFRzQ1NQMXVYN3g0VVJsbkRNamNmYlZyMTY0SUR3L0grZlBuVWJwMGFUeDc5a3lyTzh0dDI3WWhNRERRNUdFazlGbTVjaVZzYkd6MGRpT3JHYi9NbFBFeFA5WDdqNGJtLzNMYThSaFRVbEswdm10WnRXM2JOdFNwVXdlUEh6L0d6Smt6OGR0dnZ4bE5ueDNuL2NpUkkyalpzcVh5T2F2SFpzdVdMWGo3OWkxYXRHaUJwS1FrV0ZwYUlpZ29DR3ZYcnRYcUVyWk9uVHJLMy9yR0FXM1JvZ1ZjWFYzUm9VTUh6SjQ5RzNmdjN0WDVmMjFyYTR1clY2L3FIVGRWTTVSTVd2cWVlVFRwc3VONUtETXk2dUxVMEJqWmlZbUpzTEN3MExsdUpreVlvUHl0R2ZOMTQ4YU5BRks3RDlZMzVxRm1IT2FQNmJ3WExsd1lJb0tqUjQ4cVpiUzN0MWYrSnhzcVgvcXVqRFhkNHUvYnR3L0xsaTNEL3YzN0FlaU9rZWpxNm9vWk0yWmthWitKaUlqKzZ4aEl6S1FkTzNaZzFxeFpjSFYxUmE5ZXZUSU0xdlhvMFFPV2xwWklTRWpBK3ZYcjMzdjc0OGVQUiszYXRSRWVIbzc1OCtmckJIdW1UWnVHTm0zYTRILy8reC9PblR1bkJNeitEZ2NPSE1DQkF3ZXdhTkVpOU9uVEI3Ly8vanUrK2VZYnZXblQvc0RLcmtCaTJuRVhzNXVibXhzQVlQWHExVmk5ZWpVQVlNMmFOVmk0Y0tFeUptSjZodVpyckZxMVNoa2JxVml4WXNyRDdZY3llZkprdEdqUkFqbHk1TUNSSTBjQXBJNUpvQWw0ZCszYTFlQVA5TFEwUDFpTWpaR1pGYTlmdjhiMTY5ZFJxVklsMUtsVFJ5dVFxRktwMExScFV3QkFZR0NneVhscXh0Zk1LbXRyYXd3ZVBOamc4bGV2WHNITHl3dnIxNjlIczJiTmtEOS8vbi84UnlvUmZacXNyYTNoNWVVRkx5K3ZEMTBVbzRZTkc0WVZLMVlnS1NrSmxTcFZ3ckpseS9RRzVpSWlJakJreUpCTTVXMXRiWTBxVmFyZzlPblRTaUF4TURBUUZTdFdSTzdjdVhYU3U3bTUvVzFqM21oZVlEMTgrQkFBY08vZVBiMWpudlhzMlJNdFdyVEEvdjM3TVdiTUdLMWx3NGNQUjVFaVJlRHQ3WTFMbHk3QjM5OGZUNTgreGNTSkU5RzNiMTlsbkdsVHZIbnpCcmR1M2RKNkRrcGYzdGF0VzJlWWp5a3Y4b0hVSUcydlhyMVFxRkFodkhyMUN2YjI5bENwVkRoMDZCRG16Sm1EclZ1M1l1Zk9uVm92dS9XOUJBME9Eb2FJNkx3OE5UWUdzNzZYOHNhT2MwcEtDa1RFNExGSksyZk9uTWlaTXlmVWFqVzZkZXVHY3VYS1lkbXlaWWlJaU1oVThNYlFpODJVbEJUczI3Y1BkZXJVUVlrU0plRG41L2VQQkJJN2RlcUV1blhyNmh5Zm9rV0xvbmp4NHZEMjlzYkpreWNOdnFqV2FOYXNHYzZlUFl0V3JWcGh4NDRkU3FBc1BqNGU3ZHUzaDR1TEN5d3RMWkdjbkl6dzhIRGt6cDBieFlvVmc1dWJHNzcrK21zY1AzNDgyL2ZOMGRFUi9mcjFnNStmSDREVVkzejQ4R0VFQkFSZzkrN2R1SFhyRnZMbno0OUJnd1poNk5DaGNIWjJ4c0NCQTlHMWExZlVxMWZ2b3o0KzE2OWZ4NlJKazdCdDJ6WmxUUEFDQlFwZzgrYk5TbUFncmVmUG44UFQwMVBydXo1cTFDZ1VMMTRjQlFvVWdKdWJHeDQvZm95YU5XdWlZc1dLeUpVckZ5cFZxZ1IvZi8vM0NpUk9tellOblRwMXd1elpzOUdrU1JNMGJ0eFlXYWE1bHEydHJUUE01MU85LzJqRXhjVUJnTmI0ZVltSmlSbCtiekp5OCtaTm5EdDNEc3VXTFVOS1NncEdqaHlKR1RObTZCMEhVQ003em51VEprM3c4dVZMM0xsekI5V3JWOWRhWnVvOUZVaXRvRkcvZm4zWTI5dWpZOGVPNk42OU85emQzZUh1N282T0hUdWlkT25TMkxObkQ1bzFhd2JBOFBrdlg3NDh5cGN2cjR4aGFHai9LMVdxcEhkK1pHU2t6cGg1SDZQMC96L1Nqdk9aMXQyN2Q3WGVMNlN2VkJzYUdvcml4WXZyRGVKWHFWSkY3N1puejU2TnNXUEhmbFRuSFVnTmFqOTc5Z3hBNnZrTkNBaFFscGxTU1FqNC93bytreVpOUXQyNmRZMk9rUmdaR2FuM3VaS0lpSWlNWXlBeGs5NjllNGQxNjlaaHpKZ3g2TnUzTDVZdVhhclV4RXpQek14TUNhenQyclVMVVZGUjc3WHRwazJiWXNLRUNSQVJEQjA2VkcvZzV1SERoMWl3WUFFbVRab0VQejgvMUt0WHorQkE0dGxGVTd2THk4c0xOMi9leE55NWMzWFNwSDNBMVF5a0RRQU9EZzRtMVdEVmNIRnhVZjYydDdkSHJseTVNbFhXRnk5ZW1KUk84eUFMcFA0d2RuSnlnb2dnTEN4TXAvV2lXcTFHY25JeW5KMmRsWG1IRHgvV0NTQzlmdjFhK1dGa1oyZG5jTnNGQ2hSUWpxa3AwcGZIVkpxWDFZbUppVGh4NGdRQUlEWTJGdDdlM3BuS0o3UHBNK1BQUC85RXBVcVYwTDU5ZTJ6WXNFR1pYN05tVGVUSmt3ZnYzcjFUZ3FDbW1EWnQybnVWeDhuSnlXZ2dFVWdOcUhicDBnV3JWNi9HM3IxN2NmSGlSUUNaYXdIajdPeHNVdnEwTFpML0x1LzdjdVNmbHZibDBEOXhmSWorQzU0OGVhTGNnL2ZzMllPMWE5Y2lORFFVbXpadEFnQzlBYlpjdVhKaDA2Wk5DQTBOaGJXMXRWYXQ4UWNQSGloL3A3OU9telJwZ3Q5Ly94MC8vdmdqZ05RS1hKcWdvb2JtT3MvTys5UENoUXR4NGNJRnRHdlhEb0J1aXlCTjd4THBPVHM3dzluWkdWZXVYTkc3dkYyN2RqaHk1QWc4UFQyVkYzYUdXbTVwV3BQczJMRURJb0tiTjI4Q1NPMGhJQ0lpQWhZV0ZqaDU4cVNTcGtLRkNoQVJCQVFFNE1XTEY2aFZxeFlBS09kRm42dFhyMEtsVWlrVm0vUXBWcXdZbkp5YzhQVHBVd0RBN2R1M2tTTkhEb1NIaDhQR3hnWjE2dFNCalkwTk5tellnQTBiTm1pOUJCVVJ2SG56Um1ueFVicDBhYjNiTUhidTlBWHA5QjNuOUM4WEJ3MGFoRUdEQmhtYzE3Tm5UL2o1K1NFcEtRbWRPM2ZHZ3djUE1HL2VQT1RJa1FORml4YlZ1OTJ6WjgraVZxMWFDQWdJTVBnZFNHdm56cDE0OHVRSnZ2MzJXNVFwVXdaK2ZuN1l1M2N2MnJScGsrRzY3OFBKeVFsT1RrNTZ2NGUrdnI0b1g3NDhwazJiaGxtelptV1kxMmVmZllhTEZ5OXE5YTVoWjJlSDhQQndBTUN0VzdkUW9VSUZUSm8wU1hsV09YSGlCS0tqbzVFblQ1NXMyaU5kbXNwdEtwVUtJMGFNd09QSGo5R3FWU3ZNbXpjUExWdTIxQW9BclZ5NUVwOS8vcmtTU1B3WWo4L0xseS9Sc1dOSHhNZkhvMEdEQmdCU0F3T2FDbkthM3d4cDJkcmFJakF3RUdGaFlVb0FJVzNyUnMzeFdiRmlCZHEzYnc4Z3RmV3ltNXViVm1zMVE1NCtmYXJWTWxkekQxQ3BWQ2hUcGd3dVhyeUlGU3RXNE55NWM4cTFyZmtkckFray9odnZQeHFhbm9qUy92YlN0TVI2SHdzV0xJQ2RuUjI2ZE9rQ0t5c3JmUGZkZDVneFk0YlJTc2paY2Q0dExDeVFNMmRPdlMzWEVoSVNUTjZ2dkhuekltL2V2QmcxYWhSY1hGd3daY29VWmRuNDhlTlJxMVl0SlppVUdlSGg0U2hZc0tEV1BKVktwYmRWMjZmRTFkVlY2N09tY25UNitla3I5Qll0V2xUcmM3Rml4UkFTRXFJMVgvUGVKeW9xQ2s1T1RyaDE2eGJjM2QyVjY5VGMzQndxbGVxak8rOUxseTdGbDE5K0NYOS9melJ1M0JpZE9uWEMyclZyQWFSVzFOVW5MQ3hNcWN5aDRlZm5oMTI3ZG1WWW1kN1oyVmtKbUFZRkJjSEN3a0tyMVRzUkVSSHB4MEJpRnZqNittTHc0TUVvV0xBZ1JvOGVqVGx6NXVoTjE3ZHZYNlYyNmFwVnE5NXJteVZMbHNUYXRXdGhabVlHWDE5ZnBlc0hmZWJObTRlbVRadWlXclZxOFBQelE1czJiWXpXdkV3dk9qbzZVMlZidFdvVkdqWnNpTmF0VzJQeTVNbTRjdVVLRGgwNnBKVW03WS83dEM4Y2YvMzFWNjFhclptUm1RQ1NocWxCdDdRMUlMMjl2YkZ5NVVxREQ3SDZaSFdmL2s2VksxZkc5T25UdGVhZFBIa1NvMGFOd3ExYnQvNlJNdXpaczBmbnUyaXNsdUVmZi95QlljT0dvV0hEaG5CeWNrSnNiQ3dBS0QrY0F3SUM4T2JORzVPMy83N2RtSmhTMnhwSS9SSFd2WHQzclhtWkNRNHZXTERBcE83Qjh1VEpvL2NGZm5iS3pMM2pZNVBkcldTSi9vc0dEQmlnMVFWbmFHZ29iR3hzVEs0aERxUyt6RTM3Y2pwdFVERTlMeTh2ekp3NUUxZXVYSUZLcGNMVnExZDFYa3hyN251YVZpRlo2Wkp5eVpJbDJMaHhvN0p1Zkh3OCt2ZnZyN3k4TnZZeStZY2Zma0RGaWhWTjNtYk5talVSR0JpSXFsV3JJams1R2V2WHI5ZDVnZmZ0dDk4cVFZd3BVNmFnWk1tU2NIZDN4OVNwVStIdTdvNXk1Y3FoVktsU3NMUzB4TWlSSTlHelowL2x1Y1RaMlJsanhveFJnaEdtVlBBeGxxWm56NTVZdDI2ZDhybHExYW9BVXArN0dqWnNpT2pvYUxpNHVPaDhCOUorMW5URlpzekJnd2UxdXBPOGYvOCttamR2bm1IWk5UVC9WeTljdUlBZVBYcGc2OWF0Y0hkM1Y1YVhMVnNXMDZkUHgxZGZmUVVnTlppVW5KeU12bjM3WnFvM2c4eFl0R2dSY3VUSWdlN2R1OFBSMFJHbFM1ZkdkOTk5aDlhdFcyZnFtc2xPUllvVXdiUnAwekJ4NGtUMDZOSERwQmZ3OXZiMkFQNy9SWGJhRjZ3bFM1WkU5ZXJWZFY3d2YvWFZWMzliSURFeU1oTGZmLzg5Z05UdjFwSWxTNUEzYjE3bGhiZStMdVRUQnNWS2x5NXQ4UGgvaU9QejVzMGJ0Ry9mWGdrK2FtU21WZXoxNjllMXZ1K0dhSHBaTWNYMDZkTjFmaXRvbUp1YlkvUG16YWhXclJyYXRtMkw4K2ZQdzhuSlNlbHBSdk9NL0crKy8yZ3F2dVRQbjEvWkR2QitsVnJ1MzcrUDlldlhZOENBQVVvbDFQSGp4MlA4K1BFWU5XcVV3WlpsR2NuTWVkZm56WnMzUml1K3B2ZmJiNzloNWNxVnVIVHBFdUxpNGhBU0VvSUNCUXBneDQ0ZFNFcEswamxmNmIvcit2N25HaHBtdzlCMWtpdFhMcDJLMi9xZUR6UnBNdlBza0ozMGxiRnMyYkk2ODlPM1NOeTdkeTg4UFQyMTBxUS9GbzhlUFFLUTJuMXIydUNZcWQzdmZvanpmdVhLRlJ3NGNBRDc5KytIdjc4L2hnNGRpcTVkdXlxQmUzMlZLalJsVGV2NDhlUG8wNmNQaGcwYnBsU3NNbVRZc0dIdzlmVlZlZzVyMmJMbEIvc2ZUVVJFOUNsaElERUxJaUlpc0dEQkF2enZmLy9EMkxGanNXUEhEdHkrZlZzclRiNTgrWlRXVHp0MzdzUzVjK2V5dkwwOGVmSmd4NDRkY0hSMFJIQndzREorbnlGSlNVbm8wNmNQVHA4K2pkcTFhMlBwMHFVWU1tU0lTZDFVWnRYZ3dZTngrdlJwRkNoUUFLdFhyMGFkT25VUUZoYW1MRThiZ1BtN3huMHkxY2FORzNXNi8wby9kbDdhZ0dQZXZIa0JwTGJXbXo5L1BobzJiS2lUWi9veEVqVTBQMzZ6U3ZORFZkLzhvS0Fnay9Jb1Y2NGNKaytlREU5UFQ2MEg1SEhqeG1IbHlwVUFnTjI3ZHl0akRtWUhRd0ZiUS90anlPblRweEVWRlFWWFYxZDRlWGxoN2RxMXNMVzFSZWZPblFIQWFJMW1mZEtPcjBSRVJCa3pOemZIN05telVhZE9IZFN1WFZ0cDZTRWkyTDU5T3p3OFBKVGVBVXh0S1dCb2pFUWd0VHV1eXBVclkrN2N1VEF6TTBQanhvMTE4dE5VZU5MOHI4bHFsNVN0V3JYQ2wxOStpUWtUSmlqZFR4cHJUYVB4di8vOXorVHRBYW5QRHlOSGpnU1ErbkozNE1DQnlKczNyOUpGTjVBYVFDMWR1alFxVktpQWN1WEtHYTI0c21qUklxTmRkUnNLZ3NiSHh5Ti8vdnlJaVluQnRHblREQVlNZ05SYS9ZOGVQVks2Rmt4T1RrYnQyclZ4OXV4WlJFZEhvMWl4WWtwbGpkdTNiNk5TcFVwYWxUZE1lV2xadUhCaHJZcGJtYTI0b3ZsZWJONjhHWmFXbHZEMDlOUTVibm56NXRYNi9nd2RPaFMvL3Zvci9QejgwTE5uejB4dEx5UGJ0bTNEeVpNbk1XYk1HS1cxMm9RSkU5QzdkMitkTWZyK2FhTkdqVUtlUEhsTUNwSzlmZnNXWmNxVXdicDE2NVFnUnRxdUhNM056ZUhuNTZmMGdHSm1aZ1piVzl0TTl4SmlxaGN2WHFCcDA2Yks3NHJidDI5clhUdUdwQTJLdlgzN1Z1LzRhUnIvOVBHWk8zY3VRa05Ec1hYclZxM1dxc1lxTU1URXhNRFoyVm1uKzBaOUw3L1R0ODRkTVdLRTBldGRZOFdLRlJnNGNLRHkyY2ZIUnlzZkZ4Y1hiTjY4R2JWcjEwYXZYcjN3KysrL0t6M05hSzY5Zi9QOUp5UWtCRGx5NUZDQ2RKcEtMWm5wWFNlOVljT0d3ZExTVXFzTDVLRkRoMkxKa2lVWU9IQWd6cDQ5cTdlcnlldzg3L3BFUlVWcDlRUmt6TjI3ZDlHN2QyL1kydHFpU1pNbWVQejRNWURVSG5wdTNMaWg4NTBvVzdZczl1L2ZiN0JTa2FXbEpiNzY2aXZNbURGRHErV3ZoNGNIZnYzMVY2V2lkbnI2anBPeDU0T3NqUEdjSGRKLzF6UXRFZzNOMTJqY3VMRlc5NmJGaWhWRFlHQWdTcFFvb2N4Nzllb1Z6TTNOdGU1Sm1mRWh6dnVvVWFQUXRXdFhwUVYzeFlvVmNlSENCYVgzQ2xQZkh6Um8wQUQ3OSsvWCtmK2dxY3htWTJPRFE0Y09vWDc5K2hnK2ZEZ2FOV29FbFVvRlYxZFgxSzlmMzZSdEVCRVIvZGN4a0poRlAvMzBFN3AwNllMaXhZdGorZkxsYU5XcWxWYVhuZlBuejRlRGd3UGk0dUl3YWRLa0xHL0h3Y0VCMjdkdlI1RWlSZkRxMVN2MDZOSERwRlkyZi8zMUY4YU5HNGZseTVlamE5ZXVTbmVvcGdRVHk1Y3ZyemRkcTFhdERMYVNldm55SlFZTkdvVGR1M2ZEeWNrSjY5ZXZSOU9tVFpWamt2WUhWdHBBWW84ZVBVeis4V1ZwYVlrTEZ5NG9QeWl1WGJ1bWRFR1dHWEZ4Y1VyZ1VQTVNNbTBnMGRIUkVaVXFWY0xObXplUm1KaW8xQjUrOHVRSnFsV3JsdVV4RXJQQ1VHdTd6TFMwbWpGamhsTEQ5c1dMRjhxTGpMU3RXdCs4ZWFNVFRFMVBjNnhldjM2ZDVhQjB0V3JWZElMdU5qWTJXbDNKcHBXY25Jek5temRqeUpDWG40amZBQUFnQUVsRVFWUWhHREZpQkg3OTlWZjA2TkVEVGs1T2VQTGtTYWJIbWN4cU43QWFUazVPT3JYSERhbGN1VEt1WGJ1bS9BZzB0bTFOY0RzeE1SRzFhOWYreDFxSW1pS3pZNXg5YU11V0xWUCsxblJwUmtSWnQzejVjZ0M2TmZlam9xTFFzV05IaElhR2FyMGdqNG1KMGFwVmIydHJtNm5hN1VCcW9LNVRwMDRBZ0dQSGp1a3Mxd1FVTkJWOUFOMFg0T21sZnlFK2ZQaHdBS1lGRHZVSkNncEMyYkpsWVd0cmF6VGQ1Y3VYMGJselp6eDgrQkNiTm0xQ3pabzEwYWhSSTdScDB3YnIxNjlYS3NaVXJWb1ZWYXRXeGRPblQzWEdRY3FJcVYyOCtmajRJQ1ltQnQ3ZTNwZzNieDY2ZE9tQ1VxVkttYlN1azVNVFhGMWQ4ZU9QUHlKMzd0ekltemV2VG1zc1UxczhaS2Y0K0hpc1dyVUtiZHEwTWFuWGdJb1ZLMkxkdW5YbzNyMTd0Z1lTWDc1OGlaRWpSOExGeFFVVEowNVU1dmZvMFFNTEZpekF1SEhqMExCaFE2TmpudjJkTEN3c3RQYlhXTURxeXBVckNBc0xnNVdWRlI0OWVnU1ZTcVUxbHRUSmt5Y1JGUldGTld2V3dNcktDai85OUJPQS8zOW16ZXoxYnN5TEZ5L1FwRWtUUkVkSFk4cVVLWmd4WXdiYzNkMlZiaXlYTDErT3pwMDc2NHgxcGVubTBkZzlJYTEvK3ZqMDY5Y1B2WHIxMHJwbXRtM2JwdHozakVuN1VsMUVkSHE4U044U0Y0REpnUUZUZlBIRkY1Zy9mejdzN093Z0lrb3d6VmlnRnZoMzNIL09uajJMQ2hVcUtFRTh6Vy9hckFZU2ZYMTlzWC8vZnN5Wk0wZnJ2TnJZMkdEaHdvWG8xS2tUWnMyYXBiZnl5dDkxM24vKytXZjA3ZHNYOSsvZk54aXdTOC9GeFFWRmloUlJ4amdzWDc0OHlwWXRpL0xseThQUzBoS1hMbDNDeXBVcnNYanhZaVhBcGVtV015QWdRSG5PU0VoSVVJSlJtdTdOMC9hOGN1dldMYng2OWNwb2J5eWFNU3Z6NTgrUEdqVnE0T3pac3pwcHBrK2ZqaGt6WnVpOXptdldySm5waXErWlphZ0ZhMFl0VzIxdGJYSG56aDM0K1BoZysvYnRBRkovWDA2ZE9oV0RCdzlHelpvMWNlalFJZVRMbHkvVHJlcysxSGwvOCtZTndzTENzSDc5ZXEyV2h6WTJOaWhjdUxCV3QrSkJRVUdvVjY4ZVhyOStEWlZLaGZqNGVKdzhlVkxyK212U3BJbk91d1lndFNIQXUzZnY4T0RCQStUSmt3Y1dGaGI0L1BQUGxlWDM3dDM3cEx2TEpTSWkrcWN3a0poRjc5Njl3NmhSbzdCejUwNVVyMTRkUGo0KzZOT25EMFFFVTZkT1ZjYnptVDE3ZHBiSDZiS3pzOFB2di8rT1NwVXFJU1VsQmIxNjljS2RPM2RNWG4vRGhnMzQvUFBQMGI5L2YzVHIxZzBxbGNxa2xvbVJrWkY2YTJWcXVwY3c1Tml4WTFpL2ZqMjZkKytPeXBVclk4cVVLVXBmK1dsZjdxUjkrTTlNZDZHZW5wNWF0UklyVnF5SVdyVnFZZS9ldlNibkFRQjkrdlJSL3RZRXo5SjJQM1RvMENHY09IRUNQWHIwd002ZE81V0g2ZnYzNyt2dGlrZmZHSWtmazdDd01FUkZSV0hKa2lWWXRXcVYzakV6VGVtR1NIT3NQRHc4OUQ2Zy8xMVdyMTZOUVlNR29Yang0dWpSbzRmU3F0RFgxOWZnK0tRZm1wV1ZGZmJ0MndlMVdvMEpFeVpnMTY1ZEJ0UFdxMWRQYVNIcjQrUHpVUVVSZ2RRZmxwK1NHemR1NFBqeDR3QzBnd3hFbEwzdTNMa0RhMnRyclpyd0FIUzZreG94WWdRV0wxNnNOZS9SbzBkNDhPQUJIang0b0xTdXIxeTVNZ29YTG94ZHUzYWhkdTNhc0xLeVVpcjJwS2RaSi8yMi8wbmp4NDlIY25LeXdhN21ZMk5qTVhQbVRDeGF0QWk1Y3VYQzRjT0hsY29OeDQ4ZlI2TkdqZUR0N1kzWTJGaXRsbXJmZi8rOVZvVUlVeGdMZW1nRUJ3ZGp5cFFwYU51MkxWYXZYbzJMRnkvaXl5Ky94TW1USjAxNmZybHg0d2E2ZHUyS3dZTUhvM1BuemhnL2ZyeE81YkswTDBGTktWUDZnR2xtQTZoQWFrQTRNaklTWThhTU1TbDkvLzc5TTcyTmpHakdYSXlJaU1DNmRldTB4cmt5TnplSHI2OHY2dFNwZy9idDIrUFBQLy9NMXFCT1pvU0hoeU1zTEF6Mjl2YktOYVF2NkhmbXpCblkyTmlnV3JWcTJMcDFLNG9XTFlybzZHaDA3TmdSdnI2K3FGZXZIa0pDUXVEdjc0L2V2WHRqeElnUktGNjhPQ3BVcUlBSkV5Wmd3SUFCMlZibVRaczI0Zjc5Ky9qenp6OXgrZkpscldWdjM3N0ZtalZyc0dyVktodzdkdXk5bjhQL3llT2orZDJoNllZUUFKbzNiNDZRa0JENCtQaWdldlhxT2wxYXZucjFDdFdyVjhlSkV5ZTB2bVA2WG42bmI0a0x3S1F4RWswMVlzUUk1ZSs0dURoWVcxdnJiUTJtOFcrNC95UWxKZUh3NGNQbzNidTNNazhUSE00b2lLclAyYk5uTVh6NGNOU3FWUXVqUjQvV1dkNnhZMGUwYjk4ZTA2ZFBSN1ZxMWRDaVJRdXQ1WC9IZVo4eFl3YSsrKzQ3ZE9yVUNSY3ZYalM1eFo2TGk0dlIzNGJmZi84OXdzUERkVnJKeGNiR1lzV0tGV2pac2lVOFBUMXg4K1pOVks1YzJlaTJNaHFyVnRQbDcxZGZmYVVWVkRXVnZzQmpkbkYyZHNhQUFRUGc0K09qTlQvdE9KOXBSVVZGWWZyMDZWclgxcHc1YzdTdW1SdzVjdUQyN2R2bzBxVUxybDY5aXN1WEwyZTZwZVdIUHU4WExseUFpNHVMVm9XMXp6Ly9IRmV2WHRXYnI3NTdqZWJZdlh6NTBtajVqVlVnTXVXK1FVUkU5SjhubnlBQUg4MDBmdng0VWF2Vm9sYXJaYzZjT2RLL2YzL2xzNysvdjVpWm1XVXBYM3Q3ZXpsdzRJQ1MxK0RCZy9XbUsxV3FsSkpHMzNJek16UDU5ZGRmbFRTclY2OFdHeHNiblhUdDI3ZFgwbGhZV09qTnEyUEhqa2EzQlVCeTVzd3BkKzdja2Fpb0tCazRjS0F5djEyN2RzcTYxdGJXbVQ0ZVptWm1jdXJVS1ZHcjFYTDE2bFZadlhxMXFOVnFDUWtKa1p3NWMyYjUvT25ibjYrLy9sclVhclhzMnJWTEFNaWRPM2RFclZhTGk0dUx3VHhldm55WnFlMGFPMjhGQ2hUSThEZ2JTcU12MzlLbFM0dXRyYTNPUHBjcVZVb24zNElGQ3lyTDgrWExwL2RZNlZ2UDFPT3NiMTBiR3h0bGVlSENoZld1djI3ZE91VTRxOVZxQ1FzTEV3Y0hCNU8yYldkbnArU2ZuWk94YlRadDJsUkoxN3AxYTRQcFZDcVZuRGh4UXRScXRkeStmVnZzN2UzMXBzbnE5enM3cGs5Tmd3WU5sTElmUFhyMFF4ZUg2RjhqSkNSRTY1N3czWGZmQ1FEWnRtMmJNZytBWExwMFNWNjllcVZNNzk2OUV4R1J2bjM3eW1lZmZhWmNudzRPRGxLNWNtVnAxcXlaQUpBdFc3YkkvZnYzNWZYcjExS3JWaTJwV0xHaUZDeFlVSm8xYXladjM3N1ZLa3VUSmsya1lzV0tXdHRkc1dLRjBmS3ZXTEZDN3oxdDQ4YU5XdlBUZnpha1pNbVMwcXRYTCtYemtpVkxsUFZ1M0xnaFRrNU9Ba0E2ZCs0c1Q1OCsxVmsvTWpKU3lwWXRLelkyTmhJUkVaSGg5dDdIOWV2WEpYLysvT0xtNWlhUEh6OFdFWkdMRnkrS3JhMnR1THU3eTRNSEQvU3U5L0RoUXdFZ28wZVBsbkxseWtsVVZKU29WQ29aT1hLa1ZycjAzdzE5QU1qNjllc2xKaVpHUWtORFRmcS9BMERXcmwycmxjK1lNV01FZ0x4NTgwYm16cDJybE0vUU5vMTlMd0RJdkhuempKYjd6Smt6QWtBQ0FnTDBMazlJU0pDdVhic0tBSzN2UTNxelpzMFNBRktwVWlYbEhKZ0NnSXdaTThiazlMTm56eFlBa3BTVXBMTnM3OTY5V3NjNVY2NWNlcjk3WDM3NXBkU3ZYMTlFUkx5OXZhVkxseTZ5YWRNbU1UYzNWNTUzUTBKQ1JFUWtKaVpHTGwyNkpMdDM3NVloUTRaSTgrYk5UU3BueFlvVnBXYk5taG1tUzA1T2xxQ2dJQkVSV2J0MnJjNzNMREl5VWdvVktpUzFhdFhTMm1kRDUvNWpPejdoNGVFQ1FGNjllcVdWZi83OCtYVzJyY2s3TWpMUzZESFR0Ky9KeWNtU25Kd3NmLzMxbDd4Ky9WcEVSSTRlUFNvQTVNeVpNd2JYTTNUZlRHdkRoZzNpN094c2NQbS81ZjZ6Wjg4ZUFTQ25UcDFTNXQyOGVWTUF5UEhqeDVWMTVzNmRLK0hoNGNxa3VVK2xGUlFVSkM0dUxwSXZYejRKRHc4M1dPN256NTlMNGNLRnhkN2VYbzRjT1pMaFBtYmx2SXVJbkQxN1ZnQ0lwYVdsK1B2N1MxeGNuTGk0dU1pbVRadVVOT21QcythN2UrTEVDYTF0cXRWcUNRZ0lrQ2xUcHNqSmt5Y2xLQ2hJVkNxVjdObXpSNnVzbW11a2VmUG1VcVJJRVltTGk5TzdYMGVQSHBWU3BVckpOOTk4SXdDa1I0OGVZbWxwS1owN2Q1Yjc5KzhiUFNhR1RKczJMVnQrNDVoNkg5UEk2bSt4cmwyN2lvaklpUk1uQklBY08zWk15UzhrSkVSQ1FrTEV5c3BLaGc0ZEtnMGFOSkNwVTZjcTJ6UjJmWHhzNXozdHRpSWlJdVN2di81U3BuUG56b216czdOVXFWSkZTcFVxSlRkdTNOQmFucEcvL3ZxTHZ3MkppSWdNUUdaODZNSm1SVllmd3Y2dXljL1BUeWZJY096WU1hM2dUV1ltRnhjWE9YYnNtSkxYOTk5L2J6QnRSb0ZFQUdKdGJTMzc5KzlYMHAwNmRVcEtsQ2lobFNhN0Fva0FwSEhqeGxLcFVpV3RlWnJnWEd4c2JKYU95WUFCQTVSdER4Z3dRSW9XTFNyUG56OFh0Vm90di8zMlc1YURMZnIyeDhiR1JzTEN3a1N0Vmt2bnpwMUZyVlpMVUZDUTBUdys1a0Npb1gzV0Y5UnIwcVNKcU5WcTVjZTZxZXVaZXB4TkNTUTZPVGxKN2RxMXBYang0a3FhRWlWS1NGUlVsSkt1Zi8vK0ptODdiU0RSMTlmM3ZhYTAxN3F4YmY3MDAwK2lWcXZsOGVQSGVnUDNtcWxmdjM1S2Z1M2J0OWM1TGhNbVRKQS8vL3d6eS9lUzdKZytOUXdrRXYwOTByN2dTVTVPbHJKbHkwcXRXclhFeHNaR05tN2NLQ0xhTDRuUzgvWDFsWlVyVjhxeFk4ZTBYb1NuemZmbHk1ZlNvRUVES1ZTb2tJU0ZoY25seTVmRjBkRlJQRHc4NU5telp5S1NHcVJUcVZUeXd3OC9LSGtBa0lVTEY4ckxseThOVGdzWEx0UjdUMHNmT055OGViTUFrSVNFQklQSDR0V3JWMkp1Ymk2TEZ5OFdFWkhBd0VEbFhqOXo1a3dSU1gxUm1mNUZXM3BQbmp5UmZmdjJHVTN6UHBLVGs4WEh4MGZzN095a1FJRUNjdlBtVGEzbGh3NGRraHc1Y29pVGs1T3NXTEZDSjdpeWRldFdBU0JPVGs0U0dCZ29TNWN1bFFJRkNvaXRyYTE4Ly8zM1N2cU1YdVFuSmlZS0FQSHk4cEk4ZWZMSS9QbnpwWFRwMGhtK0JBYTBYK1Q3K2ZtSm1abVpGQ2hRUUFZT0hDaXZYcjJTbjM3NlNWSlNVdlN1MzY1ZE8vbmpqeitNNXA5UklGSHowajB3TUZCbldYUjB0RFJ2M2x3QVNNdVdMU1UrUHQ1b1h2MzY5Uk1Ba2lkUEh1WGxha0JBZ0J3NGNNRGdCRUE2ZE9oZ05JM0d6cDA3eGR6Y1hLeXNyR1RBZ0FFNjV6TTJObFlPSGp3b2Yvenhod1FHQmtwMGRMUk9HWk9UazhYWjJWbSsvZlpiaVlpSUVHdHJhOW0yYlp0MDY5Wk5HalpzcUJ5M3ROZjU4dVhMeGRIUlVZNGNPU0xXMXRaYVFURjlZbU5qeGN6TVRPYk9uV3MwWFhyNkFva2lJbGV1WEpHdFc3Y3FuNU9Ta2dTQStQajRhS1g3R0krUHZrQmlkSFMwRkNoUVFBa2VhTHg0OFVJQXlKTW5UM1RLOWU3ZE83bDM3NTd5ZlczUm9vVjg4ODAzNHVIaElVV0xGcFZ5NWNycHJCTVFFQ0FBNU96WnMwcTVzL0lzT0d2V0xDbFdySmplWS9WdnV2L1VyVnRYeXBRcG81VkdFM3krZXZXcXNrNUd4M0QzN3QxaWIyOHZ6czdPeW5yR0JBVUZpYU9qbzFoWldjbjgrZk1sTVRGUldaWWQ1MTFFWk5Tb1VXSmxaU1c3ZCs4V0VaRVpNMmFJaTR1THZIbnpSa2xqTEtCMDVNZ1I2ZHUzcjFTc1dGSE16YzBGU0EzRUJ3WUdTdTNhdGFWMjdkcktlaWtwS1FKQVFrTkRSVVRrN3QyN1ltMXRMZE9tVGRNcTU0a1RKNlJseTVaU3FGQWg1ZnJXWEZ0QlFVSGk0ZUVoRmhZVzh2WFhYOHZSbzBjbE9UazV3Mk9wa1IyQnhLemN4OTYrZmF0M3VucjFxZ0F3dUZ6elBGSzNibDJwVnEyYWtsL2FlODJtVFpza01EQlFWQ3FWVXZsQ3hQajE4YkdkZDBObFBYSGloSlFvVVVJOFBUMGxJU0ZCV3JWcUpkV3FWWlBidDIrYmZPd1pTQ1FpSWpJTW1mR2hDNXNWZjljTDg2eE9lZlBtbFNkUG5pZ0JnWmlZR0NsWHJseVc4aXBjdUxCY3VIQkJ5V3ZKa2lXaVVxbkV6czVPNzFTcFVpVWxyYUUwT1hMa0VFZEhSd2tJQ0ZEU1JrUkV5SmRmZnFsc056c0RpZnFtM3IxN2kxcXRscWRQbjJaNjNTKysrRUlKSXAwL2YxNHNMUzBGU0syaHFpbVBwclpuWnFmMCs2TUpuazJZTUVIVWFyVkVSa1lxNXlGdGVsT254WXNYNjkydXFZRkVKeWNudlZPWk1tWCtsa0Rpa0NGRGxHQ3pvZldNVFpNbVRUSjVtL256NTVmNjlldHJCWW52Mzcrdi9OMnBVeWNscmEydHJWeTdkazFabGo1UWJXeXl0YldWVTZkT0tmdWtVcWxrL3Z6NU1uLytmSk5hczdxNnVzck1tVE5sNXN5WlltOXZyNVdYdnNuYzNGenUzYnNuYXJWYTFxeFpZekNkbTV1YlJFUkVpRnF0Vmw1Y3A1MDhQVDJWL1YyK2ZIbVd2dC9aTVgxcUdFZ2t5bDZob2FGeTZkSWxXYjU4dWRqWTJJaUl5THAxNjhUS3lrb2lJaUprM3J4NVltNXVybHg3TzNic2tORFFVQWtORFpXYk4yL0tsU3RYNVB6NTh3YnoxN3c0dW5EaGdwUXFWVXFLRkNraWQrN2NVWmFmUEhsU0hCMGRKWC8rL0xKejUwNXAxcXlaMk5yYWFyMU16OG85N2Rtelp4SVNFaUlqUm93UU96czdaYjdtL2o1ejVreTVlZk9tVXR0Zk0xMjZkRWw2OU9naFptWm1jdXZXTFRsMTZwVGt5SkZEMnJWcko1czNieFlMQ3d2eDlQU1VyVnUzU2xCUWtJU0doc3I5Ky9mbDBhTkg4dXpaTTRtT2pwWW5UNTdJZ3djUDVOYXRXM0wxNmxVNWYvNjgwdkx0ZlNaTjRESTVPVmwyN05naFZhcFVFUURTckZrenZjRUhrZFFnVE9uU3BRVklyYlN6YU5FaUpkRDc0NDgvU3NHQ0JlWDY5ZXNTSGg0dXpzN084dHR2djhuUm8wY2xUNTQ4VXFaTUdmbmhoeDlreDQ0ZGN2VG9VVGw1OHFUOCtlZWZFaGdZS0x0MjdWSmVSbXBlWEZ0WldjbTBhZE1NQnR3ZVAzNHNkKzdja2NqSVNEbDU4cVFBcVMxVlJVU09Iejh1VmxaV01uUG1UTGwwNlpJNE9EaElxMWF0WlBmdTNYTHQyalc1ZGV1Vy9QWFhYeElSRVNIUG5qMlR4NDhmSzhmNCt2WHJjdkhpUlFrT0R0YmFIcUEva0RodDJqVDUvdnZ2NWNjZmY1VHExYXNMQUxseTVZcFdtb01IRDByKy9Qa0ZTSzBzbDFFUVVTVDFSZXJZc1dPVjh6Vm16Qml4czdQTGx2L1RaODZjRVJzYkcvbm1tMi9rM0xsejR1TGlJbDk4OFlXc1diTkdMbHk0SUhmdTNKRUhEeDRveHljNk9scWVQWHNtWVdGaGN2djJiYmw2OWFxY08zZE9qaDgvTGdEa3dJRUQwckZqUnlsYXRLaThlUEZDYkcxdFpjMmFOU0lpNHVEZ0lOT25UNWViTjIvS2pSczNwSG56NWxLclZpMUpURXlVZHUzYVNWaFltTkhqOE1jZmZ3Z0FyZXZjRklZQ2lTSWl0Mi9mbHAwN2Q4cmh3NGVWMXAvKy92N0s4by8xK09nTEpJcWtCbzlpWTJQbDFLbFRjdm55WlFrT0RwWTVjK2FJbFpXVjFuZHQyN1p0a2pkdlhwM0tmM255NUpFYU5XckkxMTkvTFpNbVRaTDE2OWVMU0dwd3pzZkhSOWF0VzZjRXdXL2R1aVVpcWRmRDlPblR0ZTUzMDZkUDF6cm1HelpzRUc5dmI5bThlYk5jdVhKRjl1M2JKMjV1YnVMdDdhMmsrVGZlZjlhdlh5OUFhZzhwSjA2Y2tCa3pac2ppeFl2RjNkMWRIQndjbER3QnlNOC8vNnpWS3Yvbm4zOVdqcUhtOTZTYm01dGN1M1pOYnpuME9YMzZ0Tkl6emc4Ly9KQ3Q1MTBrdGRXb0pwaTBZOGNPTVRjM2wyWExsbW1Wd1ZoQXlkZlhWOHFWS3ljREJ3NFVmMzkvdVh2M3JvaWtWdFJScVZSeS92eDV1WHo1c2x5L2ZsMzgvUHdFZ0ZJNVNFUmswcVJKMHFWTEY3bDQ4YUpNblRwVnlwUXBJL255NVpOWnMyWnBCYlVBN1NEOTRjT0hwVjI3ZG1KaFlTRjU4K2FWcmwyN3l1Ky8vNTdoOGN5T1FHSm03bU1KQ1FueS9QbHpnNVBtLzcreE5NK2ZQNWQ3OSs1SlFFQ0Ewc29aZ0R4NjlFaEVVcSs3aGcwYjZyU1FOQlpJL0ZqT3U3NXRoWWVIeXkrLy9DSU5HalFRYzNOekdURmloQkpRZmZmdW5kSXl0WHYzN3JKOSszWjU5KzVkdHZ6dXZYRGhRb2JuazRpSTZOOEdtZkdoQzVzVjJmR1FrRjFUeTVZdEpUZzRXQ2VnY3UvZVBlbmF0V3VtV3NwVnJseFo3dDY5cXhVODBLeWYyUUJXMnVuUm8wY0NwQVpVTm16WW9Nd1BEdytYdkhuekN2RDNCeEtIRFJ1bUJJb3lzOTdubjM4dUR4OCtGTFZhTGMrZlA1ZXFWYXNxeTh6TnpXWDM3dDFLbVJZdFdxVFVoak4xU3JzL0pVcVVVQUkvdHJhMmN2UG1UV1Y1MDZaTkJVanRzaTM5cEVtamI1bWh3SnFwZ1VSVEpsUHpUYi9QK2dLSk8zZnVGTFU2dFF0Y1ErdmR1blZMZ29PRDlVN3B1K0IxZFhXVmF0V3FLZXR1MjdaTmpoOC9MbzhmUHphNFB6RXhNWEw5K25XcFU2ZU9rczh2di95aWxTWW9LQ2pMTDkvU3RsQTAxRjF0Wm85cDJxbCsvZnBLK3JadDJ4cE10M0hqUnVVNkxGQ2dnTjQwSzFldVZQTHEwS0ZEbHZiM2ZhZFBEUU9KUk5uTDA5TlR1YVo2OSs0dFVWRlJrak5uVGhrMWFwU1NKamc0V0lZT0hTcnU3dTdpNk9pbzg3KzRaY3VXQnZQWHZEaHEwS0NCMUs1ZFcyKzNmVmV2WHBXeVpjdks0Y09IcFd6WnNqSmh3Z1N0NVFCa3pwdzVFaGtaYVhDYU0yZU8xajFOODNKWDgzSlpJeVVsUlhyMTZpVldWbFo2NzRrcWxVcUtGaTBxZm41K0lwTGFJcVYyN2RwSzk2dFhybHlSYnQyNlNaRWlSVXp1eXQzR3hrWUpiTDdQRkJjWEo0OGZQNVlpUllvSWtQcGNvMmt0YWt4OGZMejg4TU1QNHVqb0tBQms4dVRKSXBMYXNrdlRaWmltTzBkTnE0K1ltQmlaTTJlTzB2TEZ5Y2xKTEMwdHhjek1UQ3d0TGFWS2xTcEsvbWZQbnBXYU5XdnFCUExTMjdKbGk5WnhLVjY4dU5JcWJNK2VQZEs2ZFd1bDlXRm9hS2g0ZTN0TDNyeDVUWDcyR3o5K3ZNNzNSbDhnc1VhTkdzbzZscGFXZXJzc1BYLyt2TGk0dUNpdFVqTmo1ODZkVXIxNmRZbU1qSlNvcUtnTVh4NW5OSW1rZHJIWXFGRWo1VVZyUkVTRWpCa3pSdHpkM1NWbnpweGlaV1dWNFcrU3p6NzdUT2JQbnkvbTV1WVNIQndzam82T1Nzdko2OWV2SzEzUUxWbXlST202VjNNOUhEcDB5T1Q5bnpKbGlyaTd1MmY2dUJrTEpHcUNSWnFwUW9VS0Voc2JxeXovV0krUG9VQ2lScU5HalpSeU9UbzZ5b0lGQzdTVzM3OS9YL3IyN1NzLy92aWpiTnUyVGE1Y3VXSzBSZWpRb1VPMTlpbHRxMGNnNDY1Tk5ZSFV0Rk9OR2pXVTRPaS85ZjVUdVhKbHFWMjd0cVNrcE1peFk4ZVVvVXNjSFIyVi93V2FZL2pMTDc5bzVmdkxMNzhveC9EcDA2ZlN1WFBuREx1bjFlZisvZnN5WXNRSVNVeE16TmJ6bnRiejU4K2xVS0ZDZXBjbkpTVXA5eHNSdzExY3BwV1ltQ2dIRHg0VUVaRnUzYm9wLzNQVGQwK3JhV1Y1NE1BQmFkdTJyV3phdEVsdndCZlEzK3RCWkdTaytQajRTTnUyYmJXNmJEVWtPd0tKbWJtUGFickZ6WTdmWkpvdWYxVXFsWFR1M0ZuWlJuaDR1T1RQbjEvbmZKalM5ZStIUHUvcHkvcnk1VXVsSW56ZnZuM2x4bzBiZXJlemQrOWVxVktsaXBRdVhWcVNrNVBmK3hrcUpDUkVweXQ5SWlLaS93SmtnaXF6SzN3TVZDclZoeTRDcWxTcGdtblRwcUZodzRiS3ZNMmJOeU01T1JsZHVuUlI1Z1VIQjJQZXZIbll0V3NYa3BPVGplWlpzbVJKYk4rK0hjV0tGY1BxMWFzeFpzd1lwS1NrQUFEVWFuV1d5NnBXcTFHd1lFRUFxWU5UejU0OUd6MTc5a1M3ZHUxdzd0dzVBRUQ3OXUzeDY2Ky9Ba2dkT0RzcEtVa25uNDRkTzJMTm1qVUFBRWRIeDB5VjRkdHZ2OFdFQ1JNUUZoWUdkM2QzazlacDFxd1oxcXhabzJ4cjBLQkIrTzIzMzdUUzVNeVpFNEdCZ1NoVnFoUUE0T2pSbytqZnZ6K2VQbjFxMGpZMHg3VjU4K2J3OS9lSHM3TXpTcFlzaWFpb0tQVHQyeGNMRnk0RUFGU3ZYbDFyQVBEMGVTUW5KMnNOZko2UlVxVks0ZUxGaXdEKy8xaDZlbnBDUkhENThtV0VoSVNZbkZmYWM2RXZYMzNsQllCcTFhcHBEWkNlUDM5K2hJU0V3TXpNREcvZnZrV0RCZzIwOXRuUWVvWk1tVElGNDhhTk03ZzhKU1VGRHg0OHdPM2J0OUdpUlFzQWdKZVhGMDZkT29XM2I5OHE2WVlPSFlwWnMyWUJBRmFzV0lIZXZYdkQydG9hKy9idFE3ZHUzZlJlVjVjdVhUSzRYUXNMQ3hRclZnd0FjT2ZPblF6M3c4cktDa1dLRkRHYS91N2R1L2pxcTY4QUFBc1dMRUMvZnYwUUZ4ZUhZc1dLYWUyTFJ2ZnUzYkZzMlRJQXdNQ0JBK0h2NzY4M1gzdDdlNXc1Y3daRmloUkJiR3dzYXRXcWhVZVBIbVZZNXV6MHFmMkw4UER3d1BIanh3R2szZzg4UER3K2JJR0lQbkZQbno1RmJHd3NjdWJNaVR4NThnQUFRa0pDVUxSb1VkamEyaHBjTHprNUdZbUppVkNwVkxDMHRJU1ptWm5lZEcvZXZNR0pFeWRRdlhwMU9EbzZ3c0xDUW0rNmxKUVVtSm1aNGR5NWN5aGZ2anpzN2UyVlpkOTg4dzE2OXV5cDlVeVczdEdqUjdGdTNUcjQrZmtwK1NVa0pNRFMwaExtNXVZWkhRYWpZbU5qNGVUa1pIQjVZbUlpRWhNVGtaU1VwRHpYcFdWdWJnNEhCNGYzS2tOYUsxYXNRSzVjdWVEbDVXWHdlT3FqVnFzUkdCZ0lMeTh2bldXM2J0MkNuWjJkOGp6NWQwaEtTa0owZERSRUJDcVZDcTZ1cmxyZm0xZXZYaGs4VGlrcEtYajM3cDF5ckRWVUtwWHl1OEhlM2g2V2xwYktzcjE3OTZKY3VYSW9Ycnk0M3Z4U1VsSmdibTV1OEhkSFhGd2NjdVRJa2FWOS9Uc2tKaVpxN1oraE5Ba0pDVWhLU29LWm1Sbk16YzFoYm00T0N3c0w1VHE0Zi84K2loY3Zqb2NQSHlyUFA5bHA1c3laeUo4L1AzcjM3cDJwOVNJakl4RWNISXdtVFpyb0xFdEtTa0prWkNSU1VsSmdZV0VCTnpjM25mUDJNUjZmZCsvZTRjU0pFMmpZc09GNzM0ZE1FUmNYaDlldlgwTkVZR3RycS9WYjRjR0RCOGlWSzFlRzk2TEV4RVM4ZWZNR0NRa0pzTFcxMVVuL2I3ei8zTHQzRHhZV0Zscm5Pems1K1I4NVo5bkIySGxQNzhXTEY4aVpNK2NuczI5WmNmYnNXWnc5ZXhZalI0N01jaDVadlk5bEY4MHpVVm94TVRISW1UT24xcno0K0hoY3VYSUZOV3ZXTkpyZngzRGU0K0xpY1A3OGVYaDRlQ0E0T0JpZmZmWVpyS3lzTWx3dk9qb2FMaTR1LzBBSmlZaUkvcDFVbVFpME1aQ1l5ZTAyYnR3WXc0WU4wM3BaRlJrWmlRa1RKbURuenAwQWdMWnQyMkwrL1BuSWx5K2ZrdWJSbzBkWXQyNGRObXpZZ0lpSUNJUGJ5Sk1uRHpwMTZxUUVHVEppU3VCSW4wS0ZDaUU4UEZ6NW5EYVFXS05HRGIzQm1XYk5taWtCbmN3R0VwY3ZYNDV1M2JyaHhvMGJxRjI3dHRHME5qWTJtRHg1TWthTUdBR1ZTZ1VSd2FoUm81UWdabnA1OCtiRnJsMjdVSzVjT1FDcEQ1T1RKazNDcGsyYmpBWkIzTnpjbEVCWlFrSUNyS3lzY1BIaVJYejExVmQ0L3Z3NURodzRnRHAxNmdCSVBYOHRXN2JFdzRjUGRmSjUzMEJpMmJKbE1XZk9ITFJ0MnhiVHBrM0RsaTFibEVCaVpvL3ord1FTSjA2Y2lNbVRKeU1wS1FrV0ZoWUlDd3REeTVZdGxlOUpaZ09KUFh2MnhOS2xTd0VBNGVIaENBNE9SbkJ3TUVKQ1FoQWFHb3JidDI4alBqNGVOalkyZVBic0dRREEzZDBkWVdGaFNoNWR1blRCaWhVcm9GS3A0Ty92ajRFREIyb0ZlSC83N1RjTUhqeFk1enkvVCtBOUswSkNRbENqUmcxWVdGamc5dTNiY0hWMXhhNWR1OUM5ZTNlZHREVnIxc1N1WGJ0Z2EydUxQWHYyb0d2WHJrYnpybFdyRmc0Y09BQXpNek9jUEhrU2JkcTAwZnNpK3UveXFmMkxZQ0NSaUlpSWlJaUlpSWlJeUxqTUJCSk5yeWI0SCtibTVvYXZ2LzRhUFhyMDBLcTFIQmNYaDU5Ly9obUxGaTNDbXpkdmxQbTdkKy9Ha1NOSE1IYnNXQXdhTkFpMnRyWW9XTEFndnYzMlcweWFOQW1uVDUvR2poMDdzRy9mUGp4Ky9GaHJXOCtlUFRNNWlQZyswZ1lSMDlPMFVzd3VWbFpXcUYrL1BnQmsyRkt3WmN1V21EdDNybExqOC9YcjF4ZzRjQ0IyNzk1dGNKMm5UNStpUllzV1dMdDJMUm8zYmd3WEZ4ZXNYTGtTUTRZTXdlelpzM0hnd0FHOWdaYytmZnBvbGRISHh3ZmZmdnN0RWhNVE1YTGtTTlNwVXdkUG5qekIxYXRYMGJ4NWM1dzRjUUpqeDQ3RmxpMWJzbklZdEtTdEVYM3g0a1hZMmRrQkFCd2NIUERxMVNzbEFQZFBLUjdhSFl3QUFDQUFTVVJCVkZhc0dFYU5HZ1VBbURObkRuTG56bzMrL2Z2ajZOR2pHRHAwS1A3NDQ0OU01M253NEVFMGJkb1VOMi9leEt0WHJ6SzlmcmR1M2JCMDZWS29WQ3FjTzNkT0taK3ZyeSsrK09JTGVIdDdvMnZYcnJDeHNjR2dRWU1RSHgrdnJHc29pR3BsWllXalI0K2lRb1VLV0xwMEtiNzk5dHNNeTVHWllIMkRCZzNnNnVvS0FIcS9zMjNhdE1HcVZhdGdhMnVMUjQ4ZVllalFvVnJMTFN3c2tETm5UdVRPblJ1dXJxNXdkWFZGN3R5NWNmZnVYWlFxVlFwMTY5YkZrQ0ZEL3ZIdkJ4RVJFUkVSRVJFUkVSSDlOekdRYUVDK2ZQblF1blZyZUhsNW9VNmRPbHBkUjd4Ky9ScXJWNi9HVHovOWhLaW9LTDNydjM3OUd0T25UOGZ5NWNzeGZQaHc5TzdkRy9iMjlqQXpNMFBkdW5WUnQyNWR6SjgvSDlldVhVTmdZQ0FXTEZpQTE2OWYvMU83bCszcTFxMkxoSVFFUEh2MkRERXhNWWlQajBkU1VoS0tGaTJLcVZPbm9uRGh3Z0NBTTJmTzZLeHJabWFHbGkxYll2ejQ4YWhjdWJJeVB5Z29DSDM3OXNYZHUzY3ozSDVNVEF3NmRPaUFzV1BIWXZ6NDhiQ3lza0xGaWhXeGNlTkdQSHo0RUwvKytpdCsvLzEzM0x0M1QxbW5XclZxQUZLN1ZSczBhSkRTb3JSTm16YVlObTBhQUdERWlCRUlDQWpBMHFWTDBiVnJWL2o2K21MMDZORll2MzQ5enAwN2h6dDM3aGdOTHRuYTJzTE96ZzV2M3J6UjZ1SXliVURhenM0T0lvSVZLMVpnenB3NWVQZnVuVWtCTG4wMEFVbEQzZWhXcUZCQitUc3VMZzVBYXBkcVM1WXNnYTJ0TGU3ZnY0K2xTNWNpUGo0ZURnNE84UGIyeHBZdFc3UzZDcld6czRPNXVibXlEWlZLQlFzTEMxaGFXc0xhMmhxMnRyYUlpWW5Ca3lkUDhPVEprMHp2ZzBxbHdxUkprekJ4NGtRQXFhMzlPblhxcEhYOGhnMGJoa0tGQ3FGdTNicm8wS0VEQ2hjdWpONjllK3R0TWFxUk0yZE9yRnk1RWhVcVZFQjhmRHg4Zkh3eVhiYU1kT3JVQ1VCcUM5ZjB3VmQzZDNldExreVRrNU94ZmZ0Mk9EZzR3TkhSRVU1T1RpWjFrVFoxNmxRRUJnWm1xdnRiSWlJaUlpSWlJaUlpSXFLc1lOZW1laFFxVkFnWExselFlYWtmRmhhR1ZhdFdZZDI2ZFlpTmpjMVVubzZPanVqZXZUdjY5dTJMRWlWS2FDMWJ0V29WeG80ZG02V3laclZyMC9UZWQ0ekVOV3ZXb0dQSGprYTNFUjBkalMrKytBTFBuejlYOGhnMGFCQjY5T2lCUW9VS0tlblVhalZtenB5SmxTdFhacWtMeHpKbHltRCsvUGxLSzBpTitQaDRORzdjR05ldlh3ZVEyaVhxOXUzYjBiOS9mOXk4ZVZQWlJ4OGZIMWhaV1dIejVzM28xNitmc242TEZpMHdlL1pzbmZPWGtwS0N0Mi9mSWlrcENTSUNjM056V0ZwYXdzcktDbVptWmtoS1NvSzd1N3ZTK3RUQ3dnSjc5KzVWdW5pTmlvcEMvLzc5RVJnWWFQSSsxcTFiRi9ueTVjT0xGeStnVnF2eDd0MDdtSm1aWWR5NGNXalhyaDBlUFhxa2RQVzZldlZxSmNDbDhmejVjNVFxVlFvcWxRcXJWcTFDeDQ0ZDhmYnRXN1JzMlJKQlFVRkt1clp0MjJMZXZIbklueisveVdVVEViaTd1eHR0OVpwVzJxNU5telp0aXNtVEp5dGRCNGVFaEtCZHUzWjZBNUtPam83WXZYczNxbFNwQWlBMU1OcTdkMi9zMzc5Zks5MW5uMzBHYjI5djlPclZDN2x5NVlLSVlOQ2dRUWJISlV6UDFHdE1FNGkxczdORFFFQUFPblRvb0pObTE2NWRSc2Z3QWxJRGpDOWV2TUN6Wjg4UUZSV0Y1OCtmSXlvcUNxOWZ2OGJvMGFOaGJtNk95NWN2bzNIanhucXYwK3oycWYyTFlOZW1SRVJFUkVSRVJFUkVSTWF4YTlQM0ZCNGVqdEdqUjhQSHh3ZUppWWs0ZE9nUTFxNWRpOERBd0N5UFRhWldxN0ZzMlRJc1g3NGM5ZXJWUTdkdTNlRHA2WWxyMTY0cExhOCtaY0hCd1VZRGlkZXZYOGZnd1lPVklDS1FHdmlwVzdldUVrU01pNHZEeXBVcnNXalJJc1RFeEdTNUxLR2hvV2pUcGcwYU5XcUVpUk1ub21iTm1raE9Ua2JQbmoyVklDS1EyaVZxL2ZyMWxYUHE3T3lNV2JObXdjcktDcWRQbjhidzRjTzE4djNqano5dzhPQkIxS2hSQTYxYnQwYXBVcVhnNXVhR1hMbHl3ZDdlSGpZMk5yQzB0RlRHZFV4SVNFQkNRZ0wyNzkrdjFZV3RpTURDSXZYU3UzanhJcnAxNjZiVHhXMUd5cGN2ajNuejVobGNuamFZRmh3Y3JCVklmUHIwS1lZUEg0N2s1R1QwNmRNSEhUcDBRRUpDQW5yMTZxVVZSQVJTdStmY3QyOGY2dGV2RDA5UFQ1UXBVd1p1Ym03SW16Y3ZiR3hzOUE3SWZ2YnNXWk9EaU9rdFdMQUFGU3RXQkFCY3VuUUpYbDVlZVBueXBkNjBhclVhYmR1MnhZNGRPL0RGRjE4Z09qcGFDZmdCUU1HQ0JYSGt5Qkd0c1VwZnZIaUI0Y09IWTgrZVBWa3FuekdlbnA1S2k5QzllL2ZxVGZQOTk5OERnTkphODltelozajY5Q21lUDMrT1o4K2U0Zm56NTRpT2pqWjRuN0d3c01Db1VhTlF1WEpsOU9yVkM3Lzg4a3UyN3djUkVSRVJFUkVSRVJFUmtRWmJKQnJoNmVtSk0yZk9HT3krOUgzWjJ0ckMydHI2dllKbUpVdVdWTG9MelowN2Q1YnpLVml3SU9yVXFRTUEyTEpsaTk1V1NQYjI5bkJ6Y3dNQTNMNTlXMmRaNGNLRllXOXZEenM3TzZXcnk0U0VCRHg0OE1CZzk2UXVMaTd3OS9mSGdRTUg0T2ZubCttV25xYjQvUFBQNGVibXB0TlNUWjhTSlVwZzRjS0Y2TjY5TzlScWRiYVhSYU5Zc1dJWU8zWXNSbzhlalhmdjNtVjYvZHExYStQQWdRTTYxOExMbHkveHh4OS9ZTnk0Y1VyNTdlenM0T3JxaXVUa1pNVEZ4ZUhseTVkYTU5ZmQzUjJPam80NGZmcDBwc3RoYm00T2EydHJtSnViUTBTUWtwS0N4TVJFSkNZbW1weEgyaGFKalJvMWdyKy9QNDRkTzRiaHc0ZHJqWHRvYlAybFM1ZGk5ZXJWT0h2MnJOYXltVE5uWXRpd1liaDE2eGI4L2YzaDYrdWI2ZkVhTTlNaXNVV0xGbWpmdmozR2p4K2Y0WGlnV1dGalk0UERodzlqNjlhdCtQbm5uOWtpVVErMlNDUWlJaUlpSWlJaUlpSXlMak10RWhsSUpQckVtWm1aUWFWU1FhVlMvU09CcGV4bVptYUdWcTFhQVFBT0h6NE1aMmZuVExmUU5NVFcxaGF1cnE1WmJpSDVNVEl6TTh0eXkraXMrTlQrUlRDUVNFUkVSRVJFUkVSRVJHUWN1ellsK2cvNUo0TktmNGVVbEJTdHJrRGZ2bjJiYlhtL2ZmdjJYeFZFQkQ3OTgwMUVSRVJFUkVSRVJFUkVudzZ6RDEwQUlpSWlJaUlpSWlJaUlpSWlJdnI0TUpCSVJFUkVSRVJFUkVSRVJFUkVSRG9ZU0NRaUlpSWlJaUlpSWlJaUlpSWlIUXdrRWhFUkVSRVJFUkVSRVJFUkVaRU9CaEtKaUlpSWlJaUlpSWlJaUlpSVNBY0RpVVJFUkVSRVJFUkVSRVJFUkVTa2c0RkVJaUlpSWlJaUlpSWlJaUlpSXRMQlFDSVJFUkVSRVJFUkVSRVJFUkVSNldBZ2tZaUlpSWlJaUlpSWlJaUlpSWgwTUpCSVJFUkVSRVJFUkVSRVJFUkVSRG9ZU0NRaUlpSWlJaUlpSWlJaUlpSWlIUXdrRWhFUkVSRVJFUkVSRVJFUkVaRU9CaEtKaUlpSWlJaUlpSWlJaUlpSVNBY0RpVVJFUkVSRVJFUkVSRVJFUkVTa2c0RkVJaUlpSWlJaUlpSWlJaUlpSXRMQlFDSVJFUkVSRVJFUkVSRVJFUkVSNldBZ2tZaUlpSWlJaUlpSWlJaUlpSWgwZkpLQlJEczd1dzlkQkNLaWZ6MTdlL3NQWFFRaUlpSWlJaUlpSWlJaStvQSt5VUJpaVJJbFBuUVJpSWorOVhpdkpTSWlJaUlpSWlJaUl2cHYreVFEaWUzYXRmdlFSU0FpK3RkcjI3YnRoeTRDRVJFUkVSRVJFUkVSRVgxQW4yUWdjZXpZc1NoY3VQQ0hMZ1lSMGI5V2tTSkZNRzdjdUE5ZERDSWlJaUlpSWlJaUlpTDZnRDdKUUtLam95TldyMTc5b1l0QlJQU3Z0WHIxYWpnNE9Iem9ZaEFSRVJFUkVSRVJFUkhSQi9SSkJoSUJvRW1USmdnSUNHRExSQ0tpYkZTNGNHRUVCZ2FpY2VQR0g3b29SRVJFUkVSRVJFUkVSUFNCZmJLQlJDQTFtSGo5K25WTW1USUZsU3BWZ3IyOS9ZY3VFaEhSSjhmZTNoNlZLbFhDbENsVGNQMzZkUVlSaVlpSWlJaUlpSWlJaUFnQW9CSVIrZENGSUNJaXlnNGVIaDQ0ZnZ3NEFPRG8wYVB3OFBENHNBVWlJaUlpSWlJaUlpSWkrc2lvVkNxVnFXay82UmFKUkVSRVJFUkVSRVJFUkVSRVJQVDNZQ0NSaUlpSWlJaUlpSWlJaUlpSWlIUXdrRWhFUkVSRVJFUkVSRVJFUkVSRU9oaElKQ0lpSWlJaUlpSWlJaUlpSWlJZERDUVNFUkVSRVJFUkVSRVJFUkVSa1E0R0VvbUlpSWlJaUlpSWlJaUlpSWhJQndPSlJFUkVSRVJFUkVSRVJFUkVSS1NEZ1VRaUlpSWlJaUlpSWlJaUlpSWkwc0ZBSWhFUkVSRVJFUkVSRVJFUkVSSHBZQ0NSaUlpSWlJaUlpSWlJaUlpSWlIUXdrRWhFUkVSRVJFUkVSRVJFUkVSRU9oaElKQ0lpSWlJaUlpSWlJaUlpSWlJZERDUVNFUkVSRVJFUkVSRVJFUkVSa1E0R0VvbUlpSWlJaUlpSWlJaUlpSWhJQndPSlJFUkVSRVJFUkVSRVJFUkVSS1NEZ1VRaUlpSWlJaUlpSWlJaUlpSWkwc0ZBSWhFUkVSSFJmMGhTVXRLSExrS1dKU2NuRzF5V2twS1NxYnpTcDA5TVRNU1RKMCt5VkM0aUlpSWlJaUtpZnlzR0VvbUlpSWpvSC9Ia3laTXNUWnJBVjF4Y0hFSkRROTlyTXNXQ0JRdlF2bjE3SkNZbS9wMkhRMGRvYUNoVUt0Vjc1WEg5K25Vc1dyVEk0UEtvcUNpVUtWTUc2OWV2TnltL2MrZk9vVzdkdWpoOStyVE9NclZhamFwVnEyTDc5dTFHOC9EMzk4ZUZDeGUwNW9XSGg2TkpreVlHMTNuKy9EazhQRHh3L2ZwMXJmay8vUEFEbWpkdnJuZWRSbzBhWWNTSUVVYkxvcEdjbkl5cVZhdGkxNjVkeXJ6Rml4ZWpldlhxdUgvL3ZrbDVFQkVSRVJFUkVmMFhXSHpvQWhBUkVSSFJ4OHZQeisrOTFzK1hMeDlhdEdnQkFNaWZQMytXOHJodzRRS3FWYXVHOCtmUG8ySERodTlWSGhISk1NMmhRNGR3NHNRSldGcGFacGpXMTljM3l5MzhCZzRjbUdFYVV3S0xHemR1eE5kZmZ3MEErUFBQUHpGbXpCaWNQSGtTNjlldlI0NGNPYlRTdXJxNm9tN2R1dWpmdno4cVZxeUlTcFVxR2MxNzdkcTF1SFRwRWo3NzdET2RaZnYyN1VOUVVCRHk1Y3RuY1AzazVHVE1talVMejU4L3g5bXpaMUdzV0RFQXdKczNiM0Q0OEdFbFhXaG9LTXFXTGF1Y24zZnYzdUg0OGVPSWpZMVYwc1RIeDJQNTh1VVlPblNvem5haW9xSnc4dVJKOU8vZjMraithUHp5eXk5NCt2UXBHalZxcE13Yk5HZ1FGaTVjaUFVTEZtRFpzbVVtNVVORVJFUkVSRVQwYjZjU1U5Nm1FQkVSZlFJOFBEeHcvUGh4QU1EUm8wZmg0ZUh4WVF0RTlDL3d2aTNrR2pSb2dHUEhqaGxOa3o2SWxCa3hNVEZ3ZG5aR1pHU2tFdEJTcVZRSUNRbEJtVEpsc2xKa1ZLbFNCYkd4c2JoMzcxNkdhVzFzYlBEdTNic3NiU2Y5L3VvN0RxYTBvaXhRb0FBY0hCeVV6Ny85OWh1KytlWWJWSzVjR1VlT0hJRzl2YjFXK3RqWVdOU29VUVBUcDA5WEFwRDZ2SHIxQ201dWJ1aldyUnRXckZpaHM3eDE2OVlJRFEzRnBVdVhkSlk1T0RqQTNOd2NBSERuemgxVXIxNGRCUXNXeE9uVHArSGc0S0N6citrL1AzcjBDSVVLRmNLSkV5ZFF0MjVkQU1EU3BVdnh3dzgvNE42OWU3QzN0OGZYWDMrTnpaczNaM2g4QU8xakhSRVJnZkxseTJzRktVMVJva1FKM0wxN04xUHJFQkVSRVJFUkVYMk1WSmw0NGNNV2lVUkVSRVFmMkx0Mzc3QjM3MTRjT0hBQTRlSGhXUTVNWldUeDRzWDQvUFBQTTdXT3NlQmVWRlFVeXBjdkQyZG5ad1FGQmVtMGZrdkxsT2RUWTJrMHJlNFNFeE1SRVJHaHpGZXIxUUJTdThxTWo0OVg1a2RFUk1ER3hrWXJqNkpGaTJaWUJnQzRmLzgrcWxhdGFsTGF0TnRNVDZWU1ljeVlNWmcvZjc3UlBEVEJ3ci8rK2t2cmM2RkNoYklVRE8zYXRTdnM3ZTF4NWNvVjJOdmJHenl1M3Q3ZThQYjIxcHJYdUhGakJBWUdhcTNqNCtNREh4OGY1Yk9JNE5HalJ6aDQ4Q0NTazVQaDdPeXNrL2VaTTJkUXMyWk5BTUJubjMyR1gzNzVCYjE2OWNLTkd6ZFFxMWF0VE8vVDI3ZHZNV2ZPSEV5ZE9oWDI5dmJZdEdrVEpreVlnT25UcHdNQSt2VHBBMWRYVjh5Wk04ZG9Qc25KeWVqUm93ZGlZMk54N2RvMW5WYXl1WFBueHBreloxQ3laRW1kZFRXQlVTSWlJaUlpSXFML0VnWVNpWWlJaUQ2Z2ZmdjJZZWpRb1hqdzRNSGZ2cTJZbUpoc3phOXYzNzVRcTlVNGVQQ2cwU0NpaG8rUEQ5cTFhNmN6Lys3ZHU2aFhyeDRpSXlQMXJwYzIySFB2M2oyVUxWdFdKMDMxNnRXMVB1c2JmOCtVRm84UEhqeEFiR3dzd3NMQ01reWJYZEx2aitiem5qMTcwS1pObTB6bEZSY1hoeHc1Y3FCZHUzYktzZDY0Y2FOV21rZVBIbUhjdUhFWVAzNDhLbGV1ckxVc2JUZWxreVpOZ3BlWGwvTDU5OTkveCt6WnN3RUFDeGN1aEl1TEM0NGVQYW9WWUl1TWpFU2pSbzFnWldXbGxXL0hqaDFSczJaTkZDeFlNRlA3b3pGdjNqdzRPanBpd0lBQmlJaUlRTy9ldmZIVFR6K2hYNzkraUkrUHg1VXJWN0J5NWNvTUE2OWp4NDdGa1NOSEFBQTVjdVRRYWExcGJINzZ3RFFSRVJFUkVSSFJmd0VEaVVSRVJFUWZ5SW9WS3pCa3lKQXNkZW41b2MyYk53KzdkdTNDNnRXclRXN2w2T1RraElTRUJKUXJWMDVyL3NXTEZ3RUFLU2twS0ZXcWxOWXlROTFQYW82WktWMmJhcnJOTkVWUVVCQ0ExT0RtblR0MzlJNE5tTjAwKzdKNDhXS01HalVxeTkrSDBOQlExS3RYRDk5OTl4MEdEUnFrekUvZmZlbU5HemN3YnR3NDFLdFh6Mmlnc25EaHdxaFdyWnJ5V1hPZUlpTWpzV3JWS2t5WU1BSGx5NWZYV3NmYTJob0FZR1ZsaFlTRUJFUkhSeXZMc2hwRXZIMzdObjc4OFVmczJiTUhLcFVLa3lkUFJ1WEtsZUhsNVlYUTBGQ2NPWE1HY1hGeEtGNjh1TkthczNqeDRqckJ6QVVMRm1EeDRzV1lOR2tTWnMrZXJiZlZJUUNENDBhbS9ZNFJFUkVSRVJFUi9WY3drRWhFUkVUMEFlemJ0MDhyaUZpaFFnVjRlM3ZEM2QxZGE3eTc3SlRaYmswTjJmRi83TjEzV0JSWDJ3YndlK21nZ0JReEZrUnNZTEFybG9nTlM4VDJvb0M5eGNRM3hocHJpQ1lSVFdJbEdvMktMUUZmQzBIRkV1ekJFQldqcUNoV3NJS2lvcUtBSWtoWjlueC84TzJFWlhaaFVhTW11WC9YTmRmRm5IUG16TE16c3l2dXd6bG54dzc0Ky92RHdjRUJIMzc0SVVhT0hJbjQrSGc0T0RqQXpzNU82ekh4OGZIU1duN1BuajNUcUZNbmY2cFVxU0tySzNyczY3QjM3MTRZR0JpZ2ZQbnkyTHAxSzJiTW1QRmF6Z3NBNGVIaEFJRDA5SFRZMk5pVWFmMUZJUVJxMTY0TlB6OC9qQmt6QmpFeE1WaTllcldVMkh1VlZxOWVEVE16TTB5Y09GRldsNStmRDZBd2tmamJiNy9CeTh0TEk4WVhzV1hMRmp4Ly9oemR1bldEVXFtRXNiRXh6cHc1ZytEZ1lFeWJOazFxMTZaTkcrbG5iV3RrZHV2V0RmYjI5dkR4OGNHOGVmTncvZnAxMlhObGJtNk9jK2ZPeVJMYUFFY2tFaEVSRVJFUjBiOFRFNGxFUkVSRXIxbHViaTdHalJzbkpWWW1USmlBd01CQUdCc2J2K0hJU3JkLy8zNE1IRGdRL2Z2M2g3T3pNK2JPblF1VlNnVmZYMTg4ZlBnUWdZR0JHRDU4dU93NGRWTG45dTNiT2tjazNydDNUK3VJUkczVFZSWmY5Ni80V25mNmprQXNTcVZTWWMrZVBXalRwZzFxMWFxRmtKQ1ExNVpJdkhUcEVpNWR1Z1FBOFBEd3dJZ1JJM0QrL0htb1ZDcU5kdlhxMWNOMzMzMkg3dDI3eS9vd01qTEN5cFVyNGV6c0RIOS9md3djT0JEdnYvLytLNDkxMXF4WjhQUHp3N3g1ODlDNWMyZDA2dFJKcWxNcWxRQUtSeVoyN3R3WjZlbnB1SGJ0bW16cVdTRUVEQXdNOURyZnFGR2owSzVkTzVRdlh4Nit2cjRZT25RbzZ0ZXZqL3IxNjhQWDF4Y3VMaTZJaUloQTE2NWRBZWhlYTlQTnpRMXVibTVTc3BvakVvbUlpSWlJaUloS3gwUWlFUkVSMFd1MmUvZHVhVTNFQmcwYS9HMlNpRnUyYk1IUW9VUFJvVU1IQkFjSDQrdXZ2d1lBR0JnWVlOZXVYZmp2Zi8rTEVTTkdJQ1FrQkd2V3JORTZMV2oxNnRWbG93NnpzcklRRVJHaGMwU2lOb21KaVFBS0UxZVRKazNDRjE5OGdVcVZLbWx0ZStQR0RhMXJKaGEzYytkTzNMOS9Iek5uem9TcnF5dENRa0t3ZS9mdU1xOVQrQ0srK2VZYjlPblRCei85OUJQbXpKa0RYMTlmT0RrNXdkZlhWNVp3cTFLbENseGRYU0dFMEpvMG16WnRHbnIzN2cwWEZ4Y0FRRXhNakhTOWdNSTFFZ0hnNk5HanN1dGRkQnJVQnc4ZVNLTkYxZnRBWWFMTzFkVVZwMCtmUmxCUUVHSmlZcVJ6cVVja21wcWF3c2pJQ0JVcVZOQTZ3all2TDAvdlo3NVNwVXFvVktrU0prMmFCRnRiVzN6NTVaZFMzZlRwMDlHNmRXc3BpVmdXeWNuSnN1bFdpMCtMUzBSRVJFUkVSUFJ2eDBRaUVSRVIwV3UyYjk4KzZlZUJBd2UrOVVsRUlRUysvdnByQkFRRW9IdjM3Z2dQRDVkTm1WbTdkbTBjT25RSVFVRkJtRFp0R2hvMWFvUTVjK1pnMHFSSjJMZHZIM3IxNnZWSzRxaGR1N1pHQW1qZHVuVTRlUEFnNXM2ZGl4bzFhbWc5cmxxMWFraE9UaTYxL3lWTGxzREN3Z0pEaHc2RmxaVVZYRnhjTUdmT0hQVG8wVVBuS0xkWElTWW1CdHUzYjhlQkF3ZncwMDgvd2NmSEJ5RWhJZmpQZi82RDFhdFhJeVFrQkljUEg5YVlXdlAzMzMvSHh4OS9qTmpZV0pRdlgxN1daOUVrYmxCUUVOYXZYeTlyczNEaFFsbFowVVJpUUVBQUFnSUN0TVpzYUdpSXNMQXdORy9lSEwxNzk4YkpreWRoYlcwdFRjVmEycFNxV1ZsWktGZXVYSWx0aXRxMGFSTldyMTZOMk5oWVpHZG5TOVBkN3RpeEEwcWxVblovaW85STFUYXRxcU9qbzlaejZSck5hbWRuaDBlUEh1a2RNeEVSRVJFUkVkRS9nWDd6Q1JFUkVSSFJLMU0wcVZXL2Z2MDNHRW5wN3Q2OWk2NWR1MkxXckZrWU5Xb1VkdXpZb1ROSnBGQW9NR2JNR0p3OWV4WnVibTZZTm0wYVBEdzgwTDU5ZTZTa3BPamNoZzhmanM2ZE81ZllKaVVsQlFxRkFzYkd4bkIwZElSQ29ZQkNvY0NvVWFPUWw1ZUhoZzBiU21YRnQ2TEhCQVlHYW8xOTI3WnRpSTZPeGllZmZBSnJhMnNvRkFwODl0bG5PSFhxRk5hdFcvZVhYZC84L0h5TUhEa1MvZnYzMTVnMmMvanc0VEExTlVWUVVCQXFWS2dnVzUrdmR1M2FTRXhNMUJyYnpaczNVYnQyYlduSzJKQ1FFQWdocE8zQ2hRc0FnSWlJQ0kzeTRzbTJvS0FnamJxZ29DQ05lbHRiVzRTRmhlSG16WnY0NElNUEFCU09OQVJLVHlRK2V2UUl0cmEyK2x3aVhMOStIU05Iam9TSmlRazZkKzRNYTJ0cnRHclZDbGV2WHNYRml4Y1JIeCt2c1FHRmExMFdMMU16TmpaRy8vNzlrWkNRb1BGOHViaTRJQ1ltUnVmemQvbnlaYjNpSlNJaUlpSWlJdm9uNFloRUlpSWlvdGRNUFdvTGdOWnBIOThXMGRIUjZOR2pCM0p6YzdGOCtYS01IVHRXcitQcTFxMkxQLzc0QS83Ky9paFhyaHdzTFMxaGFXbUpuSndjWkdSa3lOcmZ1SEVERFJvMDBObGZ4WW9WWVdob0tFc0lqUmt6Qm1scGFmajU1NTgxeXJPenMrSGw1WVhjM0Z6czM3OGZGU3BVa09vY0hCeGsvYWVucCtQVFR6K0ZyYTB0L1AzOXBmSmh3NGJodSsrK3c3UnAwOUN4WTBlZGErcTlEQ01qSXdnaE1HdldMR2xhVUxYSXlFaGN1SEFCOCtmUGx4MVhyVm8xOU8vZkgwdVhMc1g0OGVOaGFHZ28xZTNidHc5SlNVbXZaVDAvZDNkM0JBWUdvbHk1Y2hCQ0lDY25Cd0JraVUrMTVjdVg0Nk9QUHNMTm16ZFJ2WHAxdmM1aGEyc0xKeWNuYVkxRE56YzMxS3RYRDI1dWJqQTJOa1pzYkN4V3IxNk43Ny8vSGhZV0ZnQUFaMmRueE1mSDQ5ZGZmOFhLbFNzQkZDWTU3OTI3QndEU05WWEhDd0JYcmx4QlptYW1SbGx4K2ZuNWIvMElZaUlpSWlJaUlxSlhpWWxFSWlJaUl0TEszZDBkM3Q3ZW1EWnRXcGxIVGhvYkcrTzc3NzdUS051NWN5Y0dEaHlvdFgxMGRMUnN4SnVhZXMyNm91dldiZG15QlZGUlVmajQ0NDloYm00T0p5Y25BSVhKb243OStpRXRMUTA3ZCs1RXExYXRTb3hUcVZTaVg3OSt1SHYzTHRhdlh3OTdlM3VwenREUUVPdldyVU9iTm0zZzdlMk5JMGVPNkQyS1RsOEtoUUo3OXV5QnM3T3p4bnFFQUxCZ3dRTFVxMWNQWGw1ZVdvK2RPblVxTm03Y2lCMDdkc0RYMTFjcTM3MTdONW8yYlNwYi8rK3ZNbkhpUk9ubjdPeHNtSnFheXRaMUJJRFpzMmRqenB3NThQUHp3K25UcDNWT0lWcWNyYTB0cmw2OXFyUCs2NisvUm5KeXNwUkVWSHZ5NUFtQ2dvTGc1ZVdGWHIxNjRmTGx5MmpTcEVtSjV5cHRMYzBMRnk2ODlhT0lpWWlJaUlpSWlGNGxUbTFLUkVSRVJGcVptcHBpL2ZyMXJ6eHhvcDRxVXozQ1VMMS83ZG8xQUlXanZyUk50VmxVMjdadEVSZ1lpSmlZR05Tb1VRTXRXclRBdkhuejBMRmpSMFJHUm1McjFxM28wYU5IaVhIazUrZGp4SWdSaUl5TXhBY2ZmSUJodzRiSjJyUnExUXJmZlBNTkxsMjZCRTlQVDZTa3BMekVLOWZPMmRsWlZuYnMyREZFUmtiaXM4OCswN2srWTZOR2plRGg0WUZseTVaSlpjK2VQVU5VVk5RcldaUHlSV1JtWm1wTjZBSEF0OTkraTQwYk44TEt5Z3I3OXUxRDI3WnRYNmoveU1oSWZQWFZWemgyN0JqT25qMkxYMzc1QmJObno1YTFIVEZpQk41Ly8zMk1IejhlejU4L1IrUEdqV1ZUdVVaRlJhRnUzYm9ZTVdJRWdNSlJxTWJHeHVqWHJ4OXUzcndwYTg4a0loRVJFUkVSRWYzYmNFUWlFUkVSRWYzdFZLNWNHVk9tVE1HVUtWT3dZY01HakJrekJxZE9uUUlBT0RrNUlTWW1CalkyTm5qdnZmZTBUa1dabnA2T2dRTUg0c0NCQS9EeTh0STVHaElBUHYvOGN5UW1KbUx0MnJWbzNMZ3hmdnp4Ui9UczJST1JrWkZRS3BVbHhwbVVsSVQ5Ky9mcnJPL1dyWnZXOGhrelpxQm16Wm9ZUEhpd1ZLWStWOUhFNHRpeFl6Rnc0RUJjdVhJRkxpNHVpSWlJUUc1dUxucjI3QW1nTUxGWTNQUG56d0VVVHV1cHJiNTgrZklBZ0U4KytRU2ZmUEpKaWErdnVOdTNiMnRNSlFzQVlXRmhNREV4d2JadDI5Q3JWeS9NbVRNSEFQUk9ka1pGUldIejVzMDRlZklrTGwyNmhJS0NBdGpaMmFGOSsvYVlQbjA2V3JkdUxiMWVkZkpaZlkxV3JGZ0JOemMzTEZpd0FBRUJBVktmMGRIUm1EdDNMaTVldklqRml4ZkQxOWNYSVNFaCtQenp6L0hwcDU5aTh1VEpxRnUzTG54OWZmSHh4eCtqWGJ0MldrZFpFaEVSRVJFUkVmM1RNWkZJUkVSRVJHK1ZKMCtlb0tDZ0FPbnA2UUFLMXhFRUNrY1EzcnAxQzdkdTNjS2xTNWR3NXN3WlJFVkY0ZmJ0MjJqUW9BR21UWnNHWjJkbmhJZUhJelEwRlBQbno0ZWxwU1U2ZGVvRUx5OHY5Ty9mSDliVzFqaDQ4Q0JHakJpQmxKUVVEQmd3QUNFaElUQTFOUzB4cHRXclY4UGEyaHFCZ1lIbzFhc1hwa3laZ2xXclZpRXJLNnZFNDhMRHd4RWVIcTZ6WHRlb3k0MGJOeUk1T1JrWkdSbTRjdVVLS2xTb2dNT0hEd09BeHRxSFBqNCsyTGR2SDF4Y1hBQVVUdmxhdVhKbE5HM2FGSThlUFVMRmloVjFudHZQejYvRW1BSUNBdEMvZjMrcFBDd3NUQ01adDJuVEp1elpzd2ZlM3Q1d2NYSEIzYnQzc1h6NWNyUnYzMTZqdjVFalI2Smp4NDdvMWFzWGR1N2NpVGx6NW1EWnNtV3lrWXU2M0x4NUUzLzg4UWZhdFdzSGYzOS90R2pSQXJWcTFjTFBQLytNNDhlUEl5WW1CbkZ4Y1RBeU1rSnNiQ3dBU0ZQUTFxcFZDNU1uVDhhMWE5Y1FHeHVMWDM3NUJWdTJiRUZHUmdZbVRKaUFiZHUyeWVKbzBxUUpvcUtpOE50dnYySFpzbVhvMHFVTDdPenMwTGx6Wi9qNCtLQlBuejU2eFUxRVJFUkVSRVQwVDhCRUloRVJFUkc5VmFLaW9xUWtWNDBhTlZDOWVuVUFoYVByUER3ODhPREJBNWlabWNIZDNSMGpSb3hBMzc1OTBhaFJJK2w0RHc4UExGbXlCTEd4c2RpNmRTdkN3OE54OHVSSkRCa3lCQUJnWTJPRDNOeGNmUC85OXhycis1VkVvVkJnMGFKRjhQRHd3Tnk1Y3pGMTZsUjgvdm5uSlU2LytqSWNIUjNoNk9pSW16ZHZvbTNidGhCQ3dOallHQU1HRE5DWUV0VFkyRmdhMWFoVUtuSDI3Rmw0ZVhsQm9WREEydG9hRVJFUkx4eERwVXFWTk5hbHJGU3BraXpHME5CUWhJYUdTbVV0VzdiRWdnVUxOTnJWcjE4ZnQxcng2UUFBSUFCSlJFRlU5ZXZYeDZOSGp6Qmh3Z1FNR0RBQVk4YU0wV2hUcDA0ZHBLYW1hbzNqd3c4L3hJY2ZmaWdyOS9YMWhhMnRMZHpkM1RGMDZGQnMzTGdSSmlZbStQVFRUelVTcUhQbXpJR1JrUkgyNzkrUHVMZzRCQVFFd052YnU5VGtzYWVuSnp3OVBYSC8vbjNzMnJVTGUvZnVSZVhLbFVzOGhvaUlpSWlJaU9pZlJpSCtxbTgvaUlpSVhyTU9IVHBJSTNhaW9xTFFvVU9ITnhzUWtRNy9sR2RWcVZSQ3FWVEN6TXhNci9aMzc5N0ZxVk9uNE8zdERRREl5OHZEMWF0WHBYWG4xUHZPenM2SWo0K0hRcUdBcTZzcnlwVXJKL1dSa0pBQWhVS0IyclZydzlEUVVPOVkwOUxTcEZGcUFKQ2RuYTMzaUxqWEpUOC9IM2Z2M2tXTkdqVmtkVUlJbldzbEZxVlNxZkRreVJQWTJOaThWQ3hKU1Vtd3M3T0RwYVZsaWUzeTgvT1JsWldGdkx3OG1KdWJsOXIrOGVQSHFGQ2hRcG51SFJFUkVSRVJFUkc5V2dwOXZtVDRmeHlSU0VSRVJFUXZ4TWpJU0pwMlZCOVZxMVpGMWFwVnBYMFRFeE1waVZoOHYzbno1bHI3S0RwQ3JpeUtKaEVCdkhWSlJLQndkS0cySkNJQXZaS0lBR0JnWVBEU1NVUUFPdU1venRqWVdMWW1Za25zN094ZU1DSWlJaUlpSWlJaWVoTU0zblFBUkVSRVJFUkVSRVJFUkVSRVJQVDJZU0tSaUlpSWlJaUlpSWlJaUlpSWlHU1lTQ1FpSWlJaUlpSWlJaUlpSWlJaUdTWVNpWWlJaUlpSWlJaUlpSWlJaUVpR2lVUWlJaUlpSWlJaUlpSWlJaUlpa21FaWtZaUlpSWlJaUlpSWlJaUlpSWhrbUVna0lpSWlJaUlpSWlJaUlpSWlJaGttRW9tSWlJaUlpSWlJaUlpSWlJaElob2xFSWlJaUlpSWlJaUlpSWlJaUlwSmhJcEdJaUlpSWlJaUlpSWlJaUlpSVpKaElKQ0lpSWlJaUlpSWlJaUlpSWlJWkpoS0ppSWlJaUlpSWlJaUlpSWlJU0lhSlJDSWlJaUlpSWlJaUlpSWlJaUtTWVNLUmlJaUlpSWlJaUlpSWlJaUlpR1NZU0NRaUlpSWlJaUlpSWlJaUlpSWlHU1lTaVlpSWlJaUlpSWlJaUlpSWlFaUdpVVFpSWlJaUlpSWlJaUlpSWlJaWttRWlrWWlJaUlpSWlJaUlpSWlJaUloa21FZ2tJaUlpSWlJaUlpSWlJaUlpSWhrbUVvbUlpSWlJaUlpSWlJaUlpSWhJaG9sRUlpSWlJaUlpSWlJaUlpSWlJcEpoSXBHSWlJaUlpSWlJaUlpSWlJaUlaSmhJSkNJaUlpSWlJaUlpSWlJaUlpSVpKaEtKaUlpSWlJaUlpSWlJaUlpSVNJYUpSQ0lpSWlJaUlpSWlJaUlpSWlLU1lTS1JpSWlJaUlpSWlJaUlpSWlJaUdTWVNDUWlJaUlpSWlJaUlpSWlJaUlpR1NZU2lZaUlpSWlJaUlpSWlJaUlpRWlHaVVRaUlpSWlJaUlpSWlJaUlpSWlrbUVpa1lpSWlJaUlpSWlJaUlpSWlJaGttRWdrSWlJaUlpSWlJaUlpSWlJaUloa21Fb21JaUlpSWlJaUlpSWlJaUloSWhvbEVJaUlpSWlJaUlpSWlJaUlpSXBKaElwR0lpSWlJaUlpSWlPZ1ZVaXFWYnpvRUlub0pLcFVLR1JrWmIrVjdPVFUxRmFkUG45YXJiWDUrL2w4Y0RSSDlHekNSU0VSRVJFUkVSRVJFV2lVa0pFQ2hVTHgwbTVlMWRldFdQSHIwNktYN1NVaEllT0V0THk5UDFwZTIxNTJRa0FCalkyTnBQeU1qQXdxRkF2ZnYzMy9wK0FIZ3dZTUhHREJnQUZRcWxhd3VKaVlHSGg0ZStPT1BQMlIxVDU4K1JiTm16UkFlSGw3cU9WUXFGZWJNbVlPa3BDU2RiWTRkTzRZbFM1Wm9UVlJjdUhBQnJxNnVlUGJzV1lubnVYcjFLc3FYTDYrei9sWGRkd0JJU2twQzQ4YU5aV1dsYldyUG56OUhSa1pHaVJ1OUdmMzY5VU5nWUtDMHIxUXFVYnQyYmF4WXNRSUFrSmFXaGp0MzdwU3B6OXUzYjhQR3hnYS8vLzY3M3NmRXg4ZGozTGh4MkxWclY0bjF5Y25KV3VzTENnb3daTWdRYk42OHVjVHpoSWVIdzkzZFhhK1ltalZyaGc4KytFQ3Z0a1JFdWhpOTZRQ0lpSWlJaUlpSWlPanRvVktwY08vZVBRQ0ZTU3NBSlg0SnI2MU50V3JWcEovWHJWdjNRbkUwYk5nUUxWcTBRRnBhR2thUEhvMWF0V29oS2lvSzVjcVZ3N3AxNnpCcTFDaTkrZ2tPRHNhSUVTTUFBUFhxMVh1aFdJRENKSUNycTZ2V3VpZFBudUQ0OGVNQS9yd08rL2Z2QndCa1pXVUJBS0tpb21Call3TUE4UER3d1BYcjE5R2tTWk5Tenl1RWdFS2hrTTZmbVptSnNMQXdiTnk0RVFZR21tTUVnb09ERVJzYml6cDE2c2o2MmJObkQ4NmNPWU4zM25tbjFITStlUEFBSVNFaFdMVnFGUTRjT0lBR0RScG8xT2ZsNVdIVXFGRjQvUGd4K3ZYcmg2cFZxMnJVSHp4NEVBcUZRbWVTTUQ4L0h3VUZCY2pKeVVGV1ZoWnljbktrT2pNek13QjRwZmNkQUhKeWNuRHUzRG1OTnM3T3pxWDJJNFFBQUl3ZlB4NC8vdmhqaVczajQrTjExcG1hbXVwMVBpcWJwS1FrYk51MkRXM2J0cFhLakl5TWtKaVlpTlRVVkFEQXBFbVRzSC8vZm16ZHVoWHQycldUMmdraHBNK3Y0dFRIcHFlbmwvaEhBRVhmVDlPblQ4Zmx5NWN4YTlZc2paR01Db1VDaG9hR21EcDFLdTdkdTRmS2xTdkxSam9hR1JuQndNQUFWYXRXeGVEQmd4RWZINCt2di82NkRGZENUcVZTNGRxMWEramR1L2RMOWFOTjhUK2lNRGMzUiszYXRURmd3QUJNbVRJRnBxYW1yL3ljTDZONHZCWVdGbWphdENsbXpKZ0JMeSt2MXhaRG16WnRFQjBkL1ZyT3BRLzE1OXZyOUcrN0YvOFVUQ1FTRVJFUkVSRVJFYjFCZCs3Y1FYSnlNbkp6Yy8rUy9oczNib3dLRlNybzNUNHRMUTJPam80YVpjWDN0U25hcHVpWGsvb21mb3FiTW1VS1dyUm9BVnRiVzJ6YnRnM3Z2LzgrZkh4OEVCRVJBVDgvUDNoNGVKVGFoN2JFWWZHRVlGQlFFQndjSE9EajQ2T3puOUsrbEwxNTh5WkdqeDRONE0rcEJOWDc2cEdEMDZkUGg2R2hJWURDUkZ1OWV2VVFIeCtQbXpkdm9rZVBIbElTS2pFeEVkMjdkeTh4S2FWTlptWW1ObTNhaEJFalJxQml4WXF5K28wYk42Sm16WnB3YzNPVGpaNnp0TFNVWWdPQXlwVXI0L0RodzJqWHJoMDZkT2lBcUtnb05HellVS3FmTTJjT3JsNjlpbDkvL1ZXV1JBU0FMVnUyb0ZtelpraElTSUNCZ1FHNmQrOHVqZTVidkhneC92ampENFNGaFVudHpjM05wWitmUDM4T016T3pWMzdmZGRHVklFNUlTTkRvWi9IaXhSZ3hZZ1RhdG0yTGxKUVVxZno2OWV0U1dlWEtsWFdlcDM3OStyaHc0WUxlY2FuRnhjWDk0MGM3bHZVenFxaDE2OWJCM053Y1E0WU0wU2czTnplWGtuVS8vUEFEZkh4ODBMbHpaNnhkdXhiRGh3OEhBRHgrL0xqRWV3WVVqbllzaWZxejd1ZWZmOGJ1M2JzQkFBNE9EaHB0cksydEVSUVVoTDE3OXdLQXhvaGx0WlNVRkx6enpqdFlzR0FCcWxTcGdrbVRKc0hNekF3elo4NHM4ZndsdVg3OU9uSnljalRldTJvaElTRTZSeXB1MkxCQmRqMjFjWFoyeG9RSkV3QVVYc3Q5Ky9aaDVzeVoyTDkvUHc0ZE9xVDFkYjVKUmVPOWUvY3Vnb09EMGFOSEQremF0UXU5ZXZWNnc5RzlXa3VXTE5IWW56UnBrc2JyLzZ2Tm5qMGI5Ky9mUjFCUWtOYjZmOU85K01jUVJFUkUveER0MjdjWEFBUUFFUlVWOWFiRElkS0p6eW9SRVJIbDUrZUxOV3ZXaVByMTYwdS9GL3hWMjR2OHZ2SDgrWFB4L1BsemNlN2NPUUZBMnRlMmFXdWpqOFRFUkFGQWhJYUc2dFUrTURCUUtCUUs4ZHR2dituOU9nQ0k0T0JnamYzNCtIaHAvK2pSbzhMSXlFajQrL3VMbEpRVTJaYWRuUzA3TGljblIrdnJWb3VQanhkRnYzSkxUMDhYQUVSS1NvcldHQzlmdml3VUNvWE80NHVmLzlxMWF3S0F5TS9QMTZqWHRRa2hSSEp5c2pBME5OVFo1dmp4NHhyblYyKzdkKzhXclZxMUVxZFBuNWJLOXU3ZEs0eU1qTVNZTVdNMDJqNTgrRkFJSVVSY1hKeEczK1hLbFJNUEh6NFVaODZjRWFhbXBpSTZPbHJyYTFVL0Q4V2ZuNWU5NzhuSnlWTGM2dXVvdnBicTE1NmFtaXJiamg4L0xyc1AydTVOMGJJRkN4WUlWMWRYV1R3ZmZmU1I4UEx5MGp2K29vciszK0dmdXIzby80a3lNek9GalkyTitPU1RUMlIxbFNwVkVoTW1USkQyYzNOelJhOWV2VVQ5K3ZXbFoweWxVb24wOUhTdG0vcjl2WFBuVHAxdDB0UFRoUkJDbkRselJwUXZYMTZFaG9hSzFOUlVVYmx5WmJGZ3dRTHAzT2ZQbnhlV2xwWlNQSDUrZm1MMDZORkNxVlRxZkczYnQyOFhUNTQ4RVVLVS9QNHV1bGxiV3dzaENqL1hJaUlpeEZkZmZTVUFpT1hMbDR1SWlBaHBFMEtJNE9CZ2pmZURlZ01nTm16WVVPcTFCeURhdEdtalVhWlNxY1R3NGNNRkFMRm16WnBTKzNpZHRNVjc4ZUpGWVdob0tOemQzZDlZREsvTDZ6NTNTZWY3dDkrTHR3bktnQ01TaVlpSWlJaUlpSWhlbzlUVVZIaDdlMnRkeCs1dG9aNWUwc1RFQklEbWlMSFNqdm1yVEo0OEdlKysreTQ2ZHV5SWhJU0VVdHU3dUxpVVdKK1FrSUErZmZwQXFWUmkvdno1bUQ5L3Zxek51blhyOE9HSEgycVUyZG5aU2RPVkFuOWVHNlZTaWRUVVZKaVltQ0EwTkZTYURsR3BWQ0kwTkJSNWVYbTRmLysrYkdwUjhmOVRsNzZzenovL0hIMzc5cFgydDIvZmpubno1Z0VvSEUxbmEydUxxS2dvalpHSEtTa3A4UFQwbE80em9IMDBYL1BteldWbEsxZXV4TXFWSzZYOUtWT21JREF3RUlzV0xZSzd1enRPbmp3cGk2OTM3OTVZdEdpUmJGUmgwZGR2Ym02dU1hTDFaZS83Nk5HanNXZlBIdG5yVTUramZmdjJXcTkvU2QreEZsMDc4ZTdkdTlMUFRrNU91SDM3dHF6OStmUG40ZW5wV1dyc1ZEYXJWcTFDZW5vNkJnd1lJS3VyVUtFQzB0UFRwWDBURXhPRWg0Zmp5Wk1ueU16TWhJR0JBVXhNVFBEOCtYTThlZkpFZHJ4NmF0TzB0RFNkVTV1NnVyb2lOemNYUFh2MnhNU0pFNlU0Z29PRE1XM2FOSXdmUHg3bTV1Ykl6YzJGbDVjWEZpNWNDS0R3dmRPdFd6ZkV4c2FpUllzV1VuOFBIejVFWW1JaVdyWnNpVDU5K2tqbHhVY25oNFdGSVNBZ1FGYXVmbTkvK3VtbmlJMk5sY3JIalJ1bjBhN29zNjFydXVZWG9WQW84TVVYWDJEOSt2VTRlUERnQzQ5R2YxM2MzTnpnNXViMlFpT0Y2ZFhpdlhqN01aRklSRVJFUkVSRVJQU2FQSDM2RkowNmRkTDRzc3pNekF6dnZ2c3VMQzB0LzVKenZ1aVVnVVVWbmNxeE9QWFVqbjgxaFVJaHJaK2t6OVNWbVptWk91dk9uRGtETHk4djVPYm1Zdno0OFZpMmJKbFVsNXFhaWg0OWVxQ2dvRURyZEtlWEwxK0dTcVhDN05tekVSSVNnc1RFUkFEQXRXdlg5SXBMUFhWbjhlU1ZydjFaczJhVjJpY0FWSzllWFNQaGQvcjBhUUNGOTI3Tm1qWDQ3TFBQNE9ibXBuR01laDJ6b29sRVhRbTBiNzc1Qmw5KytTV1VTcVZHTXJLb2UvZnVJVFEwRklHQmdWTFN6OHJLQ284ZlAwWm9hQ2d1WHJ3SUp5Y25hYnJYSzFldW9INzkrc2pQejhldFc3ZFF1M1p0UEh2MlRIWWRYdWErcTZlYlZFOVZXdnoxblR0M1RxK3BUWXZTdGRhaGk0c0xzck96TmFZNXpjdkx3N2x6NStEdjcxOXE3Tm8wYnR6NGhZNzdPM21SejZpMHREVE1uVHNYZ09iem01cWFpdVRrWkJnWUdPRE1tVE9ZUG4wNjd0eTVnenQzN3VEdTNidTRlL2N1Y25OekVSMGRqVFp0MnVEenp6L0grdlhyZFo1bjVNaVJPdXVFRURBMU5jVytmZnZRc0dGRGFTMUV0ZUtmNmVIaDRScjdMVnUyMUhnZTU4MmJoeFVyVnVENzc3L0htREZqcFBMaXoyZWxTcFcwbHFzZFBYb1VCUVVGNk5tekp5d3NMTEJseXhZQXdOS2xTN0ZvMFNLZHIrZFZjSEp5QWxBNDFhbmF6ei8vakxWcjF5STJOaGJaMmRtb1U2Y08vUDM5TVhUb1VJMWpueng1Z3ErKytncmJ0bTNENDhlUDRlYm1oa1dMRnVHcnI3N0NzV1BIWk8vZGdvSUNMRm15QkQvKytDTnUzcndKR3hzYjlPalJBL1BtelpOTkw2dUxRcUhRT2dXcnZqR3IxOXI3My8vK2gvSGp4K1BJa1NNd016UERzR0hEc0hEaFFwMmZsVURoOCtQbjU0Znc4SEFFQkFUby9Wbi9xdWx6SFhmczJJRytmZnRpMEtCQjJMUnBrM1Rzdm4zNzBMMTdkMHlZTUFGTGx5N1YrSGZzMkxGajByNCtnOTk0TDk1dVRDUVNFUkVSRVJFUkViMG1uMzc2cVpSRXJGU3BFcFl1WFFwZlg5OFN2K0I2R3hnWjZmNEtxYVM2VjNYdWdvSUNBSCt1M1ZYR0diazBQSDM2RkwxNzkwYS9mdjB3YTlZc2VIbDVvWC8vL2dnS0NzS0pFeWZ3OGNjZm8zSGp4dGkwYVJPc3JLeGt4MWV2WGgxQ0NFUkZSUUVBN08zdFViNThlU2x4cGl1MnBLUWtqUVNVZWpUUm5qMTdzR0xGQ21uOXRPSnJKTnJiMjJQMjdOa3YvSHBYcjE0Tk16TXpUSnc0VVZhblhzK3hhQ0pHRi9YckttbjBaSlVxVlJBUUVJREpreWRqOHVUSkFBQWZIeDlrWm1aaS9QanhHcTlmblV3c1R2MWVlTlgzdmFpelo4K2lTWk1tQU1xMm5xSmEwVGlLSmh6cjFhc0hZMk5qbkRwMUNyMTc5d1lBbkRwMUNubDVlWHF0N2FqTjk5OS8vMExIL2ROOTlkVlhHaU1PQnc0Y2lCMDdkbWlzTld0c2JBd0xDd3RVcTFZTmpSczNSbzhlUFZDdFdqVlVxMVpOV2pjd0pDUUVJU0Voc3Y3Vjc5ZGZmLzBWblR0M0xqR1dvbXNRWHJ4NFVhOVJmdG9TMVFzWExrUkdSZ2JHamgyTHVMZzRyRnk1OG9VK1g4M056VkZRVUlEWTJGaDgrZVdYS0YrK1BJRENSSC90MnJYTDNGOVpxRWR2VnFsU0JRQ1FrNU9EUVlNR29WT25UcGc4ZVRLRUVGaTdkaTJHRFJ1R0tsV3FvRk9uVGdBS0UrNmRPM2ZHNmRPbjBiTm5UM2g0ZU9ENjlldm8wNmVQRkg5UjZzVFB6cDA3NGVmbmg1RWpSK0xHalJzSURnN0dzV1BIRUJzYmkzTGx5cFVZYTJKaUlpNWR1aVM3di9yR3JKYVJrWUZ1M2JxaFc3ZHVhTjI2Tlg3ODhVY3NYcndZRGc0TytPeXp6M1NlZjlxMGFRZ1BEOGZZc1dQZldPSkszK3ZZcDA4ZjlPclZDNkdob1pneVpRcWFObTBLcFZLSktWT213TW5KU1VycXE5ZG1MT3Vhakx3WGZ3T3ZiOFpWSWlLaXZ4YlhuYU8vQ3o2clJFUkUvMDVYcjE0VkNvVkNBQkJHUmtiaS9QbnpienFrVXFuWHpOSm5LeTRpSXVLVnJKK1drSkNnZGUydS9QeDhuWnNhb0gyTnhQdjM3MHRsVDU0OEVZMGFOUkptWm1ZQ2dCZzVjcVJzN1RMMWNXcVJrWkhDM054Y0FCQTFhOVlVTjI3YzBQdGFGVjhEME52Yld3d2RPbFIyell0S1NVbVJZdEsxUm1KUVVKREdNVUZCUVFLQVVLbFU0dUxGaThMZjMxOUVSa1pxdExsMDZaSUFJSktTa21UM3I3alpzMmRML1pVbU9UbFpBQkNabVpsU2ZPcHQ2OWF0WXZEZ3dhVmVuMWQ1MzRYNDg3cU9HemRPR0JvYUNpR0VhTlNva1lpT2poYUppWW15TFRvNldqUnExRWhySHlXVnRXelpVbnoyMldmU2ZrQkFnS3dmZWptLy8vNjdVQ2dVb2xldlhnSW9YT2R5Mzc1OUlqUTBWRVJIUjR0YnQyNko2ZE9uQ3lzcnF4TDdLYjQrWU5FdE1qSlNBQkEvL2ZSVGllM3k4dktrL2dDSUNoVXFDRHM3dTFLM0NoVXFhUDNjRkVLSW1UTm5pZ0VEQnVoOHI2bmYyeVU1ZmZxMEFDQk9uRGdobFhsNGVJZ1JJMFlJSWY1Y0k3RzQ0dTgzWGFCampibVpNMmNLQUNJOFBGd0lVZmgrUFhic21FYWI2T2hvQVVBTUd6Wk1LdnZ1dSs4RUFERmp4Z3lOdGx1M2J0WDZiOHlhTldzRUFQSGpqejlxbEcvWXNFRUFFTXVXTFpQRjI3eDVjK245ZmZEZ1FlSG01aVlzTFMxRlhGeWNSbHQ5WTFiM0MwQnMzNzVkS2xQL1crL201aVpycTc1bUsxZXVGQUJFdjM3OVJFRkJnZmlyNmJwZlpibU9TVWxKd3NMQ1FuVHExRWtJSWNTeVpjc0VBSEhnd0FHOXo2ZXUremZmaTdkSmlZbkRZamdpa1lpSWlJaUlpSWpvTlFnTkRaVkdNbjN3d1FkbzBLREJHNDVJdTBlUEhray9aMlJrQVBoenZUQnRybCsvanRhdFcyc2NaMnRyaTBhTkdtSHQyclU2ajN2OCtESDgvZjN4My8vK0YrN3U3anJiNlZyclVOc1VhR29sZlQ4bWhFQkdSZ1oyNzk2TlE0Y09ZZi8rL2FoU3BRcm16Sm1ER3pkdUlEdzhIT0hoNFhCM2QwZURCZzIwVG0vNnd3OC9vRStmUHRpOGVUTTZkZW9FUHo4L0JBY0hBOUE5cGVydDI3ZGxVNHVHaElSZzE2NWRPSGJzbU01NEFjREd4Z1lHQmdZQUNxZGxOVEl5a28xaWZmRGdnY1lhZ2c4ZVBBQlFPSUxRMWRVVnAwK2ZSbEJRRUdKaVlxUnJxaDZScUo3aTlPZWZmOVladzdsejU2QlFLQkFXRnFhempiT3pNNnl0cmFWelg3MTZGUllXRmtoT1RvYVptUm5hdEdrRE16TXpiTnk0RVJzM2J0U1libFFJZ2F5c0xHbXR6VmQ1MysvZnY0K05HemNDQUNJaUloQWNISXlFaEFUcDllYms1TWlPc2JPenc4OC8vNHlFaEFTWW1wcHFqS2JVdFVZaUFIVHUzQm5idDIrWDF0emNzV09ITkRxUlhvMHZ2dmdDalJvMXd2VHAweEVSRVFFQTZOYXRtMFliTnpjM1BIMzZGSGZ1M0VHMWF0VzA5cVBQYU5TU3BqWUZDa2RTMWFoUlE5by9mdno0QzQ5SVZQdm1tMitnVXFtZ1VDaEtIQUdzclc3NDhPRUlDUW5Cd1lNSFlXdHJLMzIyNXVmbkl6WTJGb01HRFNvMU5uM2w1dVlpS1NrSktwVUs5Ky9meCtiTm03Rnk1VXA0ZTN0TDY3VWFHUm5odmZmZWs0NTUrdlNwOUI0dXVwNW9XRmdZek16TThQbm5uMnVjdzlmWEYzWHExTUcxYTljMHl0ZXRXNGRxMWFyQjA5TlQ0LzNZdEdsVEFNRHZ2LytPOGVQSGF4eHordlJwamZkeHo1NDlzV1BIRHRTcFUwZWpuYjR4cTFXdlhsMWpUY3M2ZGVxZ2J0MjZ1SDc5dXF3dFVEZ2Q2UGp4NDlHNWMyZHMyTEJCK214L0U4cHlIWjJjbkJBUUVJRHAwNmRqOCtiTkNBZ0l3UERodzlHMWE5Y3luNWYzNHUrSGlVUWlJaUlpSWlJaW90ZmcvUG56MHMrdFdyVjZnNUdVckdMRmlucVZsZFJHL2VYNlJ4OTlwTE45VWxJUy9QMzkwYkZqUnd3WU1PQ0ZZajF3NEFCcTFxd3A3ZCs4ZVJQdnYvOStpY2RFUlVWaHdvUUpjSGQzUi9mdTNlSHU3bzVPblRxaFRwMDZNRGMzeDRvVkszRDgrSEg4K3V1dk9IejRNSVlNR2FKeGZGeGNIUGJ0MjRlOWUvZGk4K2JOR0RkdUhBWVBIaXhOczFoOGpUKzFyS3dzamYzRGh3L2p3dzgveFBqeDQ5RzZkZXNTWXg0L2ZqeldyVnNIWTJOajVPWGx3Y3ZMUzVaRUNBZ0lRRUJBZ05iakRRME5FUllXaHViTm02TjM3OTQ0ZWZJa3JLMnRwV2tnMVluRWdRTUhsaGhIYVcyR0R4K3VzZDVjczJiTkFBQy8vZlliT25ic2lMUzBOTmphMnBhNFBtUitmbjZwMHptVzViNS8vUEhIK09tbm42VDloSVFFcld0VWxzVEZ4VVVqU2F0cmpVUUE2TnUzTDc3OTlsdkV4Y1ZCb1ZEZzNMbHpKU1pvcWV5OHZiM1JzMmRQamFsTmkxT3ZMWG5xMUNtZGlVUmRpZWVKRXlkaTdkcTFxRktsQ25yMDZJR2xTNWRxMUdkbFplSHAwNmZTT3BoRnRXN2RXcStwcXRYVDltcVRtSmlJek14TU5HellVSnJpV0czUm9rWDQ2YWVmRUI0ZWpuZmZmVmQyckxXMU5RQmcvLzc5YU5HaWhaUVkrZlhYWC9IOCtYUFpWSkF2bzNneXlNTENBdjcrL3JLcG1FTkRReEVjSEl5elo4OXEvTUdKK2c4WmdNS3BubDFjWExST1krcmc0Q0JMSkY2NGNBSFBuei9YK1Y0c2VoNjFldlhxWWU3Y3ViaDc5eTRXTGx5STJOaFluYytBUGpHcmFYdSs3T3pzY09YS0ZWbjVyVnUzMEs5ZlA3aTZ1bUxIamgxNlRTdjlWeXJyZFp3MGFSSTJiTmlBWWNPR3djN09Eb3NYTDM2aDgvSmUvUDB3a1VoRVJFUkVSRVJFOUJvVS9RS3M2QWlXdDAzUkwrY2ZQWHFFUVlNR3djTENBbUZoWVRBd01NQUhIM3lBNzcvL0h2YjI5b2lJaU1CSEgzMkVpUk1uWXNhTUdkSngydFlXL0N0VXIxNWRZODB2cFZKWjZqR2VucDVJVDArSHBhVWxjbkp5MEtoUkkweWJOZzBxbFFwT1RrNm9WNjhlUm93WW9YTmR3a21USm1IdzRNR29XclVxZ01MMTBVNmRPaVdONXRDV1hOQ21mZnYyMkx0M0w3cDA2YUpScms1YW1abVo0ZURCZzJqWHJoMG1USmdBVDA5UEtCUUsyTnZibzEyN2RyTCtnb0tDTUhyMGFHbC8xYXBWK09TVFQ2UjlXMXRiaElXRjRiMzMzc01ISDN5QTdkdTNJeTh2RDhDZmlVUmRYK1RtNU9TZ2N1WEt5TWpJd0t4WnMzUW1MSUhDVVpaMzd0eUJvNk1qTWpNelVWQlFnUGZlZXc4blRweEFXbG9hbkoyZDhmejVjd0NGSXhZYk5Xb2s3UVA2cmJsWmx2dHVhR2lJZWZQbW9VMmJObmp2dmZla0VZOUNDSVNIaDZORGh3NndzN01EVUpqUWpJK1BMM1ZFV2RIclZIeGtXZE9tVGRHa1NSTXNYTGdRQmdZRzZOU3BrMTRqMUVoL1U2Wk1BUUNjT0hGQ1p4czNOemRZV1ZuaHlKRWpHaU9VU3FKU3FUQjkrblNzV3JVSzRlSGgwdnB4bjM3NnFaUm9pWWlJd0lRSkUyQm1ab2JUcDAvTDF1RjdGU01TMTZ4Wmc4V0xGK1B4NDhjYWZkMitmUnVob2FFWVBueTROT0pQQ0tFMUtkNnhZMGZNbVRNSFU2Wk13Y0tGQ3hFY0hJejY5ZXVqYnQyNmVsMExmYWlUUVFZR0JyQ3pzMFBUcGsxaGJtNnUwV2J1M0xtWU9YTW1ldmZ1amVYTGw4UEZ4UVcxYXRXUy9SdngvUGx6NlhPb09HMUpWNVZLaFRwMTZtRGh3b1ZhajFHL3A0dXl0YldGdDdjM0FPRDk5OTlINDhhTk1XalFJTVRFeEdna2YvV05XVTNiOWRmMWh3cFdWbFl3TXpORFltSWl6cDgvcnpIYTdrMG82M1UwTkRTRXZiMDlDZ29LWUdKaVV1SUk4Wkx3WHZ6OU1KRklSRVJFUkVSRVJQU2F2YzNUWjFXb1VBRUFzSFBuVG93Wk13WXRXclRBNXMyYllXRmhnWnljSE96WnN3ZkxseTlIaFFvVk1IVG9VTGk0dUdEUW9FRTRmLzQ4bGk5ZnJwSGdlVnRaV2xvaUxTME5WbFpXdUhMbEN2THk4bkQ5K25WY3VIQUI1OCtmeHp2dnZLUDF1S3lzTE55K2ZSc2JObXpRR0hsb1ptYUc2dFdyNDlkZmYwWG56cDBCRkU1QjJyWnRXeng3OWd3S2hRSTVPVG1Jam83V0dQWFF1WE5uWEwxNlZYYWV1M2Z2U3RNR09qZzR3TWpJU0JwaEJRQTNidHg0b2VTVXU3czdBZ01EVWE1Y09RZ2hwQ2s5MWNrMVhWYXRXb1dNakF3TUhEZ1FpeFl0d3FCQmcvUk9TRmhiVzhQZTNoN3o1ODlIeFlvVlVhbFNKYWhVS2dDUXZqRFdKM240b2xhdVhBa0FHaU1LZ2NJa3VhK3ZMeElTRWpTK0xNL0l5TkJJK3B1Ym04dVNSYVg1NG9zdjRPZm5CNkJ3YWtCNi9Rd05EZUhwNlluZHUzZGp5WklscGJaUFQwL0hrQ0ZEc0hmdlh2enl5eS9vMmJNbkFLQnIxNjRZT0hBZ0ZpOWVqRm16WnVIUW9VUG8zYnMzWnM2Y3FmVzVxRisvL2t2SHZuUG5UblRwMGtVMk9tL01tREd3c3JLU1JvRmR2MzRkUFh2MnhJWU5HMlRUUXdjRUJLQisvZm9ZTm13WVltSmljUHo0Y1N4YnR1eWxZeXVxYURKSWw2VkxsOExKeVFrN2R1eVEvdDNUTmxxd2N1WEt1SGJ0R3BSS3BjYm5RVUZCQVc3Y3VDRnI3K3pzakVlUEhxRlhyMTU2alFBdHJuYnQydkQzOThlWFgzNkpGU3RXWU1LRUNXV08rVVhZMk5nZ09EZ1lyVnUzUnMrZVBYSDA2RkhabE5ldlUxbXZZMUJRRUtLaW9yQnc0VUw0Ky92RDM5OGZLMWFzZUtrWWVDLytIdDdlMzFxSmlJaUlpSWlJaU9pMU8zejRNRHc5UGRHM2IxK01IRGtTdTNidFFybHk1YUJRS0tUUkpzN096dEw2WFMxYnRvU1ptUmtzTEN4UXIxNDlEQmt5QlBmdjMzOHRzU1ltSmlJaElVSGFFaE1UOVQ2MlE0Y09zTEN3UU4yNmRkR25UeCtzV2JNR0dSa1o4UEx5MHJsK1pibHk1YlJPbGRpNGNXT1VLMWNPWGJwMGthNUxzMmJOa0oyZERRTURBK25hZGVuU1JlUEwydlQwZE5TclYwKzJxWk9SdzRjUDExcXZ6OXB1dWt5Y09CRWZmZlFSRkFvRnNyT3pZV3BxV21KaSs5S2xTL2p5eXkvUnUzZHYvUGpqajZoYXRTcjY5T2xUNHJTU1JWMjhlQkdEQncvR2dnVUw0T25waWVuVHA4UFkyQmpHeHNaUzBrVzlyKy9vbHBlNTcyclhybDJEcWFrcGF0V3FwVkhldW5WclZLeFlVZHBtenB3cE8vYk9uVHVJam83R3hvMGJzV2JOR2dCQWt5Wk44Si8vL0FjQThONTc3OEhFeEFUMjl2Wm8xS2hSbVdPalY4UEh4d2ZYcjE5SGRIUzBSdm1zV2JOdzh1UkphWC9UcGsyb1Y2OGVqaHc1QWdCbzI3YXRWTGR1M1RyY3YzOGZiZHEwZ2FXbEpTNWN1SUNkTzNkcVhkZjErUEhqZVBic0daS1NrbEJRVUlDMHREUW9sVW82dHpybEFBQWdBRWxFUVZTTjdkYXRXekF5TXNMOSsvZHgvUGh4V1IrWExsMUNRa0lDZkgxOU5jci85Ny8vWWMrZVBWaTFhaFZzYlcwQkZJNXNMMSsrUEFZUEhvenM3R3haWDc2K3ZqaHc0QUQrK09NUHFGU3FFdGVpL2FzOGVmSUVDb1ZDWXhTdnRvVG0rKysvai9UMGRDbnhyN1o4K1hLdGEvUjZlM3ZqMGFOSCtQNzc3MlYxVjY1Y2thWnRMc21VS1ZQZzZPaUlMNy84VXVQZkxIMWpmbEYxNnRUQnpwMDdrWjJkamZmZmYxL3JXbit2UzFtdVkySmlJcVpQbnc1dmIyOU1tellOSTBlT1JGQlFrT3o5QlFBbUppWjQvUGl4M25Id1hyejlPQ0tSaUlpSWlJaUlpSWdraXhZdHdwMDdkeEFaR1FsUFQwK01HemRPcXN2TnpVV05HalZ3OHVSSk9EbzZTdVVtSmlhd3RiWEZ4bzBic1dIREJyM1dWSHhSVDU0OGtiNW83TjY5K3d2M2MralFJVnk3ZGczWHIxOUhmSHc4TGwrK2pGMjdka2xUbEE0Wk1nUWJObXlRSGFmK0VyK292WHYzU3RPRUFzRERody9SclZzM09Eczc0OW16WjlpK2ZidlcwVXYyOXZaYXB4Tk5Ta3FDczdNem9xS2kwS0ZEaHhkK2phWEp6TXlFaFlXRnp2cUxGeStpYTlldXNMS3l3cXBWcTJCdWJvN1EwRkMwYmRzVzdkcTF3KzdkdStIazVDUTdUajNpY05hc1dkaS9meitPSERtQzBhTkhvMUtsU2dnTURFUmdZQ0NBUDZkMzFEV2xhbEd2NnI2clJVWkdJamMzRjd0MjdZS1BqNDlVSGhzYnF6SGFVajJDZE5Tb1VUaDgrREFBd05IUkVaYVdscWhkdTdiMHJNK1lNUVBObXpkSFZsWVcrdmJ0aTdwMTZ5SXRMUTErZm43WXRXdFhxYU0rNmRYejhmSEI1TW1UOGUyMzMyTGZ2bjBBQ2tlNExWeTRFQ3FWQ3NuSnlaZzNieDVpWTJQUnBVc1hMRml3QUUyYk50WG93OEhCQVJFUkVlalJvd2N1WHJ5b05hbWxhK3BFOVhxRjJoVC9qSXlJaUVEUG5qMnhkZXRXR0JrWm9YZnYzbExkMmJObk1YYnNXSXdhTlVwakJLQ1JrUkZDUWtMUXJGa3pUSnMyVFRZeUxEOC9IMHVYTG9XeHNURWNIUjNSc1dOSHJGMjdGb01HRFpMYTZETWQ5TXZvM0xrejl1elpBeTh2TDNUcTFBbXhzYkY0K1BDaHJOMFhYM3lCOFBCd1RKbzBDYWRPblVMRGhnMXgrdlJwbkR4NUV1KysreTR1WDc2czBmNnp6ejVEZUhnNHBrNmRpc2pJU0xScjF3NHFsUW9uVDU3RTNyMTdrWnFhcW5PcVZEVnpjM1BNbno4Zmd3Y1B4dVRKazdGNTgrWXl4Znd5UER3OEVCd2NqTUdEQjZOcjE2NklqbzZHdmIwOTl1elpneXRYcm1EeTVNbXY5SHk2NkhzZGhSRDQ0SU1Qb0ZLcHBCRyszMzc3TGJadTNZcFJvMFloTGk1TzQzbzNhOVlNeDQ4ZngzLy8rMTlZVzF0ajBhSkZKY2J4TnQ0TEtrWVFFUkg5UTdSdjMxNEFFQUJFVkZUVW13NkhTQ2MrcTBSRVJQOU9mNWZmQVo0L2Z5NXljbkowMWdFUWlZbUpMMzJlK1BoNEFVQ0VoWVdWMmpZL1AxOEFFSDM3OWhVT0RnNGlNREJRdUxpNGlKczNiNVo0SEFBUkhCeXNzUjhmSDEvaU1lbnA2U0l5TWxMRXhjV1ZlSnc2L3VLT0hqMHFhdFdxSlhyMTZpWHk4dkpFOSs3ZFJmUG16Y1hWcTFkTGZaMXFpWW1KWlhwTzFNK1Z0cTBrYytmT0ZjN096ckx5Z29JQ3NXclZLbEd1WERsUnRXcFZjZm55WlkzNmd3Y1BDZ3NMQzJGdGJTMkNnb0tFVXFuVXFOKzZkYXNBSUt5dHJVVmtaS1Q0NFljZlJOV3FWWVc1dWJuNCt1dXZwZmE2cnFIYXE3cnZ4YzlWVUZBZzZ0V3JKMXEzYmkzTXpNeEVhR2lvZEp5dTUyUGR1blZpOWVyVjR2ZmZmeGNwS1NsYSswMVBUeGZ0MjdjWGpvNk80dmJ0MitMczJiUEN5c3BLZE9qUVFUeDgrTERFbUtuc2poOC9MZ0NJNDhlUDYyeXpiTmt5QVVDc1hyMWFDQ0ZFYkd5c0FDQzJiZHNtQmc4ZUxLcFdyU3JXcjE4dlZDcVZTRWxKRVFCRWVucTZTRTFORmN1WEx4ZE5talFSR3pac0VQZnUzUk9kT25VU0FFVGJ0bTNGMnJWcnhhMWJ0NFFRUXFTa3BFaGJVbEtTYU5DZ2dlamV2YnRHdVhvN2MrYU1BQ0J1M0xpaFVhNyt6SFZ4Y1JHZE9uV1M0dCs5ZTdld3NySVNOalkySWpRMFZLeGZ2MTRzVzdaTUJBUUVpTEZqeDRwKy9mb0pPenM3b1ZBb3hHKy8vU1lkbDVxYUtqcDE2aVNNalkzRnRtM2J4Sk1uVDBTdlhyMEVBUEh0dDkrSzRPQmduWjhaR3pac0tQWGFBeEJ0MnJRcHRkMkRCdytFcjYrdktGKyt2TEN5c2hLREJ3OFdhV2xwV28rL2VQR2k2TmF0bS9UWjR1UGpJMjdkdWlYYzNkMkZwYVdsck8vVTFGUXhidHc0NGVqb0tJeU1qSVMxdGJWbzE2NmRDQTRPRmlxVlNxOTRWU3FWYU5teXBRQWdEaDA2Vk9hWWRmWGJwazBiMldlYnRyYmZmUE9OQUNEYzNkMUZabWFtbUQ5L3ZnQWdSbzRjS2ZMejgwdTRzbVZUMHYzUzV6b3VYYnBVQUJBQkFRRWF4MzczM1hjQ2dKZ3hZNFpHZVZ4Y25HallzS0V3TWpJU2RlclUwU3VXdCtsZS9Gc3drVWhFUlA5S2Y1Y3Zab2o0ckJJUkVmMDcvWjErQnlncE1WWGFscHFhcXJYUDVPUmtNV25TSkRGcjFpeng3YmZmU2wvS0h6NTh1TlI0ZnYzMVZ3RkFtSmlZaUZtelp1bE1kTjY3ZDA5Y3UzWk5wS1NraU9qb2FBRkFiTm15NVpXOHJwSVNpY25KeVdMdDJyV2lmZnYyd3REUVVFeWNPRkhrNWVVSklZVEl6YzBWdzRZTkU4Ykd4bUxvMEtFaVBEeGM1T2JtdmxRczZ1M1VxVlBTNndvSUNCRHg4ZkhTRmhBUW9QSGw2Y2FORzhYQWdRTkZXRmlZaUl1TEUzdjI3QkZWcWxRUkF3Y09sTm9VRkJTSUhUdDJpS1pObXdvQW9tdlhydUwrL2Z0YXIzVmNYSnh3Y1hFUkFFU3RXclhFa2lWTHBBVGIvUG56UmJWcTFjU0ZDeGRFY25LeXNMR3hFWnMyYlJKUlVWSEN3Y0ZCdUxxNmltKysrVWJzMkxGRFJFVkZpZWpvYUhIa3lCRVJHUmtwZHUzYUpiS3lzbDdaZlU5SVNCQ3hzYkZpNWNxVndzek1UQWdoeFByMTY0V0ppWW00ZS9ldVdMUm9rVEEwTkpUZW56dDI3QkFKQ1FraUlTRkJYTDU4V2NURnhZbVRKMDlxUFcvUjUrRFVxVk9pYnQyNndzbkpTVnk3ZGsycWo0Nk9GbFpXVnFKeTVjcGk1ODZkT3Z1aHN0TW5rVmhRVUNCNjl1d3BEQXdNeExScDA4U2dRWU9FZ1lHQmVQandvVkFxbGRLekpzU2ZTVVpQVDA5aFpHUWtqSXlNUk0rZVBjWEZpeGVsTmx1MmJCSE5talVUQUlTNXVibjAvc2pLeWhMaDRlR2lTWk1td3Q3ZVhseTVja1ZyUE1uSnlRS0F5TXpNbE5XZE9uVktBQkRMbHkrWHl0VHZBUUJDb1ZDSWloVXJDamMzTjlHeFkwY3hZTUFBTVg3OGVERm56aHpoNnVvcWF0YXNLYkt5c3NTT0hUdEU1Y3FWaFkyTmpUaHc0SURHdGZqNjY2OUZmSHk4bEVpOGR1MmF4Z1k5RTRtdlMyNXVyckN5c2hMTm16ZC8wNkc4TmlFaEljTFEwRkI0ZVhtSjdPenNOeDBPL1lPVkpZL0lxVTJKaUlpSWlJaUlpRWhEZkh6OEN4OXJZMk9qczF3OUpSb0FtSm1aWWVqUW9mRHc4Q2kxVDB0TFM3UnExUW8vL3ZnajNuMzNYWjN0b3FPajBhOWZQMm0vWnMyYTBucURhbnYzN29XenMzT3A1eXlxcERVSk16SXk0T0xpQWlNakkvVHIxdzhyVnF5QW01dWJWRzlpWW9MMTY5ZWpYNzkrK09xcnIzRHk1RWw0ZTN1LzFEVldxMUdqaHZSenBVcVY0T3JxcXJGZmxLT2pJMEpEUXhFYUdpcVZ0V3paRWdzV0xBQUFwS1Nrb0hYcjFyaDE2eFpxMWFxRjBOQlFEQmd3UU9lNUd6VnFoSFBuemlFd01CQUxGeTdFcEVtVGtKcWFpbSsvL1JaVHAwNUYvLzc5VWFOR0RmVHQyeGNOR2pUQWdBRURZR0JnZ0t0WHIyTDE2dFhZdDI4ZjFxMWJoL1QwZEdSblo2T2dvQUNHaG9abzBLQ0JOSzNqcTdqdjA2Wk5RMFJFQkFCZzVNaVJlUHo0TVNaT25JaXhZOGVpU3BVcW1EcDFLcnAzNzQ2Z29DQThmdndZdzRjUFIxWldGZ29LQ3FUK3ZMeThzSGZ2WHAzbkI0Q3BVNmZDM3Q0ZTRlSGhlT2VkZDZUeU5tM2E0T2pSb3hnd1lJRE85d2I5ZFF3TURCQVdGb2FSSTBkSzB5dU9HREZDbWxxMDZOUytWNjllQlZBNE5mR0NCUXN3ZE9oUTJSU2tmbjUrOFBQelEzeDhQSktUazFHcFVpWGs1dWFpWHIxNlNFbEpnWStQRDNidTNJbnExYXUvVUx5OWV2WFNtTmEwYytmT2lJdUxnNE9EQXlwV3JBZ2pJKzFmNTdkdjN4NnpaczFDV2xvYVVsSlMwTEJoUTZ4WnMwWWpEZ01EQTN6eHhSZlMvZzgvL0lEYXRXdHI5TE52Mzc0M3NxN25zMmZQWUdGaElWdXZkZTdjdVhqNjlDbjgvUHhlZTB4dnl2RGh3MkZpWW9MSmt5Y2pPVGxaWTZwbG9qZEZVZGJNSXhFUjBkdXFRNGNPMHBvVmYvVmFJa1F2Zzg4cUVSSFJ2eE4vQnlpa1VxbWdVcWwwZmlIK01wUktKZExTMGlDRWdFS2hnTDI5dmNZWDAvdjM3MGZidG0yMXJsZFlFbTNIWldkbjQrVEprK2pRb1FNdVhicUVPblhxU092cGxTUXRMVTNyT29zdkl5a3BDWFoyZHJDMHRDeXhYWDUrUHJLeXNwQ1hsd2R6YzNOWis2Q2dJTmpaMmFGdjM3NWx1ajlQbno1RlpHUWsrdmJ0SzZ1N2N1VUt5cFVyaDJyVnF1bmRYMW1WZE44ZlBIaUFKMCtlb0VLRkNuQndjQUJRbUNpdlVhTUd6TTNOZGZaWlVGQ0EvUHg4S0JRS0dCc2J5eEljYWxsWldUaDY5Q2hhdEdnQkt5c3JuZGROcFZMcDdJTmV6S05IajdCLy8zNTA2OVpOcnpYTnJsMjdoc2VQSDZObHk1WTYxelU4Y2VJRVdyVnFWZVpZcmw2OUNnY0hCMVNvVUtIRWRrcWxFdGV2WDRlTGk0dk9HUDZOZHUvZWpURmp4cUJIang2b1diTW1zck96Y2VqUUlSdzllaFF0VzdiRTc3Ly8vcTliWi9UWnMyY29YNzc4bXc2RC9zRVVaZmdRWWlLUmlJaitNZmpGRFAxZDhGa2xJaUw2ZCtMdkFFUkVSSExKeWNudzkvZkhrU05Ia0pLU0FqTXpNOVN0V3hlK3ZyNllOR2xTaVVsL0lub3haVWtrY21wVElpSWlJaUlpSWlJaUlpSjZJeHdkSGJGcDA2WTNIUVlSNmNEeDlFUkVSRVJFUkVSRVJFUkVSRVFrdzBRaUVSRVJFUkVSRVJFUkVSRVJFY2t3a1VoRVJFUkVSRVJFUkVSRVJFUkVNa3drRWhFUkVSRVJFUkVSRVJFUkVaRU1FNGxFUkVSRVJFUkVSRVJFUkVSRUpNTkVJaEVSRVJFUkVSRVJFUkVSRVJISk1KRklSRVJFUkVSRVJFUkVSRVJFUkRKTUpCSVJFUkVSRVJFUkVSRVJFUkdSREJPSlJFUkVSRVJFUkVSRVJFUkVSQ1REUkNJUkVSRVJFUkVSRVJFUkVSRVJ5VENSU0VSRVJFUkVSRVJFUkVSRVJFUXlUQ1FTRVJFUkVSRVJFUkVSRVJFUmtRd1RpVVJFUkVSRVJFUkVSRVJFUkVRa1kvU21BeUFpSXFJL0NTR1FtNXVML1B4OHFGUXFDQ0hlZEVqL09BcUZBZ1lHQmpBMk5vYXBxU2tVQ3NXYkRvbUlpSWlJaUlpSWlPaXR4RVFpRVJIUlcwS3BWQ0k3T3hzcWxlcE5oL0tQSm9SQVFVRUJDZ29La0plWEJ3c0xDeGdaOFZjaUlpSWlJaUlpSWlLaTRqaTFLUkVSMFZ0QXFWVGkyYk5uVENLK1ppcVZDcytlUFlOU3FYelRvUkFSRVJFUkVSRVJFYjExbUVna0lpSjZ3NFFReU03T2Z0TmgvS3RsWjJkekdsa2lJaUlpSWlJaUlxSmltRWdrSWlKNnczSnpjemtTOFExVHFWVEl6YzE5MDJFUUVSRVJFUkVSRVJHOVZaaElKQ0lpZXNQeTgvUGZkQWdFM2dmNmE3ekthWE5UVTFOeCt2VHBsK3JqbnppTmIwRkJ3U3ZwUndqeGo3dys5UGVpVkNyNXgwVkVSRVJFUlBSV1lTS1JpSWpvRGVNWGhtOEgzb2V5eThySzBqa3Q3K1hMbDdGOCtmSy85UHdLaFFJSkNRa3YzUVlBRWhNVFViOStmWTJ5bXpkdm9uYnQyaThjMzdoeDQrRGg0VkhxczFWUVVJQWhRNFpnOCtiTkpiWUxEdytIdTd2N0M4Y1RGeGNIWTJOanZhNEhBSnc0Y1FJWkdSblNmbEpTRW14dGJiRnIxeTZwYlBmdTNWaTdkbTJaWThuTnpjV2pSNDlLM1BRWkpUeDM3bHpVcjE4Zk9UazVaWTZodUUyYk5zSFkyUGlsazRrQkFRRlFLQlI2dGMzSXlNRDE2OWQxMW84Yk53NkhEaDNTKzl6ZTN0NzQ0WWNmZE5aUG5Ub1ZreVpOMHJ1LzRwUktKVEl6TS9IdzRVTWtKU1hoNHNXTE9INzhPQTRjT0lDVWxCUUFoVk5GSnlRa3ZOUldYRXhNRER3OFBQREhIMy9JNnA0K2ZZcG16Wm9oUER4Y1o5eGJ0MjdGbzBlUFh2aDFGNWVabVluMjdkdmp0OTkrazhvbVRweUkvdjM3NjkzSDFhdFhaZmRLcVZUQzJOZ1lzMmZQTGxNOEtwVUtjK2JNUVZKU2tzNDJ4NDRkdzVJbFM3VCswY3lGQ3hmZzZ1cUtaOCtlbFJweitmTGxkZGEvNnV0TVJFUkVSRVJ2QnlZU2lZaUkzakN1emZkMjRIMlFlL1RvRVJZdlhvd1pNMmJnNDQ4L2hvK1BEOXEyYllzNmRlckEwdElTNWN1WFIwQkFnTlpqLy9qakQ0d2ZQMTZqYlBueTVWQW9GQyswQVlWZnN0Ky9mMS9hMURFV0xTdSthV3VqVFc1dUxpNWR1cVJSbHBlWGh4czNibWlVbFNYSjFLSkZDOFRFeEpTYWFETXdNRURWcWxVeGVQQmdmUG5sbDNyMy8xZDYrdlFwUEQwOThjMDMzMGhsbHk1ZFFucDZPaXBYcml5VjNicDFDMlBHakVHWExsMXc3OTQ5alQ0eU16TjFKb3BDUTBOUnNXTEZFcmZRME5CUzQyelZxaFVTRWhLd2NPSENWL2ZpWDZOMTY5YWhUcDA2T3V0WHJGaUJzMmZQNnRYWDgrZlBjZURBQWRTb1VVTm5tNVl0VytMNzc3OUhXRmlZMXZyMDlIVFVxbFVMVGs1T3FGcTFLaHdjSEZDaFFnVllXRmpBME5BUXhzYkdzTEt5UXFWS2xlRHM3SXlHRFJ1aVM1Y3VHRDU4T0g3Ly9YY0F3TW1USjFHdlhyMlgyb29MRGc1R2JHeXMxbXUxWjg4ZW5EbHpCdSs4ODQ3VzE1U1dsb2JSbzBlamUvZnV5TXJLQWxCNDNmWDk3QWtKQ1pIMStjc3Z2K0RJa1NPd3RyWUdVUGhaOGIvLy9ROFZLMWJVZWUyTE8zNzhPRDc5OUZPTUhqMWErbU1EZGZMY3lNaEk3MzRBNE1HREJ3Z0pDY0Y3NzcySEN4Y3V5T3J6OHZJd2F0UW96SjgvSHc4ZlBwVFZIeng0RUFxRlFtZVNNRDgvSHprNU9jakp5VUZXVnBiMGM5RUUvbDl4blltSWlJaUk2TzFRdHYraEVCRVJFZEcvaHBXVkZYYnYzZzFiVzFzNE9EaEFvVkFnT2pvYTI3ZHZoNU9URTZwVnF5WjljYTVRS0JBYUdvb0JBd2FVMktlaG9TRXVYcnlvVVphUmtZSFdyVnRqNmRLbDZOcTFxMFpkV0ZpWWxLeU1pNHVUamNocjI3WnRxYStqZUJ0MTB0amUzaDRuVHB6UWU5Umhlbm82ZkgxOTBicDFhNDBFbXk1RGh3N0Y2dFdya1pxYVdtSTdoVUtCQlFzV29FcVZLcGcwYVJMTXpNd3djK1pNdldMU1J0ZUlRL1ZvcGNURVJKM0h1cmk0UUtGUTRPZWZmMFpPVGc1R2p4NHQxWjAvZng2R2hvWWFJemZIamgyTHBrMmJ3c2ZIQjgyYU5jUFZxMWRoYVdrSkFEaHc0QUQ4L1B5MG5pYzRPQmdBZEY0YmZSTXlucDZlK005Ly9sUHFOZjZueWN6TXhOMjdkK0hxNm9xSER4OGlMUzBOTVRFeHlNL1BSOVdxVmFWbndOWFZGU2RPbkpDT2MzUjBSTE5telhEa3lCRTRPVGxKNWFhbXBtalNwQWxzYkd3UUdCZ0loVUlCRXhNVG1KcWFTdHU5ZS9mZzdlMk5wS1FrV0ZoWVNGdngwWmNkT25TUS9XRkdSa1lHYkd4c2tKS1NJaVg4RkFvRjR1UGo0ZXJxV3VwcjNiUnBFMGFNR0tIMXVkaTRjU05xMXF3Sk56YzNqUkcwQUdCcCtYL3NuWGs0VnVuL3g5OFBIbHRGU2FNOXFrbGFweDFOQzlXMG14WVNrV21iTm8wVTdXTGFDMUZqYTlXT0pHV3BWRE5xV2tTU2ltaGFDQ25aR2RuaS92M2hPdWY3SE0rcXRFeS8rM1ZkNTdxY2V6LzNjODV4enYwK244K25HVFEwTkhEbXpCbU1IVHNXMDZkUFIzaDRPTXpNelBEamp6OUtuV2RSb2lZQUJBWUdRazlQRHdNR0RBQlFkNThxS2lyQ3RHblRKRnIxS1Nnb1FGbFpHUUJnWTJNRGVYbDUyTmpZb0tDZ0FJR0JnU2d2THdjQU5HblNST3JZQkduVHBnMnVYNytPNGNPSFkrVElrWWlPamthZlBuM1kvRTJiTnVHZmYvN0JsU3RYMEs1ZE82SDZwMCtmeG9BQkE1Q2FtZ281T1RsTW1EQ0J2Vi9zM3IwYnQyL2Y1b2pQS2lvcTdOL2w1ZVZRVmxiK0pQTk1vVkFvRkFxRlFxRlF2ZzZva0VpaFVDZ1VDb1ZDRVltaW9pTEhkZCtaTTJjUUVoS0N5Wk1uTjloaVJwRDZ3Z0hqQ3E5dDI3WkNlVnBhV3V6Zi9mcjFRMkZoSWJ2Zm9rVUx4TVhGU2JUb2tsUW1QejlmeU1KUW5BZ1hIeDhQYzNOekZCY1hjeXd0WlhGaGVmdjJiYkdXaHVycTZxejRZV2RuaDQ0ZE8yTFVxRkVTMjY2Zkx0Z0dJSDFSZnNLRUNXTHpTa3RMMGJScFUremJ0dy9qeG8zamlLeDM3OTVGNzk2OW9hcXF5cWxqWUdDQStQaDR4TWJHc2lJaUFKaWFtcktDRW8vSHcvSGp4MkZsWlFVQXJQV1JwcVltQU1EVDB4TS8vZlFUZXZUb0lUUW1iVzF0dkh6NVV1SXhBWkRvU2xkd0hOTGc4L2xpODh6TnpSRVlHSWgzNzk2aHBLUkVaQmxHU0JKbi9hcW1waVkwaHcyaHZMd2NreWRQUm1KaUlwNDhlWUx0Mjdkano1NDliRDRqYmdGMWxtUUdCZ1pDYmR5N2R3OCtQajdzZnFkT25YRHAwaVdaQkIxSkZvOUEzVnhYVjFmajFhdFhiQm96VjVtWm1Sd3J0bGV2WHJIQ21xajJCWDh2UHo4LytQbjVjZnJKeXNwQ1ZGUVVhbXBxMEtKRkM2R3h4TVRFUUY5ZkgwWkdSdGkrZlRzY0hSMXg4K1pOR0JrWnNkYUVEU1VqSXdNWExseUFxNnNybStiaDRRRUE3TFVyam9rVEp5SWlJb0xkdDdLeVFuVjFOWXFMaXlFbko4ZGFDMnBvYU1nOEhzRjdscGVYRjdaczJZTHE2bW8yUFMwdERUdDM3c1RDaFF2UnBrMGJOcjFseTVabzFhb1ZIang0Z0xpNE9NVEZ4ZUhreVpObzBxUUowdExTa0pXVkJRTURBd3dZTUFDLy9mWWJBZ01Ea1pxYUNqMDlQUkJDa0o2ZURoMGRIYzVZR25PZUtSUUtoVUtoVUNnVXl0Y0RGUklwRkFxRlFxRlFLUDhKNU9YbDBieDVjMDVhWGw0ZVI3d1NSYk5tellUcWlVTlFTRWxKU1FFQWJOeTRFVHQyN01EVXFWT3hkKzllanJqSmxHRzRkKzhlckt5c2NQandZWkVDVG4zazVlWHg5dTFicEtXbFljaVFJWmc2ZGFyWXRobnJ6UHJwOHZMeW5IMUNDTjYvZjQrSWlBaE1tVEtGVFU5TVRFUy9mdjA0Vm1DRUVKdzhlUkxtNXVZY0FTMGhJUUdBYU9GTkZqSHVqei8rZ0sydHJkUnlEUGIyOXZEMzl4Y3BKUDc1NTU5c1hMY0RCdzdnNE1HRGlJMk5GZHZXcEVtVG9LdXJDM2QzZDZHOCtuUEg4T0xGQzB5YU5BbUVFT2pyNjdNV2svVlJVMU1EQU96ZnYxOXFyRUZCRjdDQ2VIaDRZUG55NVJMcmlxT29xQWlUSjA5R2JHd3Nnb09Eb2FXbEJVOVBUM2g2ZWtKYld4dWJObTNDN05tek9YVVlFZlgrL2Z2NDRZY2YyTi92K2ZQbjZOS2xDMXV1cHFhR2pYTW9pbWZQbm1IWXNHRVN5ekE4Zi81Y3BDZzVlUEJnenY3bzBhT0Z5dFMzWmx5N2RpMm1UWnZHN3A4OWV4YmJ0MjhIVUdjdHA2R2hnZWpvYU01MThQcjFheGdiRzBOUlVaRk5XN0ZpQlhyMDZBRWpJeU9aNG9UcTZ1cUtUUGYxOVVWdGJTMTdiUVVHQnVMKy9mczRmZm8wZXZic2laNDllK0xJa1NNaVJVVVZGUlhVMXRaeTRxSHkrWHhvYW1yaXhJa1RlUExrQ1FBZ0tTa0pKMDZjRU5tL3ZyNCtSK0FYTmM4REJ3NFVTdlB4OGVHSXh5dFhyb1NibXh0Y1hWMHhhTkFneE1YRmNjcXZYYnNXSmlZbWNIVjFGYklxRkx3SHFLaW9jSDZ6eHBwbkNvVkNvVkFvRkFxRjh2VkFoVVFLaFVLaFVDZ1Vpa2djSEJ4RWlqSDFMYllhR2wreS91SXlZMDJYblowdGxKZVRreU94TFVuV2RSK0M0TEV3WTdsNjlTcXVYTG1DRVNOR0FLaUxrOGhZWk5hM29Nek16R1RUcGJsc1pMQzN0NGUzdHpjOFBUMnhaTWtTTmwyY2RhWXM3U1lrSk1EUzBoSldWbGJ3OC9PRG5Kem8wT2gyZG5idzlmV0ZscFlXeG93Wnc2YlhGOXppNHVKZ1kyT0Rnd2NQWXVqUW9WTDdGeGV2N2tNUUZMdCsvdmxuN042OUc0UVFrUUpLY1hFeDB0UFRZV3RySzNLZXhNMmRrNU1UMnJadGkxZXZYaUVyS3d0NWVYa3l1V1FVdEpCbDJMRmpCM2J1M0NreVQ1VFZIRkFuMGdraUp5ZUh6cDA3YzlLZVBuMktLVk9tSUNNakF4RVJFUnczd0FrSkNjak96b2FKaVlsSWw2RVBIejZFdnI0Kzl1N2RpNFVMRitMS2xTdVlPSEVpQWdNRFdaRk9YbDZlL2QxRXhRTE56ODhIOEQ4cjB2cUlzbEptcmlkWlhKc3kxbTcxNmRpeEkwY1lpNCtQQjFBbkZ1N2Z2eCtyVjY5R3o1NDlPWFdVbEpRQWdDTWs4bmc4akI4L0hvQnNyalJMUzB1RjB2THk4dUR0N2MyMlhWcGFpdFdyVjJQMDZORXdNek5qNzJVdFc3WkUrL2J0UmJaYlVWRUJhMnRyaVgyTHV1OHlIRHAwaUNNa2lydi9idG15QlU1T1Ruai8vcjNReHdZTTJkblpDQWdJZ0p1YkczdS9VMU5UUTM1K1BnSUNBcENVbElST25UcXhNUnlmUEhtQ1hyMTZvYnE2R2k5ZnZrVFhybDJGWExrMnhqeFRLQlFLaFVLaFVDaVVyd3NxSkZJb0ZBcUZRcUZRUkxKNjlXck1ueitmM1I4L2ZqelMwOU9SbEpRa2RtRmFHalUxTldJWGwrM3M3QnJjbnJRWWE3Sll6MG5qOXUzYm5QMlJJMGRpMHFSSldMTm1qVkJaWmxHOUlUSE9kdTNhaGFLaUlpeGR1aFNKaVludzhmSDVLTmV4UUozbFYwaElDSDcrK1djQWRSWjBnaEJDWUc5dmozMzc5aUV3TUpBaklnTENndHZSbzBjaEx5OFBVMVBUQnJrcUZCVEljbkp5OE96Wk03SG5qaXkvbGFHaElUUTFOWEgyN0ZtUmNTUXZYTGlBbXBxYUJnbk1GeTVjd0tWTGwrRGk0Z0lIQndkczNMZ1J0cmEyaUkrUGwvbzdpTEowWlZ4MXltb0ZDMERJOWE2U2toTEhCZWlaTTJld1lNRUNORzNhRk5ldlgwZi8vdjA1NWMrZVBRdGpZMk9SZlphV2xtTEdqQm5RMWRYRm5EbHpBQUJqeG96QmdnVUxZRzV1anRPblQzTXNZY1VKZWd6aVhMOVdWMWQvOUhuYkVQYnQyd2RsWldXUjl3M0dnbFZSVVJFS0NncW9xYWtCQU5hOWJrTS9mbURZc1dNSFIvaXl0N2ZIMjdkdkVSVVZKWE1ieXNySzdQanFzM2p4WXB3NmRRb0ZCUVVpcnhObFpXV09PQ29KV2R6NXRtM2JGaTR1TGxpeFlnVldyRmdCQUpnK2ZUcEtTMHV4Yk5reWp1dFNSa3lzRHpQT3hweG5Db1ZDb1ZBb0ZBcUY4blZCaFVRS2hVS2hVQ2dVaWtoYXRXcUZWcTFhQVFDdVhMbUM5UFIwQUlDT2pzNEh4WGdqaEVCZVhsN0kyaWt2THcrdFdyVkNjSEF3VEUxTk9YbCtmbjVZdkhpeDJEYlQwdElhUEE1cGxKV1Y0Y21USjJLdCtGSlRVekZ4NGtTUmVVd3N1TDU5KzByc3c4YkdobzBUeU9mejRlL3ZqM2J0MnVINTgrY2ZMTkxXWi96NDhUaDU4cVJZeTZoMjdkcmg0c1dMTURZMmx0cFdVRkFRZEhWMThmcjFhNG11TFZ1M2JzMFJzd1FGTWdjSEJ6ZzRPRUJkWFIyZW5wNXNlbFZWRlFEUkZtMzFVVkJRZ0xXMU5RNGNPSURWcTFjTDFUbDgrREFHRHg2TWJ0MjZTVzBMcUxPeVc3QmdBVFpzMk1CYWZNNmVQUnVlbnA3WXRtMGJObTdjS0ZNN0gwdDlZVWxRL1BIeThzTExseTh4ZlBod0JBY0g0N3Z2dmhPcUh4UVVKRkxZcnFtcGdZV0ZCVjYrZkltNHVEaU9DT1hsNVlWLy8vMFhGaFlXdUhUcEVrYU9ITW1wVzE4RUVveVBKOGl6WjgvRXhpbXRMMkxWZC9jcWk4V2FPSnlkbldGbVpvYnQyN2RqOU9qUkhGZWl6RDFHU1VrSnljbkpJaTFZUlZsZE1vZzZGNU9Ta3JCMzcxNk1HREVDMTY5ZkJ3Qk1uandaL2ZyMUV4TGVKMCtlTExKZFp1N0VuZXUzYjkvR2dBRURXSXRLUVdwcWFsQlRVeU15VDFKZjBnUjZKeWNuekprekJ4MDZkR0JqcFBKNFBGeStmQms3ZCs1RWNIQXd6cDA3aDVNblQ3SjFSSW5KalRYUEZBcUZRcUZRS0JRSzVldURQcmxUS0JRS2hVS2hVS1N5YWRNbWZQLzk5M2o2OUNtR0RoMkthZE9td2NuSnFVRnR2SC8vWHF3NDk2RjhxR3RUeGdWaGFHZ29DQ0Y0L1BneEFLQkRodzU0OWVvVkZCUVVjUFBtVGJaTTc5NjlRUWpCbFN0WGtKK2ZMemIrWVhaMk51VGs1UER3NFVPeGd1REFnUVBaV0h1Q2JObXlCYlcxdGVEeGVCSVgvMFhsTWNLa0xGWjkwc1NiK2tMUjMzLy96UXEyMHVyNit2cGkwYUpGN0Q0amtQSDVmQnc5ZWhTV2xwYmc4WGc0ZnZ3NFc3RUtoRk1BQUNBQVNVUkJWSWI1TFdTMTRyUzN0NGVQancvMjc5L1BjUVY3NTg0ZFhMMTZsUk4vVGhLRUVGaGJXK083Nzc3RHlwVXJFUmdZQ0tET3dzclB6dytqUjQvR3lKRWpNWHo0Y0puYSt4Z2tDU3BaV1Zsd2RuYUdrNU9UeUhQcS92MzdlUDc4T1hyMTZzVmFnR1prWkVCQlFRRW5UcHhBWkdRa25KMmQ4Zmp4WS9UdTNadXQ1Kzd1anZidDIyUFlzR0U0ZVBDZ2tKQlkzNFVwWTIxV1AxMmNwUnJ3UDZILy9mdjNzTGUzNXdpMjlYbisvTG5JbUlrNU9Ua2NsOGVNdTJNZWo0ZnUzYnNqUGo0ZXZyNitpSTJOWmVQdE1lZWRrcElTT25YcUpMSS9jWmFWZ0doM29jN096dERRMElDRGd3TXJKRElXdi9YeDlmVVZtazlwUEgvK0hJOGZQOGFtVFp0UVdWbUpFeWRPWU42OGVXeCtaV1VsQUhDRVJPYWNGY1dEQncvQTQvRVFGQlFrdG95T2pnN1UxZFhaT2Yzbm4zK2dxcXFLek14TUtDc3JZK2pRb1ZCV1ZzYUpFeWR3NHNRSmpwaE1DRUZaV1JscmdTc3UxbUZENTVsQ29WQW9GQXFGUXFGOGZWQWhrVUtoVUNnVUNvVWlrZERRVU1URnhjSFYxUlYyZG5hd3NiR0J2YjA5Q2dzTHNYdjNicG5iS1M4dkZ5bWdmU2dMRnk3RTc3Ly96Z29Ub2l5bUZpMWFKQlNYYnYzNjlkaTJiUnVBT211Y3JsMjdvbGV2WHRpNGNTTjY5ZXFGSGoxNm9GdTNidUR6K1ZpK2ZEbHNiR3hZZDRZdFdyVEF5cFVyMlhpSjlVbEpTVUg3OXUyRllyWXhFRUpRWGw0dTBnVmxXbG9hU2t0TDBhZFBINkVZaGE2dXJqaDgrREJDUWtMUW8wY1BvYnFNdTlINjlSaGV2bndKQ3dzTEZCWVdvbVBIamdnT0RwYjV0L0R5OG9LNnVqcE1URXlRbjUrUHlNaElvVEtIRGgzQ2dnVUxoT0lLQ2dwa2NuSnlJZ1V6eHRKVlhPeTkrblRvMEFGMmRuWll0MjRkSms2Y2lFNmRPcUdxcWdxTEZ5OUd2Mzc5WUc1dUxsTTdhOWFzd2JWcjEzRDM3bDJoY1EwYk5neTJ0cll3TlRWRlRFd01KMDZqSVBWamVnSjFGcmJpOGo0RUp5Y25PRHM3aTgxLy92dzVDQ0hRMTlkbjA4YU9IUXNBeU0zTlJiOSsvZkQyN1Z2TW5Uc1g0OGFOZzdxNk9tcHJhK0hqNDROSmt5WWhORFFVS2lvcVlvK0RnYm0rNnFlTHNranMyclVyTWpNeldXdllnd2NQNHZMbHk5aTJiUnUwdGJWRkhrZjc5dTNaR0tPQ3VMaTR3TVhGUldRZGVYbDVCQVVGWWVEQWdUQXhNVUZjWEJ6VTFkVkZpbTZpaUlxSzRzU2lmUEhpQlR0MzlSaytmRGhNVFUzUnRHbFRpVzB5eHlKcmpGU0dFeWRPQUFDbVRwMktoSVFFTEY2OEdNbkp5ZXc5bGprbVJyZ0RBQXNMQzZudFNpcGpZMk9EbzBlUHN2c0RCZ3dBQVB6MTExOHdNakpDUVVFQk5EUTBoRDVRRU55WHhhVnRRK2FaUXFGUUtCUUtoVUtoZkgxUUlaRkNvVkFvM3d5Q0M0Yk1naHVGUXZrNFNrcEtZR2RuaC9uejU2TnQyN1lBQUZ0YlcxUlhWMlBWcWxVZ2hNRER3MFBtdHZMejg4VmF6Wm1abVVtc1R3aEJmbjQrdTc5bHl4WUEveE04R01zMlFhR2pmaGw1ZVhsTW16WU51cnE2Nk4yN04zcjA2Q0ZSYlBEdzhKRDUrQWdodUhidEdrZlFxVTlwYVNscWEydEZDb243OSsvSDd0MjdrWitmenhFaE1qSXlFQkFRQUJzYkcweWJObzN0UzlROGloSXZVbE5Uc1dEQkFnd2JOZ3hoWVdGbzNibzE3TzN0Y2ZIaVJhbGlZbXBxS2tKQ1F1RG82SWpaczJlamI5KytpSStQeDhDQkE5a3l4Y1hGY0hGeGdibTVPWHIxNmlXeFBWSEV4OGNEQUU2ZVBJbnUzYnZMSkNpNnVMZ2dMQ3dNVTZaTXdiVnIxMkJ2YjQvSGp4L2p6cDA3TWxtOWVudDdZOWV1WFRoMjdKaFkwWGZyMXEyNGNlTUd4bzRkaStqb2FIVG8wRUdvakNRTHpZOXgyeW1JTkV0TlUxTlRqbmpPNC9FNHNVTi8vdmxubEpTVXdNSEJBVjVlWGxpL2ZqM0N3OE9SbHBhR1gzLzlWYXd3VnQ4bEpXT1JLQzVkc0g5eDlPblRSK0t4TUxpNnVzTEJ3UUdBc0pWcmZYZkhHaG9hQ0FvS2dxR2hJZWJNbVlPelo4K3k3bktsQ1lrZE8zWkUxNjVkMlgxSmJqaC8vZlZYcUtpbzROcTFheklkUTBPb3FLaUFyNjh2REEwTjJXdm95SkVqc0xLeWdycTZPcHlkbmRtUEdRUkZYM0VXZlJVVkZXalRwZzJLaW9yZzdPd3NWb2hsK3NuS3ltSmRtOWJVMU1EUTBCQjM3dHhCUVVFQmRIUjBVRjVlRHFET1lyRnYzNzdzUGlDYmU5S0d6RE9GUXFGUUtCUUtoVUw1K3FCQ0lvVkNvVkMrR1JpUkF3RGV2bjM3QlVkQ29YdzdMRnUyRElXRmhYQnljbUpkZlFLQW82TWpjbkp5MkFWN1dYajkralgwOWZYaDcrL1BTUzhxS29LQmdRSDI3Tm1EbjM3NmlaTVhGQlRFTG9MbjUrZXpNUnNsSWFsTXUzYnRrSldWaFFFREJpQW5KNmZCTVJZbFdSbGR1M1lObVptWnJIZ3Bpc0xDUWdCQXk1WXRoZkxPblR1SE1XUEdDQWs3UzVZc2dacWFHbXVaOU96Wk0weWFOQW5IangvSG9FR0RKSTQzUER3Y1ZsWldNRGMzeDVJbFN4QVdGZ1pmWDEvWTJ0cGkwS0JCT0h2MnJGZ2hEYWl6M2xSVlZjWHk1Y3ZSdW5WcnpKMDdGelkyTnJoOSt6YlUxZFZCQ01IY3VYUHg3dDA3bVFWWG9HNGVseTVkQ3FETzRyVkhqeDd3OC9PRG5aMGRORFUxRVJ3Y0xQSFlWRlJVRUJJU0FrTkRRM1RyMWcxdjM3N0Y0Y09IMGE5ZlA2bDkrL3Y3WTlteVpWaTFhaFdzcmEzRmxsTldWa1o0ZURpR0RCbUNZY09HNGNLRkM2dzFhSnMyYlRCa3lCRGN1WE5IcUo2TGl3dCsvLzEza1NLUHZyNitVSnpBRHlVbEpVVm1zVkpOVFExTGx5N0Z6cDA3WVdGaGdmWHIxMlB5NU1rU2hWOXhMaWtsdWFwa3hpWElraVZMVUZCUUlPU0c4OTI3ZHhnL2Zqd3FLeXR4NmRJbGpyZ3VLZzZrSkFZTkdnUTNOemMwYWRJRWhCQlVWRlFBNEZydmZTeWlyRGJGa1pXVkpkSWl0Vk9uVGlMYmNYTnpRMDVPRG54OWZkazBTMHRMcEtXbHdkblpHVE5uem1UZHRjcmlBdGpQenc5RlJVV3dzTENBcTZzckxDMHRaWTRicXE2dURrMU5UZXpZc1FPdFdyV0NscFlXNjc2V2NhMUxZeHRTS0JRS2hVS2hVQ2ovdjZCdkFCUUtoVUw1Wm1CY3FBRjFick1vbjVZbFM1YkEyTmdZcHFhbWJOcXJWNi9nNU9TRVpjdVd5YlNnRDlRdDZoc1lHRFRZRFJ6bDArUHY3NDlqeDQ3QjNkMGRyVnUzRnNwM2RYVnRVSHRQbmp4Qmp4NDloSDVyeGxxd2JkdTJRbm1DOGRSYXRteUozTnhjb1hhenNyTHd5eSsvb0xLeUVxbXBxUmd5WkFqbXo1K1BLVk9tQ0pVVmpERzNlZk5tZUh0N04rZ1lKTVgwMnJ4NU0xcTBhTUZhRFlxQ09kYjZWbmZKeWNsSVRVM0Y2dFdyT2VuSGpoMURaR1FrUWtORG9hR2hBUURRMXRaRzA2Wk5NV3ZXTENRbUprSlZWVldvbjRxS0NqZzVPY0hkM1IzTGx5K0h1N3M3SGp4NEFBQlFWVlhGcFV1WE1IbnlaQXdlUEJndUxpNVl2bnk1a0VCMDhlSkZuRDE3Rmp0MjdHQi9mM2QzZHd3YU5BZ1RKMDVFYUdnbzFxOWZqN0N3TUVSRlJZazhSd1M1Zi84Kzd0Ky9qL1BueitQS2xTdnc4dkpDVEV3TS92enpUM2g0ZUdENTh1VnNXVk5UVTBSRVJLQzB0RlNzMktXZ29JQk9uVHJoNGNPSGFONjhPZHExYXlleGY2RE91bTNwMHFXd3RyYkdpaFVyT0dMUDY5ZXZBZFNkcDRMbnljV0xGekZxMUNnWUdocmk4T0hEbURadEdzek56V1Yyb1NxSUtPRlJGSThmUHhicHdsWVFmWDE5TEZpd0FLdFdyVUpHUmdheXM3T1JsWlVGQUZpK2ZEbkt5c3JRdG0xYk5rYmVtalZyY1BUb1VRd2NPQkRsNWVVSUNRa1IyVzZMRmkyd2NPRkMrUG41Y2RKRnVRNEc2czVwRnhjWDFoSlU4Qm8rZmZvMG9xT2pzWERoUXFpb3FMRHhDcXVxcWpCanhnd1VGQlRnM0xsekVxMTRaY1hPem83OSs5MjdkMUJTVXBKcW5Wci9RNEtHZmxnZ0RrR0xTVUZ1M0xnaDVQNDNPVGtaMjdadHc5Q2hRekYxNmxSTzN2cjE2ekY2OUdqbzZ1cmkxcTFiQUtRTGljbkp5WEJ5Y29LSmlRa09IVHFFK1BoNFRKMDZGVGR2M2hSeTh5eUtwS1FrekpvMUMwdVdMTUdNR1RPd2F0VXF1THU3YzhvSTNpdGtpWFA0cWVhWlFxRlFLQlFLaFVLaGZCNmsrLzJoVUNnVUN1VS93dENoUTltL0wxKysvQVZIOHUzeDVzMGJQSHIwaUpNV0VCQ0FlL2Z1Y2RJQ0F3TVJHaHJLdXBpVWhSVXJWdURHalJ1Tk1rNUs0NkttcGdZREF3UE9BcjBnUEI2UGRXT1ltWm1KbjMvK1dXeGJaV1ZsdUgvL1BodUQ2MFBnOFhqUTFOUmtOdzBORFlTRWhNRFkyQmdEQnc3RTZkT25BUUFYTGx6QWdRTUg0T0RnZ0lxS0NrNGR3WVYwTHk4dkVFSWF0SW5qMEtGRGlJNk9ob09EZzhRWWFtL2V2QUVnYkhFVkhCd01CUVVGbUppWXNHbjM3OS9IMHFWTHNXREJBbzRvcXFDZ2dDTkhqdURseTVkd2RIUVU2dVBtelp2bzM3OC85dTdkQzE5ZlgremV2VnZJM2FTYW1ocXVYTG1DMmJOblk5V3FWZWpUcHcrQ2dvSllsNE81dWJtWU4yOGVldmZ1RFh0N2U3WmUwNlpORVJVVmhUZHYza0JiV3h0SGp4N0ZtVE5uWUd4c0xEU09pb29LaEllSFk4NmNPUUNBM2J0MzQ4aVJJekF5TWtLelpzMlFsNWNIYTJ0cjZPbnBjVnhYTXB3K2ZScXpaODhXU3MvS3lzSnZ2LzJHM3IxN0l5Y25CejQrUG1qVHBnM0dqaDJMbjM3NkNWZXZYaFg1VzcxNDhRS09qbzZZTVdNR0RoOCtqTzNidDBOUFQ0L2RWcTFhQlFEbzFhc1hKMTFQVHcrM2J0MUNxMWF0a0pDUUlOUnVZeElWRllVZmYvd1JzMmJOa2xpdW9xSUNKU1VsYU42OE9lYk9uWXRCZ3daaDNyeDViTHc3YlcxdG1KdWJjNjdkWnMyYVlkeTRjU2dzTElTdXJxNVl5OGpXclZ0ajM3NTk3UFhOYkl6MVkvMzBWcTFhd2R2YlcrUnZOV3pZTUxpNXVTRTJOaGJhMnRvWVBIZ3d0bS9mRGlNakkxeTllaFhCd2NHWU9ISGloMDZYV0VwTFMwVUs3RUNkSzk0blQ1NEFBQ1pNbU1ENW5TZE1tTkFvL1llSGg0dThmOVFYRVFzS0NtQnFhZ29lajRkRGh3NkpiR3ZJa0NFQS91ZTZXWkk3NHFTa0pJd1pNd1pxYW1ydzgvT0Rpb29LQWdJQ2tKYVdodUhEaCtQbHk1Y2k2ekVXaDg3T3pqQTNOOGYwNmROUlcxc0xMUzB0dUxtNXNlTm5yRTFsdVNkK3FubnUyN2N2REF3TVByZytoZklscUtpb1lQLy9VeWlVL3c2MXRiVW9LaXI2S2wxeTUrYm1zdUVCcE1GNE5hQlFLSlNQZ1FxSkZBcUZRdmxtTURZMmhycTZPZ0FnSmlaRzdJTFp0ODd4NDhleFlzV0tqOXJxNCszdGplSERoMHZzdDdhMkZpZFBua1Q3OXUweFlzU0lCbzE1Nzk2OU1ESXlZamMzTnpjQWRaWXhrclo1OCtZMXFCOUt3ekF4TVVGQVFBREhPa3NjN2R1MzU3anNZeGFtR2M2Y09ZT3FxaXFNSGoyNlFXT28zdzZUZHViTUdmVHYzeDlyMXF5QnQ3YzNEaDQ4eUZySmFHaG80TysvLzBhVEprM1FyVnMzL1BycnI0aU5qVzFRdnczaHhvMGJXTHAwS2ZyMDZjUEdkUlBIN2R1M0FZQzF6R0lJREF6RWlCRWpXS3ZEeU1oSWpCdzVFbncrSDhiR3hqaDI3QmorK09NUC9QNzc3N0MxdGNYbXpadlJyRmt6K1ByNklqbzZHa0NkMjlTWk0yZGkyTEJocUttcHdlM2J0N0Z3NFVLeFkxRlVWSVN2cnkvQ3dzSlFWbGFHbVRObm9sdTNibmo5K2pXbVRadUdrcElTbkQ1OUdvcUtpbXlkdkx3OEhEMTZGUG41K2VEeithaXVya1pRVUJBZVAzNHMxUDZmZi80SkV4TVRoSVNFd05yYUdoY3VYTUNiTjI5dzRNQUJsSmFXWXVUSWtTZ29LRUJRVUpESVdIWnYzNzVsTGMxcmFtcHcrZkpsekp3NUU1MDdkOGIrL2Z1eGVQRmlwS1NrWVBIaXhiaC8vejYyYmR1R3VMZzRqQmt6QnQ5Ly96MDJidHlJeE1SRXRyM09uVHZqM3IxN09IbnlKT1RsNWVIcDZja1JSSTRmUHc2Z2JyR2x2bENpbzZPRHhNUkVpVzVyUHdTbS9lRGdZQXdjT0JEanhvMkRuSndjbkoyZDJUS2lyZ0hHb3F0NzkrN1l2MzgvU2twS2tKdWJ5NTdueTVjdmg2MnRMUXdORFFFQVQ1OCt4Ymh4NDNENDhHSE1talVMVDU0OFFiOSsvUkFaR1NuVWRubDV1Y2lOc1dnVmwxL2ZaVEZRNXdKMjVjcVZ1SC8vUG80ZE80YVVsQlNzVzdjT3QyL2ZocWFtSm1KalkzSDkrbldKQzF5TEZ5L21DSmZpclAwRXljakk0TGhLWlJZQVEwTkQwYTFiTjBSRVJFQlhWeGN2WHJ4bzBBY0RqVWxlWGg3R2poMkxKMCtlNE1DQkE5RFYxWlZZL3ErLy9vS3lzckpJMTgyMXRiWFl0MjhmOVBYMUlTY25oNnRYcjdKQzhZQUJBM0QrL0htOGVQRUNmZnYyaForZm4xQmN5N2k0T0FCMUgwVHMzYnNYQVFFQmFOdTJMZmJ0MjRjdFc3WUlsUmZIcDU3bmtwSVNKQ1VsU2JUNnBud2FVbE5USmNZL2xiVk1ZL0hvMFNNa0pTV0pIVWQ5VjhyMXVYanhJbXV0TFFrZWo0Y05HelpJTFNmdDJNK2NPU096VytzVksxYkF6OC92b3hiK1kyTmo4ZU9QUDdMUEhJS1VsSlJnd0lBQllxM1NCYW10cmNXbVRadVFucDR1dHN5dFc3Zmc0ZUVoY3J5UEhqMUM5KzdkOGUrLy8wcnM1NTkvL3BINEVWWndjREFuL3ZYSGtKNmVqaDkrK0VFb1RkckdVRjVlanFLaUlva2I1Y3N3WThZTTloMFNxUHVmMUxWclY5YjdTRUZCQWV1NVFWWXlNakxRb2tXTEJzVkhUa2xKZ2EydExjNmZQeTh4UHpNelUyUitUVTBOckt5c2NPclVLWW45aElTRVNBMXh3REJnd0FEMnd6NEtoVUw1VUtoclV3cUZRcUY4TXlncUttTG16Sm5ZdDI4ZkNDSFl2SGt6RGg0OCtLV0g5ZG01ZHUwYXpwNDkrMUZ0TUxIWUdrSllXQmpTMHRLZ3I2K1BmZnYyaVN5anFha0pNek16b1hRakl5T01HaldLM1dkRUZuTnpjOXk4ZVJNaElTRWNGM1hSMGRGWXZYcTFrSFVIcFhIaDgvbENncGM0L3YzM1h4UVhGME5EUXdNVkZSV0lqSXhreGFIMzc5OWp4NDRkTURBd2tMcFlUZ2hCYUdnb21qVnJCaDZQaDhEQVFIWnhxYWlvQ0o2ZW5qaCsvRGpTMHRKZ2JXMk5peGN2aWx5Y1UxSlNncmUzTjh6TXpMQnk1VW9jT0hBQWJkcTBnYm01T1d0cDl6RXdMZ29qSWlKZ2JtNE9kWFYxbkR0M2ppTzY3ZG16QjVtWm1XamR1alhVMU5TUW1aa0pkM2QzR0JnWWNDd1M0K1BqOGVUSkV5eGJ0b3d6L3BLU0VnQjFzZEkwTlRYeDNYZmY0YnZ2dm9PV2xoYTB0TFJnWjJlSFU2ZE9ZZjc4K1hqMDZCSFUxTlR3OXUxYnJGcTFDaTR1TGpMSGRKczhlVEpHang2TlBYdjJnTWZqWWNXS0ZZaUppY0hwMDZmUnZYdDNsSlNVNE9MRml6aDkralFpSWlLZ3FxcUtGU3RXd05IUkVSY3ZYb1Nqb3lONjl1eUpZY09Hd2RUVUZLTkhqMmF0anNMQ3dqQm16QmcyVmwxdGJTME9IandJQndjSHFLcXE0c3FWSzZ6clVuVjFkWGJSSlRzN0d6RXhNV3dzdzJQSGppRW5Kd2ZxNnVwWXRtd1o3TzN0T2U2c2xaU1VzSGJ0V2l4ZXZCaSt2cjd3OGZIQjVzMmJzWG56Wmd3ZE9oVFhyMStIdkx5ODFQTlBFckxFcG1zb2pBZzhjK1pNbUptWllmLysvZWpmdnorYnI2bXBpYWlvS0V5WU1JR05TL2YrL1h1NHU3dERUazRPaG9hR25QakE5WW1QajRlWGx4ZE9uVHFGNXMyYjQ4eVpNNWcrZlRyczdlMWhaV1dGU1pNbVljQ0FBWmcvZno1bXo1Nk5kKy9laVcyTHlaTzJJS3l1cm82WEwxL2k1Y3VYU0U1T1JrSkNBcUtqbzVHUmtZSGV2WHZEMGRFUk9qbzZDQWtKUVVCQUFIYnMySUZtelpwaDFLaFJHRDkrUEhzOU1iaTR1SERjeUFyR1RRV0FreWRQSWpJeUVsT21USUd1cmk1ZXZYb0ZMeTh2emdjdHpBSmdSRVFFMXE1ZEMxdGJXNnhjdVZKbzdLOWZ2MFpaV1JtYU5tMks1OCtmQS9nMHYvdmR1M2RoYm02TzlQUjBlSGg0d05MU2twTi8rdlJwM0xwMUN5MWJ0b1N5c2pJZVAzNk00OGVQWThhTUdaejRoTFcxdFFnTEM4UG16WnVSa0pDQW4zNzZDY2VPSGVPNGhBYUFNV1BHNFBidDJ6QTNOOGZpeFl2aDV1WUdXMXRiekp3NUU2MWJ0OGJ6NTgvUnZuMTdYTHg0RWMyYk40ZVptUm04dkx6UXRtMWJtSnViNCtUSms3Q3lza0xQbmowUkhSMk5XN2R1b2JhMkZsVlZWU2dySzhQbzBhT2hxcXI2eWVjNUppWUd0YlcxUWk1Z0taK0cydHBhWkdkbkF3QnljbklBUU9JaXZLZ3lndmZwRDMwbTc5T25Ed1lQSHN4Slc3Um9FUWdoSW9XeUN4Y3VZTzNhdGREVjFSWHJacCt4cHBlWGwrZTQ2RzhvaEpCR0ZVLzM3TmtERHc4UGpCczNEdlBuejVlNTdmWHIxM00rZFBIMzk4ZTllL2Z3L2ZmZkM1V05qSXhFUWtLQ1ZIZmtRTjF2ZXVUSUVmajUrU0VxS2tybzJhbXFxZ29MRml4QWZuNCtac3lZSWVSaS9QTGx5K0R4ZUdKRnd1cnFhdFRVMUtDaW9nSmxaV1ZzZkZ2Z2Z6RnVDd29Lc0dqUkluVHAwZ1hSMGRGbzBxUUpEaDQ4aUFVTEZrZ2RQMUEzRjcvODhndTdYMUZSd1g0WXc2Q2pveU8xSGViamgyWExsb20xSUdlb0h5dFlFQ1VsSlpuNm96U005UFIwbkRsekJzT0dEV1BURkJRVWtKYVd4b1pGc0xlM3g2VkxseEFjSE16NVFKWVF3dDYvNnNQVUxTd3NsR2hWTEhnOXJWcTFDbzhmUDRhenN6UEhrcEhINDBGZVhoNE9EZzdJenM1R216WnRoQ3dkRlJRVUlDY25oM2J0Mm1IV3JGbElTVW5CNXMyYkd6QVR3dFRXMXVMcDA2Y2NyeWVOZ2F6M0o4RVBoeVRWYWV3UHViN0UrT3JYbDlSMnMyYk4wS2xUSjR3YU5RcTJ0cmJvMnJXclRHMDJkRXdVU3FOQ0tCUUtoVUw1aHNqS3lpS3FxcW9FQUpHWGx5ZlhyMS8vMGtPU1NtRmg0V2ZidW5idFNnQ1ExNjlmTjZpZXJhMHRBY0JKQTBBV0xWcEVDZ3NMU1VGQkFlbmR1emNCSUhIcjFhc1hlZjc4T1hueTVBbTdBU0FiTjI3a3BERmJYRndjVVZCUUlPN3U3bXkvR1JrWlJFZEhoL1R0MjVmazVlVTE2dng4TGthTUdNSE9TWFIwOUdmcjkyTUpEZzRtQUVoMWRiVlEzc09IRDRWK2J3c0xDMElJSVNrcEtVUkpTWW1FaDRlTGJEYzNONWNBSU1IQndZUVFRanAxNnNScFovWHExWVFRUXFxcnE4blFvVVBKOU9uVFNVSkNnbEE3S1NrcFJOVGpiVzF0TFltTWpDUW1KaWJrMnJWcnBMS3lrcVNrcEh6VTl1N2RPL0xzMlRQQzUvTkp4NDRkU1dwcXFsQy96czdPaE0vbnM4ZkI0L0dJZ1lFQmVmYnNHYWZjM2J0M3llVEprMGxHUmdZblBURXhrV1JuWjR1Y2I0YnIxNitUa1NOSGtzek1UUFpZeFhILy9uMENnS1NrcElndFF3Z2hJU0VoNU1pUkk0UVFRaHdkSGRsajBOUFRJeDRlSHFTa3BJUlR2cXFxaWh3NGNJQjA3OTZkQUNDcXFxcmszcjE3SXR0ZXYzNDlBVUFtVEpoQVhyOSt6Y256OXZZbXpaczNKd0NJb3FJaUdUNThPSG56NWcwSkRBd2tob2FHNU1DQkErVGZmLytWT0hhRzkrL2ZrN0N3TUdKdWJrNGVQSGdnVTUzang0K0xQYjhiZ3JPenM4anpVRnhaQXdNRGtweWNMREwvd0lFRDdKd0libHBhV3NUSHgwZGtIZVkzUG5IaUJBRkFtalJwUWh3Y0hFaGVYaDZuWEdWbEpYRjNkeWV0VzdjbWMrZk9KZUhoNFZMdjRiSnNCUVVGUkV0TGl3QWd5c3JLWk5pd1lXVGp4bzBrTVRGUjVIamo0K1BKNnRXclNkZXVYVW5idG0xSldWa1o1MWg4ZlgwNTVYMTlmVG56ZS8zNmRhRXhEQmt5aEhNOTNibHpoK2pyNjR1ZFo0YlRwMDl6MnVuY3VUTXBLQ2pnbEltT2ppWUEyR3RPRU9aL283aDdIU0dFUEgzNmxQRDVmS0tpb2tKT25EZ2hzc3l4WThlSXZMdzhPdzRsSlNWaWFtcktHVXQyZGpaN3IrelNwUXNKQ0FpUWVHeUVFRkpSVVVHMmJObEMxTlRVQ0FDeWJ0MDZRa2pkOVpLV2xrWUlJV1RxMUtsaytQRGhwS2FtaGhCQ1NGRlJFZG01Y3ljWk9YSWswZGJXSnVycTZvVFA1eE01T1RuQzUvTkovLzc5MmZZYmM1NUY0ZVRrUkhyMTZpVzEzTmZPZitVWmdQbmYvREdiSUIvYXhzcVZLem50WExod2djakp5Wkc3ZCs4U1FvalEvK2VrcENTaXJhMU4xcTFiSjVUMzl1MWJRa2pkL1cvMDZOR0V6K2VUOCtmUGk1MERBR1Q5K3ZWaTg0OGVQVXI2OXUwcjlQeVJrWkhCNlhmWHJsM3N2Vmx3RThUYjI1dndlRHhpYUdoSVNrdExSUjViYUdnb0FVREN3c0k0NmJtNXVXdzdKU1VscEduVHBtVFJva1VpeHp4aHdnVFN1WE5ua2MvQjc5Ky9GeXFma1pGQnRMVzFpWWFHaHRELzAvWHIxeE41ZVhueTExOS9pZXhyOE9EQlpOYXNXU1FsSllVOGVmS0VkT25TaGNqTHl4TjVlWG15Wjg4ZVltNXVMdlozTHk4dlo5djU2NisvQ0ovUEoyUEhqaVZWVlZXa3FLaElwbWMxQU1UZjM1OHpKbEhQaXBLZWplcVhMeTR1SmpkdTNHRGZwNWhOTUUzYXV4Q2w4Vm0vZmoxUlZWVVYrbC9TcEVrVDlob3VMaTVtcjN2bU9aZVF4cjNYQlFRRWlDMmpycTVPVHAwNkpiRWR3V2RqVDA5UHd1UHh5Sll0VzBRZWMvM25JWEV3Nzl0QlFVRkNlZjcrL21MSGN2ejRjWW50ZW5oNGNEWUFSRWRIUnloZEVIRmw2cGRyREw3RStEdzhQSWlPamc0QklMWHRUWnMya1prelp4STFOVFVpTHk5UHRtN2RLdkk5N25QT0dlWC9KMmdJWDNxd0ZBcUZRcUUwTnIvLy9qdjdBS3lwcVVtZVBuMzZwWWNra2M4cEpHcG9hSkRtelpzM3VKNDBJZEhMeTR0ZGxKVFdGaU0yeUxJVkZoWVNPenM3b3F5c1RQNzg4MCtTbloxTmhnMGJSdFRVMUVoY1hGeWp6OC9uNHIreWlGaWZwS1Frc243OWVuYUJXWkRLeWtyaTQrTkR2THk4aUxlM053a0xDK01JTW5GeGNXTGJyYTJ0SllXRmhhU3Fxb29RUXNqYnQyOVp3Ym0rMkNScWtZc2hOemRYNG9MZnB5QXlNbEpJb0tsUFpXVWxLUzR1NWl5S2ZRa0tDZ3JJOGVQSFNYRnhzY3gxWHIxNlJkYXNXY011MkVxaXRyYVdSRWRIazh1WEw0c3RVMVZWUmE1ZXZTcHovNStURnk5ZWtPUEhqMHNVWTJVaEppYW1RUy8zSHl0YzFzZloyWmxkVkQ1MzdweVE4RnVmeXNwS1VsbFoyYWhqU0VsSklhbXBxUkt2VjFIazUrZHo5dFBTMHFTT241QzY4NnF3c0pEazVPVElWRjRjMWRYVkpDY25oN3g1ODRiazVPU0l2TmZsNStlVGl4Y3Zrb3FLQ3BIMUwxNjh5SW9WNGpoMDZKQlVzWTJRdXQrbXJLeE01RGdJSWNUSHg0Y0VCUVUxK0J3cUxpNG1JU0VoSXZOU1UxTkZpcVNOaVN6ekxJb3RXN2FRUTRjT2ZkS3hmUTcrUzg4QTVlWGxwTHk4bkR4NDhJQVZkOFJ0b3NySVFscGFHZ0Vna3hqKy92MTcwck5uVDQ1STFwREZmdWJESkVMcW5yLzE5UFRJM3IxN3hmWUhLVUtpazVNVCtmSEhINFhFcGxHalJza3NQbFJYVnhON2Uzc0NnQmdaR1VtOGh6RWZCRDE2OUVqc2VDWDFsWm1aeWZsSW9mNFdFeFBEdGlVb3lFVkVSQkI5ZlgwU0h4L1BwbDI0Y0lFb0tDaVFKVXVXaUJSckV4TVRPVzAzYWRLRXZIMzdsaVFrSkJBbEpTVnk4K1pOVGwvTUdKbnpvZjc1NCtibVJuZzhubGpSVXR4OE1FSmlabVltTzI3Z2Y2SXVVeTRtSm9iazV1WUtiVEV4TVVKaWpTZ3hVakJ0NTg2ZHBIdjM3a0xqbVQ5L1Boay9mcnpNNDZmSVJtbHBLV25Sb2dWWnZIaXhVSjZXbGhiNTdiZmYyUDNLeWtveWVmSmswcXRYTC9ZY1k5NURSRzNNZmUzY3VYTlMzeUVURWhKSTA2Wk5TVUJBQU1uTnpTVnQyclFoTzNmdVpQdCsrUEFoYWRhc0dUc2VNek16c21qUklvblBTbWZQbm1XZjIyVzl6Nm1ycXhOQ0NMbHg0d1lKRHc4bkd6ZHVKQUNJbDVjWENROFBaemRDL2lja2loTGhwUW1KOVFGQWhnNGQrdEZsUGhXZmEzeERodzRWS2ZDS2E3dW9xSWhZVzFzVEFNVFIwZkdUaklsQ2tZUnNDbUlkMUxVcGhVS2hVTDQ1bVBoTFVWRlJ5TXZMZzRHQkFVSkNRcVRHK1B2V3FhcXFRbkZ4TWJwMzc5Nm83UllXRm1MVHBrMW8zNzQ5YkcxdE9hNFZ0YlcxaGNwZnVYSUZOVFUxaUkrUFIvLysvVUVJUWJkdTNlRGk0b0l4WThaQVhWMmQ0NUp4L2ZyMVNFaEl3TlNwVTlHeFkwZWtwNmNqS0NoSXBMc215cWVsWjgrZVltUEVLU29xU294ZEppbUdCNC9INDhRemE5V3FsY2c0WUFBa3htdlUxTlJzOUJoMjBwZ3dZWUxVTW9xS2loeVhwMStLRmkxYXdNcktxa0YxMnJadGkrM2J0OHRVbHNmalllVElrUkxMOFBsOGpodmpyd2tkSFoxR2NUZW1yNjhQMjd3bE9nQUFJQUJKUkVGVWZYMTltY3NMdXFwc0RBVGRmdjc4ODg5U3kzK0tjL05ELzg4d01VSVpSUDBQRVFXZnorZmNRejRVQlFVRmp0dGhVV2hvYUdEY3VIRmk2NHZMRTJUdTNMa3lqVWZhdlVPV2VKR2lVRk5URXh0bjhHUGMvOHFLTFBNc2l2WHIxMytDMFZBa3diaVhaTTVEV1Z4bU0zVStCZTd1N2lnc0xNU09IVHRRVUZBQUx5OHZ2SHIxaW5YeHZITGxTbHk0Y0FFUEhqeGd4MXhUVXlQeTJhRjU4K1pJVEV6OHFIdGdRa0lDYnQ2OENUMDlQUUQvYzBGMy8vNTlUaHkrRXlkT3dOcmFXcVFidXR1M2I4UER3d056NXN5Qm41OGZhbXRyTVdIQ0JLeGJ0KzZEWFBpdlhidVdjMzJmUFh1Vy9UKytlL2R1YUdob0lEbzZtak1ucjErL2hyR3hNV2N1bUdNU1pPREFnVUpwUGo0KzhQSHhZZmRYcmx3Sk56YzN1THE2WXRDZ1FXd01Wc0h4bVppWXdOWFZWZWo0QkYzNHFhaW9jT1pyeFlvVjZOR2pCNHlNakpDYW1pcDFIdXJmeXhZdFdzU0pDOHdjSDlQSGlCRWpSTG9RbExUR0toZzc4ZFdyVit6Zm5UcDFRa1pHaGxENWh3OGZ3dGpZV09yWUtRM0R6OCtQalJOZW4rYk5tNk93c0pEZFYxUlVSRWhJQ0lxTGkxRmFXZ281T1Rrb0tpcWl2THdjeGNYRlF2VVoxNllGQlFWaVhadDI3OTRkbFpXVm1EUnBFdXpzN05oeCtQdjd3OUhSRWN1V0xZT0tpZ29xS3lzeGZ2eDQ3TnExQzBEZHRUTnUzRGpjdTNlUDQ3NzU3ZHUzU0V0THc1QWhReml1dk91N3pHVmN2ZGRQWjY3dDVjdVg0OTY5ZTJ5NnJhMHRwNXpndWQzWTZ3TVUyVkZYVjhmUm8wZFJYRndNVjFkWFRKa3loWTF4VHFGOGJWQWhrVUtoVUNqZkhBb0tDZ2dNRE1TUFAvNkk1T1JrNU9YbHdkallHRFkyTnRpNGNhUE1NZCsrTlY2OGVJR2FtcHBHWHlSY3NXSUYzcjU5aThEQVFLaW9xT0QrL2Z1NGZ2MDZSbzRjQ1I4Zkh5R2hwV25UcHZqNzc3OWhZV0VCTnpjM1dGcGFvcWFtQmtwS1NuQnhjVUZTVWhLMmI5K09TWk1tQVFEazVPVHcwMDgvNGNhTkcwaEtTc0xreVpQUnQyL2ZSajBHQ29WQ29WQW9GSXBrWHI5K0xUYnYyYk5ublBoa2pjMkRCdy9nNHVLQzA2ZFBvMW16WnJDMHRFUkVSQVRtelpzSEFMaDE2eFk4UFQxeDVNZ1JWaEN6dExRRUlRUUJBUUZzTzRXRmhhaXNyR1QzTlRVMVAraURqdXJxYXR5NGNRTnVibTdvMGFNSEpreVl3QzdvTitTamxPSERoeU04UEp4OTd0MjRjU09pb3FLd1ljT0dCbzhKQURwMjdNZ1IvT0xqNHdIVS9YYjc5Ky9INnRXcjBiTm5UMDRkSnFhMW9KQW9Ua0Ric21VTG5KeWM4UDc5ZTdFZmQyVm5aeU1nSUFCdWJtNnM2S2VtcG9iOC9Id0VCQVFnS1NrSm5UcDFRbTF0TFFEZ3laTW42TldyRjZxcnEvSHk1VXQwN2RwVktCNHZqOGZEK1BIakFZZ1dPZXRUV2xySzJZK0lpQUFBcEthbVFrOVBUK2o0SGp4NElGSk1ZY3FMUXR6dnJLdXJpM2Z2M3VIMTY5ZHNITytxcWlvOGVQQUFhOWFza1RwMml1d1VGQlJnMjdadEFMam5iMjV1TGpJek15RW5KNGVFaEFTc1dyVUtXVmxaeU1yS3dxdFhyL0RxMVN0VVZsYmk1czJiR0RwMEtOYXVYWXVqUjQrSzdVZlNCMENFRUNncEtlSGl4WXZvMDZjUEd3dVJvVm16WnB6eUlTRWhuUDBoUTRad3pzZnQyN2ZEMjlzYm5wNmVXTEprQ1p0ZS8veGs0aUdMRXdGdjNMaUJtcG9hVEpvMENhcXFxamg5K2pTQXVsaXNycTZ1WW8rSDh2bmg4WGpZdG0wYndzTEM0TzN0VFlWRXlsY0xGUklwRkFxRjhrM1N2SGx6M0x4NUV6Tm56a1JVVkJScWFtcHcrUEJoK1B2N1ExOWZIMlBIam9XT2pnNjB0TFRZbCtjdmhlQVh5eC9MaWhVcnhPWmxaV1VCQUo0K2ZTcXhISU9Pamc2V0xWc210ZHlnUVlPZ29hR0JzV1BIQWdBTURRMXg3ZG8xV0ZsWndjcktDdXZXcllPRGd3TmJQaVltQnBhV2xqQXlNb0tWbFJXN2lBQUEzdDdlK1BYWFg5bXZocE9Uay9ISEgzOGdOVFVWVTZaTVFaczJiZURyNjR0YnQyNWh6cHc1c0xDd1FKY3VYYVNPVVJZOFBUMlJsNWZYS0cxSjQvcjE2K3pmTVRFeG42VlBvTzVjYXd5ckhRcUZRcUZRdmlWMjd0eUp6TXpNejlMWGYva1pRSkxnMXRqVzFmVUpDUWxCZVhrNXBrMmJodXJxYWdCMW9sYTdkdTJRbjU4UEN3c0xUSjgrSGRiVzFteWRTWk1tWWRhc1dSZzdkaXgrK2VVWEFJQ0ZoUVdpb3FMWU1vejFvQ2hyTkFEWXVuVXJ0bTdkeWtrYk1tUUlObXpZZ0pLU0VwaWFtcUs4dkJ4QTNZSitSRVNFV09GSm5NVWJJeUxHeDhkajU4NmRXTDU4T1F3TkRYSGt5QkhNbVROSG9sV2NyT3pidHcvS3lzcXdzN01UeW1QbVV4YnJUR1lzNHVZTHFQTm00T0xpZ2hVclZyRHZITk9uVDBkcGFTbVdMVnZHRWVBRTN3TUVZWVFZQlFVRjFOVFVBQUNPSHo4T0t5dXJScGtQb082Mzc5ZXZId0RaeE1uNkNJNURVSERVMDlNRG44L0gzYnQzWVdKaUFnQzRlL2N1cXFxcVBzaktGQUFTRXhOUlZGVDBRWFgvSzN6SVBXcmp4bzBjaTBNTEN3dUVob1p5UGhiZzgvbFFWVlZGKy9idDhjTVBQMkRpeElsbzM3NDkycmR2ano1OStnQUFqaHc1Z2lOSGpnaTFuNTZlRGgwZEhWeTVjZ1dqUjQrV09CYW1MUUJJU2txU3ljcFBsRkM5YTljdUZCVVZZZW5TcFVoTVRJU1BqODhIM1Y5VlZGUlFVMU9EZS9mdXdjbkpDVTJiTmdWUUovUjM3ZHExd2UxUlBpMDllL1pFbXpadGNPUEdqUzg5RkFwRkxGUklwRkFvRk1vM1MvUG16UkVSRVlGdDI3Wmg1ODZkZVBmdUhRZ2hpSW1KK2F3TE45SVFmUG41V1B6OS9hV1dlZlRvRVI0OWVpUzEzSkFoUTJRU0VnVy9sR1RvMUtrVG9xS2lNR2ZPSEd6ZHVoWHk4dkt3dDdjSEFMaTV1VUZYVnhlSER4K0duSndjWndGQlEwTURRVUZCeU1qSVFFaElDTFp1M1lvMmJkcmc4T0hEckd1WFVhTkd3Y0hCQWU3dTduQjNkOGZreVpOeDdOZ3hxZU9VeHRhdFcvSCsvZnVQYnFlaHJGdTM3clAxRlIwZExkWDFKSVZDb1ZBby85L1lzR0VEZlFhUUFYRnV4eVVSRVJHQnlaTW5TeTFuWVdFQkN3c0xzZmx2M3J6QitQSGowYXhaTTR3ZE94Wk5talNCZzRNRFNrdExZV1ptQm5sNWVmenh4eDhvTEN4RVdWa1ozcjE3aCs3ZHUwTmJXeHUvL2ZZYmpJMk4wYkZqUjRTRWhLQzZ1aHJ4OGZFWU0yWU0yMzU5OTRCQW5TQzBhTkVpSWZGTlJVVUZLU2twR0RCZ0FEcDE2c1J4dFdsa1pDU3lMWWFLaWdydytYd2hhNzZpb2lLWW01dWpkKy9lVWwyS1oyZG5zNktBdkx3OE9uVG9JTEU4QURnN084UE16QXpidDIvSDZOR2pPVzdHbVhOZmxvOHJaUkVTQWNESnlRbHo1c3hCaHc0ZFVGcGFpcVpObTRMSDQrSHk1Y3ZZdVhNbmdvT0RjZTdjT1p3OGVaS3R3K2Z6aGRwSlRrNEdJVVJJYkpGMHZjb2l1aXhidGd5K3ZyNTQvLzQ5K3ZidEMyOXZiN1JyMTA2bzNLdFhyN0IwNlZLcDdRbWlwS1NFL3YzNzQvYnQyNnlRZVBYcVZmVHAwK2VEcmlHZ3prMmw0RWNJM3lJTnZVZGR2MzRkUGo0K21EeDVNc0xEd3dFQU5qWTIrUG5ubjlHaFF3ZDA2TkFCM3Q3ZThQUHpFM0t4SzRna1Y3bU15OXJNekV5SjVicDA2Y0k1ZncwTURDU0dZMkJnUkhKQitIdysvUDM5MGE1ZE96eC8vbHltZHNTUm1KaUlmLy85RnlOR2pHRFRIajU4aU42OWUzOXdteDlMWldVbHh5MHdVTGR1ODdWODdQb2x4OWV1WFRza0ppWitWV09pVUFTaFFpS0ZRcUZRdm1rVUZCU3djZU5Heko4L0g1czJiVUpRVU5BMy9UV25KRkZ5eUpBaHlNek1SRnBhV29PdE1LMnRyUnY4QmEycXFpcE9uVHFGL2Z2M3c4YkdoazNmczJjUFZGUlUwS1JKRXpZV0JmTmd6T3hyYUdqQTJ0b2FWVlZWbURObkRsUlZWZG04Z1FNSDRzcVZLNGlJaUlDZm54LzdGVGVGUXFGUUtCUUtwWEVROU5MQVBEc3o4Y0pFOGV6Wk14Z1lHSERxYVdob29HL2Z2amh3NElEWWV2bjUrVml6WmcxKy9mVlhpZkdVdGJTMG9LV2xoYjE3OXlJN094dFhyMTZGa3BJU3JLMnRFUjBkRFFCbzNicTFVRDArbjQrYW1ock1temNQVjY1Y1FaTW1UUUNBRmVJWXhGa1B0V3paVW1SZXAwNmRZR0Jnd0VuNzg4OC9FUmdZaU4yN2R3dTVNMlRnOFhqdzkvZG5MU1NCdWtYaUtWT200TVdMRjNCMWRaVnFHY2g0QVdIR0p6am5PVGs1SE1Fakp5ZUg3YmQ3OSs2SWo0K0hyNjh2WW1OajJYQUhqRVVpODM0UUdCZ290dThIRHg2QXgrTWhLQ2hJYkJrZEhSMm9xNnV6ZmYvenp6OVFWVlZGWm1ZbWxKV1ZNWFRvVUNncksrUEVpUk00Y2VJRXg5MG9JUVJsWldWc3JFMXhJUmxFaVk0TTRpd1czN3g1Z3hNblRnQUF3c1BENGUvdmo5VFVWUFo0S3lvcWhPcTBiTmtTZ1lHQlNFMU5oWktTRXNlYVVseU1SQUFZUFhvMHpwNDlpeDA3ZGdBQVFrTkRXVkdSMGpoczJMQUJmZnYyeGFwVnExZ2hzWDZjNHA0OWU2S2twQVJaV1ZsbzM3Njl5SFprc1VhVkZ0czRMUzJORTljNUppYm1neTBTR2JaczJZTGEybHJ3ZUR5SndyMm9QQnNiR3h3NWNnU1hMMStHaG9ZR2UyK3RycTdHdlh2M1lHbHBLWFZzbjRyNCtIZ2h0OERPenM2Y0dOOWZFbW5qcXkvb0FiTEg5SlpHZFhXMXlIdmIxejVubFA4L1VDR1JRcUZRS1A4dmFOdTJMZno4L0xCMzcxNUVSMGZqNXMyYm5QZ0kzenJKeWNuNDU1OS9NR2JNR0NncEtTRWlJZ0lsSlNVeXYwUjA2OVlOelpzM3g5dTNiOW0wSjArZUFBQW5UUlRUcDAvbldCMEt2c1RKOHRBdExvWkRZV0VoZnZubEY3RXVrUnBLOCtiTlA1dklMUGdWZGJkdTNkajRLWjhhK3RVaWhVS2hVQ2pDdEdqUm9sRTlSRWppdi9JTUlNcHlTaFpyS3NFeXpPTDYvUG56eFpaUFQwL0htalZyWUdSa2hKa3paMHBzT3ljbkI4N096cGc3ZHk1clViZDgrWEwwNk5FREdob2FzTE96UTJob0tQVDA5TkM5ZTNmV0ZlYVdMVnV3YWRNbTNMMTdWNkpZMlZEVTFkV1JuSnlNZ3djUEFxZ1Rqd1lPSElqSGp4K2paY3VXWXV1OWZmc1d6NTQ5QTFEM2ptSm1ac2JHTXBTRmUvZnVvVWVQSGdDRVJRUVhGeGV4aTh2eTh2SUlDZ3JDd0lFRFlXSmlncmk0T0tpcnE3UHZRb3lRS01reWxFRlNHUnNiRzA2OHVRRURCZ0FBL3Zyckx4Z1pHYUdnb0FBYUdocENZeGZjcjY2dWxtcFpHQlVWaGM2ZE83UDdMMTY4NElpc2dpeGN1QkNIRHg5bTkxTlRVNkdzckN6VnNsSVFYVjFkamtncktSYm10R25Uc0hYclZpUW1Kb0xINCtIQmd3Y1NCVnBwTkdZb2pLK1ZodDZqcGt5WmdrbVRKa204ZHpQemR2ZnVYYkZDb2pqaDJjN09EZ2NPSEVEYnRtMHhjZUpFN05temg1TmZWbGFHa3BJU2tmZndqN0ZJWkVoTFMwTnBhU242OU9ralpPWHM2dXFLdzRjUEl5UWtoTDBYQ0tLdXJnNEF1SFRwRWdZUEhndzVPVGtBd0pVclYxQmVYczZ4U1A3YzZPbnBzWEV0R1dRUlhUOFgwc1luNnJwdkRIZkx0YlcxckN2ZGhvNkpRdmxjVUNHUlFxRlFLUCt2VUZSVXhOaXhZOFcrWkg0SlBvZDR0WC8vZmdCZ0YyZzJiZHFFcDArZk51aHJSSEZmQk12Q29rV0x4THBwV3I1OE9SWXZYaXh6Vy92Mzc0ZTd1enU3ejd3WWZTeFBuejc5YkVMYnlKRWpXZmRFKy9idG8rNUdLUlFLaFVMNWdrajdLS294K2E4OEF3Z3V6dWZsNWNIUzBoS3FxcW9JQ2dxQ25Kd2M1c3laQTA5UFQyaHFhaUk4UEJ6ejU4K0huWjBkeDEycm1wcGFvNDdwMTE5L2hZcUtDbXh0YlhINThtVThlL1lNcHFhbU1EUTBSRlpXRnV6czdEQnk1RWoyZVk0Um9sYXZYZzFMUzB1TzZQU3h4TWJHWXU3Y3VYajgrREZyZmZqa3lSTjA2OVpOcWppMWV2VnFyRjY5R2dBd2E5WXMvUFhYWDRpSWlKQWFnNDFCVVZHUnRkaXJqNit2THhZdFdzVHUrL241Y1o2em1UQUNob2FHbURObkRzNmVQWXVxcWlvQS94TVN4UzJLVjFSVW9FMmJOaWdxS3BKcURYUGt5QkZrWldXeHJrMXJhbXBnYUdpSU8zZnVvS0NnQURvNk9teHN5WC8rK1FkOSsvWmw5d0haM0pOMjdOaVJFK3ROa3J0VGVYbDViTisrSFVPSERvV2hvU0U3ZjRRUWhJU0VZT1RJa2F6NHkrUHhrSktTSW5XaFhseU1SQURvMzc4Lyt2WHJoMTI3ZGtGT1RnNmpSbzM2cUlWL1QwL1BENjc3cmJKeTVVb0F3SjA3ZDhTVzZkbXpKOVRVMVBEMzMzK3pZVEtrVVZ0YmkxV3JWc0hQenc4aElTRWdoTURNekF6TGx5OW5SWjd3OEhEODl0dHZVRlpXUm54OFBHdnB6TkFZRm9uNzkrL0g3dDI3a1orZnoya3JJeU1EQVFFQnNMR3h3YlJwMHdEVW5ZdWk3anRHUmtiWXRHa1RWcTVjaVYyN2RzSGYzeCs5ZXZWQ3QyN2RaSnFMVDRHR2hnYW1USm55eGZxWGhyVHhoWWFHZnBKK2I5eTRnZUxpWW80bkoxbkhSS0Y4THFpUVNLRlFLQlRLTjg2TEZ5OFFHQmlJTm0zYVlPTEVpUi9WMWs4Ly9jUVJIMy81NVJkTW5EZ1JabVptQUlDelo4OGlMQ3lNRTZ4ZTBIV1RLS3FxcXZEdnYvL0tQQVptc1lOQ29WQW9GQXFGOG1sZ3hMaHo1ODVoeVpJbEdEeDRNRTZkT2dWVlZWVlVWRlFnTWpJU1hsNWVhTjY4T2F5dHJhR3Jxd3RMUzBzOGZQZ1FYbDVlSElHbk1YajA2QkhDd3NJQTFJazBHaG9hNk55NU0yYk5tZ1dnYm5HOVNaTW1JajhLNC9QNWpTb2lBblZpazdhMk5yWnMyWUt1WGJ1aVQ1OCs3T0o4ZFhVMVltTmowYXhaTXlGcklUNmZqME9IRG1IMjdOa0E2dVozd1lJRm5CaG1uNXBCZ3diQnpjME5UWm8wQVNHRWRla3BUcHhrOFBQelExRlJFU3dzTE9EcTZncExTMHVaQlFsMWRYVm9hbXBpeDQ0ZGFOV3FGYlMwdEZpdklvemxsaXppNFlmaTQrTURRRGdlWGw1ZUhreE5UWkdhbXNxeElpMHFLdUs0akdYQ01qU0VEUnMyc085STE2NWQrOENSVXo0R2VYbDVHQnNiSXlJaUFoNGVIbExMRnhZV3dzcktDaGN1WEVCWVdCZ2JRdU9ubjM2Q2hZVUZkdS9lRFdkblovejU1NTh3TVRIQit2WHJSWjRYdlhyMSt1aXhuenQzRG1QR2pCRnl3N3hreVJLb3FhbGg5KzdkQU9yY1NrK2FOQW5Iang4WHNyaDJjWEZCcjE2OU1IdjJiTVRHeGlJbUpnWjc5Kzc5NkxIOWYrWlRDSHJ2MzcvSDJyVnJ3ZWZ6WVd0cjIranRVeWlOQlJVU0tSUUtoVUw1eGxtMWFoV3FxcXF3WnMwYW1XTWo3dHUzRHlOR2pCRDZrckp6NTg3NCtlZWZPV25mZi84OW0vYm8wU01BRUNvakNSOGZIL2JsbmtLaFVDZ1VDb1h5NWJsKy9UcCsvLzEzWEx0MkRldldyY1BXclZ1RkZzenJ1MkRyMmJNblZGVlZvYWVuQjNOemM3aTV1WW1NVy9naDZPbnB3ZC9mSDdxNnV0RFYxWVdHaGdZbi8rN2R1eEpqblpXVWxFaTBrSHp6NWczdTNic244MGQzZ3djUFJtUmtKQUJoY1VwZVhoNk9qbzU0K2ZJbGJ0eTRJU1JpeXNuSnNhS1pxYW1wVFAwMU5uWjJkdXpmNzk2OWc1S1Nra1F2SDhuSnlYQnljb0tKaVFrT0hUcUUrUGg0VEowNkZUZHYza1NMRmkyazlwZVVsSVJaczJaaHlaSWxtREZqQmxhdFdzWHhNQUp3NHg3SzRpb3dMUzFONHI0c1BIMzZGRXBLU3VqU3BRc252WDc4U3pzN095R3J3S3lzTEtTbnB5TTlQUjBKQ1FrQWdINzkrcUZqeDQ0NGYvNDhEQTBOb2Fpb0NEVTFOZlR0MjdmQlk2TTBEdE9uVDhlNWMrZHc4K1pOL1BqamoyeTZzN016Sms2Y2lNR0RCd01BVHA0OGlaVXJWNktzckF3QU1HellNTGJzd1lNSE1YandZQXdkT2hSVHAwN0ZvMGVQMExOblQ1SDl4Y1RFNEljZmZrQmVYaDQ2ZE9pQTR1SmlvWHZQcTFldjBLVkxGMlJsWmJGdWpnVkpUazVHYW1vcWE3bk1jT3pZTVVSR1JpSTBOSlM5QjJwcmE2TnAwNmFZTldzV0VoTVRvYXFxeXFsamFtb0tMUzB0akJneEFvU1FSblh2VFBsNGNuTnpNVy9lUE1URXhNRFQweFBmZi8vOWx4NFNoU0tXeHZFRlJxRlFLQlFLNWF2RXk4c0xmLzc1SjRZT0hRcHJhMnVaNnprN084UFkyUGdUanV4L3JGMjdGcm01dVRKdlRrNU9uMlZjbFA4LzVPVGtvS1NrNUVzUGcwS2hVQ2lVcndaWFYxZGtaV1hoNnRXcjJMSmxDMTYvZnMxdTZlbnBBSUM0dURoTyt0OS8vNDJ6WjgvQzM5OGZ1Ym01TXNWVWxCVUZCUVg4OHNzdk1EQXdBQ0VFVVZGUjJMeDVNMkpqWTFGYld3dC9mMytKejY1ejVzekI5T25UUmVZZFBYb1VQWHYyUkhoNGVLT01sY2ZqNGR5NWMxQlNVc0s0Y2VNNGxtMWZJNldscFVMaWd5QkpTVWtZTTJZTTFOVFU0T2ZuQnhVVkZRUUVCQ0F0TFEzRGh3L0h5NWN2UmRaakxBNmRuWjFoYm03T3hrM1gwdEtDbTVzYkNDRWdoTER4MzVoOVNTSmljWEV4RzZkOXdvUUowTlBUWTdjSkV5WTArTml2WHIyS3lzcEtuRDkvbnBOKzc5NDlsSmFXc3R1dVhic0FBQXNXTElDSmlRa0FvRU9IRHBnd1lRSjI3OTZONU9Sa0FNQzZkZXZnNmVtSnNySXlUSnMyRGQyNmRZT2lvaUxNek14WXkwL0s1Mlg2OU9sbzFhb1Z0bTdkeXFiVjFOUmcxNjVkQ0E4UFIwaElDQVlPSEFnckt5djA2ZE1IZi8vOXQxQWIzMzMzSGNMRHc5R2hRd2NrSlNVaE56ZFhxQXlQeHdPUHg0T0JnUUZVVkZUUW9VTUhBSFhXdUV3ZXM3VnYzeDZWbFpWbzFhb1ZEQXdNMlBTSWlBZ0FRSEJ3TUJRVUZOaHpEUUR1MzcrUHBVdVhZc0dDQlJ5ck9BVUZCUnc1Y2dRdlg3NkVvNk9qMExpcXE2dXhaODhlOFBsOGRPblNCVVpHUmpoMTZoU256UHYzN3puYmx5UXlNcEsxdHZ5djRlbnBpZXpzYlBidittUm5aOFBUMHhPZW5wN1l0R2tUek16TW9LT2pnOHVYTDhQUHo0L3pnUWVGOGpWQ2hVUUtoVUtoVUw1UnpwNDlDMmRuWjN6MzNYZnc4L09UR3ErRm9heXNESldWbFdJRDBqYzIyN2R2UjZ0V3JXVGVObS9lL0ZuR1JlSHkrdlZyNk92cmkzeHh6c3JLZ3I2Ky9tZFpJRWxLU29Lam82UElSU1lGQlFWNGVYbHgwbmc4SHZ6OC9DUzJPWHYyYkhUdDJoWDUrZmtmUEs3YTJscHMyclNKWFZ3VnhhMWJ0K0RoNFlIcTZtcWh2RWVQSHFGNzkrNVMzZnorODg4L1FpNk9CQWtPRG02MEJjdjA5SFQ4OE1NUFFtblNOb2J5OG5JVUZSVkozQ2dVQ29YeWRYTG16Qms4ZXZTSUZlZGF0MjdOYmxwYVdnQ0FWcTFhY2RJWkN4a3JLeXRFUlVXeExpc2x3VHc3U0l0NWZlN2NPVXliTmczYTJ0clExTlNFaFlVRmJ0MjZCVlZWVld6WXNBSFBuajNEMHFWTHhkWi84K1lOeHozK3UzZnZBQUNXbHBiNDVaZGZNSDM2ZEZZc2FneSsrKzQ3bkQ5L0hpWW1KbXdNUldhQlh0Wm44ZzloOGVMRkhNRkNsamprR1JrWklsM0MxdGJXWXQrK2ZkRFgxNGVjbkJ5dVhyMktObTNhQUFBR0RCaUE4K2ZQNDhXTEYramJ0eS84L1B4UVUxUERxUjhYRndjQU9IVG9FUGJ1M1l1QWdBQzBiZHNXKy9idHc1WXRXNFRLaTRPWnQ5RFFVSFRyMWcwUkVSSFExZFhGaXhjdk9PS2pOQkZTMVBFRkJBVEF3TUFBVmxaV0NBd01aUE5VVlZYUnRHbFRkbE5VVkFRQTZPdnJ3OEhCQWRldVhjUHIxNjlSVWxLQ2hJUUU3Tm16QndCZ1ptYUdGaTFhWU9MRWljakt5a0pFUkFUQ3c4Tng1ODRkakI4L1h1UnpOT1hUb3FLaUFpY25KMXk2ZEFuNzkrOEhBRHg0OEFBVkZSWDQ0WWNmRUJvYWlqZHYzdURvMGFPSWlvcGl6M0dnenZXdHQ3YzMrdmZ2andjUEhpQTJOaFlkTzNhRWtaRVJoZzhmam9NSER5SWpJd01BaEQ2MjZOMjdOeVpNbU1CSlp6Ykdndlg1OCtlYzlERmp4Z0FBQWdNRE1XTEVDUGFlR2hrWmlaRWpSNExQNThQWTJCakhqaDNESDMvOGdkOS8veDIydHJiWXZIa3ptalZyQmw5ZlgwUkhSM1BHUDM3OGVJU0ZoZUhVcVZOSVNFakFxRkdqTUd2V0xHemJ0bzB0eCtmek9kdVhKQ2twQ1N0WHJzUzhlZk8rdUtqWlVPenQ3Vm5MYUh0N2U2SDh0TFEwMk52Ync5N2VIcnQzNzhiejU4K3hiTmt5UEgvK0hBc1hMdnpjdzZWUUdneDFiVXFoVUNnVXlqZkl3WU1Ic1hyMWFqUnQyaFNCZ1lGQ29pRGpUcW13c0ZESUhSSGpYa1ZiVy91empOWFcxaFlMRml5UXVmemh3NGZabDNYSzU2Tzh2Qnl4c2JFaVgramV2WHZIV2dTSW9uWHIxc2pKeWZtby9wbUZvY0xDUW5oNGVLQmx5NVpZczJiTlI3VUpBTjdlM3JoOCtUSWNIUjNSc21WTFpHVmxzVjhReXpJZWhweWNIQnc1Y2dSK2ZuNklpb3BDNzk2OU9mbFZWVlg0UC9idVBEeW02LzhEK0h1eWg4Z2lFV3NRVk1TV1dvcFVGUlZLaW1vVXNUV3F0QlMxQlZYVnBDMjFKRVVWaWEyeGhGRDdHaVZ0UkZJdHNhVkNJa1NRUkpCZGpPeHpmbi9rbWZ2TFpKWk1ySzN2Ky9VODh6eTU1NTU3NzdsM0Z1Tis1dk01NDhlUFIyWm1Kb1lPSFlyNjlldXJyRDkrL0Roa01wbldJR0Z4Y1RGS1MwdFJVRkFBdVZ5dUVyUlZ6bW1VbFpXRkNSTW1vR25UcGdnUEQwZjE2dFd4WWNNR3ZkOWZRVUZCS25PYUZoUVVJQ1ltUnFWUHhUSjJtaWl2elpRcFU3Qng0MGFkZlpWWkNKcVltcHJxZFR3aUlucjJ6TXpNS2cxNDZmcU1UazlQaDUyZG5WcDdTa29LbGkxYkJrdExTNWlZbU9DUFAvNEFnRXBMb0NvVUNsaFlXR0RldkhubzFxMGJuSnljY08vZVBjeWNPUk8vL3ZvcnRtM2Job1lORzByOWE5YXNpZDkvL3gydnYvNDYwdExTY09uU0pVeWJOazFhLyt1dnZ3SW8rdzRURmhhR1hyMTY2VHorazJqVHBnMm1UWnVHUFh2MndNcktTZ3FzVlN6THFrbjVhMS94ZWFqNEhjUFUxRlQ2WHVEcjY0dGh3NFpKNjNidTNBbGZYMTlwZWR1MmJUaHk1QWdHRFJvRUp5Y25wS2FtWXRXcVZTcHpOQ29VQ2h3OGVCRGZmLzg5TGx5NGdENTkrbURMbGkxU0FGbXBkKy9lT0gzNk5JWU5HNGFKRXlmQzM5OGZreWRQaHFlbkorclVxWVBFeEVRMGFOQUFvYUdoc0xhMnhwQWhRN0JxMVNyVXExY1B3NFlOdzdadDJ6QnExQ2kwYXRVSzRlSGgrUFBQUDZGUUtGQlVWQVM1WEE0M056ZFVxMVpObWwvdzhPSERtRHQzTGlaUG5veVpNMmVxWGJPMHREVEk1WEpZV0ZnZ01URVJBS1J5dk5ldVhZTmNMc2VaTTJlazcwM0J3Y0ZJVEV4RVVsSVN0bS9mamxHalJray9Qb3VQajVldXUzSk1SVVZGK09TVFQzUStiK2ZPbmNQSWtTTlJXRmlJUC83NEF3NE9EbkJ3Y01EUm8wZmg3dTRPRnhjWEJBUUVWR2thQ0hwNmt5Wk53dkhqeHpGeDRrVGN1SEVEcWFtcE1EQXd3TnR2djQxQmd3YWhzTEJReXNwVlpwUU5IanhZeWs3czI3Y3YyclZyaDdwMTZ5SXNMQXk3ZHUzQ2tpVkxNSDc4ZUppYm15TXBLUWwxNnRUQjQ4ZVBjZXpZTVNtTGUvZnUzUm8vMjVUL243SzN0MWY3N24vdTNEbGN1M1lOVTZaTWtkcE1UVTJsNmlralJveUFuWjBkN08zdFlXOXZqOXExYTZOMjdkcVlPblVxdG0vZmpuSGp4dUh5NWNzNGZ2dzRQdi84Y3hRVUZPRHc0Y1BvMDZjUGdMSWZaZnp3d3cvdzhQREEzMy8vRGFDc3hHOTVUMUplVTU4Z3ZqNTk1c3laZ3pwMTZ1Q1RUejVCV2xvYTl1elpBM056OHlxUDUzbU43MG0zZjlKOVArMllpSjRsQmhLSmlJaGVJVmxaV1pnMWF4YjI3dDBMZTN0NzdOcTFDMjNidGxYcjE3SmxTOFRGeGVHenp6N0RvRUdEcE1CaVFVRUJnb0tDQUFEdDI3ZEhSa1lHTm0zYUpHMTMvdng1K1B2N3ErenJ6Smt6VXB2eVB5TVYrNVRmenR2YlcyVmRTVWtKQ2dzTDlUN0gvOW92RTE4Vnl1dXVmSzFvV3FjdDh5QXFLa3JyODdaNzkyNTg4ODAzT0hQbWpQU0xmVjI2ZGVzR1gxOWZ6SjgvSDcxNjlYcXFlVDRpSWlJd2ZmcDB1THE2WXNHQ0JRREtibVRxQ201cFU3ZHVYVVJFUk9EdHQ5OUdqeDQ5RUI0ZXJ2TGUrKzY3NzVDUWtJQVRKMDZvQlJHQnNodWFIVHAwUUh4OFBBd01ET0R1N2k1bDl5MWJ0Z3luVDUvR3pwMDdwZjdsLzBPZG41OFBNek16MUt4WkU3dDM3OGE3Nzc2THdZTUg0OUNoUXhneVpJaktmRERhNkpwWHFxSzR1RGkxK1ZPQnNwdHU1ZmV6Yk5reWpCa3pCdDI2ZFVOYVdwclVmdVBHRGFtdC9LKytLMnJkdXJVMDd5b1JFYjE0VC9Mdm9aSzJlZk5zYkd5d2ZQbHlhZG5NekF5alI0K3U5TjhxRHc4UGVIakdhL1dPQUFBZ0FFbEVRVlI0U011M2J0MUNxMWF0WUdOamc5RFFVQ21UUjJuQmdnV1lPM2N1Tm16WUFBTURBN1J0MjFZbDQ2TmZ2MzRvS0NqQXlwVXJkYzZkK0xTS2lvb3djdVJJYWJsYnQyNXFZMVV5TkRTVU1qT3JjdTNMWjNQV3JsMWI1ZC9vaXNFL0J3Y0hoSVNFSUNRa1JHcnIzTGt6bGl4WkFxQXNHT2ZxNm9yYnQyK2phZE9tQ0FrSmdhZW5wOVpqdTdpNElDWW1CdjcrL2xpNmRDbW1UNStPOVBSMExGeTRFTjdlM2hnMmJCZ2FOMjRNRHc4UHRHblRCcDZlbmpBd01FQkNRZ0xXcmwyTDBOQlFiTml3QWRuWjJYajgrREZLUzB0aGFHaUlObTNhU0dVZGE5U29nUzVkdW1EanhvMW8yYktsMXJGRVJVVmg2TkNoMG5LVEprM2c1dVlHQUpnMWE1WlV1bmJzMkxISXpNekUxS2xUTVduU0pOU3JWdy9lM3Q1d2QzZEhRRUFBTWpNejRlWGxCYmxjcnBJMTJhOWZQeHc5ZWxUN0U0R3kvK2ZZMmRsaHo1NDlLZ0drcmwyN0lqSXlFcDZlbm5yTktVblBsb0dCQVhidTNJbXhZOGZDejg4UEFEQm16QmlwL0hMNTByNEpDUWtBZ0FjUEhtREpraVVZUFhxMFdwbm1JVU9HWU1pUUlZaUxpME55Y2pKcTE2Nk53c0pDT0RzN0l5MHRUWnFYc2Z5UEc2cGl3SUFCS21WTjNkemNjT25TSmRqYjI2TldyVm9hL3o4R0FOMjdkNGVQancreXNyS1FscGFHdG0zYll0MjZkU3JqTURBd3dOZGZmeTB0Ly96enoyaldySm5LZmtKRFExL3F2SjVlWGw0d01USEJqQmt6a0p5Y2pPYk5tNyswc1JEUi81TUpocmFKaUloZXFtZFYzaThyS3d1ZE9uVkNabVltdW5idGlvMGJONnJkUEZDNmMrY09SbzRjaWRqWVdMVjFCZ1lHNk4yN045YXRXNGZVMUZTOCtlYWJ6MlI4U3RuWjJkTGZUL01mNmZMN2VWWTBsWFY2SG5yMDZJR0lpQWdBUUhoNE9IcjA2UEZDanZzMHJseTVndGF0V3lNN08xdnRPbDI0Y0FFZE9uUkFhV2xwcGFYSkt2cnNzODl3NGNJRlJFZEg2NzFOU1VrSk9uZnVqQUVEQnNEYjIxdXZBS1NTY3Z6UjBkRndjM09EcGFVbHpwNDlxek9nVlpuNCtIanA3OFRFUkN4WXNBQ3JWcTJTZmdXZmxKU0VnUU1INHROUFAxWDVkYkd0clMxcTFhcUZtSmdZbFJLaTFhdFhSMUpTRWxKU1V1RHE2aXJOYzZvOGxyT3pNNFFRdUhYckZod2RIYVZBb3RLUFAvNklXYk5tNGZmZmYwZlBuajMxT2dlWlRDWmxKS2FrcE9EUm8wZElTa3FDdTd1N2RET3pSWXNXa01saytPdXZ2OVJ1T0FCbEFVTGwzRlhscjQxeXZKcmFsaTVkaXFDZ0lMVWJwdVBIajBkcWFtcWxOK3lJaVA1ci9vdmZBWjRIaFVJQmhVS2g5WWE0UGlJakk5R3hZOGRua3EyaVNWUlVGQm8yYkZocE1LQ2dvQUN4c2JIbzJMR2p4dlgzNzk5SGNYRXhURTFObittOGtSWGR1blVMdHJhMmxYNHZLaTR1aGx3dVIxRlJFY3pOemRYNkJ3UUV3TmJXRmg0ZUhsVjZmaDQrZklpd3NEQ1ZnSy9TdFd2WFVMMTY5ZWM2ZFVKSlNRbXlzcklnaElCTUpvT2RuWjMwdmZUKy9mdkl6YzJGdGJVMTdPM3RBWlFGYXhzM2Jxeno5Vk5hV29yaTRtTElaRElZR3h0ci9aNHJsOHNSR1JtSlRwMDZ3ZExTVXV0MVV5Z1VWZjZ1VExwbFpHVGcyTEZqNk51M3I4WXM2SXF1WDcrT3pNeE1kTzdjV1d2VzlkOS8vNDB1WGJwVWVTd0pDUW13dDdldjlQK1VKU1VsdUhIakJweWNuSjVycWVQL3VrZVBIdW1jMG9HSW5wNnNDaDlDRENRU0VSRzlaTTl5bnJERml4ZkQzdDRlWThhTTBlcy9xZG5aMmNqUHo1ZVdaVElacksydG45c05tWXE2ZGV1RzhlUEg0Nk9QUHRKN20yM2J0aUV3TUJDUmtaSFBmRHdNSkdxbkRCWldERm9CWlRmeXVuZnZyclcwcVM0dFc3YUVwNmNudnZubW15cHQ5L2p4WTFTclZnMUNDRnk3ZGcwQTBLcFZLOHliTnc4alJveVErams3TzZ1VStXcmV2RG1PSHorT0lVT0d3TXpNREtkT25VS2RPblV3YnR3NExGcTA2SWwrOGZxa053Qm16cHdKZjM5L2pCbzFDZ2tKQ1ZMSk02Vng0OGJoNGNPSEtDb3F3b0VEQjNUdXEveFhlaUVFamgwN2huNzkrcWtFT2JWeGNuS0NnWUdCRkVqczM3OC9qaHc1b3ZFWU1wa01KaVltR3M5WkNJR2lvaUtOUVVQbGZDRkFXYkRWemMwTlFnanAxK0Z5dVZ4bFg1MDdkOFk3Nzd5RFJZc1dWVHArSXFML2t2L2lkd0FpSWlJaWV2VlVKWkRJMHFaRVJFU3ZrS3JPR1dkalkvTlN5K3M4U1RCdzVNaVJLaVdpNk1XUXkrVXdORFJVQ3lJQ1pjRndJUVJTVWxLMC90SmMxL2RUSHg4ZitQajRhRjFmWEZ5czlzdHVaUWtpbVV5bVZzS3JZdG5OaW0yWEwxK0doWVVGZnZ2dE56ZzdPMlBTcEVuWXUzY3ZSbzBhOVVTQlJHMi95MXV3WUFIbXo1K1BrcElTcldWZjc5NjlpNUNRRVBqNyswdEJQMHRMUzJSbVppSWtKQVN4c2JGbzFLaVJGS1M5ZHUwYVdyZHVqZUxpWXR5K2ZSdk5talhEbzBlUFZQWXBrOG5RcjE4L0FQcVZMTTNMeTFOWlBuejRNQUROMllRQUVCTVRvMWRwMC9LMHphUGw1T1NFeDQ4ZnE1UTVMU29xUWt4TXpET1pBNU9JaUlpSWlJaUluZzREaVVSRVJFUlVxZHpjWEJnYUdpSTFOVlZ0anI4SER4NEFBUDc1NXgrZEphdVdMbDJLQVFNR0FJQmEyVXlnTE9oMTlPaFJLZWgwOU9oUnpKdzVVMXEvWXNVS1RKOCtYVnF1R09CU1pzeFZadno0OGZEdzhFRFRwazN4NTU5L1l1M2F0Vkltbmo0WmZFcWFnbWtWeHdQb0RxTFdxMWNQdnI2K21ERmpCbWJNbUFFQUdEeDRNUEx5OGpCbHloU1ZBSnkyakU5bGtOTEl5RWlheTJmcjFxMFlOV3FVMWlCblZWMjhlQkh0MnJVRFVMWDVGSlUwWlNrcTkyVnNiSXpvNkdocExwam82R2dVRlJYcE5iY2pFUkVSRVJFUkVUMWZEQ1FTRVJFUlVhVXlNakpRVkZRRU56YzNuRHAxU21XT0gyWFp5cWlvS0xpN3UydmRSOTI2ZGRXQ2J4V1hIUjBkcGJaTGx5NnByUFB5OGtMZnZuM1ZBb3hBV1pCTkNLRlhTVjlyYTJ0WVcxdmo0Y09IR0RWcUZGcTJiSW5WcTFjak5UVzFTa0d5eW9KMCtnUVNBV0QrL1BuNCtPT1A0ZURnZ0x5OFBGaFlXRUFtaytINDhlTllzbVFKZHUzYWhmMzc5MlBidG0zU05zYkd4bXI3dVhMbENvUVFhdWRRVWxLaTlkajZ6SDAwWmNvVUJBUUVvS1NrQkM0dUxsaTllclZhTUJrQVVsTlRNV25TcEVyM1Y1NnBxU25hdDIrUDA2ZFBTNEhFc0xBd3RHM2I5cm5PSTBWRVJFUkVSRVJFK21FZ2tZaUlpSWdxbFpLU0FtZG5aK1RuNTZOdjM3NElEdytIcGFVbEFPRGN1WE9vV2JNbVRwdzRnUjkrK09HNWpVRlppcmQ4Z0xGaWtHN2l4SW1ZT0hHaTFqWXZMeTlzMnJRSkpTVWxHRHAwS0c3ZHVnVS9QejlVcTFZTmpSczMxaGdjL1B2dnYrSHE2b29USjA3QXpjMU5aZDJPSFR1MGpqY21KZ1l5bVF3N2QrN1Uyc2ZSMFJGV1ZsYTRmLzgrQUNBaElRSFZxbFZEY25JeXpNek0wTFZyVjVpWm1TRTRPQmpCd2NFcTVVYUZFSkRMNVZLNVdTY25KNDNIMEJSMFZOSVdETDEzN3g2Q2c0TUJBSWNPSFVKUVVCRGk0K09sOHkwb0tGRGJ4dGJXRmp0MjdFQjhmRHhNVFUxVnNpbHYzYm9sL1oyYW1xcXluWnViRy9idTNZdkZpeGNEQVBidDJ5Y0ZGWW1JaUlpSWlJam81V0lna1lpSWlJZ3FGUk1UZzA2ZE9tSFdyRmw0ODgwM01XalFJSVNHaHFLa3BBU25UcDNDVjE5OWhmbno1eU1wS1VucmZIalBnN0kwYW5SME5ENzY2Q1BzMnJVTHJWdTNsdFk3T3p2RDE5Y1h3NFlOQXdCWVdWbWh0TFFVNDhhTlExaFkyRk1mZi9qdzRVL1Z4OHZMQzVzM2I1YVdPM1RvQUFENDQ0OC8wTE5uVDJSbFphRm16WnBxQWRQeXk1cm1rS3pvdDk5K1E1TW1UYVRsbXpkdjR0MTMzOVhZOTdQUFBzTXZ2L3dpTGNmSHg4UE16RXl2c3JGS1RrNU9LbVZpZGIwbVBEdzhzSERoUWx5NmRBa3ltUXd4TVRFNkE3UkVSRVJFUkVSRTlPSlVYdnVKaUlpSWlQNm5DU0Z3OHVSSmRPalFBYTFhdGNLT0hUc1FFUkVCTHk4djdONjlHNldscFpnOGVUSmF0R2lCOWV2WHY5Q3h0V2pSQWkxYXRNRE5temRoYkd5TUFRTUdTRzNLRXFtMWE5ZVdsdXZXcll1cFU2ZGl5NVl0S3NHeUo2WE1ES3o0eU0vUGg3VzFOUURBeDhkSGE3OU5telpCQ0lIazVHUUFRRjVlSG5KeWNqQjU4bVRrNWVVaEt5c0xqbzZPeU0vUFIzNStQbUppWWdCQVdzN1B6OWVyUEduRGhnM1JyRmt6NmRHd1lVT3RmUTBORGJGbzBTS2NPblVLQUtTTVJ5RUVkdS9lall5TURHbjhRRmt3dCtKNVZaeHJzdnk2OHZOaUFrRDc5dTNScmwwN0xGMjZGSDUrZnVqVnExZWw4MDhTRVJFUkVSRVIwWXZCUUNJUkVSRVI2WFQ2OUdsa1pHU2dkKy9lQUlCKy9mcGgwYUpGY0hWMWhiKy9Qd1lOR2dScmEydDg5TkZIQ0FnSVFIWjI5Z3NkWDBGQkFkYXRXNGYrL2Z2RDFOUzAwdjV0MjdiRjVzMmI4ZEZISHoyM01RVUdCaUluSndmRGh3K0huNThmRWhJUzlON1d5c29LZG5aMldMeDRNV3JWcW9YYXRXdkR5TWdJUmtaR01EUTBCQUJwV1o4Z1lsV3RXYk1HM3Q3ZXNMR3hVV25QeU1qQWh4OStpSXlNREpYMm5Kd2NaR1JrU0ErNVhGN2xZMzc5OWRmWXVYTW5Ra0pDNE9QajgxVGpKeUlpSWlJaUlxSm5oNEZFSWlJaUl0SnA0OGFOYU4yNnRVcVcyT3paczJGb2FJZ3JWNjVnenB3NUFJRHg0OGVqdUxnWVgzMzExUXNkM3hkZmZJRzB0RFRNbkRsVHIvNmZmdm9wUm84ZS9kekdjK1hLRmN5ZlB4OERCdzdFeG8wYlViOStmWHp3d1FkNkIxaGpZMk14Y3VSSUxGbXlCTys4OHc1bXo1NE5ZMk5qR0JzYlMyVmJsY3U2NWo4c0x5a3BDZkh4OGRJaktTbXB5dWQxL2ZwMW1KcWFvbW5UcGlydHJxNnVxRldybHZTWU4yK2UycllwS1NtSWlvcENjSEF3MXExYkJ3Qm8xNjRkM24vL2ZRREFtMisrQ1JNVEU5aloyY0hGeGFYS1l5TWlJaUlpSWlLaTU0T0JSQ0lpSWlMU0tpa3BDZHUyYmNPRUNSTlUybU5pWWpCbnpoeDg4c2tuYU4rK1BRREF6czRPTTJmT1JHQmdJUGJ1M2Z2Y3huVHUzRGtBd09QSGorSG41NGYxNjlkait2VHA2TnExNjNNN3ByNWlZMlBSdTNkdldGcGFJakF3RU9ibTVnZ0pDVUZTVWhMZWZ2dHQzTDU5VytOMkNvVUNRRmtaMUdIRGhtSHc0TUZRS0JTb1hiczIvUDM5MWNxQ2xpOFZxazF1Ymk2dVhic0dBSEIzZDRlenM3UDBjSGQzci9LNWhZV0ZvYkN3RUFjT0hGQnBQMy8rUFBMeThxVEgwcVZMQVpRRmxnY09IQWdBY0hCd2dMdTdPNVl0VzRZclY2NEFBTDc2Nml1c1dMRUNjcmtjSGg0ZWFONjhPVXhNVERCa3lCQVVGQlJVZVh4RVJFUkVSRVJFOU93eGtFaEVSUFNTeVdTeWx6MEVBcDhIYmJ5OXZXRm5aNGV4WThkS2JZbUppWGp2dmZmZzRPQ0FaY3VXcWZTZk8zY3VXclpzaVpFalJ5STBOUFNwanEwcFNMWjU4MllzWDc0Yzlldlh4OHlaTXpGeDRrVDg5Tk5QOFBmMzE3aVA5OTkvSDQ2T2prODFEbVZRUzlkclJLRlFZTzNhdGVqU3BRc01EQXdRRmhhR3VuWHJBZ0E2ZE9pQUF3Y080T2JObTNCeGNVRmdZQ0JLUzB0VnRqOTc5aXlBc3V6UGxTdFhJaVFrQlBYcTFjUGF0V3V4WU1FQ3RmN2FsSlNVQUFEMjdkdUg1czJiNC9EaHczQnljc0xObXpjMXp0R29MNFZDZ1pDUUVMaTZ1bUxVcUZIWXNXT0h0SzVhdFdxd3NMQ1FIaVltSmdDQUxsMjZ3TnZiR3lkUG5rUmFXaG9lUG55SUN4Y3U0S2VmZmdJQURCa3lCRFkyTm5qdnZmZVFrcEtDdzRjUDQ5Q2hRL2o3NzcvUnIxOC9wS2VuNnowK0lpSWlJaUlpSW5vK252MmtLa1JFUkZRbEJnWUdlZ2NKNlBreE1PRHZxeXBhdjM0OTl1N2RpeTFidHNEYzNCd0FFQjBkamZmZmZ4OUNDQncrZkJnMWF0UlEyY2JNekF6Nzl1MUQxNjVkTVdEQUFHemN1QkZlWGw1cSt6WTFOWVdUazVOS201T1RFK0xqNDNIMzdsMlltcHBpNzk2OU1ERXhrZVlCUEhYcUZENzk5Rk44Ly8zMzZOdTNMM3IwNklFN2QrNWd3b1FKaUkyTmhhbXBLVXhNVEdCaVlnSmpZMk9VbEpUZ3A1OStRbUZoSVdKalkxRllXQWh6YzNPMGJObXkwblAzOWZXRmtaRVJqSTJOcGV4S096czd0WDRLaFFJSER4N0U5OTkvandzWExxQlBuejdZc21VTGF0ZXVyZEt2ZCsvZU9IMzZOSVlORzRhSkV5ZkMzOThma3lkUGhxZW5KK3JVcVlQRXhFUTBhTkFBb2FHaHNMYTJ4cEFoUTdCcTFTclVxMWNQdzRZTnc3WnQyekJxMUNpMGF0VUs0ZUhoK1BQUFA2RlFLRkJVVkFTNVhBNDNOemRVcTFZTkowK2VCQUFjUG53WWMrZk94ZVRKa3pXV2ZFMUxTNE5jTG9lRmhRVVNFeE1CQU5XclZ3Y0FYTHQyRFhLNUhHZk9uSUdabVJrQUlEZzRHSW1KaVVoS1NzTDI3ZHN4YXRRb0JBWUdBZ0RpNCtPbElLdHlURVZGUmZqa2swOTBYdU56NTg1aDVNaVJLQ3dzeEI5Ly9BRUhCd2M0T0RqZzZOR2pjSGQzaDR1TEN3SUNBcVR5cDBSRVJFUkVSRVQwNGpHUVNFUkU5SklaR3hzemtQZ3ZvTzljYy85TDdPM3RNV2pRSUpYNUJGZXZYZzFUVTFPRWhvYWlXYk5tR3JkcjNydzV3c1BETVhueVpLMGxOQjBkSFJFZkg2L1NGaDhmaitYTGwyUEdqQmxTVy9tU3FnOGZQa1R2M3IweGQrNWN5R1F5UkVkSDQ5dHZ2OFg0OGVPUmtaR2gxL3RvOXV6WldMSmtTYVg5amgwN2hqTm56Z0FvZTIxOC9QSEhhblAzcGFXbHdkWFZGYmR2MzBiVHBrMFJFaElDVDA5UHJmdDBjWEZCVEV3TS9QMzlzWFRwVWt5ZlBoM3A2ZWxZdUhBaHZMMjlNV3pZTURSdTNCZ2VIaDVvMDZZTlBEMDlZV0JnZ0lTRUJLeGR1eGFob2FIWXNHRURzck96OGZqeFk1U1dsc0xRMEJCdDJyU1JTb2pXcUZFRFhicDB3Y2FORzNVR1RLT2lvakIwNkZCcHVVbVRKbkJ6Y3dNQXpKbzFDNGNPSFFJQWpCMDdGcG1abVpnNmRTb21UWnFFZXZYcXdkdmJHKzd1N2dnSUNFQm1aaWE4dkx3Z2w4dFZybisvZnYxdzlPaFJuZGRZbWUyNlo4OGUxS2xUUjJydjJyVXJJaU1qNGVucENSc2JHNTM3SUNJaUlpSWlJcUxuU3lhcVV0T0lpSWlJbmpraEJQTHk4cVE1MHVqRk16QXdRSTBhTlY1WWVkTWVQWG9nSWlJQ0FCQWVIbzRlUFhxOGtPTStDV1d3U3FtNHVCaTV1Ymthcy9OME9YYnNHRnhjWEtSeW45ckk1WEtrcHFhaXVMZ1lGaFlXYU5Tb2tjcjZ2THc4dFN4SUpZVkNnY0xDUWhRWEY2TzR1RmhxbDhsazBuTnJZV0doRWpRK2ZQZ3dXclpzaVNaTm1tamNuMEtoZ0tHaG9kYlhSa0JBQUd4dGJlSGg0U0ZsVHVyajRjT0hDQXNMZzRlSGg5cTZhOWV1b1hyMTZtalFvSUhlKzZ1cWtwSVNaR1ZsUVFnQm1Vd0dPenM3S1N2My92Mzd5TTNOaGJXMU5lenQ3UUVBY1hGeGFOeTRzWlNacWtscGFTbUtpNHNoazhsZ2JHeXNOY3RYTHBjak1qSVNuVHAxZ3FXbHBkYnJwbEFvbUNsTVJLK2MvOUozQUNJaUlpSjZkY21xY0JPTWdVUWlJcUovZ1pLU0VqeDY5T2hsRCtOL2xvV0ZSWldDUUUrTE54R0ppSWorTi9FN0FCRVJFUkg5RzFRbGtNaWYrQklSRWYwTEdCa1p3Y0xDZ3RrM0w1aUJnY0VMRHlJU0VSRVJFUkVSRVJIOVYvQ3VHUkVSMGIrRWtaRVJhdFNvSVpWbVZDZ1VZT0dBWjA4bWs4SEF3QURHeHNZd05UVjlZZVZNaVlpSWlJaUlpSWlJL21zWVNDUWlJdm9Ya2Nsa01ETXpnNW1aMmNzZUNoRVJFUkVSRVJFUkVmMlBZLzAwSWlJaUlpSWlJaUlpSWlJaUlsTERRQ0lSRVJFUkVSRVJFUkVSRVJFUnFXRWdrWWlJaUlpSWlJaUlpSWlJaUlqVU1KQklSRVJFUkVSRVJFUkVSRVJFUkdvWVNDUWlJaUlpSWlJaUlpSWlJaUlpTlF3a0VoRVJFUkVSRVJFUkVSRVJFWkVhQmhLSmlJaUlpSWlJaUlpSWlJaUlTQTBEaVVSRVJFUkVSRVJFUkVSRVJFU2tob0ZFSWlJaUlpSWlJaUlpSWlJaUlsTERRQ0lSRVJFUkVSRVJFUkVSRVJFUnFXRWdrWWlJaUlpSWlJaUlpSWlJaUlqVU1KQklSRVJFUkVSRVJFUkVSRVJFUkdvWVNDUWlJaUlpSWlJaUlpSWlJaUlpTlF3a0VoRVJFUkVSRVJFUkVSRVJFWkVhQmhLSmlJaUlpSWlJaUlpSWlJaUlTQTBEaVVSRVJFUkVSRVJFTDVoQ29YalpReUFpSWlJaXFoUURpVVJFUkVSRVJFUkVMNENkblozMDk2MWJ0MTdlUUY0eDkrL2ZmOWxEVUZOU1V2S3loMEJFVDBHaFVDQW5KK2RmK1Y1T1QwL0h1WFBuOU9wYlhGejhuRWREUlA4TEdFZ2tJaUlpSWlJaUlub0Iyclp0Sy8zOTk5OS92OFNSNkM4K1BoNHltZXlwK3p3djY5ZXZSK1BHalJFZkgxOXBYNFZDZ1pTVUZJMlBKd2tXYUR2ditQaDRHQnNiUzhzNU9UbVF5V1M0ZCs5ZWxZK2h5ZjM3OStIcDZha3hxL1hNbVRONDY2MjNjUHIwYWJWMUR4OCtSSWNPSGJCbno1NUtqNkZRS1BEZGQ5L3BESGovK2VlZldMNTh1Y1pBeGVYTGw5R2lSUXM4ZXZSSTUzRVNFaEpnWVdHaGRmMnVYYnVRa1pGUjZYajFjZXZXTGJ6Kyt1dHFiWlU5bFBMejg1R1RrNlB6UVMvSDBLRkQ0ZS92THkyWGxKU2dXYk5tV0wxNk5RQWdLeXNMS1NrcFZkcm5uVHQzWUdOamc1TW5UK3E5VFZ4Y0hDWlBub3dEQnc3b1hKK2NuS3h4ZldscEtVYU5Hb1h0MjdmclBNNmVQWHZ3eGh0djZEV21EaDA2NE9PUFA5YXJMOUd6bHBLU2d0NjlleU0wTkZUaitva1RKMkxkdW5VdmVGVDBKSXhlOWdDSWlJaUlpSWlJaVA0WERCOCtITDYrdmhCQ0lDZ29DSk1uVDFZSkx2NWJLQlFLM0wxN0Y4RC9aL3ZwdWdtdnFVK0RCZzJrdnpkczJQQkU0MmpidGkwNmRlcWtzOC9nd1lNeFo4NGNmUHJwcHpoMTZwVE92ZzhlUEVERGhnM1JzbVZMbGZZclY2NGdMaTRPbzBhTndxVkxsM1R1UTF2QU1UYzNGMy85OVJlQS83OE94NDRkQXdESTVYSUFRSGg0T0d4c2JBQUFiNzMxRm03Y3VJRjI3ZHJwUEI0QUNDRWdrOGtRRnhlSEZpMWFJQzh2RHp0MzdrUndjREFNREZSekJJS0NnbkQrL0htODl0cHJhdnM1Y3VRSUxseTRnRHAxNmxSNnpQdjM3MlBUcGswSURBekViNy85aGpadDJxaXNMeW9xd3ZqeDQ1R1ptWW1oUTRlaWZ2MzZLdXVQSHo4T21VeW1OVWhZWEZ5TTB0SlNGQlFVUUM2WG82Q2dRRnBuWm1ZR29DejRNMkhDQkRSdDJoVGg0ZUdvWHIwNk5tellnUEhqeDFjNmZxRHNXb3daTTBaYUxpZ29RRXhNakVvZlIwZkhTdmNqaEFBQVRKa3lCUnMzYnRUWk55NHVUdXM2VTFOVHZZNUhWWFByMWkzczNyMGIzYnAxazlxTWpJeVFsSlNFOVBSMEFNRDA2ZE54N05neDdOcTFDMisvL2JiVVR3aWhOYU5adVcxMmRyYk9Id0dVZnovTm5qMGJWNjllaFkrUGo4cG5oVXdtZzZHaElieTl2WEgzN2wzVXJWdFg3YlBFeU1nSUJnWUdxRisvUGthT0hJbTR1RGg4Ly8zM1ZiZ1M2aFFLQmE1ZnY0NkJBd2MrMVg0MGtjbGs2TnExSzZLaW9pcnRWMTZOR2pYUXFGRWo5T3JWQzVNblQwYXpaczBxUGRZYmI3eUJjK2ZPd2QvZkh6Tm56bnlxY2V0RDMzTzdkdTBhRmk1Y2lOOS8veDMzNzkrSHFha3BHamR1ak9YTGw2TlBuejRhdC9rdm4wdkY1MUw1MmFqTHJGbXpwQitXbEg4ZkdSc2JJems1R2V2V3JVTmtaS1RhZTh6WTJCaTJ0cmI2bmlhOUFBd2tFaEVSRVJFUkVSRzlBSys5OWhyR2pCbURvS0FnbEpTVW9IZnYzbGk1Y2lVKy9QQkRHQm9hdnV6aFNiS3lzdURnNEtEU1ZuRlprL0o5eXQ5ZzFEZndVOUhNbVRNckRTVFdyRmtUMzM3N0xXN2V2SW5Dd2tLWW1wcnE3RzlpWW9MWTJGaVZOdVhOMGNqSVNKU1dsZ0lvQzM2dVdMRkNyYTgyTjIvZXhJUUpFd0Q4ZnlsQjViSXljM0QyN05uUzgzejgrSEU0T3pzakxpNE9OMi9leEh2dnZTY0ZvWktTa3VEdTdxNHpLS1ZKWGw0ZXRtM2JoakZqeHFCV3JWcHE2NE9EZzlHa1NSTzBhdFZLTFh1dVJvMGFLcS9CdW5YcklpSWlBbSsvL1RaNjlPaUI4UEJ3bGFEM2Q5OTloNFNFQkp3NGNVSXRpQWdBdi83Nkt6cDA2SUQ0K0hnWUdCakEzZDFkeXU1YnRtd1pUcDgralowN2Qwcjl6YzNOcGIvejgvTmhabWFHbWpWcll2ZnUzWGozM1hjeGVQQmdIRHAwQ0VPR0RNRmJiNzFWNmJWd2RuYXV0SStTTWtCYlVYeDh2TXArbGkxYmhqRmp4cUJidDI1SVMwdVQybS9jdUNHMTFhMWJWK3R4V3JkdWpjdVhMK3M5THRMUGhnMGJZRzV1amxHalJxbTBtNXViUzhHNm4zLytHWU1IRDRhYm14dldyMThQTHk4dkFFQm1acWJPNXd3b3kzYlVSZmxadDJQSERodytmQmdBWUc5dnI5TEh5c29LQVFFQk9IcjBLQUNvWkN3cnBhV2xvVTZkT2xpeVpBbnExYXVINmRPbnc4ek1EUFBtemRONWZGMXUzTGlCZ29JQ2pUOVkyYlJwazlaTXhhMWJ0NnBkejZmaDZPaUlMNzc0QWtEWjU5VFZxMWNSRkJTRVZhdFc0YnZ2dnNQY3VYTzFaclZmdlhvVjU4NmRnN0d4TWJaczJmSkNnbS82T0gzNk5IcjM3bzNxMWF0ajVNaVJxRisvUHRMVDAzSGl4QWxjdlhwVll5RHh2MzR1eTVjdng4cVZLNUdVbElUbHk1ZFh1dC9nNEdEczJMRURBTkNrU1JPVmRSMDZkSUNkblIwVUNnVzZkdTJxdG0yclZxMzAvdmVYWGd3R0VvbUlpSWlJaUlpSVhwQVZLMWJnM0xsenVIejVNaDQ4ZUFCUFQwK1ltWm5CMmRrWmxwYVd6KzJZRlVzNjZtSm5aNGY4L0h3QVphVW5YVnhjcEdWTkt1dWpMV3ZoMXExYmNIUjBSRWhJQ0R3OVBYV09TWi9TcVN0V3JORFkvdjc3NzJQLy92MEFnTUxDUXEzN0toL011bjM3Tmx4Y1hEUm0xQlVXRmtJSWdhS2lJZ0JsbVc3T3pzNVNvRXdaZ0ZJdTUrVGt3TWJHQnRIUjBXclpnQzFhdEpBeURpc0dzelFGdDdRcGYwNkJnWUVJREF5VWxvVVFTRWxKd1crLy9ZYlMwbElwSzdLOHYvNzZDMTI2ZEpIR3I3UnExU29zV0xBQXhjWEZVbnRTVWhLV0xGbUN6ejc3REhYcjFwWGFiVzF0VWF0V0xjVEV4T0RzMmJNNGUvWXN0bTNiaHVyVnF5TXBLUWtwS1Nsd2RYVkZodzRkOE1VWFgyREhqaDNTdFJKQ1NLK0g4bnIyN0lsRml4WmgxcXhaaUlxS1FzK2VQV0ZsWmFYM2RRSEtNa1FmUFhxRXBLUWtsZk5UWHQrY25CeU41Vk1yQmxzdExTMmxlVTdMUDQvS2Zzb2dVRkJRa0ZvUWVQejQ4VWhOVGEzU3VKV21UWnRXYWFic2YxMVZQNk9VSGoxNmhEVnIxc0RMeTB2dGRXMWhZWUc4dkR3QVpjL2RrU05IOE9HSEg4TGYzeC9EaGcyRG1aa1piRzF0a1oyZHJYSGZkKzdjZ1l1TEMvYnYzNC91M2J2ckhNZkZpeGN4ZnZ4NGhJU0V3TTNORFczYnRzVzBhZE13ZS9ac0FHV2xmcnQyN1lvdnZ2Z0NQLzMwRTRZT0hRcGJXMXVzV3JWSzQ0OUlwazZkaW9ZTkc2SlhyMTRBdEgvK1ZXeTNzckpDVGs0T29xS2lrSk9UZytqb2FBQmwyWlhLSUNjQTlPL2ZYL3E3NG11MUtrRjRmZFdyVncvVHBrMVRhY3ZOemNXVUtWTXdiOTQ4NU9Ua1lPblNwUnEzM2J4NU00Q3lnTzYyYmR0dzZkS2xKM3F0UEdzelpzeUFvYUVoTGx5NG9KS0J2MlRKRW1SbFpXbmM1cjkrTHRPbVRjUHUzYnVSbEpTazlueFc5UHZ2djJQY3VIRll0bXdaUm93WWdhKysrZ3ArZm42b1diTW1BT0NYWDM3QnBFbVRrSlNVaExWcjE2SlhyMTV3YzNON1BpZEl6d1FEaVVSRVJFUkVSRVJFTDRpbHBTVisvLzEzREJvMFNKckhycUNnQUJjdlhueHV4M3lTdWR1VTVTVk5URXdBcUFiWkt0dm1lZENWbmVmczdJeEpreVpoOHVUSkd0ZlhxRkZEK3R2VTFGVHRlaWpQcldJR0dxQjZvMTZaS1dkcmF5dVZLeTIvZlVsSkNkTFQwMkZpWW9LUWtCQ3BWRnRKU1FsQ1FrSlFWRlNFZS9mdXFRVVRsWUhFcHpWMzdseDRlSGhJeTN2MzdzV2lSWXNBbEdYVDFheFpFK0hoNFNxQmk3UzBOTHp6emp2Uzh3eG9EaVIwN05oUnJXM05talZZczJhTnREeHo1a3o0Ky92RHo4OFBiN3p4QnM2ZVBhczJ2b0VEQjhMUHowOHRxN0Q4K1p1Ym02c0VuMmZNbUlHV0xWdWlaOCtlZXMyRjZlVGtwTEk4WWNJRUhEbHlSTzM4bE1mbzNyMjd4dXV2cTJ4Zitia1R5d2NJR3pWcWhEdDM3cWoxLzcxYUxXNEFBQ0FBU1VSQlZPZWZmL0RPTys5VU9uWk5MbDI2aElpSWlDZmE5ci9pU2VlWERBd01SSFoydHNZZklsaGJXNnNFQ1UxTVRMQm56eDdrNXVZaUx5OFBCZ1lHTURFeFFYNStQbkp6YzlXMlY1WTJ6Y3JLMGxyYXRFV0xGaWdzTEVULy92MHhkZXBVYVJ4QlFVR1lOV3NXcGt5WkFuTnpjeFFXRnFKZnYzNVNzR3pObWpYbzI3Y3Z6cDgvcjVKMS9lREJBeVFsSmFGejU4NzQ0SU1QcFBhS24zODdkKzZFcjYrdldydnl2VDF0MmpTY1AzOWVhcS80MlZqK3RWMlZIeXc4UzFaV1Z0aThlVE55YzNQaDUrZUhRWU1HNGMwMzMxVHBVMXBhaXVEZ1lMejU1cHY0NG9zdnNHM2JObXpldlBsZkVYeTdlUEVpWEZ4Y1ZBSnZTc3BnV1htdjBybFU1dXpac3hnNGNDQVdMMTZNYWRPbW9haW9DRGR2M29TN3V6dWlvcUp3NDhZTm5EeDVFbXZXckVIanhvMWhhMnVML3YzN0l5d3NUSytNYzNvNUdFZ2tJaUlpSWlJaUlucUJhdFdxaFlpSUNBUUZCZUhubjMvK1Q1UTdMRi9Lc1NKbGFjZm5xYktiM1haMmRucmZFRGN5MG4wNzdQcjE2d0RLQW9CR1JrWklUVTFGang0OXBQVlhyMTZGUXFIQXQ5OStpMDJiTmttWmJ0ZXZYOWNybTBjWmtLd1l2TksyN09QalUraytBYUJodzRZcUFiOXo1ODRCS0h2dTFxMWJoemx6NXFCVnExWXEyeWhMd1pZUEpHb0xvQzFZc0FEejU4OUhTVW1KMWxLOGQrL2VSVWhJQ1B6OS9hV2duNldsSlRJek14RVNFb0xZMkZnMGF0UklLdmQ2N2RvMXRHN2RHc1hGeGJoOSt6YWFOV3VHUjQ4ZXFWMkhmdjM2QWRBdlcwcVpoYWFrek1RcW4vMVlYa3hNakY2bFRjdlROdGVoazVNVEhqOStyRkxtdEtpb0NERXhNZmp5eXk4ckhUdnBMeXNyQ3ovODhBTUExZGR2ZW5vNmtwT1RZV0JnZ0FzWExtRDI3TmxJU1VsQlNrb0tVbE5Ua1pxYWlzTENRa1JGUmFGcjE2NllPM2V1bENtbXlkaXhZN1d1RTBMQTFOUVVvYUdoYU51MnJUUVhvbEw1SHpFQXdKNDllMVNXTzNmdXJQSjZYTFJvRVZhdlhvMFZLMWJnODg4L2w5b3J2ajVyMTY2dHNWMUpXYWE1Zi8vK3FGYXRHbjc5OVZjQXdFOC8vUVEvUHordDUvT2l5V1F5L1BERER6aDQ4Q0JXcjE2dEZrZ01Dd3ZEM2J0M01XL2VQSFRxMUFuTm16Zkg5dTNiNGVmblYrbm4rUE5XcTFZdFhMNThHWW1KaVdqYXRHbWwvVitsYzZsTXUzYnRjT3pZTWRTdFd4YzNidHdBQUN4ZXZCam56cDNEclZ1M2NQRGdRV3pkdWhYZmZQTU5idHk0Z1VHREJxR2dvQUEyTmphNGNlTUdqSTJOMGFoUm82Y2VCejFiRENRU0VSRVJFUkVSRWIxZ1JrWkdHRDkrdkZUeThNNmRPeWdzTEh3dXgzb1dHUSs2Ym5TKzdKdWdWVkZZV0toeGZyTHltalZycGhKMHFuaCtEUnMyaEJBQzRlSGhBTXFDbUJZV0ZsTGdyTEpTcmtyS2JLSWpSNDVnOWVyVjB2eHBGZWRJdExPenc3ZmZmdnNFWjF0bTdkcTFNRE16dzlTcFU5WFdLZWR6TEIrSTBVWjVYcnF5Sit2VnF3ZGZYMS9NbURFRE0yYk1BQUFNSGp3WWVYbDVtREpsaXNyNUs0T0pGU2tETVVaR1J0S2NsY281MjNSbENWYkZ4WXNYMGE1ZE93QlBWc3F4L0RqS0J4eWRuWjFoYkd5TTZPaG9EQnc0RUFBUUhSMk5vcUtpSjg2MFdiRml4Uk5uN1AxWFBNbG4xRGZmZktPU2NUaDgrSERzMjdkUDVYUFUyTmdZMWFwVlE0TUdEZkQ2NjYvanZmZmVRNE1HRGRDZ1FRTnAzc0JObXpaaDA2Wk5hdnRYdmw5UG5EaFJhY25GOG5NUXhzYkc2dldqQmsyQjZxVkxseUluSndlVEprM0NwVXVYc0diTm1pZjZmRFUzTjBkcGFTbk9ueitQK2ZQblN5V2E3OTY5aTJiTm1sVjVmODlUcTFhdFVMZHVYVVJHUnFxdDI3eDVNNHlNaktSNUtrZU5Hb1Z2dnZrR29hR2hHREJnd0lzZXFvckpreWRqN3R5NTZOeTVNMzc4OFVkODlORkhPajhiWDZWenFZeXhzVEc2ZGV0VzZUNWVlKzAxbGVYNTgrY0RLTXZzTHAvMVRmOE8vNTF2ZWtSRVJFUkVSRVJFcjZENjlldWpmdjM2TDNzWU90V3FWYXZLMnh3K2ZGaXZHNlREaHcvSDhPSER0YTUvVnNHajZ0V3JZODZjT2ZqNjY2OVYybjE5ZldGcmE0dk16RXk5OS9YSEgzL2d3WU1IQUFBWEZ4ZWNPSEZDV3FmdkRWaGxzR0h1M0xsNDY2MjNkTTZSbUphVzlrVFBBVkNXMFRoa3lCQXNXclFJYm01dTByeHJRRm5XSmZEL21ZbTY2Qk5JQk1wdUJuLzg4Y2R3Y0hCQVhsNGVMQ3dzSUpQSmNQejRjU3hac2dTN2R1M0MvdjM3c1czYk5ta2JUY0hkSzFldVFBaWhGbXhSamxrVGZZSXVVNlpNUVVCQUFFcEtTdURpNG9MVnExZHJmUCtscHFaaTBxUkpsZTZ2UEZOVFU3UnYzeDZuVDUrV0FvbGhZV0ZvMjdidEV6OS8vNGJTaC84MkVSRVJXTE5tRFFZTUdJQkRodzRCQUx5OHZQRCsrKy9Ed2NFQkRnNE9XTDE2TlFJREE5Vks3SmFucTFTdXNtUnRjbkt5em41Tm16WlZlZjI2dXJwcXpkZ3RUeGtrTDgvWTJCaEJRVUdvWDc4K0VoTVQ5ZHFQTnBjdVhjS2pSNDlVNW5mODU1OS8wS1pObXlmZTUvTlN2MzU5dFhsQUh6NThpUDM3OTZOUG56N1MzS1RLNE52bXpadGZldkJ0enB3NXlNdkx3K0xGaXpGbXpCZ3NYNzRjUC83NG84cm5xOUtyZEM1Vm9lM2Y3azJiTnVIamp6OStadisyMDR2QlFDSVJFUkVSRVJFUkVVa3lNaktrdjVXWlVNcjV3alM1Y2VNR1hGMWRWYmFyV2JNbVhGeGNzSDc5ZXEzYlpXWm00c3N2djhTbm4zNktOOTU0UStlWWNuTnpkWlpYemNqSTBIcXpYeG1RdTMvL1BzYU5HNmMyMzltRUNST1FtNXVyRXFBcUxTM1ZHVEQ3K2VlZjhjRUhIMkQ3OXUzbzFhc1hoZ3daZ3FDZ0lBRHFwVFdWN3R5NW8xWmFkTk9tVFRodzRBRCsvUE5QcmNjQ0FCc2JHeGdZR0FBQUxseTRBQ01qSTdVZ3cvMzc5MVd1d2YzNzl3R1VCZjVhdEdpQmMrZk9JU0FnQUdmT25KSG1FVlJtSkNvRGlUdDI3TkE2aHBpWUdNaGtNdXpjdVZOckgwZEhSMWhaV1VuSFRraElRTFZxMVpDY25Bd3pNek4wN2RvVlptWm1DQTRPUm5Cd3NFcm1weEFDY3JsY21tdXo0bHlIU3JveVNyWGRtTDUzN3g2Q2c0TUJBSWNPSFVKUVVCRGk0K09sOHkwb0tGRGJ4dGJXRmp0MjdFQjhmRHhNVFUxVnNpbTF6WkVJQUc1dWJ0aTdkeThXTDE0TUFOaTNiNThVVktSbjQrdXZ2NGFMaXd0bXo1NHRCUkw3OXUycjBxZFZxMVo0K1BBaFVsSlNOTTc5QnVpWGphcXJ0Q2xRbGtIY3VIRmphZm12di81NjRveEVwUVVMRmtDaFVFQW1rK244SE5LMHpzdkxDNXMyYmNMeDQ4ZFJzMlpONmJPMXVMZ1k1OCtmeDRnUkl5b2QyNHRXWEZ5czlyN2V0V3NYOHZQek1YTGtTS25OMGRFUlhidDJ4YUZEaDVDZG5RMGJHNXNYUFZTSlRDYkR3b1VMOGNFSEg4RGIyeHNSRVJGd2MzUERGMTk4Z1JVclZxZzhONi9TdWVnakx5OVA3WE94UE9XLzVaWE5lZnV5NXU4a3pSaElKQ0lpSWlJaUlpSWlpYWJNS1gyeXFjcjNVZDVjSHpkdW5OYit0Mjdkd3BkZmZvbWVQWHZDMDlOVDU3NzM3ZHVIanovK1dPdjYxYXRYWS9YcTFSclhLWU5MRmN1b1ZSUWFHaXI5blpPVGcyclZxbW5zZCtuU0pZU0dodUxvMGFQWXZuMDdKaytlakpFalIwcGxGaXZPOGFja2w4dFZsaU1pSXZESko1OWd5cFFwY0hWMTFUbTJLVk9tWU1PR0RUQTJOa1pSVVJINjlldW5kblBYMTljWHZyNitHcmMzTkRURXpwMDcwYkZqUnd3Y09CQm56NTZGbFpXVlZBWlNHVWpVbFJtcXBLdVBsNWVYeW54ekhUcDBBRkNXd2RtelowOWtaV1doWnMyYU91ZUhMQzR1cmpTejhMZmZma09USmsyazVaczNiK0xkZDkvVjJQZXp6ejdETDcvOElpM0h4OGRybktOU0Z5Y25KNVdiM3RybVNBUUFEdzhQTEZ5NEVKY3VYWUpNSmtOTVRJek9BQzFWM2FCQmc5Qy9mMytWMHFZVktUTTVvNk9qdFFZU3RRV2VwMDZkaXZYcjE2TmV2WHA0NzczMzhOTlBQNm1zbDh2bGVQandvVFFQWm5sUGs1R29sSlNVaEx5OFBMUnQyMVlxY2F6azUrZUhYMzc1Qlh2MjdFSExsaTNWdHJXeXNnSUFIRHQyREowNmRaSitnSERpeEFuazUrYy9kWmJaczZaUUtOVEtQZ09RUGtjaUl5Tng0Y0lGbGY1RlJVWFlzV01ISms2YytFTEhxa25IamgxeDh1UkpIRHg0RUo5Ly9qbFdybHlKZXZYcVljNmNPVktmVitsYzlQSGJiNzloeUpBaGxmYXJMSkRQak1WL0dVRkVSRVJFTDFUMzd0MEZBQUZBaEllSHYremhFQkVSRWFuSXpzNldIdGV2WHhkdnZQR0c2TjY5dTdoMzc1NTQ4T0NCZU8rOTk4VDE2OWRGZG5hMjJMSmxpekF4TVJHelpzMVMyYTYwdExUUzR5UWxKUWtBSWlRazVLbkdDMEQ0K1BqbzFmZWZmLzRSQlFVRklqczdXd0FRYVdscDBycTR1RGlodkZXMmJ0MDYwYng1YzVWeDV1Zm5DeUdFNk5HamgvajQ0NDlWK3VmbjUwdkxsVDJVK3hGQ2lHUEhqcWxkSzRWQ0llTGo0NFdwcWFtSWlJZ1FRZ2h4K2ZKbEVSSVNJbmJzMkNIQ3dzSkVVVkdSMmpVSUNBaFFhUXNJQ0JBVmIvMmRQWHRXR0JrWmlROCsrRUFJSVVSa1pLUUFJT1J5dWM3cmxwK2ZMNnl0cmZXKzFzbkp5UUtBeU12TEV6azVPYUpseTViaTRjT0h3c0RBUU55OWUxZms1K2VML1B4OEVSTVRJMTBUNWFNaUFHTHIxcTBxeTNGeGNTcDl5ajhYeWo1QlFVRkNDQ0VtVHB3by9Qejh4T25UcDlXdXgrN2R1MFZHUm9iT2ZlczZqcmEyZHUzYWllSERoNHVSSTBlS1hyMTZhZDBmUFoyLy92cExBQkIvL2ZXWDJycVNraEpoYVdrcHBrMmJwdmYrU2t0THhjeVpNNFdKaVlrNGRPaVFPSGp3b0RBMU5SVTNiOTZVK2h3OGVGQTBidHhZdEdqUlFqeDY5RWhsKzhwZVArVnBldDBvZmZubGw4TEV4RVRrNWVXcHROKytmVnVZbTVzTEx5OHZxVTJoVUdqY2g0K1BqNURKWkdMR2pCbWlwS1JFZlBqaGg2SjE2OWJTK3FDZ0lJM0hyL2grMHdhQTZOcTE2MVAzTzNueXBBQWd2dmppQzZrdE1URlJ5R1F5bloram5UdDNydlRZVDByZmM2dm81czJid3N6TVROU3ZYMTlxZTVYT1JRZ2h1bmJ0cXZWMSs2UU1EUTNGNXMyYm4raytTVDlWaVNNeUk1R0lpSWlJaUlpSWlDVFcxdFlBZ1AzNzkrUHp6ejlIcDA2ZHNIMzdkbFNyVmcwRkJRVTRjdVFJVnExYUJXdHJhNHdlUFJwT1RrNFlNV0lFL3Zubkg2eGF0UXJObWpWN3lXZWdYZnYyN1pHUWtDQ1ZrYnR4NHdaeWNuSmdaR1FFZTN0NytQbjVBU2pMZ0t4V3JSb2VQMzZNbWpWcndzL1BEOGJHeHBETDViaHo1dzYyYnQycWtubG9abWFHaGcwYjRzU0pFM0J6Y3dOUVZvSzBXN2R1ZVBUb0VXUXlHUW9LQ2hBVkZRVVRFeE5wT3pjM055UWtKS2lOTXpVMUZZV0ZoYmgxNnhiczdlMWhaR1NrTWxkZVltTGlFNVY5ZStPTk4rRHY3NC9xMWF0RENDR1Y5RlNXRTlVbU1EQVFPVGs1R0Q1OE9QejgvREJpeEFnMGI5NWNyMk5hV1ZuQnpzNE9peGN2UnExYXRWQzdkbTBvRkFvQWtESzM5Sm5iOEVtdFdiTUdnSG9adll5TURIejQ0WWVJajQrSHJhMnQxSjZUazZOU3B0ZmMzQnpWcTFldjBqRy8vdnByS1NQbjVNbVRUemh5ZWhxR2hvWjQ1NTEzY1Bqd1lTeGZ2cnpTL3RuWjJSZzFhaFNPSGoyS2d3Y1Bvbi8vL2dDQVBuMzZZUGp3NFZpMmJCbDhmSHp3KysrL1krREFnWmczYjU3RzEwWHIxcTJmZXV6NzkrOUg3OTY5WVdGaG9kTCsrZWVmdzlMU0VzdVdMUU5ROXZuVnYzOS9iTjI2VmEwOHRLK3ZMMXEzYm8yUFB2b0laODZjd1Y5Ly9ZV1ZLMWMrOWRpZXBaS1NFc3lkT3hmR3hzYVlQSG15MUw1bHl4WUlJWERreUJHNHU3dXJiVGRnd0FBY1Bud1kxNjVkMDFvQytXVndkSFJFNjlhdGNmbnlaYW50VlRxWHFxaXNiR2w1cGFXbFNFMU5WZG1tNHR5ajlDL3drb09lUkVSRVJQOXptSkZJUkVSRS8yWW5UNTRVUFh2MkZES1pUTXliTjArdkxMdFdyVnFKRHo3NFFCZ1pHWW1SSTBlcVpQcHA4Nkl6RWpNek13VUFrWk9USTJVa0toKzJ0clpTdjBPSERnbVpUQ2JlZlBOTjBhSkZDM0h4NGtXMS9RaWhtbEhrNHVLaTEzVlNQcFRTMDlPcnRKMm1mU2l2Z1Q0WmlSVWRPSEJBbUpxYTZ1d1RHeHNyTEN3c3hNQ0JBOFhqeDQvRmE2KzlKbHEyYkNteXNySzBibE0rSS9IeTVjdGk3ZHExd3REUVVBd2ZQbHpNbkRsVDcvTlNubHZGak1TalI0K0t1TGc0NlhIMDZGR3RHWWxLRlRQQVRwOCtMVXhOVFVWeGNiSEtkaFVmVTZkT1ZkdEhjbkt5aUl5TUZGdTNiaFhUcDA4WEFNVHJyNzh1Qmc0Y0tJUVFJaTB0VFppWm1RbDdlM3VSbTV1cjgvclNrOU9Wa1NpRUVGdTNiaFVBUkdSa3BFcjdOOTk4STg2Y09TTXRCd2NIaTlxMWF3c0xDd3NCUUdSblowdnI3dCsvTHhvMWFpUUFpQTgrK0VERXhzYnFIRTkrZnI3MCt0ZjAzS2VrcEFoVFUxT1JucDZ1Y2R5eHNiRWFYNytiTjI4V0FNUytmZnVrdHVMaVl0R2hRd2Z4Mm11dmFjMHFQblhxbEpRUlYvNmNYM1pHNG9NSEQ4U0FBUU1FQUxGaXhRcXBYYUZRQ0VkSFIyRnRiUzBLQ3dzMTduUGJ0bTBDZ0pnN2QyNmx4MzhTK3B4YmNIQ3dXamJvZ3djUGhLV2xwZWpZc2FNUTR0VTZGeVY5TXhLZjlOODE1ZVA2OWV0VlAxbXFza3BDaHlxWWtVaEVSRVJFUkVSRVJCSS9QeitrcEtRZ0xDd003N3p6amtxbVNHRmhJUm8zYm95elo4L0N3Y0ZCYWpjeE1VSE5talVSSEJ5TXJWdTM2alduNG91bW5Hdk0xOWNYUGo0K0FJQzB0RFRVcVZNSFFGbFdSR0JnSUx5OXZmSGxsMTlpNGNLRitQYmJiK0hxNm9vZmYvd1JuMy8rT1FDZ1pzMmFhdnMrZXZRb2lvcUtwT1VIRHg2Z2I5KytjSFIweEtOSGo3QjM3MTZOMlV0MmRuWWE1NEZTemhrV0hoNk9IajE2UFBXNWE1T1hsNmQxTGtnQWlJMk5SWjgrZldCcGFZbkF3RUNZbTVzakpDUUUzYnAxdzl0dnY0M0RodytqVWFOR2F0c3BNdzU5Zkh4dzdOZ3huRHAxQ2hNbVRFRHQyclhoNys4UGYzOS9BR1ZaSzg3T3puck5oWldibTR0NzkrNEJnTWJNbnFvS0N3dERZV0VoRGh3NGdNR0RCMHZ0NTgrZlY4bTJWR2FRamg4L0hoRVJFUUFBQndjSDFLaFJBODJhTlpOZTYxOTk5UlU2ZHV3SXVWd09EdzhQTkcvZUhGbFpXUmd5WkFnT0hEaFFhZFluUFh1REJ3L0dqQmt6c0hEaFFta08xTkxTVWl4ZHVoUUtoUUxKeWNsWXRHZ1J6cDgvajk2OWUyUEpraVZvMzc2OXlqN3M3ZTF4Nk5BaHZQZmVlNGlOalVWNmVycmFjYlROdDZtY3IxQ1RpcCtSaHc0ZFF2LysvYkZyMXk0WUdSbGg0TUNCMHJxTEZ5OWkwcVJKR0Q5K1BBWU5HaVMxR3hrWllkT21UZWpRb1FObXpacWxOazlzY1hFeGZ2cnBKeGdiRzhQQndRRTllL2JFK3ZYck1XTEVDS2xQU1VtSjFqRldKaWtwQ2RPbVRWTnJYN0ZpaGNyeTNidDNwYmFIRHgvaTh1WExDQTBOUlVsSkNRSURBL0haWjU5SmZTTWpJNUdVbElUUm8wZXJaRytYOS83Nzc2TmF0V3JZdW5VckZpeFlBQU1EQXh3NWNnVFhybDNEakJrem52aDhxbkp1bzBhTnduZmZmWWQrL2ZxaFFZTUdTRTlQUjBoSUNQTHo4N0Y0OGVKWDdseVUvZS9ldlN2OXJXbWZTdVUvMDlQVDAvSFpaNTloN3R5NWFwbXpRTm43Snlnb0NHUEdqSG5TVTZRWDRTVUhQWW1JaUlqKzV6QWprWWlJaVA3Tjh2UHpSVUZCZ2RaMUFFUlNVdEpUSDBlWjNiVno1ODZuMmcvMHpFajgvdnZ2aFl1TGk3Q3hzUkVlSGg0QytQODVFcU9pb2tTelpzMkVtWm1aOFBmM1Y5bHU1ODZkd3RUVVZHelpza1hqK0N1S2pJd1VUWnMyRlFNR0RCQkZSVVhDM2QxZGRPellVU1FrSk9oOVRzcHNUWDIvSzBKSFpvY3VQL3p3ZzNCMGRGUnJMeTB0RllHQmdhSjY5ZXFpZnYzNjR1clZxeXJyang4L0xxcFZxeWFzckt4RVFFQ0FLQ2twVVZtL2E5Y3VBVUJZV1ZtSnNMQXc4ZlBQUDR2Njllc0xjM056OGYzMzMwdjlkYzBUSjBSWnhoVUE0ZUhoSWV6dDdZVy92Nzl3Y25KU21iTk8yL1hRbFpGWVdsb3FuSjJkaGF1cnF6QXpNNU95WWdIdGM5eHQyTEJCckYyN1ZwdzhlVkxyM0pyWjJkbWllL2Z1d3NIQlFkeTVjMGRjdkhoUldGcGFpaDQ5ZW9nSER4N29IRE5WWFdVWmlVSUlzWExsU2dGQXJGMjdWZ2doeFBuejV3VUFzWHYzYmpGeTVFaFJ2MzU5c1huelpxRlFLRVJhV3BxVWtaaWVuaTVXclZvbDJyVnJKN1p1M1NydTNyMHJldlhxSlFDSWJ0MjZpZlhyMTR2YnQyOExJY295VUpXUFc3ZHVpVFp0MmdoM2QzZVZkdVhqd29VTEFvQklURXhVYVZkKzVqbzVPYW5NcTNuNDhHRmhhV2twYkd4c1JFaElpTmk4ZWJOWXVYS2w4UFgxRlpNbVRSSkRodzRWdHJhMlFpYVRpVC8rK0VQYUxqMDlYZlRxMVVzWUd4dUwzYnQzaTl6Y1hDa0RjT0hDaFZKR29xYUh2aG1KK256bVZGeG5aV1VsMnJWcko3Nzg4a3VSa3BLaXR0K3hZOGNLQU9MQWdRTTZqejlzMkRBQlFKdzRjVUlJSWNUaXhZc0ZBREYyN0ZpVkxPTW5vYys1K2ZyNmlrNmRPZ2xMUzB0aFpHUWs2dGF0SzRZT0hTck9uei8vU3A2THBuM3BxNmlvU0V5WU1FR1ltSmhJNzhPSys2MzRlVTB2QmdPSlJFUkVSUDlpRENRU0VSSFJ2NTJ1bTQrVlBkTFQwelh1TXprNVdVeWZQbDM0K1BpSWhRc1hTamZsSXlJaW50dFlsSS9ZMkZqUnJGa3pzWExsU25IbHloWFJvVU1IQVVDTUd6ZE9iTisrWFlTSGg0c3BVNmFJUC83NFF5UW1Kb3JFeEVTUmtKQWdybDY5S2k1ZXZDaCsrZVVYRVJZV0p1N2R1eWVOcTN3QUtUazVXYXhmdjE1MDc5NWRHQm9haXFsVHA0cWlvaUloaEJDRmhZWGlvNDgrRXNiR3htTDA2TkZpejU0OW9yQ3c4Sm1jVjNSMHRIU05mSDE5VmNwOSt2cjZxdHpzRFE0T0ZzT0hEeGM3ZCs0VWx5NWRFa2VPSEJIMTZ0VVR3NGNQbC9xVWxwYUtmZnYyaWZidDJ3c0FvaytmUGlyblhONmxTNWVFazVPVEFDQ2FObTBxbGk5ZkxnWFlGaTllTEJvMGFDQXVYNzRza3BPVGhZMk5qZGkyYlpzSUR3OFg5dmIyb2tXTEZtTEJnZ1ZpMzc1OUlqdzhYRVJGUllsVHAwNkpzTEF3Y2VEQUFhbE00NGtUSndRQVlXSmlJbng4ZkxRR3VPL2V2U3V1WDc4dTB0TFNSRlJVbEFBZ2Z2MzFWeUdFRVBIeDhlTDgrZk5pelpvMXdzek1UQWhSVmliU3hNUkVwS2FtQ2o4L1AyRm9hQ2g5UjkrM2I1K0lqNDhYOGZIeDR1clZxK0xTcFV2aTdObXpXbCtmeXRkQmRIUzBhTjY4dVdqVXFKRktXYjZvcUNoaGFXa3A2dGF0Sy9idjM2OTFQMVIxK2dRU1MwdExSZi8rL1lXQmdZR1lOV3VXR0RGaWhEQXdNQkFQSGp3UUpTVWxLaVZCbFVIR2Q5NTVSeGdaR1Frakl5UFJ2MzkvbFhLbXYvNzZxL1Q1WVc1dUxyMC81SEs1MkxObmoyalhycDJ3czdNVDE2NWQwemllOG1WL0s0cU9qaFlBeEtwVnE2UTI1WHNBZ0pESlpLSldyVnFpVmF0V29tZlBuc0xUMDFOTW1USkZmUGZkZDZKRml4YWlTWk1tUWk2WGkzMzc5b202ZGVzS0d4c2I4ZHR2djZsY2krKy8vMTdFeGNWSmdjVHIxNityUEtCbklQSGZhTk9tVGNMUTBGRDA2OWRQUEg3OCtHVVA1Nm04U3VlaXRIejVjckYwNlZJUkh4OHZRa05EUlVSRWhQajU1NTlWUHEvcHhhcEtISkdsVFltSWlJaUlpSWlJU0lXeURPaVRzTEd4MGRxK2ZQbHlhZG5NekF5alI0L0dXMis5OWR6R290U2dRUU1JSWVEcDZZbGF0V29oT2pvYXYvLytPdzRmUG96MTY5Zmp3WU1IeU03T3h1Yk5tMUZZV0lqUzBsSUlJU0NUeVdCb2FBZ2pJeU5VcjE0ZHNiR3hhdnZPeWNtQms1TVRqSXlNTUhUb1VLeGV2UnF0V3JXUzFwdVltR0R6NXMwWU9uUW92dm5tRzV3OWV4YURCZzE2SnVmVnVIRmo2ZS9hdFd1alJZc1dLc3ZsT1RnNElDUWtCQ0VoSVZKYjU4NmRzV1RKRWdCbFpWNWRYVjF4Ky9adE5HM2FGQ0VoSWZEMDlOUjZiQmNYRjhURXhNRGYzeDlMbHk3RjlPblRrWjZlam9VTEY4TGIyeHZEaGcxRDQ4YU40ZUhoZ1RadDJzRFQweE1HQmdaSVNFakEyclZyRVJvYWlnMGJOaUE3T3h1UEh6OUdhV2twREEwTjBhWk5HNm1zWTQwYU5kQ2xTeGRzM0xnUkxWdTIxRHFXcUtnb0RCMDZWRnB1MHFRSjNOemNBQUN6WnMzQ29VT0hBQUJqeDQ1RlptWW1wazZkaWttVEpxRmV2WHJ3OXZhR3U3czdBZ0lDa0ptWkNTOHZMOGpsY3BTV2xrcjc2OWV2SDQ0ZVBhcjErQURnN2UwTk96czc3Tm16UnlxWEN3QmR1M1pGWkdRa1BEMDl0YjQzNlBreE1EREF6cDA3TVhic1dQajUrUUVBeG93Wkk1VVdMVi9hTnlFaEFVQlphZUlsUzVaZzlPalJhaVZJaHd3WmdpRkRoaUF1TGc3SnljbW9YYnMyQ2dzTDRlenNqTFMwTkF3ZVBCajc5KzlIdzRZTm4yaThBd1lNVUNscjZ1Ym1oa3VYTHNIZTNoNjFhdFdDa1pIbTIvbmR1M2VIajQ4UHNyS3lrSmFXaHJadDIyTGR1blVxNHpBd01NRFhYMzh0TGYvODg4OW8xcXlaeW41Q1EwUGg0dUx5UkdOLzJieTh2R0JpWW9JWk0yWWdPVGxacFVUeGY4MnJkQzVLeWxLbysvYnRnNGVIaDlUZXFsVXI5T25UNTJVTmkvUWtxMnJra1lpSWlJaWVUbzhlUGFUNVZaNzN2RGRFUkVSRS96WUtoUUlLaFVMckRmSG41ZWJObTJqU3BNa3oyOS9qeDQ5eDl1eFo5T2pSQTFldVhNRnJyNzJtZFI2czhyS3lzalRPcy9nMGJ0MjZCVnRiVzlTb1VVTm52K0xpWXNqbGNoUVZGY0hjM0Z5dGYwQkFBR3h0YmVIaDRWR2w1K2ZodzRjSUN3dFR1VG1zZE8zYU5WU3ZYaDBOR2pUUWUzOVZWVkpTZ3F5c0xDbjRhMmRuQndNREF3REEvZnYza1p1YkMydHJhOWpiMndNb0MwNDNidHdZNXVibVd2ZFpXbHFLNHVKaXlHUXlHQnNiUy91clNDNlhJekl5RXAwNmRZS2xwYVhXNjZaUUtMVHVnNTVNUmtZR2poMDdocjU5KzhMT3pxN1MvdGV2WDBkbVppWTZkKzZzZFY3RHYvLytHMTI2ZEtueVdCSVNFbUJ2Ync5cmEydWQvVXBLU25EanhnMDRPVGxwSFFNOW5VZVBIc0hDd3VKbEQrT1plSlhPUmFtd3NCQ3BxYWtRUWtqemQvSzk4SExJcW5EaEdVZ2tJaUlpZXNFWVNDUWlJaUlpSWlJaW9wZWxLb0ZFL2d5R2lJaUlpSWlJaUlpSWlJaUlpTlF3a0VoRVJFUkVSRVJFUkVSRVJFUkVhaGhJSkNJaUlpSWlJaUlpSWlJaUlpSTFEQ1FTRVJFUkVSRVJFUkVSRVJFUmtSb0dFb21JaUlpSWlJaUlpSWlJaUloSURRT0pSRVJFUkVSRVJFUkVSRVJFUktTR2dVUWlJaUlpSWlJaUlpSWlJaUlpVXNOQUloRVJFUkVSRVJFUkVSRVJFUkdwWVNDUmlJaUlpSWlJaUlpSWlJaUlpTlF3a0VoRVJFUkVSRVJFUkVSRVJQL1gzcjBIYVYwVi9nTi83eTZYVldGaFFVYkFWR3dVeExFQzhRTHBsRFRvcEVZcFdhTEpVQ2twM2tyUlJJMlUwY3pLVE0wYnBxYUJncFdEWk9qb1ZFNlRSbWFUR2lBM0NaQVFGQVM1M3hiMjk0ZkRrdytmM1VWdTB1L3I2elh6RE05enp2bDhQdWM4ZS81Z2VYUE9BU2dRSkFJQUFBQUFBQUFGZ2tRQUFBQUFBQUNnUUpBSUFBQUFBQUFBRkFnU0FRQUFBQUFBZ0FKQklnQUFBQUFBQUZBZ1NBUUFBQUFBQUFBS0JJa0FBQUFBQUFCQWdTQVJBQUFBQUFBQUtCQWtBZ0FBQUFBQUFBV0NSQUFBQUFBQUFLQkFrQWdBQUFBQUFBQVVDQklCQUFBQUFBQ0FBa0VpQUFBQUFBQUFVQ0JJQkFBQUFBQUFBQW9FaVFBQUFBQUFBRUNCSUJFQUFBQUFBQUFvRUNRQ0FBQUFBQUFBQllKRUFBQUFBQUFBb0VDUUNBQUFBQUFBQUJRSUVnRUFBQUFBQUlBQ1FTSUFBQUFBQUFCUUlFZ0VBQUFBQUFBQUNnU0pBQUFmc3BZdFc1YmVyMXk1Y2cvMkJBQUFBQUFhSjBnRUFQaVFIWERBQWFYM1U2Wk0yWU05K2Y5WFhWM2RudTdDUjFaZFhWMDJiOTY4MC9kWnQyNWQzbm5ublYzUUl3QUFBR0IzRVNRQ0FIeklUajc1NU5MN3NXUEhadVBHalh1d04wMmJPWE5temp6enpFWlhUbTdjdURHTEZ5L09yRm16OHVLTEwyYml4SWw1K09HSDg2TWYvU2ozM252dmJ1blQzLzcydHpSdjNqeHo1ODV0dEUxRlJVWHUxMmRySmdBQUVjcEpSRUZVdi8vK0J1dnE2K3Z6N3J2djd0U3J2cjUrdDR4dForenFjYzJjT1RNLy8vblB5NTVSVjFlWDVzMmJaK1RJa1IrNFgydlhyczAzdi9uTlRKbzBxYXo4L3Z2dnozNzc3VmRXOXZycnIrZTAwMDdMdkhuemR1QWJBQUFBQUhhMVpudTZBd0FBSHpWZitNSVgwcVZMbDh5ZE96ZVRKMC9PRlZkY2tWdHV1U1hObXpmZjAxMHJxSyt2ejRRSkU1SWtqejMyV0pMa3U5LzliaDU2NktHc1hMa3k2OWF0SzdWdDFhcFYycmR2bjlyYTJ0VFcxdWFRUXc0cHU5ZWRkOTZaU3k2NVpJZjdzUzFmL09JWE0yTEVpQng5OU5GTnRsdStmSGxxYTJ0M3FCOWJMRnUyTEczYnRrMlhMbDNLdm9Na2VmNzU1OU9xVmF0MDZ0U3B5WHRNbXpZdGh4MTIyRTcxNC8xMjViaVNaTktrU2ZuT2Q3NlRxVk9uNXU2NzcwNWxaV1hXcjErZkpHblc3SVAvR3JGeDQ4YXNXYk1teHg5L2ZDNjc3TExjZU9PTnFhNnVMclI3L1BISGM5NTU1NlZObXphWlAzOStEanJvb0xMNjNUMS9BQUFBZ0NKQklnREFoNnhseTVhNTg4NDcwNzkvLzlUWDErZU9PKzdJYzg4OWw0RURCK2FJSTQ1SVRVM05ibmx1ang0OVNpSFJCOVd0VzdjTUh6NDhJMGVPVEw5Ky9USmt5SkFNR1RJay9mdjNUOXUyYmRPbVRaczBhOVlzKysrL2YwYVBIcDNUVGp1dHlmdFZWVlVWdG5OOTk5MTMwNmRQbjl4KysrMDU2YVNUeXVvZWUreXhYSC85OWR2czU2eFpzL0xrazA5bXhJZ1IyMnpicGsyYkxGeTRzTkg2OGVQSDU4SUxMMnl5VFpzMmJaSWt6ejc3Yk5rMm45MjdkeS9iZG5YMjdOa04vanc3ZE9pd3pYNXVyMTA1cmlRWlBIaHdxcXFxTW5qdzRDeGR1alRqeG8zTDJyVnJreVQ3N0xQUEIrNVhUVTFOeG8wYmx4Tk9PQ0hqeG8xcmNGdmF1cnE2akJ3NU1vTUdEY3BOTjkyVVZxMWFOWGl2M1RWL0FBQUFnSVlKRWdFQTlvQlRUejAxZDkxMVZ5NjY2S0xVMTlkbjh1VEptVHg1OG01OTVuUFBQWmNUVGpoaHU2OGJQbng0ZnZXclgyWDQ4T0U1Kyt5emMraWhoK2JRUXc4dDFhOWF0V3E3N3JmMUtyd2xTNVlrU1RwMzdseW8yM3JyeS9jNzY2eXpjczAxMTZSLy8vNTU5dGxuMDY1ZHV4eDU1SkhiZkg1RlJVVTZkdXlZNmRPbk4xaS9Zc1dLSk84RlZOdnFmOWV1WFp0OFZydDI3Ylk3dk4xUnUzSmNXNXh6empuWnVIRmpsaTlmbnNyS3lyejk5dHRKM2h2WEIrM1QxbHEzYnQxb204bVRKNWR0cDdwMjdkckM2c1ZkTlg4QUFBQ0FiUk1rQWdEc0lVT0hEczJCQng2WWl5Kyt1TW56L3ZhMDZ1cnFqQm8xS20zYnRzM216WnNMUWRXYU5XdVNKQXNXTEdnd3hOcVYyM2YyN3QwNzU1MTNYcEwzVm5aZWNza2xPZkhFRS9Qa2swOW02ZEtsWlZ0dWJsazkrWDUvK2N0ZmN2enh4eWQ1Yi9WZ1V4cXIzNTV0TW1mTm1sVUl6bmEzblIzWDVzMmI4K2lqajViS216ZHZubjMzM1RkanhvekpqQmt6a2lSVHBrekptREZqR3J4UDc5Njl5N2ExdmVtbW0zTDY2YWR2MXhpZWV1cXBEQnMyYkx1dUFRQUFBSFk5UVNJQXdCNTA2cW1ucGwrL2ZwazRjV0tlZnZycHZQSEdHNlZ6NkhhMW5Wa1pkK0tKSnlaSnhvMGJsN1BPT3F2Qk5oZGZmSEdENVZzSGIxdUhqVnRXeUwzNTVwdUZ1cmZlZXF2MGZ0R2lSWG54eFJkejVaVlhKa2x1dmZYVzlPdlhMei84NFEvemh6LzhJV1BIamsyUEhqMlN2QmVXM1hERERUbmpqRFBLN3JmMXVYc05uVlA0NElNUFp1alFvWVdmUTBOai8vNzN2NThiYnJpaHdYRW55VEhISE5ObzNlNjBNK1Bhc0dGREJnMGExT1Q5Zi9yVG56WmE5OEFERDVRRmlaMDZkY29CQnh5UXhZc1hmNkMrZCtqUUlaMDdkMjYwZmtmbkR3QUFBTEQ5QklrQUFIdFl5NVl0TTJEQWdBd1lNR0JQZDZYTWJiZmRsc3N1dTZ6MHViNitQZ01IRHN6QWdRUEwycTFhdFNxdFc3Zk8rUEhqdDNsRzRxWk5teHBkRWZmdGIzKzd5V3YvOWE5L3BhYW1KdnZ2djMrUzk3YlhmUHJwcC9QTU04K2tjK2ZPT2ZQTU04dTJ5ZXpZc2VNMlYwUE9tVE9uVVBhZi8vd25sWldWaFZEcXpUZmZMTFJkc0dCQnZ2U2xMK1hHRzI5TWtuemlFNTlJOGw0WU5tM2F0SFR0MmpXVmxaV2xzRzVMcURwOSt2UjgvT01mYjdKdk8yTm54bFZkWFoyTkd6YzJlTitoUTRmbTBVY2Z6ZEtsUzFOVlZWV29yNjZ1VG9zV0xVcWZ6ei8vL0hUcjFpMVBQdmxrb3dIMDFzYU9IWnRERGprazU1OS9mdGtLMDJUbjVnOEFBQUN3L1FTSkFBQTBhUERnd2ZuODV6Ky95N2FacksrdlQxVlZWZXJxNnNyS2x5eFprZzRkT3VRM3YvbE5ZUVhodmZmZW02RkRoeVpKWG5ycHBkS0t3eTE2OWVxVkFRTUc1Tnh6ejIzd1BMNXRPZVdVVXhxdDI5WVdvY2w3UWVLUlJ4NlpJNDQ0SWtteWJObXkxTlRVWk9iTW1VbFMrbk5MV1BmK0VPL2YvLzUzS1dqYzFYWjJYRnNIZUZ2ODlhOS9UYTlldmRLeVpjdEMzYVpObTdKcDA2YXl1bnZ2dlRkSk1tL2V2Q1RiM2haMnk4L3dxS09PeWxGSEhWVld0N1B6QndBQUFOaCt1LzVmTFFBQStEK2h0clkyaHgxMldJUGJURlpVVkpSZVc4NEFQUDMwMDh2S2YvLzczNWRkVTFkWHQxT2gyY3laTTlPclY2K3lzbWJObW1Ya3lKSDUxcmUrdFVQM25EWnRXdXJyNjh0ZXQ5eHlTenAyN0Znb0h6dDJiT0g2QlFzVzVHTWYrMWpwYzl1MmJWTlpXWm51M2J1WHZiWUVzVnVYcjFpeFlvZjZ2YnZIMVpEWnMyZm50ZGRleTRrbm5wajE2OWZuZ1FjZUtLdmZzbVZxUXlIakZ1K2ZIdzI5bXJLejh3Y0FBQURZZmxZa0FnQ3dRNTU2NnFrY2ZQREJoZkkxYTlZVUFyOGtXYnQyYldwcWFuYjRlUTgvL0hCV3IxNmR5Wk1ubDVVUEdqUW9jK2JNS1d6WnVXalJva0xaMWx1ZHJseTVzblRHM2hiejU4OVArL2J0QytWcjFxd3A5R25CZ2dXNTZLS0xjdEZGRjVYS3RvU0Q3eituY091dFRSY3RXcFJPblRwdGM4dzdhbWZIMVpBeFk4WWtlUzh3L3VjLy81bWhRNGRtNnRTcHVmWFdXNVA4TjBpc3JxNXU5Qjd2MzNMMWtVY2V5ZmUrOTcyeXNvYm0weFk3TzM4QUFBQ0E3U2RJQkFCZ2h4eDg4TUVObmtHNGF0V3FCdHV2V0xFaTc3enpUcU1yejc3eWxhOXM4NW43N0xOUG9XemF0R25wMmJObm9YekVpQkVaTVdKRVdkbldXMnNlYzh3eGpUNnJ0cloybS8yWk5HbFM2WjdQUFBOTUxydnNzZ2I3K0dIYjJYRnRiZDI2ZGJubm5udnk2VTkvdXJTTjYwTVBQWlJ6emprbmJkcTB5WFhYWFplVksxY21TZmJhYTYvQzlYMzY5TW5vMGFQVHBVdVhVbG43OXUyVHBLeHM5T2pSNmRPblQ0TjkyQlh6QndBQUFOZytna1FBQUQ0VUN4Y3VUTy9ldmZQTFgvNnlyUHpkZDk5Tm56NTljdnZ0dCtla2swNHFxM3Zzc2NkeS9mWFhOM25mSGoxNkZBTENpb3FLL09JWHY4aDU1NTNYNkhWanhvekpoQWtUY3NjZGQ1VEsxcTVkbSs3ZHUrZWFhNjRwYkpjNlljS0VYSERCQldWbDNicDFLNzEvOGNVWHMvZmVlNWUyMzJ6b0xNSWRPY2R4ZSsyS2NXM3RsbHR1eVZ0dnZaVjc3cm1uVkhiMjJXZG56cHc1dWU2NjZ6Snc0TUJzM0xneFNUSHNmZitZQncwYVZMaDNZOS9KeXkrL1hIWW01dTZhUHdBQUFFRGpCSWtBQU95UWhvS3lwc3lZTVNPSEgzNTRZUlhqa2lWTGtpU2RPM2N1MU8yMzMzNDcxOGttZk9wVG44b0ZGMXlRSC96Z0I3bnR0dHRTVlZXVisrNjdMK3ZYcjgvQWdRUFRzV1BIc3ZaRGhneko0TUdERzczZnFsV3JTdWRGSnVWYnZ6NzExRk1aTm14WXBrMmJWbmJON3RpcWMxZVBhK3JVcWJucHBwdHkzSEhINWZUVFR5K3J1L2JhYTlPdlg3OTA2OVl0TDd6d1FwS0dWNDMrK01jL1R2LysvY3ZLdG9SOFczOG4wNmRQTHp3bitkK2JQd0FBQVBCUklFZ0VBS0JSbXpkdkxwMk50M3o1OHJScDA2WlV0ejFuSks1ZXZUb3Z2L3h5Z3l2UzlwUWpqamdpRXlaTVNQLysvZlBLSzY5azJMQmh1ZnJxcTNQcXFhZW1hOWV1aGZhVmxaVk5udiszZlBueXRHM2JOa2x5enozM3BFK2ZQcVhQcjd6eVNwTC9udEY0M1hYWDVUT2YrVXpwODhTSkV6Tmp4b3hjZnZubC8xUGpXcnAwYWM0NDQ0eFVWRlRrZ1FjZWFMRE5zY2NlbXlTbHN4Y2JDa2M3ZGVyVWFNaTNkZm02ZGVzSzEvOHZ6aDhBQUFENEtCQWtBZ0RRcU91dnZ6NFRKMDVNNjlhdGMrR0ZGMmIwNk5HcHJLek1wRW1UMHFOSGp3WURxTTJiTjJmU3BFbGxBZEZ2Zi92YmJOaXdJZjM2OWR1dTUyL2V2SG1ueDlDVXozM3VjL25qSC8rWXZuMzdsbGJCblhEQ0NWbTVjbVhaNnNJUFl2SGl4V25YcmwyU2xMWUszYlJwVTlhdVhWczZQM0RLbENsWnZYcDFacytlbmJGangyYnk1TWxwMmJKbHBreVprdUhEaDJmcTFLa1pOV3BVbWpYYnViK203NHB4TFZteUpDZWZmSEptekppUk1XUEdsRzNqMnBBLy9lbFBxYTZ1VG9jT0hiYTd2OHVYTDgrc1diT3k5OTU3Wi96NDhVbkt6M0w4WDUwL0FBQUE4SCtkSUJFQWdBYjk3bmUveTQwMzNsamF2dktVVTA3Slp6LzcyVng2NmFYcDNyMTc1cytmbjJiTm1xV3FxcXIwcXF1cnkvcjE2MU5UVTVPNWMrZG13NFlONmRteloyNisrZWIwNmRObm0yRlVmWDE5eG84Zm45YXRXNmVpb2lManhvMUxxMWF0R20yL1pzMmF2UEhHR3czV0xWcTBLTk9uVHkrVWJ3azRaODJhbGNjZmZ6eWpSbzNLK3ZYcjgrVXZmem56NXMzTGxWZGVtYXV2dmpvOWUvWk16NTQ5MDdWcjF4eHd3QUhaZDk5OVUxTlRrNzMyMml1dFc3Zk9nUWNlbUpkZmZyblVqeWVlZUNLbm5ISkt2djcxcitlSko1N0ltalZyU3VjR2J2SEpUMzR5TlRVMXFhMnR6WnR2dnBuYmJyc3RWMTExVmE2NjZxcDA3Tmd4NTU1N2JoWXVYSmpISDM4OGUrMjFWNVBmVldOMnhiaGVldW1sbkhubW1aazdkMjUrOXJPZjVleXp6eTU3eHE5Ly9ldTg4TUlMYWQrK2ZhcXJxL1BhYTY5bDlPalIrZXBYdjdwREllaXlaY3R5OU5GSEowbXFxNnR6NmFXWDVxQ0REa3FTMU5YVjdiYjVBd0FBQURSTmtBZ0FRSU0yYk5pUS92Mzc1NFliYmtoRlJVWCs4WTkvNU9hYmI4NndZY095ZVBIaWJOeTRNWnMyYldyeUhuMzc5czNkZDkrZE9YUG01Q2MvK2NrMm4xbFJVWkhMTDc4ODgrYk5LNVZkZGRWVmpiYi8rOS8vbnI1OSt6WllOMkxFaUl3WU1hSlEvc2dqajJUNDhPR1pQMzkrT25mdW5EUE9PQ01YWEhCQjZjekhoUXNYNXZubm44K3JyNzZhR1RObVpPellzVm0wYUZHV0xGbVM5ZXZYSjBudXUrKytEQmt5SkdQR2pNbXR0OTZhaW9xS0hIdnNzYm4yMm12ejZxdXZwbGV2WG1uZnZuMXFhMnZUdm4zN3RHdlhMclcxdFduYnRtMnFxcXFTSk4vNHhqY3lhdFNvWEhIRkZhbXFxc3Jnd1lQVG9rV0xYSDc1NVprL2YzNkQyNUEyNWRGSEg5MGw0K3JidDIrT08rNjROR3ZXTEtOSGo4N1h2dmExd3JQV3IxK2Z1KzY2cS9UemI5bXlaUVlNR0pDNzc3NjcwTGErdm42YmZlL1NwVXMyYmRxVSt2cjYwdmV6eGV1dnY3N2I1ZzhBQUFEUXRJcjZEL0tiUFFBQUgwbXJWcTNhNW9xdXVycTYxTlhWbFlLZzkydlJva1ZhdEdpUmwxNTZxYlRpYkd2MTlmVlp2bng1OXRsbm56UnYzanlMRnkvT3lwVXJVMWRYbDVxYW1uVHMyTEdzL2JKbHkvTG5QLzg1SjUxMFV2YmVlKy90SHRQS2xTdno4TU1QNTdqamprdVBIajFTVVZIeGdhOWR0MjVkVnE5ZW5kcmEybFJXVmliNTcvYVpXejUvVUxObnowN2J0bTNUdm4zN3N2SVA4cDAzWkZlTzY4RUhIMHp2M3IxeitPR0hOM25kaGcwYlVsZFhsK3JxNnUwZS80b1ZLL0wyMjIvbmtFTU8yV2JiWFRsL0FBQUE0S091WWp2KzBVQ1FDQUFBQUFBQUFCOFIyeE1rYnQ5L0d3WUFBQUFBQUFBK0VnU0pBQUFBQUFBQVFJRWdFUUFBQUFBQUFDZ1FKQUlBQUFBQUFBQUZna1FBQUFBQUFBQ2dRSkFJQUFBQUFBQUFGQWdTQVFBQUFBQUFnQUpCSWdBQUFBQUFBRkFnU0FRQUFBQUFBQUFLQklrQUFBQUFBQUJBZ1NBUkFBQUFBQUFBS0JBa0FnQUFBQUFBQUFXQ1JBQUFBQUFBQUtCQWtBZ0FBQUFBQUFBVUNCSUJBQUFBQUFDQUFrRWlBQUFBQUFBQVVDQklCQUFBQUFBQUFBb0VpUUFBQUFBQUFFQ0JJQkVBQUFBQUFBQW9FQ1FDQUFBQUFBQUFCWUpFQUFBQUFBQUFvRUNRQ0FBQUFBQUFBQlFJRWdFQUFBQUFBSUFDUVNJQUFBQUFBQUJRSUVnRUFBQUFBQUFBQ2dTSkFBQUFBQUFBUUlFZ0VRQUFBQUFBQUNnUUpBSUFBQUFBQUFBRmdrUUFBQUFBQUFDZ1FKQUlBQUFBQUFBQUZBZ1NBUUFBQUFBQWdBSkJJZ0FBQUFBQUFGQWdTQVFBQUFBQUFBQUtCSWtBQUFBQUFBQkFnU0FSQUFBQUFBQUFLQkFrQWdBQUFBQUFBQVdDUkFBQUFBQUFBS0JBa0FnQUFBQUFBQUFVQ0JJQkFBQUFBQUNBQWtFaUFBQUFBQUFBVUNCSUJBQUFBQUFBQUFvRWlRQUFBQUFBQUVDQklCRUFBQUFBQUFBb0VDUUNBQUFBQUFBQUJZSkVBQUFBQUFBQW9FQ1FDQUFBQUFBQUFCUUlFZ0VBQUFBQUFJQUNRU0lBQUFBQUFBQlFJRWdFQUFBQUFBQUFDZ1NKQUFBQUFBQUFRSUVnRVFBQUFBQUFBQ2dRSkFJQUFBQUFBQUFGZ2tRQUFBQUFBQUNnUUpBSUFBQUFBQUFBQUFBQUFBQUFBQUFBQUFBQUFBQUFBQUFBQUFBQUFBQUFBQUFBQU93Vy93L1I0WG12bjdZS2pRQUFBQUJKUlU1RXJrSmdnZz09IiwKCSJUaGVtZSIgOiAiIiwKCSJUeXBlIiA6ICJtaW5kIiwKCSJWZXJzaW9uIiA6ICIyNyIKfQo="/>
    </extobj>
    <extobj name="C9F754DE-2CAD-44b6-B708-469DEB6407EB-2">
      <extobjdata type="C9F754DE-2CAD-44b6-B708-469DEB6407EB" data="ewoJIkZpbGVJZCIgOiAiMTU5MDIxNzM3MTMwIiwKCSJHcm91cElkIiA6ICI1NzA5NDQ1MjciLAoJIkltYWdlIiA6ICJpVkJPUncwS0dnb0FBQUFOU1VoRVVnQUFCblVBQUFJT0NBWUFBQUJ1eTRqVUFBQUFDWEJJV1hNQUFBc1RBQUFMRXdFQW1wd1lBQUFnQUVsRVFWUjRuT3pkZDNoVVJmLzM4VTlDQ29UUTlLYWpkSlFmM0NvS0txQUlBVVFRS1pGSVY1b1FrQkpDVjNwSENFMUs2Q0FpUFNKRk9nSlNJbUNocUJRcG9STTZCRWhJMmVlUFBMdDNsdDFOZHNPR1pPSDl1aTZ1SzN2T25EbHpNbWZPaHZtZW1YRXpHQXdHQVFBQUFBQUFBQUFBSUYyNHVibTUyWlBPUGEwTEFnQUFBQUFBQUFBQWdNZEhVQWNBQUFBQUFBQUFBTUFGRU5RQkFBQUFBQUFBQUFCd0FRUjFBQUFBQUFBQUFBQUFYQUJCSFFBQUFBQUFBQUFBQUJkQVVBY0FBQUFBQUFBQUFNQUZFTlFCQUFBQUFBQUFBQUJ3QVFSMUFBQUFBQUFBQUFBQVhBQkJIUUFBQUFBQUFBQUFBQmRBVUFjQUFBQUFBQUFBQU1BRkVOUUJBQUFBQUFBQUFBQndBUVIxQUFBQUFBQUFBQUFBWEFCQkhRQUFBQUFBQUFBQUFCZEFVQWNBQUFBQUFBQUFBTUFGRU5RQkFBQUFBQUFBQUFCd0FRUjFBQUFBQUFBQUFBQUFYQUJCSFFBQUFBQUFBQUFBQUJkQVVBY0FBQUFBQUFBQUFNQUZFTlFCQUFBQUFBQUFBQUJ3QVFSMUFBQUFBQUFBQUFBQVhBQkJIUUFBQUFBQUFBQUFBQmRBVUFjQUFBQUFBQUFBQU1BRkVOUUJBQUFBQUFBQUFBQndBUVIxQUFBQUFBQUFBQUFBWEFCQkhRQUFBQUFBQUFBQUFCZEFVQWNBQUFBQUFBQUFBTUFGRU5RQkFBQUFBQUFBQUFCd0FRUjFBQUFBQUFBQUFBQUFYQUJCSFFBQUFBQUFBQUFBQUJkQVVBY0FBQUFBQUFBQUFNQUZFTlFCQUFBQUFBQUFBQUJ3QVFSMUFBQUFBQUFBQUFBQVhBQkJIUUFBQUFBQUFBQUFBQmRBVUFjQUFBQUFBQUFBQU1BRkVOUUJBQUFBQUFBQUFBQndBUVIxQUFBQUFBQUFBQUFBWEFCQkhRQUFBQUFBQUFBQUFCZEFVQWNBQUFBQUFBQUFBTUFGRU5RQkFBQUFBQUFBQUFCd0FRUjFBQUFBQUFBQUFBQUFYQUJCSFFBQUFBQUFBQUFBQUJkQVVBY0FBQUFBQUFBQUFNQUZFTlFCQUFBQUFBQUFBQUJ3QVFSMUFBQUFBQUFBQUFBQVhBQkJIUUFBQUFBQUFBQUFBQmZna2Q0RkFBQWdPUWFEUVRFeE1ZcU5qVlZDUW9JTUJrTjZGd2tBQUFESVVOemMzT1R1N2k1UFQwOTVlM3ZMemMwdHZZc0VBQURTaUp1QjNqRUFRQVlWRnhlbisvZnZLeUVoSWIyTEFnQUFBTGdFZDNkMytmajR5TU9EOTNnQkFIQWxibmErbFVGUUJ3Q1FJY1hGeFNrcUtpcTlpd0VBQUFDNEpGOWZYd0k3QUFDNEVIdURPcXlwQXdESWNBd0dnKzdmdjUvZXhRQUFBQUJjMXYzNzk1bTZHQUNBcHhCQkhRQkFoaE1URThPVWF3QUFBTUJqU0VoSVVFeE1USG9YQXdBQU9CbEJIUUJBaGhNYkc1dmVSUUFBQUFCY0huOVhBd0R3OUNHb0F3REljQmlsQXdBQUFEdysvcTRHQU9EcFExQUhBSkRoTVBjM0FBQUE4UGo0dXhvQWdLY1BRUjBBQUFBQUFBQUFBQUFYUUZBSEFBQUFBQUFBQUFEQUJSRFVBUUFBQUFBQUFBQUFjQUVFZFFBQUFBQUFBQUFBQUZ3QVFSMEFBQUFBQUFBQUFBQVhRRkFIQUFBQUFBQUFBQURBQlJEVUFRQUFBQUFBQUFBQWNBRUVkUUFBQUFBQUFBQUFBRndBUVIwQUFBQUFBQUFBQUFBWFFGQUhBSUNuMkxoeDR6UnYzanlIampsMTZwVG16NSt2eU1oSW0ya3VYcnlvTFZ1MjJKWGZuVHQzSERyLzR6aDc5cXh1Mzc1dCtuejc5bTJkUFh2V0tYbUhoWVZwOCtiTlRza3JMYXhmdjE3ejVzMVRkSFIwcXZQWXVuV3JUcDA2WlhQL2dRTUh0Ry9mUHNYRnhhV1lWMXJVZTBKQ2d0UHpUR3V4c2JIcFhRUkowc0dEQnhVZUhtNjJqYmFaTnBZdFc2WU5Helk0SmErMHJDTm50bmNqWjE1N1NuNzU1UmN0V0xEQTRlTnNQVWNXTDE2czBORFF4eTNXRS9IdnYvL3F6Smt6cVRyV0Zlb0lBQUFBeVhNekdBeUc5QzRFQUFCSjNicDFLNzJMNEpDWW1CanQzYnRYVzdkdTFiQmh3NTdZZVFzWExxd1NKVXBvNjlhdE50UGt5cFZMSlV1VzFMNTkrK3pPZDlLa1NSbzhlTERDdzhQMTBrc3ZXVTN6NmFlZmF1UEdqVnE5ZXJYZWV1c3RtM2tGQmdicXlKRWordW1ubjVROWUzYlQ5akZqeGpqVTJWMnVYRGw5K09HSEthYkxsU3VYZXZUb29mNzkrMHVTaGc4ZnJwQ1FFTjI4ZWRQdWN5V1h0Nk8vUzBtS2pvN1dqUnMzZFBueVpaMDVjMGFuVHAzU2tTTkg1Ty92cjNyMTZwbWx2WDM3dHE1ZXZhb0xGeTdvM0xsek9ubnlwQ0lpSWpSanhneDVlbm9tZTU2cVZhc3FNakpTUjQ0Y2tidTc0Ky90UkVkSHEyVEprc3FhTmFzT0h6NXM5WHgxNjliVjNyMTc5ZGRmZnlsZnZudzI4MHFMZWg4L2ZyeDI3TmloSlV1V0tFdVdMSktrNmRPbjI1MVgwbXQ0NFlVWEhENHVOVzdjdUtGcTFhcXBkKy9lYXQ2OHVXN2V2S2xyMTY3WmRXekpraVdkV3BZMzMzeFRKMDZjTUxVRjJxWjA0c1NKVkoydllNR0M4dkh4Y1VwNW9xT2pOWFBtVEhYczJOR2l6YVZsSFRtenZTZmxyR3RQU1Z4Y25ONTc3ejBkUDM1Y3YvenlpMTUrK1dXN2pydHc0WUlDQWdJVUZCU2tUejc1eEd6ZmE2KzlwdlBuejl2ZFJwTktxM3ZKbHJ4NTh5cC8vdno2ODg4L0hUNDJvOWNSMGtiT25EblR1d2dBQU1BT2JtNXVidmFrODBqcmdnQUE0QW9HREJpZzBOQlFoWVdGNmQxMzMwMHgvYWxUcDdSMTYxWnQyYkpGdTNidDB2Mzc5eVhKb2FET25qMTdWTDkrZlhYbzBFSERodzkzdU14Mzd0elIzYnQzSFQ0dUpUdDM3bFNKRWlWc0JuUWtLU1FrUkx0MzcxYTdkdTIwZS9kdXN3N0hwSW9YTDY2bFM1ZXFhZE9tQ2dzTGs3ZTN0eVJwd29RSmlvbUpzYnRNTFZ1MnRLdmpPS041L3ZubkxkNEtkM056VTU0OGVWUzRjR0hWcTFkUHI3MzJtcUtpb25UbnpoMkxqbG8zTnpjOS8venordjMzMzVNTm52Mzk5OTg2ZVBDZ3VuZnZucXFBamlTdFc3ZE9VVkZSQ2dvS3N0cDVkKzNhTllXSGgrdmRkOTlOc1lNM0xlcjk5T25UMnJsenA1bzJiYW9sUzVZb2MrYk0rdkxMTHgyNHdrU2xTcFY2WWtHZG5qMTc2dUxGaTZiT3pBVUxGbWpJa0NGMkhaczAySkVyVnk2N3ovbldXMjlwdzRZTnVuMzd0akpseWlSZlgxK3I2WjcxdGlrbEJycFNZOFdLRmFwZXZmcGpuLy9nd1lOcTM3NjlqaDgvTGk4dkx3VUdCcHJ0VDhzNmNtWjdUNDJVcmwyU3pwOC9yNnRYcjlyTW8wbVRKaG80Y0tDKyt1b3JVN0RRbXBkZmZ0a1VDTTZhTmF1eVpNbWl3TUJBWGI1OFdWMjdkaldsaTRtSmNUaHdZZlNrN3lXRHdTQTcvNytmYXVsVlJ3QUFBRWdaUVIwQXdETnY3ZHExbWpKbGl2cjE2MmRYUUVlUzNuampEZFBQdGpwTlUxS3BVaVgxNjlkUHc0WU5VL255NWRXZ1FZTlU1Wk5hTVRFeG1qQmhncnAwNmFLSWlBaEZSa1lxSVNGQnUzZnZWbzBhTmJSOSszWlQydno1OCt2bzBhTm14L3Y1K2VuZmYvL1Y1czJiNWVGaC9pZEYvZnIxSlVtOWV2WFMwYU5IRlJZV3BzREFRTTJkTzFkdWJtNjZmUG15M2VXMDFhRnRhM3RJU0loQ1FrSlNUT3VNRVFJcFNVaElVTDE2OVJRUUVLQThlZklvVDU0OEtsQ2dnTHk4dkV4cElpSWlWS0ZDQmRXcVZVdlBQLys4Y3VmT3JieDU4eXBQbmp6S2x5K2ZXZHFVT3ZjblRKaWdDUk1tMkZXMnBKMy9ralJ2M2p4NWVYbkozOS9mYkpxc0hEbHlTRXFjc2ljK1BsNStmbjVXcDgzeTl2Wlczcng1SmFWTnZZOGZQMTduejUvWDl1M2IxYkpsU3kxYXRNaWlEZ3NVS0tEYXRXdHJ6cHc1ZHA4bnJVeWJOazAvL1BDRGhnd1pZdmE4a0pLLzl5Wk9uR2dSK09uUm80ZnA1eE1uVG1qMTZ0VXFYYnEwNnRTcFkzRzhNV0JWcEVpUlpOL0dmOWJicGxILy92M1ZxbFVydTlLZVBuMWFOV3ZXZk94ejNybHpSNk5HamRMczJiUGw1dWFtcjc3NlNwOS8vcmxGdXJTb283Um83NDZ3OTlxbHhEWnZ6L1NoMjdadDA3WnQyNUxkWDY1Y09VbUpveFZXclZvbGYzOS9EUm8wU1BmdTNWTy9mdjBrSlk1S1NlMzN1ZlJrN3lXRHdaRHFBSDVLMHJ1T0FBQUFrREtDT2dDQVoxcFVWSlI2OU9paEVpVktxSHYzN25ZZjk4WWJiOGpQejAvVnExZFg2ZEtsVmJodzRWU2R2MXUzYmxxNmRLbDY5ZW9sUHo4L215TmVuTTFnTUtoVHAwNEtDd3ZUOWV2WEZSa1pxZFdyVjV2MnIxdTNUdXZXclROOTd0T25qOGFNR1dNMXIzYnQybGxzUzlvcE8zbnlaQjA2ZEVnYk4yN1V2Ly8rNjlScHBkNSsrMjFWcmx6WjlEa2tKTVJzMis3ZHV4VWVIbTdXS1c3YzlxU1VLMWRPZGV2V1RUWk5sU3BWek1wb2k3VTA1ODZkMDdKbHl5eCtGeWxKMnZtZjFPdXZ2MjcyMlZpWEN4Y3VsQ1FOR2pSSWd3WU5zc2l2WExseVpwMTJ6cTUzVDA5UHpaMDdWKys5OTU2MmJObWlkZXZXcVdIRGhxYjlWNjVjMFlNSER5eXVKejJzWExsU0F3WU1rTCsvdjlsSUFLUGtwbXF5TnZWVDBqZmNQL3JvSTNsNmVtcldyRmtxVTZhTXBNUTFyZ29VS09Cd09aLzF0aWtsVGdPWG1wR1NxUkVkSGEyRkN4ZHE3Tml4dW5yMXFzcVhMNitRa0JDOThzb3JObzl4ZGgybFZYdFBTV3F1M1dqOSt2V21ueE1TRXBTUWtHRHhJa0hTODNoNGVKanRMMVdxbEZtYWJObXlhZm55NVdyUW9JRnBGRkpzYkt4dTM3NnQ0c1dMMjMxTmozcVM5MUo4Zkx3eVpjcmsxRHd6VWgwQkFBQWdlUVIxQUFEUHRORFFVRVZHUm1ya3lKRU9UYnV5WmNzVzA4LzM3dDFMOWZrelpjcWt2bjM3cWsyYk5wb3laVXFxcHBOeWxNRmdVUGZ1M1JVV0ZxWktsU3BwNk5DaGlvNk8xcWhSbzlTM2IxOGRQSGpRcklOR1N1d0UrL1RUVHlWSng0OGZOK3VBU1dtYXA2eFpzMnJ1M0xtNmVmT20wOWNKcVZ5NXNsbUhkMGhJaU5tMjRjT0hLenc4M0N5TmNkdWo3Sm5pNnNTSkU4bW1TODI2SG82d05uMk52NysvUER3ODlNMDMzNmhFaVJLcHlyZHMyYkttMFZWR1AvNzRvNDRjT1NJcDhTM3FvMGVQcWtHREJxcFVxWkxWY2ozYWZ0S2kzblBseXFVRkN4Ym96Smt6YXRpd29hS2lvclI4K1hKSk1vMG1pSWlJc1BubWVPdldyWjFTanVSODk5MTM2dDY5dTk1NjZ5MU5uVHJWYXByVVR0VzBmUGx5N2RxMVN6MTY5REFGZElZTkc2YVpNMmNxUER4Y0JRc1dkQ2cvMnFZMGRPaFFtNk1RSG5YeTVFbTk4ODQ3ZHFWTjZ2cjE2L3IrKys4MWRlcFVYYmx5UlhueTVOSGt5WlBWb2tXTEZLZlFTb3M2U292MmJzdmpYTHZSMjIrL2JmcDV3SUFCbWpKbGlzM1JYTGx5NVZKZ1lLQkdqUnFWYko0NWMrYlVsaTFiVElHRkd6ZHV5R0F3S0UrZVBIYVZ5Wm9uY1M5SmlkL2hCb1BCWnRERVVSbTFqZ0FBQUdBYlFSMEF3RE1yUGo1ZXMyZlBWdTdjdVMwV3JIK1NQdnJvSStYTm0xZno1czFUNzk2OW5kWlJZMDE4Zkx5Q2dvTDAzWGZmcVhMbHlxWkY1N05reWFMczJiTnJ6NTQ5YXRLa2lYNzg4VWQ5K2VXWFpwMHkyYkpsMDVrelo5U2tTUlAxNk5GRHZYcjFVbng4dkJvM2JxenMyYk5yeFlvVk51ZkUvKzkvLzJ2NjJkNzFRVHAzN3V6UUdrWE84Tnh6ejlucytBOEpDVWx4dnpXSER4L1dzbVhMTExZL3VraDNhaXhZc0VBLy8veXptalp0cWx5NWN1bjY5ZXNwSHZQODg4OWJiQ3RkdXJSNjl1eHB0dTM0OGVPbVR0NEpFeWJJeDhkSDQ4YU5zM3I4Z0FFRFRPdDlKSlVXOVY2dVhEblRORDAzYnR4UWNIQ3cyZjZWSzFkcTVjcVZWbzlONjZET3pwMDcxYVZMRjVVclYwNUxseTZWcDZlblB2dnNNN1ZzMlZJMWF0UXdwWE4wK2pWSnVuVHBrdnIxNjZkWFhubEZ2WHYzTm0xdjBhS0ZwazZkcXFDZ0lGT0F5eEhQY3R1VXBJRURCMnJnd0lGT0thTTFYMzc1cGViTW1hT0hEeDhxVDU0OEdqRmloTnEwYWFQTW1UUGJuWWV6NnlpdDJ2dWpuSEh0VW1LN01rNDVkK3pZTVVteStrdzFPbkhpaE5sKzQ3UDJwWmRlVW1Sa1pMTG4yck5uVDRxLzQ3Q3dNRldyVnMxaXU3UHVwVWVmYVk4eUdBeVNFa2NucHBTMlRKa3lhdHUycmMzOUdhMk9rbU9zbC9QbnoydlpzbVdhT25XcUlpSWlWS3hZTVEwWU1FQjE2OVpWZEhTMFJvOGVyYVZMbCtyNjllc3FXclNvZ29PRDFiaHhZNHY4enAwN3A5RFFVRzNac2tVUkVSRnljM05UMmJKbEZSd2NyTnExYTV2UzdkaXhRdzBhTkpDUGo0LysvUE5QNWM2ZDI3UXZJaUpDYjc3NXByeTh2UFRycjcrbWFzUWtBQUJBYWhEVUFRQThzOExEdzNYbHloVzFidDA2MVlzak80T0hoNGZxMXEyck9YUG1hUGZ1M1hydnZmZnNQdmJhdFd0V080QmZmZlZWaXpWNjd0Ky9yOWF0VzJ2VHBrMnFYYnUyNXM2ZGE5WnhzM2Z2WGwyL2ZsMzE2OWZYZ1FNSHJKNnZiOSsrOHZMeVV2UG16U1VsampUcTFxMmIycmR2cjJiTm1tbkpraVdtenI2dFc3Y3FPanJhZEt4eG9XNTdwaG1UcElvVks5cVZ6cG1lZi81NW00czVoNFNFcExqZm1yQ3dNSVdGaFZsc2Y5eWd6aDkvL0tFK2ZmcElraFl2WHF6Rml4ZmJkWnlqNjVWczJMQkJ1M2J0VWxCUWtOVU9YaWt4V0doYyt5Y3Q2bjNseXBWbUkrS01vOFplZlBGRjAvVU1HVEpFRXlkTzFMRmp4eXpldGpmdVMydVZLMWRXNjlhdE5YVG9VUG42K2lvME5GU3JWNjlXclZxMXpOSTVPdjNhMmJObjlja25uK2orL2Z1YVBYdTJ2THk4RkIwZHJjaklTRjI3ZGsyVktsWFNsaTFidEhMbFNuMzg4Y2NwbHBPMitUL2R1M2RYMDZaTjdTcERSRVNFQWdJQzdFcHI5SC8vOTM5Ni9mWFgxYVpORzlXclY4K3VZSWlVZm5Ya2FIdFBUbXF2L1ZHVEowL1cxcTFiemJaMTZOREJadnF0VzdlYXBUYythd01DQW5UbnpoMnJ4L3p6eno4NmNPQ0FLbFNvb0pkZmZ0bHFtb01IRCtyUW9VTTJyOTFaOTVJOWE5UklpVUh0bE5LKy8vNzd5UVoxTWxvZDJXUDgrUEVLRFExVnVYTGw5T0RCQXgwL2ZseWZmdnFwd3NMQ05HWEtGTzNhdFV2bHk1ZVh0N2Uzamg4L3JzREFRT1hJa1VNZmZQQ0JXVDcxNjlmWDZkT25WYkJnUVZXb1VFRlhybHpSZ1FNSDFMeDVjeTFldk5qMDNIN3Z2ZmZrNysrdnNMQXdqUnMzem13cTJpRkRodWpodzRjYU9uUW9BUjBBQVBCRUVkUUJBRWlTSGo1OHFFdVhMdW5peFl1S2lZbEoxN0s4OXRwclQrUTh1M2J0a2lTSDFpRkpLNVVyVjA1VlVPZm16WnRXTzZ1Yk5tMXFGdFE1ZGVxVVdyWnNxYi8vL2xzZE9uVFFpQkVqTE9iai8rR0hIMVNnUUFHVkwxL2VhbEFuTEN4TUd6ZHUxT1RKazgwNkx4bzFhcVRyMTYrcmI5Kytab3Q1ZCtuU1JaY3VYVElycTJSOUNySFUycjE3dDhVYUJrbTM3ZDY5VzVMTTBoaTNQU21EQmcxU1VGQ1E2ZlAwNmRNdHB0bXp0b0I4VWkrLy9MTDI3dDFyK256aHdnVzFhTkZDTVRFeHFsU3BVcktkZGthelpzMUsxWG9sT1hQbWxKK2ZuN3AzNzY1ejU4NloxdUpKS2k0dXp0VFJtUmIxUG1EQUFMTThqVUdkcEk0ZE82YnMyYk0vMXZSSmp5dFRwa3dhUDM2OEpPbk1tVE1hTVdLRXlwY3ZiOUhSNitqMGE1MDdkOWF4WThlVUxWczJCUVFFNk5xMWExYW5mUnc0Y0tCcTE2NHRIeCtmWlBON2x0dm14WXNYVFQvMzZkTkhGU3BVVU5hc1dlMDZ0bENoUXVyVHA0OXk1TWhoeXVlNTU1NUxkbFJEaXhZdDFLSkZDNGZMK1NUcXlCcEgyM3R5VW52dGoxcXhZb1hwNThlWjJpdTU5VzY2ZGV1bUF3Y09xRy9mdnZMejg3T2Fac2lRSVRwMDZKQXA4SkZXOTFKS2dmZS8vLzVibFN0WFZ1N2N1WFg4K0hHN3ptZExScXNqZXl4ZnZsejc5dTFUd1lJRkZSY1hwMWF0V21uZHVuVnEwNmFOM056YzlNc3Z2NmhreVpKS1NFaFFodzRkdEdMRkNrMmJOczBpcVBQS0s2OG9ORFRVN0hsc0xQdkVpUlBOZ3ZIRGh3L1h4bzBiTlgvK2ZIM3h4UmQ2OGNVWGRlREFBZjN3d3c5Ni9mWFg3WjUyRHdBQXdGa0k2Z0RBTSt6czJiTmF1blNwVnE1Y3FYMzc5cG1tOUVodmpvNGtTSzIvLy81YmtreHJVNlNuLy91Ly81T1UrTGF3SSt4WncrWEtsU3Z5OC9QVGd3Y1BOSEhpUkgzMjJXY1dhZUxqNDdWbXpSbzFhdFRJNmh6Nmx5NWRVcytlUFZXblRoMjFiTm5TWXYvbm4zK3VNMmZPS0RRMFZJVUtGZEt3WWNQMDQ0OC9LaTR1VGlFaElSYlRZVjI4ZU5HMEJvbzFiNzc1cHR6ZDNaTzlMaWx4dE5XamdRcHIyNUlMbUdRRU5XclVVSjA2ZFV5Zmc0T0RWYlZxVmRPMGdEbHo1alR0aTR5TVZQMzY5VTBkZ1lVTEY1YS92MytLNTlpd1lVT3FnanB2di8yMlZxNWNxZURnWVAzNDQ0L2FzbVdMaWhZdGF0b2ZHeHNyU2FhT3pyU285NTA3ZHlvaElVRkRodzdWb2tXTFROdVRUdDl6OE9CQlpjK2UzZXFVUDhaMlpkeFhwRWlSVks5clk0LzQrSGgxNk5CQlVWRlJtamh4b3FsTlpjK2VYUys4OElJT0hUcGs4OWk1YytkYUJHb0RBd04xNjlZdDVjMmJWL256NTFmKy9Qbmw2K3VyUW9VS3FYRGh3c3FYTDUrKy9mWmJqUmt6Umt1WExrMXhtcmxudVcwNjQzbWY5RTM5Nzc3N1RoTW5UclFJaEtlMHhrOXlidDY4K1VUcXlCcEgyM3ZObWpXZGZ1MzJTRzYwVzJyczJyVkw3dTd1S2wrK3ZNMDB4cEZUeG9CV1d0eEx4aEZaeVRGT2IzYjE2bFdkUEhsU3hZc1hUemI5MDFKSFJuMzc5ald0SCtiaDRhRmV2WHBwM2JwMXVubnpwcjcrK212VDJsUHU3dTdxMnJXclZxeFlvZDkvLzkwaW4zbno1bG44dmRPcFV5ZE5tVEpGZi96eGg5bjIvUG56cTIvZnZob3dZSUJHalJxbDZkT25hOENBQWNxVUtaTW1UcHlZNnZZR0FBQ1FXZ1IxQU9BWmRQMzZkUTBiTmt6VHBrMHpkZEE4aXk1Y3VDQkpEaTh1bmhhTUkxK1N2dm5yTEhmdTNGSFJva1UxZCs1Y202T2dkdTdjcWF0WHIrcVZWMTdSaVJNbmRQWHFWVW4vNjVRWk0yYU1zbWJOcWhZdFdtaldyRmxtYjZYZXYzOWZiN3p4aG9LRGcxVzllbldkTzNkTzhmSHhwbzRWYXgxSHk1WXRzenB0bk5INTgrZnRldU81UjQ4ZVptK3U1OHFWeTJ6YjhPSERGUklTWXRZSlpkeVdFUmdEcWVYS2xUUHJpQThPRGxiWnNtVXRPdWZQbmoyclJvMGE2ZVRKaytyWXNhT21UNSt1R3pkdVdIUkFXWk5jUjl6Um8wY3RBZ2xIang0MSs5eWtTUk10WExoUXpabzEwNVl0VzB6MUV4Y1hKK2wvSFoxcFVlLy8rYzkvSk1saXpTWnIwL3NrTitXUGNWOUFRRUNhQm5YNjlldG5DcllhTzM2WExWc21YMTlmOWUvZlA5bTFKcEttOGZmM2w0ZUhoK3JVcVdNVzlKTVNmNzhCQVFHYU9YT21wTVRBejl0dnY2MnFWYXVtV0w1bnVXMmVQMzllVXVKSWliRmp4MXFNb3JLMTNaYk1tVFByK1BIaktsMjZ0R25id29VTGxUMTdkdFd2WDkrMDdlelpzOXF4WTBleTAzc2xsWloxNU16MlhxZE9IYWRmdTFGQ1FvTFZsd3dreDBlN0plZklrU002ZGVxVUtsYXNxT3paczJ2anhvMjZjdVdLeFloQTR5aG00OGlzdExpWDdMRno1MDdUeit2WHIxZm56cDJUVGY4MDFGRlNqNDVtZnVtbGwwdy9QenJWcGJFZDNidDNUekV4TVdiVHl4bkwvZkRoUTBWRVJPamt5WlA2OTk5L0pTWFc5WU1IRDh5K2N3SURBN1ZvMFNJdFc3Wk1wVXFWVW5oNHVEcDM3bXkyNWhVQUFNQ1RRbEFIQUo0eFAvLzhzd0lDQWl3V1ZQZjI5bGJCZ2dXVkowK2VWTStwN21xaW9xSWt5ZTdwVXRLU2NicWsrL2Z2T3ozdmZQbnlhY2VPSGNxV0xadk5OR2ZPbkpFa2RlelkwV3k3c1ZQbWp6LyswUDM3OXpWaHdnU3RYNzllalJzM1Z2YnMyU1ZKcTFldjF1WExsNVUzYjE1OSsrMjN5cHc1czkxdnJXN2J0czNzODhxVkt6VjE2bFI3TDgzcGJLMVJaTy8rcEl5ZG45SFIwYnA5KzdacGU5SjFNaDd0SkV6T3dZTUg5Y2tubnlneU1sSWRPM2JVeUpFak5YMzZkRzNjdUZFYk4yNjBxMHkySEQ1OFdJY1BIMDQyelp0dnZxbkJnd2VyZi8vKyt1S0xMelIvL255SHI4SElXZlZ1N0lCemxLT0xnRHNpTkRSVXMyYk5VcFlzV2ZUZ3dRUFQ5dVNDVGJaOCtPR0g4dkN3NzgvMW5EbHoyaFhRc2RmVDJqYVRQdSs5dkx5c1B2Kzl2THprNWVWbGVpN2FZdXd3N3Q2OXU5bjJoUXNYS20vZXZKbzhlYkpwMjYxYnQwd2pNcE51Znh5cHJTTm50dmUwdlBhWW1CaWIwN3dsTjdXWG80enJrWDMwMFVlbXp6LysrS1B1M3Iyckw3NzR3cXc4MHY5R0thWEZ2WlNTaHc4ZjZxZWZmdEpMTDcya1hMbHlhZkhpeFNrR2RaNkdPa29xNmNoVnlmeDUvdWc2VUVuM3hjWEZtZjE5dTNYclZvMGZQMTc3OSsrMytvSlRRa0tDMldjUER3K05HemRPZGV2VzFkQ2hRL1hDQ3krb1g3OStqM1V0QUFBQXFVVlFCd0NlSWJObXpWS25UcDFNbmMwZUhoNzY3TFBQMUxoeFkxV3BVaVhEQkhOdTNicjFSTTVqN0N5TmpZMU45MnMzZGloNGVubzZQZTlzMmJJbEc5Q1JwTmF0VzV1TkNqR3UrL0pvcDB5Yk5tMjBZc1VLelp3NVV6MTc5cFRCWU5DMGFkT1VQMzkrMWE1ZDIrSHlseXRYenV4emFxWUhjeVpiYXhUWnV6K3BodzhmU2tvYzVaUjBpcDJrSWlNakpWbDJVbG5qNGVHaDI3ZHZhL0Rnd2VyV3JadHArd2NmZkdDeFJvODF3NFlOMCtiTm02M3VTenJpdzZoOSsvWmF2bnk1MmJaT25UcHAwNlpOK3ZISEh6Vjc5bXkxYTlmT2RKMzJyTEZoNUt4NnQ3V1FlM3BadTNhdCt2WHJwNG9WSzZwY3VYS2FObTJhYVo4OVV4YjE2OWRQb2FHaEZtbHRyUVZ5NU1nUmkzMGRPM1oweXUvbGFXNmJSajE2OUZEdjNyMnQ3anQzN2x5S0l3MGNtU28wWjg2Y2F0dTJyYVpNbWFJbFM1YW9TWk1tRHBYVm10VFcwWk51NzZtOTlsdTNicGtDSldGaFlaS2tWMTk5VlRObXpEQjlmdFNjT1hNa1NaczNiMWJObWpWVFBNZnQyN2ROTHlNWXl6Vno1a3pkdjMvZk5Lck1HTmk1ZS9ldUpNc1JnOUtUdTVjV0xWcWt5TWhJZGVqUVFibHk1Vkp3Y0xCKyt1a25pNUY4anNySWRaUVdmdmpoQjdWdDIxYSt2cjRLREF4VWhRb1ZWS1JJRVJVdFd0VHFPbEpHdVhQbmxxZW5wMkpqWTVVbFN4YTdnKzRBQUFET3hsOGhBUENNV0xseXBkcTNiMi82L01FSEgyanExS2txVnF4WU9wWXFmUm5mRmpXdVZaR2VqQ09uTWxvbjlhTXFWcXlvaWhVcmF1TEVpV3JXckpuMjdObWp3NGNQYThTSUVXa1NrSHJTa2x1aktGZXVYQ251VDhyWVNkZTFhMWRWcWxUSnRIMzkrdlZhc0dDQkpPbmt5Wk9TRXFmcFNVbVpNbVVVSGg2dUlrV0tXSnpYbnVsZjdBa2NwY1ROelUzZmZQT05LbGV1YkZyWHdUanl5RnBINTVNd1pNZ1F1enZ6ZzRLQ05HalFvRFFyUzZsU3BWUzZkR2t0V3JUSTdHMzMwNmRQMnpWRm5uSGtVZExPVUg5L2Y1dFRrdjN6eno4VzYzQTFidHc0d3o5SFVzT1piZE1vT0RoWWRldldOZHRXcFVvVlNWS3hZc1hVdDI5Znpaa3pSMGVPSERFRk1XN2V2S24vL3ZlL2V2MzExeDIraHA0OWUycnAwcVhxMjdldktsU29rT0phS09uTm1lMDlOZGNlR1JscG1ucXhiZHUyRHAydlpNbVNkZ1VNeG80ZHE2aW9LTFZwMDhaMG4zaDVlZW5iYjc5Vi9mcjExYjkvZjVVcVZVbzFhOWJVblR0M0pGa2YzZnNrN3FVYk4yNW96Smd4OHZYMVZaczJiWlE1YzJhTkhEbFNnd1lOVXJWcTFSNzdHWnhSNnlndGZQMzExeklZREpvL2Y3NzgvUHhNMjVNYkxaMlFrS0F2dnZoQ0NRa0ordkRERDdWdTNUcE5talJKdlhyMWVoSkZCZ0FBTUVOUUJ3Q2VBUWNQSGpTYkc3NTc5KzRhTzNhc01tWEtsSTZsU24vRmloWFRybDI3ZE9yVXFYUVA2cHc2ZFVxU3pCYWtmaElHRHg2c2lJZ0lqUjQ5MnZRN2lJK1BOM1ZzckZxMVNxZFBuMWJGaWhYMTl0dHZTNUpHamh5cDZ0V3JxMVdyVmpwOStyU0tGeSt1ZHUzYVBiRXlKKzJnRFFrSnNland0cmJOV3FkdXJseTU5TlpiYjJuRGhnMlNFdDhlVG1sRVUzSWVQZDY0WnRNSEgzeWdpaFVybXJhWEsxZE9MVnEwa0NSVEo3UzljL0kvR3RDUkVxZk9TMjZORnFPSWlBaTd6cEdTRjE5OFVmdjM3MWUrZlBray9hOFRMQzJuTkxQSHlKRWprOTF2ejJpbXgxV3FWQ2x0MnJSSnZyNitadHUzYjkrdTRPQmd1L05KMmpucTcrOXY5UzMrUjlmVXlRaGNwVzBhZVhwNkpudmZOdk1CV0FzQUFDQUFTVVJCVkcvZVhDRWhJWm8vZjc3cHBZaVJJMGZxd1lNSGRrL0RtRlNPSERrMFpjb1VOVzdjV0kwYk45YWFOV3VVUDM5K2gvTjVrcHpWM2xOejdhZE9uVkw1OHVVbFNWZXZYdFhkdTNkVm8wWU5lWGw1S1N3c1RMbHo1elpMSHhzYnErRGdZQzFidHN5dTluYjQ4R0hObURGRHZyNis2dE9uajltK3pKa3phOG1TSlFvTkRUVjErdCsrZlZ0dWJtNVdneWRwZlM4bEpDU29TNWN1dW5MbGlrYU5HbVVLMHZmdTNWdTllL2RXejU0OUgzdDZ4SXhZUjJuRitFTEZvNlBkZnZubEY1dkhoSWFHNnNDQkEycmR1clVHRFJxa3ZYdjNLaVFrUkEwYk5sU0pFaVhTdEx3QUFBQ1BJcWdEQUU4NWc4R2dEaDA2bURwaVB2MzBVNFdFaE5oYzJQWlo4dnJycit2YmI3L1ZnUU1IekRyZDA4TnZ2LzBtU2FiT2tkU0tpSWpRMUtsVFZiWnNXWXRGbm0ybFg3VnFsUXdHZzg2ZVBhdkxseThyTWpKUzhmSHhraEk3bC9QbnoyOFdkSGp0dGRmVXZYdDNVK2ZzdDk5KzY5QlVQRW5ucmsvTjNQbzlldlJ3K0JoYmtrNno0dS92LzFoNVBYcThjZUh4UndOMWVmTGtVWjQ4ZVNSSmE5YXNVYkZpeFI2clkzZnYzcjNhdTNkdnFvOVBEV01Ici9TL3RhbU02MExaOHJqMWJzM3g0OGROUHorNkh0U2pVaFBVK2VlZmY3Ung0MGE5K2VhYlpxT3Rrdk5vUUVlU1dyVnFwWll0VytyeTVjdnEyYk9uaGcwYlpqV0EyNzkvZjgyWU1VTlhyMTUxdUt6TzhLeTBUYU1SSTBab3hJZ1JObzhyVktpUVB2LzhjdzBiTmt6VnFsWFRtVE5uTkdmT0hIWHIxczJpTTlnZXNiR3hldi85OXpWbzBDQU5HVEpFSDN6d2diNzc3anVIRmxwUGkzYVVrdFMwOTBjNWV1MW56cHd4VytmRnc4TkR1WExsMHJKbHkvVGhoeC9xL2ZmZjE5eTVjMVdoUWdWSmljK0NqaDA3NnErLy90THMyYlBWc0dIRFpNdHorL1p0ZmZiWlo0cUxpOU9YWDM1cGVpWW5sU3RYTHJNMVUrN2N1U01mSHgrcmE4YWw5YjNVbzBjUC9mVFRUM3J2dmZmTVJsMjNiZHRXSzFhczBQZmZmNi9jdVhOcjhPREJLZVpsUzBhcm83VDAzSFBQNmNxVkt3b0xDek1GMFUrZlBtMXpqWnpUcDA5citQRGh5cEVqaDc3NjZpdmx5SkZEZmZyMFVaOCtmZFM5ZTNldFdiUEdMUDJTSlVzMGVQQmd4Y2JHYXRpd1lXcldyRm1hWHhNQUFIaTJFTlFCZ0tmYzh1WEw5ZXV2djBxU1NwUW9vUmt6WmhEUStmOXExcXdwTnpjM2JkcTBTVjI2ZEhIbzJFYU5HcGwrTmdaQUh0MitZc1VLdS9QYnVIR2ozTjNkVmFOR0RZZktZYlIvLzM1Tm16Wk5hOWFzVVh4OHZFYU5HbVhYY2VmT25aT1hsNWV5WmN1bVlzV0t5Yy9QVDRVTEY5YnZ2Lyt1K2ZQbjYvTGx5eGJUcXAwL2Y5NzBCcjJVMkprMVo4NmNGRWM3eGNmSGEvVG8wU3BZc0tCcG02M1JGY2tGaVl6ckhDVDE4T0ZETFZxMFNEZHYzclI0Ky9mcnI3OVdoUW9WVksxYXRXVEw1Mno3OXUxVHdZSUZ6VHBFazlxelo0LysrdXN2QlFVRlBkWjVBZ0lDTkdIQ2hCVFRkZTNhMWVZYUI0L0RPSFdnclU1ZVo5VjdVZzhlUEZDZlBuMTA0Y0lGdmZMS0t3NlcySDVMbGl6UjVNbVRIV3JMMXJpNXVjbkR3ME1QSHo3VXZuMzcxTGh4WTIzWnNrWFBQZmVjUlRwSlRsbW53WkgxWHA2MXRtazBhZElraStDM01WQnk3OTQ5R1F3RzllL2ZYenQyN0ZERGhnMTE2OVl0K2ZuNVdiM081Rnk0Y0VHaG9hSGF2MysvTm16WW9LQ2dJTVhFeEdqMDZOR3FXYk9tK3ZidHEwNmRPaVg3dTAyTGRwUWFLYlgzUjZYMjJyZHYzeTVKRm12UkZDOWVYSnMyYlZMVHBrMVZ1M1p0MHpSa00yYk1VSUVDQmJSKy9mb1VneVQzN3QxVFFFQ0FUcDgrclJvMWFpZ3dNRERGNjRpSmlkR0ZDeGVzQm4ra3RMdVhIang0b0MrKytFSS8vUENEU3BZc3FibHo1NW9GbGR6ZDNiVmd3UUpWcTFaTmt5Wk4wc1dMRnpWaHdnU3JVOFRaa2hIcktLMjFhdFZLWThhTVVjK2VQYlZ3NFVKbHpweFpmL3p4aHpwMTZtUXhuYWZCWUZEWHJsMzE0TUVERFJnd3dEUzlaWnMyYlRSNzltenQyclZMaXhZdFV2UG16U1Vsam83djFLbVRxbFNwb3ZqNGVIWHQybFZ2dlBHR1hucnBwU2QrblFBQTRPbEZVQWNBbm5KZmYvMjE2ZWVoUTRlbSt4UkpHVW1CQWdYazUrZW5uMy8rV1dmT25MRTZ0WlV0VzdkdWRXaDdjazZlUEtsZmYvMVZOV3ZXdE5saDlLamJ0MjlMa3E1ZHV5WS9Qei85OGNjZjh2YjJWa0JBZ05xMmJXc2E4ZVB1N201YTNQbFIwZEhST243OHVFcVVLS0Z2dnZuR2JKL3hiZXlrQVoyRWhBUjk5OTEzR2pCZ2dPN2R1NmZ4NDhmcjRNR0RXckJnZ1NwVXFLRGc0R0MxYTlmT1lxU0M4YzN5RHovOFVMLysrcXNtVEpoZ1dnTWpwZEVWS2JsejU0N216WnVuME5CUVhiNThXUys4OElJQ0F3Tk5IWTcvL3Z1dkpreVlvT2pvYUpVdVhWb2RPM1pVUUVCQW1yZUQyTmhZYmRpd3dlWjZBUWtKQ1JvMGFKQThQVDNWcGsyYnh6cVhoNGVIUXgxNDFpeGZ2dHhpa1hSN2JkNjhXWklzN3QyMHFIZmplaDVWcTFiVm1UTm5OR1RJRUYyNWNpVlZlZGtqUER4YzJiSmwwN3Z2dnV1VS9Jb1ZLNmI1OCtmTDM5OWZQWHYyMU55NWM4MzJHd3lHRlBNd0dBeW1rVHdSRVJHYVBIbXl6cHc1b3pObnpwZzZxY2VPSFd0eFhFSkNnc1cyWjdGdEpuWHAwaVg5L1BQUE9uLyt2TTZlUGF1elo4OUtrdnIyN2F0dTNicHArdlRwYXR5NHNkNS8vMzFUNExSaXhZcEtTRWl3T1gxcDBqcmN2WHUzWnMyYXBYWHIxaWt1TGs1dnZmV1dhVitmUG4xVXJGZ3hCUWNIYThpUUlaby9mNzY2ZHUycXhvMGJtN1hudEtpanRHanZrbk92ZmVuU3BmTDI5dFo3NzcxbmNaNFhYM3hSbzBlUFZzdVdMVFZyMWl4SlVyWnMyVFIrL1BnVWd3V1hMbDFTaXhZdDlQdnZ2NnRzMmJLYU0yZU8yWXN1Q1FrSmV2andvZGw5YUJ4dEVSTVRZeHFWWWkxZlo5OUwrL2Z2VjVjdVhYVHMyREdWTGwxYXExYXRzZ2dFUzRranFkYXNXYU42OWVwcCtmTGwycmR2bndZT0hLaUdEUnRhdk1UakNuWDBKUFR1M1Z0ZVhsNWFzR0NCamh3NW9vSUZDNnAvLy83cTNMbXpSVkJuL3Z6NTJyVnJsMHFXTEdrMjFheUhoNGVHRFJ1bUprMmFhTUNBQWFwVnE1Yis4NS8vYU9mT25USVlEUHIyMjI5bE1CaFVwRWdSN2R5NWs2QU9BQUJ3S29JNkFQQVVpNGlJTUUzcmxUdDNibjN5eVNmcFhLS01KeWdvU0Z1M2J0WGt5Wk0xZnZ4NHU0OXo1QzM0bEV5ZVBGa0dnOEdoK2VVWEwxNXNLb2VibTV2NjlPbWpkdTNhbVJZc05pcGV2TGhPbkRpaE5tM2FxRlNwVXFidDhmSHgycmx6cCs3ZXZhdnExYXNuZTY3bzZHaXRXclZLa3laTjB0R2pSMVd3WUVFdFdyUkk3N3p6amlTcGN1WEs2dGV2bjRZTUdhSUpFeWFZRnBmT2t5ZVBZbU5qdFdmUEhrbUpVNi9Nbno5ZjlldlhseVI5OXRsbkZ1ZTZldldxdkx5OGxDVkxGbmw2ZWlvOFBGeVM1YUxjcDArZjFzeVpNL1hkZDk4cEtpcEtSWW9VMGZqeDQ5VzhlWE96dDRsTGxDaWhJMGVPYU42OGVabzFhNWE2ZHUycVljT0dxVjI3ZG1yYnRtMmFMU2kvZE9sU1hiOSszV2FiKy9ycnIzWGd3QUcxYjkvZWJKb3BaN3B5NVlwOGZIeVVOV3RXWGI1OFdmdjM3N2NaL0NsVnFwVGVmLzk5czIyYk5tMHltOTRzTGk1TzdkdTNsNCtQanpKbnpxeE1tVExwNU1tVDJycDFxM3g4Zk13Q0gybFI3L2Z1M2RPMmJkc2tKUVlidDIzYnBqSmx5cGpXbzNEMlZGUXhNVEU2ZVBDZzZ0YXQ2OVNSRDFXcVZOR2NPWE5VcVZJbFJVWkd5dGZYVjk3ZTNycHo1NDdDdzhNdDd2WDkrL2RyenB3NXVuanhvaTVldktqejU4OHJKaVpHVXVKb01PTzZUTDYrdmlwY3VMQmVmUEZGU1lrQlh6YzNOMlhMbGswblQ1N1UrZlBuelVZQVBhdHRzMCtmUHFhQXh1alJvNVVwVXlZVktsUkl4WXNYTndYMlAvMzBVN1ZvMFVKWHJselIrKysvcndNSERxaFZxMWFTRWtjbXpwOC9YMjNhdEZIRGhnMHRYZ2I0NjYrL0pFa25UcHhRM2JwMUpVblZxMWRYaHc0ZExFWmlCZ1FFcUVLRkN1clRwNDgyYmRxa0hqMTZhTUNBQWRxK2ZidEtsaXlaWm5YazdQYnU3R3UvZlBteXdzUEQ5Y2tubjVoZUVyaDE2NVorL2ZWWGJkKytYZXZYcjFkRVJJUjhmWDBWR0Jpb0J3OGVhTW1TSmZMMzkxZisvUGxWdFdwVlZhaFFRV1hMbGxYaHdvVk5BYWoxNjljcktDaElrWkdSS2x1MnJGYXVYS25zMmJPYmxTc3VMazR2dlBDQ2ZIMTlUVzN6eXBVcmlvcUtrcHVibTltb25yUzZsODZjT2FOeDQ4YnArKysvbDhGZzBFY2ZmYVRwMDZjbkc3d3ZVYUtFZnY3NVo3VnUzVnA3OSs1VjI3WnROWGJzV0gzMjJXZjYvUFBQVFlHampGNUh5VW51N3k1SDk3bTd1eXM0T05qcTMxMlBwbS9kdXJWYXQyNXROZTlhdFdwWnBEYyt1L2J0MjJmNnZhZlY4d3dBQUR5N0NPb0F3Rk1zNlJ6ZkgzNzRvYzIzUVo5bDc3enpqaG8yYktpRkN4ZXFiZHUyS2xPbXpCTTkvNkZEaDdSbzBTSTFhdFRJN0MzWmxEUnYzbHdMRml4UWpSbzExTGR2WDV1ZFBlUEdqVk5RVUpCcDNaeWtmSHg4OVBISEgxc3NFUDJvR1RObWFQRGd3Y3FhTmF0Njl1eXBidDI2bVkzR0NRZ0lVSzFhdFRSeDRrVE5uVHRYZCsvZU5TMk9mUGZ1WGQyK2ZWdHZ2ZldXNXMyYmwrTGFNWDM3OXJVNlJWalNEc2d1WGJwbzBhSkZNaGdNS2xPbWpMcDM3NjRHRFJyWXZMK2ZmLzU1OWV6WlUxMjZkTkhpeFl2MXpUZmZhTlNvVVpvd1lZSm16SmloZXZYcUpWdW0xTmk1YzZmS2xpMXI5UTNtNjlldjY1dHZ2bEh4NHNVMWFOQWdwNS9icUhQbnp0cXlaWXZadGlaTm1saE4rK3FycjJyWXNHRm0yNjVjdVdMV3lldmg0YUVqUjQ3b3hJa1RadWtLRnk2c2tKQVFzMDZydEtoM0tURncwYUpGQzQwZE85WmlSSWV0cWFpTUhGMVQ1ODgvLzFSTVRJeXA0OU9aakIzekgzMzBrWGJ0Mm1XMjcrT1BQemI3bkNsVEppMWR1bFJTNHB2dXBVdVhWdkhpeFZXeVpFa1ZMVnBVUllzV1ZaRWlSU3dXSlAvdXUrOHNGbUIvL2ZYWFRUOC9xMjNUejg5UGhRb1ZVc21TSlUyZDcwbEhKTTZkTzFjdnZmU1NCZzhlcksxYnQ2cEFnUUw2OXR0djlkRkhIMGxLbkxZcEpDUkVJMGFNMEtoUm83UnYzejZ6d0k1eHRLYTd1N3NhTldxa2J0MjYyUnpkSVVsRmloVFIwcVZMdFh2M2JrMmFORW5GaWhWVHlaSWxKYVZkTzNKMmUzZjJ0UThlUEZpWk1tVlNjSEN3NXN5Wm95bFRwaWdpSWtJR2cwR2VucDZxWExteWV2YnNxUVlOR3BpK2l3WU1HS0JWcTFacDllclZDZ3NMTTczNDRPSGhvZjM3OTh2THkwdWZmLzY1N3QyN3AxcTFhbW4yN05sVzE3L3k4dkpTOGVMRmRlellNZDI2ZFV0UzRyU0laY3FVVWUvZXZWVzFhbFZUMnJTNGx6dzhQRlNwVWlVOWVQQkFPWExrMElnUkkwelRlcVVrYjk2OFdydDJyUllzV0tCUm8wYnA2TkdqaW9tSk1XdC9HYm1PSEJrdG5aSFZyMTlmRXlkT1ZFQkFnQ1NwWk1tU3FsMjdkanFYQ2dBQVBHM2NEUGJNOHdBQWNFbGR1M1kxVGFzMWRlcFVkZXJVS1oxTFpCOWpSOHFUY3VQR0RWV3RXbFU1YytiVXBrMmJudGowUHc4ZVBGQ05HalYwNzk0OWJkKytYVGx6NW5UbytJY1BINmJaMmdrN2QrN1VxbFdyTkg3OGVNWEZ4V25wMHFXcVg3KysxVTZ3cE83ZnZ5OTNkM2V6MytFLy8veWpFaVZLV0t6Tlk4MHZ2L3lpUFh2MktENCtYZ2FEUVI0ZUhxcGN1YkpwVkpDVUdLeWNNV09HZ29LQ1VyVUdVVUpDZ243NDRRZDk4ODAzK3Y3NzcxV2dRQUc3ampOT2VXUWNHWkdjNk9ob25UaHh3dVlDMDF1MmJGSFJva1ZWdkhoeHEvdkhqUnVuQ2hVcVdBMEtKZFdwVXllOS9mYmJGbXM1U0ltL3AvMzc5OHZkM1YwZUhoNHFXclNvQWdJQ0xPNlpVNmRPeWRmWDE2NDNwUTBHZys3ZnY2OEhEeDRvTGk1T1hsNWVWcWNEa3B4ZjcxSmlKM2UyYk5uTXRtM2J0azE3OXV4SmNXMks0Y09IcTFLbFN2THo4MHV4UEZMaUdobWpSbzNTeVpNblV6VzkzZFNwVTdWZ3dZSms3NWUxYTlmcXQ5OStNMDJOVnJSb1VUVnQybFRlM3Q2bU5QSHg4ZHEzYjUrS0Z5OXU5L1NNVXVKNkY3MTY5VkpDUW9MYzNOeFV1SEJoRFI4K1hLVkxsemFsZVJiYlprcHExcXlwNE9CZ0ZTaFFRSHYzN2xXclZxMnNmaWRFUmticW4zLytzV2lqQm9OQkF3Y09WS05HamZUcXE2OCtkbm1jWFVkcDFkNk42WjF4N1pjdVhkTEtsU3ZWdVhObm5UeDVVa0ZCUVhyOTlkZjE5dHR2cTBxVktpbTJ4K2pvYVAzeHh4ODZjdVNJM04zZDFiWnRXMG1KN2UzS2xTdW16OGt4R0F4NitQQ2g0dVBqNWUzdG5hcVhZbEo3THkxYXRFaUhEaDFTNzk2OVV6M0NJem82V3IvODhvdkZGS0Fadlk2ZUZyZHYzOWF5WmN2azV1YW1nSUFBNWNpUkk3Mkw1UERmbUFBQUlIMjQyYmtJTmtFZEFIaUtmZnp4eDZhM2RzUEN3dFN3WWNOMExwRjlublJRUjBxYzJtYjE2dFh5OC9NemU1czlMUjA0Y0VEYnQyOVgvZnIxVFc5bUF3QUFBTTVFVUFjQUFOZEFVQWNBb0twVnEyckhqaDJTRXQ5bXIxYXRXanFYeUQ3cEVkUUJBQUFBbmtZRWRRQUFjQTMyQm5YYzA3b2dBSUNNd2M3dkJRQUFBQUFBQUFBWkZFRWRBQUFBQUFBQUFBQUFGMEJRQndBQUFBQUFBQUFBd0FVUTFBRUFBQUFBQUFBQUFIQUJCSFVBQUFBQUFBQUFBQUJjQUVFZEFBQUFBQUFBQUFBQUYwQlFCd0FBQUFBQUFBQUF3QVVRMUFFQUFBQUFBQUFBQUhBQkJIVUFBQm1PbTV0YmVoY0JBQUFBY0huOFhRMEF3Tk9Ib0E0QUlNTnhkK2ZyQ1FBQUFIaGMvRjBOQU1EVGgyOTNBRUNHNCtucG1kNUZBQUFBQUZ3ZWYxY0RBUEQwSWFnREFNaHd2TDI5ZWFzUUFBQUFlQXp1N3U3eTl2Wk83MklBQUFBbm84Y01BSkRodUxtNXljZkhKNzJMQVFBQUFMZ3NIeDhmMXRRQkFPQXBSRkFIQUpBaGVYaDR5TmZYbHhFN0FBQUFnQVBjM2QzbDYrc3JEdytQOUM0S0FBQklBM3pEQXdBeUxBOFBEMlhMbGsweE1UR0tqWTFWUWtLQ0RBWkRlaGNMQUFBQXlGRGMzTnprN3U0dVQwOVBlWHQ3TTBJSEFJQ25HRUVkQUVDRzV1Ym1wc3laTXl0ejVzenBYUlFBQUFBQUFBQWdYVEduRFFBQUFBQUFBQUFBZ0FzZ3FBTUFBQUFBQUFBQUFPQUNDT29BQUFBQUFBQUFBQUM0QUlJNkFBQUFBQUFBQUFBQUxvQ2dEZ0FBQUFBQUFBQUFnQXNncUFNQUFBQUFBQUFBQU9BQ0NPb0FBQUFBQUFBQUFBQzRBSUk2QUFBQUFBQUFBQUFBTG9DZ0RnQUFBQUFBQUFBQWdBc2dxQU1BQUFBQUFBQUFBT0FDQ09vQUFBQUFBQUFBQUFDNEFJSTZBQUFBQUFBQUFBQUFMb0NnRGdBQUFBQUFBQUFBZ0FzZ3FBTUFBQUFBQUFBQUFPQUNDT29BQUFBQUFBQUFBQUM0QUlJNkFBQUFBQUFBQUFBQUxvQ2dEZ0FBQUFBQUFBQUFnQXNncUFNQUFBQUFBQUFBQU9BQ0NPb0FBQUFBQUFBQUFBQzRBSUk2QUFBQUFBQUFBQUFBTG9DZ0RnQUFBQUFBQUFBQWdBc2dxQU1BQUFBQUFBQUFBT0FDQ09vQUFBQUFBQUFBQUFDNEFJSTZBQUFBQUFBQUFBQUFMb0NnRGdBQUFBQUFBQUFBZ0FzZ3FBTUFBQUFBQUFBQUFPQUNDT29BQUFBQUFBQUFBQUM0QUlJNkFBQUFBQUFBQUFBQUxvQ2dEZ0FBQUFBQUFBQUFnQXZ3U084Q0FBQ1FISVBCb0ppWUdNWEd4aW9oSVVFR2d5Rzlpd1FBQUFBQVNFZHVibTV5ZDNlWHA2ZW52TDI5NWVibWx0NUZBb0FuaHFBT0FDRERpb3VMMC8zNzk1V1FrSkRlUlFFQUFBQUFaQkFHZzBIeDhmR0tqNC9YdzRjUDVlUGpJdzhQdWprQlBCdVlmZzBBa0NIRnhjVXBLaXFLZ0E0QUFBQUF3S2FFaEFSRlJVVXBMaTR1dllzQ0FFOEVRUjBBUUlaak1CaDAvLzc5OUM0R0FBQUFBTUJGM0w5L24rbTZBVHdUQ09vQUFES2NtSmdZUnVnQUFBQUFBT3lXa0pDZ21KaVk5QzRHQUtRNWdqb0FnQXduTmpZMnZZc0FBQUFBQUhBeC9GOFN3TE9Bb0E0QUlNTmhsQTRBQUFBQXdGSDhYeExBczRDZ0RnQWd3MkVlWkFBQUFBQ0FvL2kvSklCbkFVRWRBQUFBQUFBQUFBQUFGMEJRQndBQUFBQUFBQUFBd0FVUTFBRUFBQUFBQUFBQUFIQUJCSFVBQUFBQUFBQUFBQUJjQUVFZEFBQUFBQUFBQUFBQUYwQlFCd0FBQUFBQUFBQUF3QVVRMUFFQUFBQUFBQUFBQUhBQkJIVUFBQUFBQUFBQUFBQmNBRUVkQUFBQUFBQUFBQUFBRjBCUUJ3QUFBQUFBQUFBQXdBVVExQUVBd01XZE8zZE80ZUhoaW8yTnRici83Tm16Q2c4UFYwSkNna1A1YnQ2OFdWRlJVVGIzVDV3NFVSczNiblFvVDZNVEowNllmWTZNak5TWU1XTjA1ODRkdTQ2M041MHpHQXdHclYyN1ZuLzk5WmZUODk2NGNhUCsvdnZ2VkIyN2RldFduVHAxeXViK0F3Y09hTisrZllxTGkwdHQ4Wnh1NmRLbENnd00xT1hMbDFOMS9LVkxsM1R1M0xrVTB4MDdka3lkT25YUzZkT25VM1VlWjlxNGNhUCsvUE5QR1F3R3ArYTdaY3NXWGJ0MnplYiszMy8vWFdmT25ISHFPZFBUcmwyN2RQejQ4V1RUSERod1FILzg4Y2NUS3BGdGFmVk1ObnJjZG1STFRFeU0rdlRwbyszYnR6czEzeVZMbG1qVXFGR0tqSXgwV3A0WExseXcrdnc3ZGVxVTNlZjU4Y2NmblZhZW1KZ1kzYnQzejJuNVNkS1FJVU5zZnNjT0dUTEVvcDYyYmR1bUFRTUdPTFVNOWpJWURHcldySmsrK09BRDNiOS9QODNPYyt2V0xVMmFOQ25aN3o1YlhLbU9udFQzKzc1OSt6UjI3TmhVSFdzd0dEUmh3Z1N0V2JQR1pwcXJWNjlxOU9qUldyRmloZDM1TGx1MlRCczJiRWhWbVJ6MXl5Ky9hTUdDQlE0Zlordlp2WGp4WW9XR2hqNXVzUUFBc0F0QkhRQUFYTnk4ZWZOVXUzWnQzYnAxeStyK21UTm5xbmJ0Mm9xSmliRTd6OE9IRDZ0WnMyYXFYYnUyemYrOERoa3lSQ3RYcm5TNHZFZVBIbFdsU3BYMDFWZGZtYmJ0Mzc5Zm8wZVAxcHc1YzFJOFBqQXdVSFhxMUxFSTdJd1pNMGJEaHcrMys5KzZkZXZzS3UrQkF3ZlVzbVZMZGV2V3pla2Q4MDJhTk5IczJiTWRQaTQ2T2xxdFdyVlNuVHAxYkhZY0R4NDhXTFZyMTA2MjR6K3BFeWRPcE9xZkl4MTQyN2R2MTdKbHkrVHI2MnYzTVVheHNiRjYvLzMzMWFGREI0dDc4dmJ0MjJiMzk2VkxsN1I0OFdKZHYzN2R0QzBtSmthM2I5OTIrTHlQNDg2ZE8yclhycDArK2VRVGg5cGZTczZmUDY4V0xWcW9TWk1taW82T3R0Z2ZIUjJ0ZHUzYXFYTGx5cnB5NVlyVHpwdWVXcmR1clM1ZHVpU2JKamc0V0RWcjFreFZoNjh6cGNVek9hbkhhVWZKMmJWcmwyYk9uS20xYTljNkxjK0VoQVNOR1ROR2t5ZFBscnU3L2YvMS9QZmZmeFVRRUtEZmZ2dk42djVHalJycGpUZmVzTmoreGh0dnFILy8vaW5tUDMvK2ZMVnExVW8vL2ZTVDNXVktUcjkrL1ZTb1VDR241R1UwY2VKRW13RzJpUk1uS2p3ODNHemJ2bjM3TkdYS0ZLZVd3VjRyVjY3VSt2WHJWYTFhTmZuNCtLUTZINFBCa093emE4dVdMUm84ZUxBMmJkcmtjTjZ1VWtkcDhmMXVTMGhJaUVhT0hKbXF3TTdtelpzMWRPalFaTXN3YytaTWpSa3p4cUZuWFljT0hUUnc0RUM3MGtaSFIydnk1TWsyZjAvSmlZdUxVOSsrZmRXelowOGRQWHJVN3VNdVhMaWdkOTU1Ujh1V0xiUFlOMmJNR0x1ZVB3QUFPSU5IZWhjQUFJQ01ZTUNBQVFvTkRWVllXSmplZmZmZEZOUGZ2WHRYOCtmUDE5cTFhM1gwNkZFOWVQQkErZlBuVjgyYU5kV3JWeS9selpzM3hUejI3Tm1qK3ZYcnEwT0hEaG8rZkhpcXkyNE1OTGk1dVZuZGIrd0F0N1gvVWRIUjBlclVxWk1TRWhJMGN1UkloenJpVWhJZkg2L09uVHNySVNGQkFRRUJwdTIxYTlmV3l5Ky9ySWtUSjZwRml4YktuVHUzelR5S0Z5K3VwVXVYcW1uVHBnb0xDNU8zdDdja2FjS0VDUTUxSExSczJWSWZmdmhoaXVrcVZLaWdCZzBhYU5XcVZWcTRjS0UrL2ZSVHU4K1JWdGF0VzZlb3FDZ0ZCUVhKMDlQVFl2KzFhOWNVSGg2dWQ5OTlWL255NWJNcnp6ZmZmRE5WWlZteFlvV3FWNjl1VjlxLy92cEx4WW9WUzFWbnRLZW5wN3AyN2FyZXZYdHIvdno1YXRPbWpXbGZrU0pGTkhMa1NIWHMyTkhtOFhQbnp0V1hYMzZwbXpkdk9ueHVSNThQU2M4WkZSV2w3dDI3SzNQbXpBNmYxNVpDaFFwcDhPREI2dGV2bi9yMDZhTkpreWFaN1E4SkNkSHAwNmMxZXZSb3U1NUZTYVgydVJRWkdhbVhYbnJKb1hQWnNtVEpFdFdxVmN2ME9Tb3FTdGV1WFZQdDJyVnRIck4zNzE0ZFBueFlUWm8wVWJGaXhaeFNqdFJ5OWpQNVVZL1RqcEpqRE9hMGJOblNhWG11V2JOR1o4NmMwZWVmZjY3Ly9PYy9kaC9uNit1cmd3Y1Bxa21USnRxd1lZT0tGeS91dERJZE8zWk1Bd1lNMER2dnZHTzZwOXEzYjYvbHk1ZmJkYnk5ejVDTkd6ZHF5NVl0ZHFYTm16ZXZldmJzYVZmYWpPYm16WnVtanV6Um8wZHI5T2pSRHVmUnRHbFRUWnMyVFQxNjlORDY5ZXUxYnQwNnErMTQzYnAxY25OelU3MTY5UjY3M0ZMR3JLTzArSDYzWmNhTUdhcGF0YXBHalJxbC8vNzN2L3JnZ3cvc1BuYmN1SEdTcE92WHIydmV2SGxtKzdKbno2N3ExYXRyOXV6Wjh2RHdVRlJVbEVVYVNXcmN1SEdxZzRBSER4NVUrL2J0ZGZ6NGNYbDVlU2t3TU5BaXpmbno1M1gxNmxXYmVUUnAwa1FEQnc3VVYxOTlsV3d3NXVXWFgxYVdMRmtrU1ZtelpsV1dMRmxNb3lXN2R1MXFTaGNURTJPMXpnQUFTQXNFZFFBQXo3eTFhOWRxeXBRcDZ0ZXZuMTBkdHBjdVhWSzFhdFYwNWNvVjVjaVJRNlZMbDVZa0hUcDBTSFBtek5IYXRXdTFlZk5tdmZEQ0M4bm1VNmxTSmZYcjEwL0RoZzFUK2ZMbDFhQkJnMVNWM3pqOWhvZUg5YTkxNC81TW1UTFpsVitQSGoxMDVNZ1JEUm8wU08rKys2N3UzTG1qcFV1WFdrMTc4dVJKelpvMXkyTDc1NTkvYmpYOW1ERmo5TnR2djZsTGx5NTY3YlhYVE52ZDNkMDFmUGh3TldyVVNFRkJRVnEwYUpITjh2WHExVXRIang1VldGaVlBZ01ETlhmdVhMbTV1VGswRlZHdVhMbnNUaXRKQXdjTzFHKy8vV2IzN3pDdEdFZWF6SnMzVDE1ZVh2TDM5emNiZlpJalJ3NUppZE9YeE1mSHk4L1BUMmZQbnJYSXg5dmIyMnBuZi8vKy9kV3FWU3U3eW5MNjlHblZyRm5UNnI1ZXZYcFozWDcwNkZIbHk1ZlA1bjVyL1B6OFRCMnZiZHUyMWZmZmY2OVJvMGFwV2JObVRnMlUyT0xvODhIbzVzMmJtang1c3FURTMxVy9mdjBjT3UvUW9VTk5uVVBUcDArMzJHOHdHSlF0V3pZOWVQREFiSDlNVEl3bVRacWtmUG55S1NFaHdlSlliMjl2czREWW8xTDdYTXFjT2JPYU5tMXF0aTA4UEZ5blQ1OVdRRUNBMWVmVDJyVnJkZmZ1WFl2akNoWXNhUGI1NU1tVGtwUnMwR2pTcEVueTlQUlUzNzU5SlNXT2twbzVjNlphdEdqeDJCMmZqbkxXTXptdDJwR3RZTjNxMWF2bDQrT2pOV3ZXSkR1bGtwUTRJc2FZWDNMVFNhMWZ2MTVTWW51d1o5cXAwcVZMcTFtelpzcVhMNTltelpxbGhnMGJxbW5UcHRxOGViUHArZlk0YnQ2OHFlYk5tOHZUMDFQVHBrMHpCZFpxMWFybGNBQTBKZnYzNzdkN0pHYkpraVZUREJnOCtyMDFac3dZalJrekp0bDBSWXNXMWUrLy8yNVhHVklyT0RoWVY2OWVWZmZ1M1ZQZFFWKzJiRmxKVXYzNjliVm8wU0kxYU5CQUd6ZHVWUDc4K1UxcGJ0NjhxZlhyMSt1ZGQ5NVJnUUlGbkZMMmpGUkhhZkg5dm1iTm1oU25qaTFUcG94dTNMaWh2WHYzNnM4Ly83U1p6dmhzbGFUbHk1ZHIvLzc5a3FRUkkwWllwRFZlazNHMFl0SmprNnBWcTViRDk4eWRPM2MwYXRRb3paNDlXMjV1YnZycXE2OXMvczA1ZnZ4NHE4R2tSMjNidGszYnRtMUxkbis1Y3VVa1NUbHo1dFNxVmF2azcrK3ZRWU1HNmQ2OWU2YnY5K2pvYUtjSDJ3RUFzTVhONE94NVJBQUFHVWJWcWxXMVk4Y09TZExQUC8rc3FsV3JwbStCN0dScnlwcTBFQlVWcFRmZWVFUFpzMmZYbmoxNzdIckR6dmcyK05DaFExV3ZYajNUTVRkdmNCKzZlQUFBSUFCSlJFRlUzbFN6WnMwVUhoNnVqei8rMks2T2d2ajRlRldxVkVrM2J0elFiNy85cHV6WnN6dDhEWDM3OXRXTUdUTjAvdng1WmMyYTFXSi9VRkNRRml4WVlOZmJ4U05Hak5DNGNlUFVyRmt6VFowNlZWTGlHZ1hXcHJsSmpyVnpiZHk0VWMyYU5WUHAwcVcxWmNzV3F4M3lnWUdCV3JwMHFmcjM3NjhlUFhyWXpQL2V2WHVxV3JXcUxseTRvQjA3ZHFoa3laSU9sUzlYcmx4cTJiS2xKaytlck9iTm16dHRDaDRwOGRvUEhEaGdNK0NSR3BzM2IxYjU4dVZUREVZWmYrOFZLMVpNZGpxUmN1WEtXWFJnT0Jyb01ySTJVaWUxZVZrVEZCU2tWcTFhNmVIRGg1SVNPK0ZpWW1MMHpqdnZTSkplZU9FRjVjK2YzMnlrenZidDI5V3dZVVBUNzAxS0RJdzRPbEluTmM4SG96NTkrbWptekpsMnAzL1UxYXRYVFVFQlovNCtzMmZQcm9pSWlHVFRPT081SkVtZE9uWFM0c1dMYlQ2YjNuenpUWjA0Y1NMRk9sbTVjcVhhdFd1bmxTdFh5cy9QejJML2tTTkhWS1ZLRmJWdDI5WTBqZER4NDhkVnNXSkYrZnY3V3cwOHB5Vm5QWk9kM1k0R0RScmt0SHhidDI2dDhlUEhPeTAvb3pwMTZwZ0Y5ZnYxNjZmUTBGQU5IVHBVWGJwMGNmaGNQajQrdW5EaGdxVEV6dUQ2OWV2cjBLRkRXclpzbWQwakRHMjVkZXVXYWQwdTQ5b2lTWityeGs3Z2xPVEtsVXNsUzViVXZuMzc5UGZmZit2WFgzK1ZsQmdzcVZLbGlobzBhS0NpUll2cW4zLytNUjN6NVpkZnFucjE2bWJYc0hYclZtM2R1bFVqUjQ0MGJjdVJJNGVhL1QvMjdqdXNxZlB0QS9pWFRSRVFVSEZYUlhGdnhWRkhGVVd0ZFN0U0ZSZk9XdXZBaFlOV3hEb1JjQzhVbk9DQWxxcXRpR2pkV3JFS29oWVJWSnlBQW9LQVFFTGVQM2h6Zm9Ra2tEQkU2dmR6WGIwcXljazVKK3RKOHR6UGZkK2pSeGZyZmhiRTNkMGRycTZ1bURkdlhvbVZuVHAyN0JpbVRwMktwazJiNHZUcDB6QXlNZ0lBYk51MlRhWnNhMEhhdDIrUDRPRGdjdlVjbGNibnV6b1phSVdSSHYvVnExZm8yclVyREEwTmNlWEtGWnc2ZFFwWHIxNkZwNmVuRUNTOWZmczJiR3hzMEx4NWM0U0VoT0QyN2R0WXVuUXBkdTNhaFRwMTZoUjRuTHlQZFY0ZlBuekFnUU1Ic0g3OWVpUWtKS0I5Ky9iWXNHRURXclpzcVhSZmpvNk84UGIyRm9MTFFHNm1aRTVPanRLZys0Y1BINkN0clMxemZZc1dMZVRHOHVUa1pBd1pNZ1RqeDQvSHhJa1RrWjJkamFwVnE2SisvZnBDd0l2S2xvbUpTVm1mQWhGUmtXaW9tTTdQVEIwaUl2cXM3ZGl4QS9IeDhWaTFhcFhLRTdZMWF0VEF4WXNYVWFsU0pabkxUVTFOc1dyVktsaGJXK1A4K2ZNcTdVdExTd3RPVGs1d2NIREFsaTFic0dUSkVyWHZnN1RrbUxRTVdYNFpHUmxLZjd6bTVlcnFDbmQzZDN6NzdiY3k1WndzTEN3VVRqNmFtcHJDMXRaV3BZbnJPM2Z1WVBMa3lhaFFvUUs4dmIyVlpsaTR1Ym5oenAwN1dMbHlKU3BVcUtDd25BYVFXLzVpNzk2OVNFcEtVanVnazkrZ1FZUFFzR0ZENFc4L1B6OWtaR1JnNHNTSkJkN3UvUG56Q0FzTHc3aHg0MkJtWmlaelhZMGFOUW9NU2dHNVBSMmtQVjlHakJoUjRFUkgzbFhKelpzM3grREJnMld1RHd3TVJFUkVCSURjRmFYLy92c3ZoZ3daZ3ErKytrcHVYOHVXTFZQNldsK3hZb1hTRmEvNVJVZEhDNEdWL0JTOVhxUjEreTljdUZEZ0pJd2lCVTFpU1NldmxpeFpJdmYrS1c1Z3JTampBNURiTjJIUG5qMW8xYW9WUWtKQzFNcndhdDI2Tlo0OWV5YnpuaTFzOG4vZnZuMllNMmNPQWdNRDBiMTdkNVdQcFV4SmpFc2x3Y2JHQnFHaG9jTGZ3NGNQbDdsZStyajg4c3N2TURRMHhLSkZpNFRyR2pac2lDRkRodUQ0OGVPWU9uVXFyS3lzUHM1Sm8rVEc1SkorSCtXVk55aWpydnlUejRyT016czdHNTA3ZDBaOGZEeHUzNzR0OTNtcHFwOS8vaG5XMXRiQ2Uxa2FtTnErZlR2aTQrT0Z2NlZjWEZ6UW9rVUxEQnMyREFDRTkrM3IxNjloWjJlSDhQQndyRisvSHIxNjljS2pSNDlRcjE2OUltZGduanQzRHBNbVRaSzVMRy9Rc1NpbEhpOWN1Q0R6ZnJ0NDhTSXVYcnlJWWNPR3lmU2NXN0prQ2RxM2J5OVRjdkxkdTNjSUNRa3BzQXhsU2ZMeDhjSEtsU3ZSczJkUDJOblpLZXd4VXBoQmd3YkpmUit3dGJYRi9mdjM0ZW5waWFsVHA4TFgxeGZaMmRuWXRtMGJ6TTNOTVhQbVRLWDdlLy8rUGRhdFd5ZGt0WlMzNTZpMFB0K0xjaitscE1GM0lEZmc0ZURnZ0tTa0pQajQrTURRMEJDR2hvYll2MzgvVEV4TTRPTGlndlQwZE9HN202ZW5KN1MwdEdCbVpvYVltQmdNR2pRSXdjSEJNRGMzVi9uNGI5Kyt4ZUhEaDdGMTYxYkV4Y1hCM053Y216WnRncjI5dmNvbExEdDE2aVQ4MjluWkdWdTJiRkg2bUppYW1tTDY5T2xZdlhwMWdmczBNVEhCMmJObmhiRThNVEVSRW9sRXJmdEdSRVJVSEF6cUVCSFJaMHNzRnNQTHl3dFZxbFJScXo1N1FaTlQ5ZXJWQTVEYmMwZFZBd2NPUk5XcVZlSHQ3WTJGQ3hlcU5ObVhWMXBhbXR5cXdyeFNVMU1oRm91UmxwYW1jTlU0QUp3NWN3YnU3dTRZT0hBZ3ZMeThvS1dsaFhIanhxRlpzMlpZc0dCQnNmcnEzTDE3RnlOR2pNQ0hEeC9nNit0YllCREcwTkFRUjQ0Y1FiOSsvYkI0OFdMRXhzWml4WW9WQ3U5Yml4WXRoSCtydW5wNzVzeVpjSFYxbGJuTXpzNU81dTgzYjk3QXo4OFBDeGN1Rkdxb0szTG56aDNvNnVwaTNicDFjcE8zTldyVUtIRFY4cmx6NStEaDRRRWd0NjlHWm1hbXlxdWNtelJwSWxjQzV1SERoOEtrajRlSEJ3d01ET0RtNXFid3RlcnM3S3gwc3Ztbm4zNVN1VUd4dW9LQ2dtQnNiQ3lVMlZISHRXdlhDcncrLzRwZVJYeDlmWVhIWEJWRkhSL2V2MytQYWRPbVFVTkRBNXMyYlZKN3dsZ2tFcWxka3o4OFBCeDZlbnBGN291a1NISEhwWkpnYTJ1TFRwMDZJVEF3RU1uSnlSZy9manlBM0lDcU5NaDM2ZElsbkQ1OUdqLy8vTE5jejVhNWMrY2lJQ0FBUzVjdUxWSmo5YUlxaVRGWm1lSzhqejZtdlh2M0lqbzZHczdPemtVTzZBQzVaZjN5Qm1mbnpKa0RJRGY0SGg4Zkwvd3Q1ZUxpZ3NhTkc4dGRQbno0Y055L2Z4K0xGeS9HNU1tVGtabVpDVHM3TzN6MTFWZll2SGx6a2M2dFI0OGVDQTRPQnBCYi9rOWFlclU0dnYvK2UySENYOVhKNWJMdzlPbFR6SjgvSDgyYk44ZStmZnZnN3U0T1QwOVB0ZmRqWTJPamNKR0hzN016SGo5K0xDd3k4UFgxeFlzWEwrRGk0b0lmZi93UkFMQnc0VUswYWROR3BueWpOQ3RQMnJPdnZEMUhwZm41WGhJV0xGaUE2OWV2WTlteVplaldyUnRFSWhIcTFLbURjZVBHNGRLbFMwaFBUOGY4K2ZQeDhPRkRMRml3UUNpemEyRmhnWU1IRDJMU3BFbDQrZktseW9HUEpVdVdZTStlUGNqS3lvSzV1VGwrK2VVWE9EZzRxRjE2OWVMRmkwS0ozc2pJU0FBb01BZ1pGUlVsYy8zSWtTTUI1SllBalkrUEwvQllWNjllTGZRN2FVQkFBSHIyN0Zub2VVdjM4L3o1Y3h3OWVoUmJ0MjdGMDZkUFlXRmhBV2RuWnd3WU1BQWZQbnpBbWpWcmNPVElFYng5K3hiMTZ0V0RvNk9qM0hkYkFIajI3QmwyN05pQnMyZlA0dW5UcDlEUTBFRHo1czNoNk9nbzA3UHV3b1VMR0RKa0NBd01ESERuemgyWlBwZFBuejVGaHc0ZG9LdXJpeHMzYnBSWUtVUWlJbElmZ3pwRVJQVFp1bjc5T3VMaTRqQng0c1FTYTJ6NjdOa3pBRkNycWJPMnRqWUdEQmlBUFh2MjRNcVZLL2o2NjYvVk9tWmFXbHFCTmJ5VGtwSWdrVWp3NE1FRG9SUlZmalkyTmxpN2RpMG1UNTRNVFUxTkhENThHQ2RPbkVEbHlwVUxyTWVmbUpnb3M1SmVTazlQRHkxYXRNREZpeGN4YnR3NHBLU2tZT3ZXcmVqZHUzZWg5NmRPblRvNGNlSUVoZzhmanUzYnQrUHExYXZZdUhHamtQWHc0Y01IWWR0dnYvMFdBQXJOaXBIcTNMbHpvZHYwN05rVEJ3OGV4TVdMRjJXYXRlZVZtWm1KR3pkdW9HUEhqbXBQb0tTbHBXSHUzTG13czdPRHI2OHYrdmJ0aXpObnp1RENoUXRxUC9mNW5UNTlHcGN2WDhhY09YT1VUcVNLeFdMbzZ1b3F2Rzd1M0xseS9VMlVlZnIwcVRCeFZwam82R2lFaDRlalg3OStSUW9RM3JsekI5ZXVYUk1tMG5KeWNqQnAwaVNNSFRzVzF0YldLbVZyT1RzN3E1VnhVcFR4SVNjbkIxT21UTUdUSjA4d2R1eFlmUEhGRjhJS1oyWHluN3RJSkZMNi9FaExVU21UdC85RWZ1cE9QQlozWENvSlU2ZE9CWkRiZTZkOSsvWkNRSGI4K1BGNDgrWU5VbE5UTVcvZVBOU3JWdzlUcGt6QjI3ZHZrWktTZ3RUVVZLU21wdUw5Ky9lb1Y2OGVidDY4aVQvLy9GTm0wcW8wbGNTWXJFaHgzMGNmUzNKeU10YXRXNGZhdFd1WFd0YUl1aFhFQncwYWhKRWpSMkwyN05rQWdBMGJOaUFtSmtacHJ3OVZtSm1aQ1ZtYTBrbFBkWjdQNGxDVVplRGs1RlNzKzZPT09uWHFZT1BHamZqbW0yOWdaR1NFaUlnSUdCc2J5M3hmMkxwMUs3Nzg4a3NNSERoUTd2WkRoZ3hCUkVTRTBvVVRtcHFhOFBIeEFRQ2twNmRqMWFwVk1EVTFGZnFCZmZqd0FidDM3OGFZTVdPRXo2eWNuQnpzM3IwYkppWW1RcmJMZitrNUtzcm5lN3QyN1lUTXdkRFFVSnc5ZTFhdFl6bzVPY0hhMmxyb0hUbDc5bXhVcWxSSitNN2w3ZTJOeFlzWDQrelpzMmpXckJsMGRIVGc0T0NBOVBSMG1jeEpBSGowNkJFNmRlb2swMCt4TUUyYk5rWGJ0bTNoNE9DQVFZTUdGVGxndFduVEpvU0VoTWhjTm0zYU5LWGJTOHZrU1VtRE9yYTJ0a2hKU1ZGNG13Y1BIaUEwTkJSV1ZsWm8zTGl4d20zQ3dzSVFIaDZ1OUROZUdYZDNkK3pZc1FOdDJyUkJSa1lHSGo1OGlISGp4aUVnSUFCYnRtekI1Y3VYMGI1OWUranA2ZUhodzRlWVBuMDZLbGFzaUg3OStzbnNaL0Rnd1hqOCtERnExcXdKS3lzcnhNWEZJVFEwRkdQR2pCRytqd0xBMTE5L2pXSERoaUVnSUFCdWJtNHlmYUZjWEZ5UWxaV0ZGU3RXTUtCRFJGVEdHTlFoSXZyTVpXVmw0ZHk1YzdoeTVRcWVQMytPbHk5ZkNqOEF5OHB2di8zMlVZNXorZkpsQUVDWExsMUtiSi9TWGdENXl3UVZwa3VYTGtXZVBFMU9Uc2E3ZCs4UUVCQWdsSnpKUzdxcU1EdzhYT2xraG9hR2hqQ0JHaGNYQjJkblo5U3JWdyt1cnE2b1ZhdVcwbVBuLytFclZhOWVQZno0NDQ5WXRHZ1JKQklKdG03ZHFuS3dBQUFhTkdpQTRPQmdPRGc0NE1xVksralpzeWVXTFZzR0x5OHZ2SHIxU3RoT09tbFNVclg4Z2YrdEhENSsvTGpTb0U1SVNBZ3lNakxRdjM5L3RmZS9jT0ZDSkNVbDRhZWZmb0t2cnkrcVY2K09LVk9td05IUkVaY3VYU3B5bzJrZ3R4eUl0YlUxNXM2ZGkyZlBucUYyN2RweTIrUU5Hcng4K1ZLNGZOR2lSYkN5c2xJNWM2QldyVnBZdEdnUktsYXNLT3pIek14TTRRcGE2WXBYWlk5blllN2R1NGVsUzVkaXpKZ3hNRFkyeHV2WHIvSGJiNytoYjkrK1Jlcm44ZXV2dnhiYVk2d280NE9MaXd0T256Nk5ybDI3cXB3NWszL2lUeVFTRlRweHBXN1pMRWRIUjdXMmx5ck91RlJTM3I5L2o2ZFBuMkxvMEtIQ1pYRnhjYWhkdXphbVQ1K09xS2dvYUdwcUtoeW50TFMwWUd4c0RFMU5UZnp5eXkvbzE2K2Z5dVY2aXFNa3htUkZpdnMrVWtaYWpxZ2c2cFJ2V3JKa0NSSVRFN0ZseTVZQ3N4MlZrZmEva3BvOGViTFFLMGxLSXBHbzlWek9uejlmeUpyNzU1OS80T0hoZ1VhTkdtSFlzR0Z3ZFhWRlRrNk9XdWVZdit6Yng2REs4NVJYYVdmNWpCa3pSdmozdlh2MzBLUkpFeUhZSUJLSmNQUG1UWGg2ZXVMbHk1ZFl2SGl4elBNbEVvbWdxYW1wVXNiRm5UdDM4UDc5ZXl4WnNrUUlsaVltSmdLQVRDWmtZR0Fnb3FLaXNHREJBclV6T1VwS2FUNUg2bjYrQTdtQkMybnc0dWJObXpLVDg2cHdjbkxDbWpWcmhMOGJOR2lBNWN1WEE4Z2RFOWFzV1lPV0xWdktCR3JhdDI4dkJPVHl1bkhqQnZ6OS9WWHFOeWxsYjI4UGUzdDd0YzVaa2VQSGp3di9Mazc1dFpVclZ5bzl4dXpac3hFYUdpb0V3aFJ4Y1hFUk1tdlZjZXpZTWZ6OTk5K29XYk1tUkNJUkpreVlnRk9uVHNIQndRRWFHaHE0ZE9rU0xDMHRrWk9UZzJuVHB1SDQ4ZVBZdG0yYlhGQ25aY3VXMkxGamg4eDNFK25qNGVucEtmUFpzbkxsU2dRRkJjSEh4d2MvL1BBRHZ2enlTNFNHaHVMWFgzOUYyN1p0VlM3VlMwUkVwWWRCSFNLaXo5U0xGeS9nNnVvS1B6OC92SHYzcnF4UHAwemN2MzhmQU5Dc1diTVMyZCsxYTlmZzVlV0ZtalZyS3UwRm8welRwazBCUUtiSnJxb1NFaElna1Vqdy9mZmZvMHFWS3VqV3JadHdYVlpXRnA0L2Z3NGdkNUphdXNwVkdZbEVnaGt6WmlBeE1SSEhqeDlIaFFvVmlsU3FSRTlQRCtucDZUQXhNWUducHlmKytlZWZBbjhNSzJKbFpZWEF3RUJzM3J3Wmh3OGZocjI5UFFZT0hBaVJTSVFOR3piQTM5OWZadnVYTDE4aU5qWlc2ZjQ2ZE9pZzB1cDJJeU1qREJzMkRQNysvbmo5K2pXcVZhc210ODIrZmZ1Z3E2dXJkdkR1d0lFRE9IejRNTnpkM1dYMnUyREJBaHc1Y2dST1RrN1l0R21UV3Z2TXExT25UdkQzOTRlam95TUNBd054OXV4Wm9TUWdrTnZuQXZoZnI0K1NlTzNublNRNmVQQ2drRDBsSlJLSnNILy9mZ0JGbjR6dTBLRURKQklKN3R5NWcrN2R1d3VOcnhzMGFLQ3c5TnJldlh1eFk4Y09uRGh4QWxXclZwVzd2cUJBcFZSUnhvZGh3NFloT0RnWWUvZnVGUUl2ZVNlVDh2TDI5c2FwVTZma0xzL096aTQwc0ZaWXY2ZjhpaHJVVVdkY21qRmpodHhsMTY5ZkI1Q2JBYWFvRkptMEhJNmkyeTVac2dTMWF0VkNXRmdZSkJLSlRQQWpLaW9LZmZ2MlJiOSsvVkNsU2hVMGFOQUFsU3RYUnVYS2xXRnFhb3BLbFNyQnhNUUVGU3RXRkFMV3g0NGR3NTkvL2xta1FLeTZTbkpNbGlxSjkxRmhGQVVxVHA4K0xUU0ZWMFZJU0FoOGZYMWhaR1FrOUJwUmxYUVN0WDM3OWtJbXdJWU5HeFJ1bTVPVG8xYTJrblR5UHprNUdaTW1UWUpJSk1LS0ZTdWdwYVdGalJzM1Fpd1dxN3d2b09DZ1RrUkVCSUtDZ2xUT0lDMUlabVltZnYvOWQ0aEVJdUd5L0VGZFIwZEg5TzdkVythMVhkVDNmRkVrSlNYaDFhdFhNaFBJMnRyYVFqK3I5ZXZYbzJuVHBoZ3laSWh3L1ljUEh3cGR3SEQwNkZIVXJWc1hYMzMxRlc3Y3VDRlRYakVtSmdZQVpES0ZXN1ZxaGJsejV4YVlnU0ZWSHA4amRUL2Y4OHRiTms2UnRMUTBiTm15QlpzM2I0YU9qZzRXTGx4WTRQa3NYcndZaVltSjJMNTl1N0FJb2lEUzhUN3Z0dTNidDhmQWdRUGxNcjZqb3FLS3RHQURVRDBBWFZnV3Jib3VYNzRNVFUzTkFnUDEwa3h6ZFROMW5KeWNVTE5tVFFDNTc2MEZDeGJnMUtsVFNFcEt3cnAxNjRTTVgwMU5UY3lhTlF2SGp4OVhtR1h2N2UwdEZ3eWZNV01HdG16Wmd0dTNiOHRjWHIxNmRUZzVPY0haMlJtclY2L0c5dTNiNGV6c0RDMHRMWGg2ZW43UzJhSkVSSjhMQm5XSWlENHpJcEVJcTFhdHd0cTFhNUdlbmw3V3AxT21Ycng0QVFEQ0Q2WGlpSXFLd3RpeFk2R3RyUzAwajFXSHRJUkIzc3dKVlVna0VqeC8vaHhkdW5UQjgrZlBZVzl2ajZDZ0lLSDB3NzE3OTRSYTVCY3ZYb1JZTEM2d3g0ZXJxNnZRZUw1Tm16WUFWQ3RWWW1wcUNsdGJXK3phdFV2bThyQ3dNT1RrNU1pczZGWFZEei84Z0w1OSsyTE9uRG1ZTldzV05EVTFoVHJzaW43c0h6MTZGQzR1TGtyMzkvejVjNVd6VUdiTm1nVS9QeitzVzdkT2JuSW1MQ3dNd2NIQkdEMTZ0RXlkOGNKY3VYSUY4K2ZQUjkrK2ZlVW01WTJOamJGNjlXcE1uandaN2R1M3g3aHg0NVR1NTk5Ly81WHJYU0R0THlMMTNYZmY0Y0NCQXhnOWVqVE9uajByM0cvcHBKTjBRa0U2dVZ5clZpMnNYNzllTHB0SzJlWEtLRm9kL2R0dnZ3bVRPZElnZ2FvMmJ0eUljZVBHb1g3OStqQXdNRUJZV0JpNmQrK082T2hvQUVERGhnMWhiR3dzZDd1RWhBUlVxbFFKWGJ0MlZldDRlUlZsZkdqVnFoVXVYcndvRThEbzFhdVh3bTJWbGNISnlzb1N5Z1VwVTVUZ2IxR29NeTc1K3ZvcXZlN1lzV05xMy9iNzc3OUhyVnExaE1tK2poMDdBc2lkR0V4TVRFVHo1czB4YU5BZ2xmb2RTYlBRdW5mdlh1aTJ4VlhTWTdKVVNieVBDcE8vRHcyUW14V2xhbERuN2R1M1FyK1QxTlRVQWtzRktpSU42bGhaV2NIS3lncUFiRkJIMGJpdjZMSmp4NDdKdk9aNjllcUY0OGVQSXlzckN4TW1UTUNUSjA4QUFIMzY5QUdRMjBldElLYW1wckMwdEZUYXV5c25KMGNveWRTMmJWczhmdndZV2xwYW1EeDVNdXJXclZ2Z3ZoWEp6czdHaFFzWEFPUk93bnA3ZTJQNjlPbkN1SkwvODhQUjBSR3RXcldTdWJ5MGd6b3BLU2xDNEZzNkh1bm82QWlCWEttcFU2ZkN6TXdNMWFwVms3a3VOVFZWYnZ1OHpleXpzckx3ODg4LzQ4MmJOd2dQRDVjYmg4UEN3b1JqdjNqeEFqVnIxb1NGaFlYU25uRGw1VGtxeWM5M1ZZbEVJdXpidHc5cjE2NUZVbElTSEJ3YzRPVGtWR0JRSlNnb0NFZU9IQUdRK3o1U0p3Q1R0eHhmV0ZnWSt2ZnZMNVIzQTNJWHZ4Z2JHd3NsOUFBZ05qWVdGeTVjS0xDMG1TSTVPVGxLTS9wS3NnZGRSRVFFWW1KaTBMbHpaeGdiR3lNb0tBaHhjWEZ5NDY2MEVvSzZtV1Q1TTJVYk5Xb2svRHQva0Y4YTRFbExTME5tWnFaTWtFLzZXR1JsWmVIcDA2ZUlqbzdHbzBlUGhIUEx5TWlReWE2Y1BuMDZEaDA2aEtOSGo2Smh3NGE0ZnYwNlpzNmNLZFBUa29pSXlnNkRPa1JFbjVIazVHVFkyZG5KTkl6VzBOQkE1ODZkMGFkUEgxaFlXTURjM0x4VW02eCtTdDYvZnc4QWFqZXF6dS9SbzBjWU5HZ1FrcE9UNGVQalU2UjY3ZElWcStvRzJtSmlZcENSa1FFckt5dXNYNzhlTmpZMkdEbHlKTTZlUFF0emMzT2NQMzhlQVBEamp6L0MyZGtaRnk1Y1VGb1c0dURCZy9EdzhJQ2VucDVNQ1Q1cFlLWXdTVWxKTWl2OTJyUnBJL3c0ekx0eTh0R2pSN0N5c29Lam95T2NuWjNsOWhNYkc0dFdyVnJKL0xCVVowV2dOQ2dsNWUvdmo2MWJ0NnA4ZXlEM0IvUG8wYU94Yjk4KzJOblpDUlBLWXJFWUN4WXNnSzZ1YnFHcldQTzZlL2N1Um84ZWplclZxeXVkNkJ3K2ZEaE9uVHFGK2ZQbm8wYU5Ha3I3RDkyOWV4ZDM3OTR0OEhnZE9uVEE4dVhMc1d6Wk12end3dzlDS1pUOEV3cDVYL3U2dXJvSzN3dTZ1cnJRMWRVVkprS1ZVZFRYUmlLUkNFR3hFU05HeURXeTkvUHpRM0p5c3RMTU51bmt0YWFtSnBvMmJTbzBpNDZPamtiTm1qVmhiR3lNckt3c1pHUmt5Tnd1SWlJQ3paczNWNWlGK01VWFg2ZzA2VlhVOFVGUlJvbzZzckt5Q2gyRHYvcnFxMklkUTFYcWpFdUtWa2RQbWpRSkFRRUJpSStQVjlpWHFFT0hEb2lLaWlwd1pmWGZmLytOeG8wYkMyV2RwQk9wMGdtNTdkdTNGMzVIZ0ZMcjdaSmZTWTdKVWlYMVBpcE4wbjVTMHZLWWlvTDh5a2d6cVFvanpZN0p5c3JDNnRXclViTm1UVXllUEZsbUd4Y1hGN1JvMFVLbTdGMmRPbldRbloyTktWT21DSytma3ZEUFAvL0EyOXNiUVVGQlNFaElBSkM3dXQzQndRSDkrdldEbnA2ZTNQa3BrcmNjMVo0OWUrRHE2aXFNWGExYXRZS3pzek42OU9naGxMMzZGUHp6eno4eUpSRUJZTmV1WFVxZmMwWGx1QURJOUxuS093NzQrZm5oOWV2WEdEbHlwTUplWVpjdVhZS1ptUmxTVTFOeDdOZ3hoUUZKNlhtV3ArZW9KRC9mVlRWNDhHQmN2WG9WZmZyMHdjcVZLd3Z0VWZmMDZWTzVzVWFWakc1M2QzZjgrZWVmTXR0V3JWb1ZjK2ZPbGRudXdJRURxRnExcWt6V2NuSnlzakNPcVpQTm5KbVpxZlR6dnFEeWErcVNMa3lRQnF4OGZYMFJHQmlJMU5SVS9QREREekxuQXlqUHBsTEd4TVJFNXUrOHozSCsva3A1cjh0ZnpqVWtKQVR1N3U2NGVmT21rTm1WVi83dit0cmEybkJ6YzhPQUFRT3dZc1VLMUs1ZEc0c1hMMWJyM0ltSXFQUXdxRU5FOUpsNC8vNDl1bmJ0aW52MzdnSElMVVV5WWNJRU9EczdvMDZkT21WOGRyS1NrNU0veW5Ha2s2L1oyZGxGRG1SRlJrWmkwS0JCU0V4TXhLNWR1ekJnd0lBaTdVZjY0MHJWaHV4UzBqSVdyVnUzUnBNbVRiQnQyemFNSHo4ZW8wZVB4c21USi9IcnI3OEtFMTlyMTY3Rm9VT0hGRTRnQmdVRllmYnMyV2pUcGcwNmRPaUFuVHQzQ3RmMTdkdFhwVDVMWjgrZWxjaytTRWhJVURqQkxTMlJwcXdFbHJROFJWRjd5MGd6aktUeXJ4eFdsWXVMQzRLQ2dqQjU4bVNFaElUQTNOd2NxMWV2eHMyYk43RjA2Vko4K2VXWEt1M24vdjM3R0Rac0dDUVNDWHg5ZmVWK25PZmw2ZW1KdTNmdll0eTRjVGgwNkJCNjl1d3B0NDJpeVZKRms2SXpac3pBbVRObkVCZ1lDQzh2TDB5ZVBCbFpXVmtBRksva25UZHZudEpBMWJObnp3cGQxYXBvZ3VUWXNXTjQ4T0FCV3Jac2lWMjdkc210bUEwSkNVRnljckpLUFFVYU4yNHNCQTJqb3FLRUNaNTkrL1lwUE8vSXlFaUZLN0JWelZvb2lmRkJYU0tSQ0RrNU9ZVk95cWxUMGdwQWtUTlVpam91U2IxNzl3NzYrdnBGdmowQTNMcDFDL3I2K25qOCtESHExYXVIb0tBZ21KaVlDTy96dkwxWEN2S3hnam9sTlNiblZaTHZvOUt5ZXZWcW5EOS9IZzRPRHRpN2QyK3BIRU02Y1I4YUdvclZxMWZqcTYrK2twdk1kM0Z4UWVQR2pXVXV6ODdPRnJJYXhvOGZqeXRYcmdpcjA0dmowcVZMT0h6NE1McDI3WXBhdFdyaDl1M2JjaVVWOC9jQ1VpUnZ3Q0ExTlJWTm16YkZxRkdqTUd2V0xIVHUzRmxwdGw5WmF0MjZOVTZjT0FFQThQRHd3TGx6NTNEOCtIR1pzVElnSUFEZHUzZVhDMElDdWIzbEhqeDRnTU9IRDhQSXlFam11dXpzYkd6WXNBRjZlbm9LRjM2OGVmTUc1ODZkZzYydExlTGk0ckI3OTI3TW1ERkQ0ZWRhZVh1T1N2THovZkhqeDBLZng0SklNNEZhdEdnaFpOOG9NM1BtVEl3ZVBSb3BLU21vVjYrZVVBcTFmZnYyU0VoSXdPelpzOUdyVnk5TW1qUko3cmJTMTBGUkZqNlptSmhnMHFSSjJMSmxDL3o4L1BEZGQ5K3BkTHZrNUdSaFlVWkFRQUNBM0NEY3pwMDdoYi96MjdObkQ0RGNRSldOalUyaHgzajM3aDMyNzk4UGZYMTk0YngyN2RxRjlQUjBvZCtqTkxDVG1wb0tBRVhxTlZaY3YvNzZLeVpObWdSRFEwTk1uejRkVmxaV3FGdTNMdXJWcTZld1A1TlVsU3BWb0tPamcrenNiSHp4eFJmRlhyaENSRVFsaHlNeUVkRm5Zc1dLRlVKQXAzTGx5dkQzOS84b3BXZytaZExWZU1uSnlRcjdiaFRtM3IxN0dESmtDRkpTVXVEajR5UFhTMFFkYjkrK0JTQy80cTR3Rnk1Y2dLYW1wdERNZmRDZ1FaZzllemE4dkx6ZzYrdUxpSWdJL1BEREQ5RFgxOGZBZ1FOeDdOZ3h4TWJHeWdVa2F0YXNpVHAxNnNEWDExY3VrK1QzMzM5SFRrNU9nVDBNdnZubUcxaGJXMlBCZ2dYQ1pjcCsrRW5yZkNzcjM1Q1dsZ2FnK0JsVXhXVm1ab1lkTzNiQTF0WVd0cmEyR0Rac0dEWnMySUF1WGJvb1hSV2MzNjFidHpCeTVFaWtwYVhoeUpFak1pVkdGREUyTnNiaHc0ZlJ0MjlmakJvMUNsdTJiTUdJRVNPS2RQNGFHaHJZdkhrenVuVHBnc2pJU0FEL0M1Z3BtbEJ3ZEhTVUMwcEt4d2dMQ3dzNE9UbGh6NTQ5aUlpSUVDYU5rcEtTMEtKRkM3UnQyMVp1ZnhrWkdYQjFkUVdRVzlhdnVBM3FMUzB0Y2V6WU1ZakZZa1JGUmNtZDYvMzc5NkdscFlWR2pScGg5ZXJWR0Rac0dBSUNBckI0OFdKRVJrWWlQVDFkTHVCWGtPS09EMFdoNmlyZWoxWDZwS2pqa2xSc2JLeEsvWXNLc21mUEhvd1pNd2E5ZXZXQ201c2JUcDA2aGUrKyswNm1aRmxCemNZWEwxNnNkaG13NGlpcE1WbXFwTjlIQlZGVVprODZIaGZrNE1HRGNITnpROHVXTGJGcTFhcFNDK3BJQlFVRkFZREs1UlYxZEhTUWxKU0VtVE5uWXNXS0ZVTG1aWEVOR3pZTWRuWjJxRmF0R2h3ZEhlVjZVaFRGanovK0tIeSt6Sm8xUytFMmlqSUpObXpZb0xUL1VHa3dNVEVSSHYrZmYvNFoxYXBWa3dsc0pDUWs0UGp4NHpoejVnd09IanlJMXExYnk5eGVHdWp0MmJPblhCRDc0TUdEaUkyTnhjeVpNeFVhWE9NUEFBQWdBRWxFUVZTT0gxdTJiQkVDZGNuSnliQzN0OGZ1M2J0bE1pS2svcXZQa1NxZjcwK2ZQbFhyZUtwc0d4RVJnZnYzNzJQcDBxV0lpWWtSZ2pwQTduZTJodzhmSWlRa0JLMWJ0MGE3ZHUzVXVVdUZtajkvdnRCNzBNcktDdlhyMXkvME52SHg4VUl3U1ZHZ3FTQ1dscFlxQlhYV3IxK1A5Ky9mdzhIQlFYamVkWFYxc1gvL2Znd2VQQmpMbGkxRHc0WU5ZV05qSTVRQUxJdnZ0K3ZXcllORUlvR1BqNC9NUW9LQ01uRnpjbkx3d3c4L0lDY25COTkrK3kxT25UcUZqUnMzeW56WEp5S2lzc09nRGhIUlorTG16WnNBY2dNNjE2NWRRNE1HRGNyNGpNcWVoWVVGTGwrK2pKaVlHTFVuYmNQQ3dqQnMyRENrcDZmajhPSER4VjZsS1czNm03ZnBiV0dTazVQeHh4OS9vR1BIampJcllaMmRuVEY4K0hBNE96dERVMU5UK0NFN2FkSWsrUHI2WXNXS0ZUS3JUZ0dnZWZQbUNBNE9Wamg1MjZGREI5eTdkdzhUSjA3RW5qMTdsRTRvVjZwVVNhWW12akluVHB5QWtaRVJXclpzcWZCNjZVckcvS3QzeTRLMXRUVmNYVjJ4ZE9sU2hJZUhvMkhEaHRpL2Y3OUtLeFdEZ29MZzRPQ0E3T3hzK1BqNHlOVkVWOGJTMGhKSGp4N0YwS0ZETVdYS0ZJU0ZoY0haMlZudE92a0E4T1dYWCtMbXpadW9WcTBhZ1AvOWVGZVVDYUtqbzFOZ2hzaVlNV093WWNNRytQajRZT3JVcVFDQVZhdFdJU01qUTJFdm8zWHIxdUg1OCtld3RiVXRrUUN5aFlVRktsZXVqRmV2WHVISmt5ZHlyOE1xVmFvSXo0dXhzVEhNemMyRmZqdm01dVlxVFU3blAxNVJ4NGU4MUNubElwMlVLeXhUUjlrSzQ1SldsSEZKS2lVbEJURXhNWEwxL3RYVnBVc1hCQVVGWWZqdzRjSllwa3E1cExKUWttT3lWRW0vandyU3JGa3p0VzhUSGg2T3VYUG5va3FWS2podzRFQ3BaN1dscDZkai8vNzkwTlBUVXlzejl2RGh3MEpQdHBKUzBPcjJvbEtsdjFMKzNqNGRPblRBeElrVFpiTFJTckpmU0VGeWNuSncvLzU5dVpLUVZhcFV3Y21USjJGcmE0disvZnZqM0xsek1yMVEwdFBUb2FXbEpUZldwYVdsWWMyYU5UQTJObGJZY3lZeU1oSTdkdXhBKy9idDBhVkxGK1RrNUtCNTgrWll0V29WK3Zmdkx6ZFcvWmVmbzhJKzMzdjA2RkZnYWN1ODUxRllHVXlwYmR1MndkemNIUFBuejhlTUdUTmtyak13TU1ET25UdlJyMTgvVEpreUJaY3VYU3JSNEVYRmloV3haY3NXMk5uWndjN09EaWRPbkZCWW1pK3ZtSmdZSVRNb0lTRUJxYW1wNk4yN04zUjFkUkVRRUNEWEZ6RTdPeHVPam80NGV2U29TbjJwN3Q2OWk1MDdkOExRMEJDTEZpMlN1VTVmWHg5K2ZuN1lzV09IRUVSNTkrNGRORFEweWlSVFI5cUxNUC9pbGt1WExpbTl6WTRkT3hBYUdvcUpFeWZpNTU5L3hyVnIxN0Jod3dZTUhUcVV2eU9KaUQ0QkRPb1FFWDFHdExTMDRPL3Z6eS9pLzY5dDI3Yll2MzgvUWtORDBibHpaNVZ2ZCt2V0xRd2ZQaHhpc1JqKy92NGwwdC9pMXExYkFOUXJTK0hyNjR2TXpFeU1HVE5HNW5JdExTMUVSVVhod29VTEdETm1qRERKMGE1ZE8vVHMyUlArL3Y0WU5XcVVYQ0Nxb05YNHBxYW1lUGZ1SGV6czdQRFhYMzhWZVhJc0pDUUU0ZUhoR0R0MnJOSWdoYlQ4bnFHaG9jcjd6VnNidkNqMTBKWDU5OTkvRVJnWUtQejk2dFVyL1BycnI1Z3dZVUtCRXpzQkFRR1lNbVVLZEhSMHNILy9mdFN2WDEvcGVVbWJMT2VWbEpTRTMzNzdEYmEydHRpMmJSdTZkdTFhNU1seDZZUVA4TDgrTVlwSzIvM3l5eS80NVpkZmxPNm5WcTFhbURKbENseGRYZEd6WjA4OGVmSUVlL2JzRWNyMjVSVWFHb3JObXplalNwVXFCZTVUSGYzNzk4ZUFBUU1RR1JrSmtVaUV1blhySWlRa3BFVDJyVWhSeDRmOFZxMWFwZksyMHNCVFlhVUgxVjF4WEZSRkdaZWtBZ0lDSUJhTDBhMWJ0MktmUjZOR2plRG01b1pSbzBZQkFBSURBMHMxVytuQmd3Y0lDZ3BDaHc0ZDFCcmZTM3BNTG8zM1VVSHlsdDFVVllzV0xUQmh3Z1RZMnRxcVhKS3lPSll1WFlyNCtIaE1tellOWm1abUt0K3VwQU02WlVsUnp4TXpNN05DZTZFVXBLaXYrWmlZR0h6NDhBR05HaldDU0NTU3VhNXAwNlk0ZWZJa0RoOCtqQVlOR3NoY241cWFDZ01EQStFeUxTMHRhR2hvd04zZEhmSHg4Vml5WkluY1oyWnFhaW9jSEJ3Z0VvbXdaczBhQUxuOTF0YXRXNGNCQXdiQTN0NGVRVUZCYW4xM0tDMmw4Undwb3VybmUwbHhjSEFvc0p4bXUzYnRNSFBtVEhoNmVzTEx5d3V6Wjg4dXNXTm5aMmVqVDU4KytQbm5uK0hpNG9KKy9mcmg0TUdEU2o4TG5qeDVJdE9MUjF0Ykc2YW1wamg2OUNpKy9mWmI5T25UQjN2MzdvV1ZsUlVBNE9IRGgvaisrKzl4Nzk0OWVIbDV5ZldNeXUvZHUzY1lQMzQ4UkNJUmxpeFpvbkNNTVRVMWxlbEJrNUtTQWdNREE3WDZSSllVTXpNenhNWEZJU0FnUVBnTzhmanhZNlU5Y2g0L2ZveVZLMWVpWXNXS1dMcDBLU3BXckloRml4WmgwYUpGbUR0M3JsQitVY3JQencvTGx5OUhkblkyWEYxZE1YcjA2RksvVDBSRW56c0dkWWlJUGlNVEprejQ3RXV1NVdWall3TU5EUTJjT1hNR1AvNzRvOHEzR3pwMEtGSlRVMUczYmwyNHU3c0xEYXp6TzM3OHVNcjdEQW9LZ3FhbUpucjM3cTNTOXUvZnY0ZUhod2ZNemMzbHluTTllZklFOCtmUGg2bXBLWDc2NlNlWjYxeGRYZEdqUnc5TW5Ub1ZJU0VoQ251T0tGS2pSZzM0K1BoZzRNQ0JHRGR1SEU2Y09LRjJuNHk0dURqODhNTVAwTlhWVlZxeUJQaGZDU0JWU2o2SnhXS3NXYk1HTld2V0ZDNVROb211VHFiTDQ4ZVA0ZUhoZ2NPSEQwTXNGbVBDaEFubzJMRWpuSnljTUgvK2ZHemJ0ZzB6Wjg2RW5aMmR3Z21Vdm4zNzRwdHZ2c0gzMzMrUExsMjY0TjI3ZDFpM2JwM2NkZ3NYTGtTblRwMWttbnBMdFd2WERtZk9uTUh0MjdlTG5lMGdKUzJucGVpY0ZmV2FrVTZxcGFXbFFTS1JZTm15WmJodzRRS0dEaDJLNU9Sa1dGdGJDelhqcFZKVFV6RjkrblNJeFdKaFFycTQ0dVBqY2YvK2ZkeTdkdzkvL2ZVWEFLQjM3OTZRU0NRS0g5ZVNVTlR4UWNyYzNCeVdscFpxOVhLUnJxVE5PMUduaUNvcnF2TXFhcUJUM1hGSjZ0V3JWMWkxYWhYMDlmV0xYRDR3cjdkdjMyTHg0c1dvV3JVcXFsV3JoZzBiTmlBeE1SRnVibTdGM3JjaWZuNSsyTFJwazFwamVFbVB5YVh4UGxLbVhidDJHRHQyTEVhT0hLbjJiVFUwTkZUcVNWSVVvYUdoQVA2WHdiWjU4MmI0K1BpZ1hyMTZLdmRTSXRVVTVUVVAvRzhSeHZidDI3RjkrM2FsMjNsNmVpcThYUHE2ZG5kM1I1Y3VYYkJseXhaVXFsUkpidHhNVFUzRnFGR2pjUC8rZlRnN084dVU5dXJjdVRObXo1NE5EdzhQREI4K0hNZVBILzhrTW4wL3RvSSszMHRLWVZta0FMQm8wU0xVcjE5ZkxyaGRWQzlldk1DT0hUdHc4K1pObkQ1OUduUG16RUZtWmliV3JGa0RHeHNiT0RrNUtleXBKUDJ1a0Q4anFuNzkramh6NWd4R2pScUZiNzc1Qmc0T0R0RFgxOGZPblR0Um8wWU4vUG5ubjRXV2FrMUxTNE90clMwZVAzNk0zcjE3WS9yMDZZWGVqOHpNVEx4NDhhTE1Bc3dUSmt6QTJyVnJNWC8rZkJ3NGNBRDYrdnE0ZmZzMlpzeVlJZmYrbEVna21EVnJGakl5TXVEczdDeDhIM2R3Y0lDWGx4Y3VYNzZNUTRjT0NjOXhXRmdZWnN5WWdlN2R1ME1zRm1QV3JGbG8xNjRkR2pWcTlOSHZKeEhSNTRSQkhTS2kvekNKUkNMOFcwTkRRMkhEMmM5WmpSbzFZRzF0amZQbnorUEpreWNxQnppazVjR2VQSG1DSjArZUZQczhvcU9qY2VQR0RkalkyS2o4WTIvdDJyVklTRWlBbTV1YlRMbWJOMi9ld003T0Rzbkp5ZGkzYjUvYy9wbzFhNFlGQ3haZzllclZHRGh3SUFJREEyRmhZYUhTTVR0MzdvekZpeGNqS1NsSlpwV2hXQ3d1OUxaUlVWRVlPWElrNHVMaTRPcnFxalJiVEpyOXBLbXBLVk9xSlQ5cFpzNjMzMzZMR3pkdXdNUERBNmFtcG1wUG91Yy85cmx6NStEajQ0UFRwMDhqSnljSHJWdTN4cXBWcTRSTURXdHJhN2k0dU1EUHp3K09qbzc0NmFlZk1IandZQXdkT2hUZHVuVVRKaFVxVktpQWd3Y1BDdnV1V0xFaXBreVpJbmZNaFFzWG9rbVRKZ3F2QTRBR0RScklQVmJIamgyVGE1cXNxdURnWUFDS1Y2Mi9ldlVLNTgrZngvUG56eEViRzR2WTJGZ0FnSk9URTJiUG5vM3QyN2ZEenM0T2ZmcjBnWWVIQjREYzEwUk9UbzVNMXRMYXRXc1JIUjJOR1RObWxFZ3dLaWNuQjIzYXRCRkt5M3o1NVpjWU5td1lPbmJzaU02ZE8rUDY5ZXZGUG9ZaVJSMGZwT2JPbll1NWMrZXF2TDFZTEJZYVpLdlQrNmUwRkdWY0FuTEhSVnRiV3lRa0pHRDU4dVVLbTZTckl6azVHYmEydG5qeDRnVUNBZ0xRc21WTERCOCtISWNPSFJMS3NLV21wZ3F2MS95azQ3VTZybCsvRGlNakk3V3lqRXA2VEM3cDkxRkJoZ3daZ2lGRGhwVG9QaU1pSXJCeTVVcVZ0ODB2T0RnWTQ4ZVBoNmFtSnZ6OC9QRFZWMTloeElnUk9IMzZORFp2M2l5VVZpeHQwbXkxMHV4bDlDa295bXNleUIyUDFRMnN4OGZIdzgzTkRVMmFOTUhFaVJNQjVINld4TVRFUUU5UER6Tm56cFRKdG9tSmljSDQ4ZU1SRVJFQmUzdDdoV1d4bGkxYmhvY1BIK0xVcVZQbzFhc1hEaDQ4aUlZTkc2cDFYcCtDMHZwOEwwaitES3ZpMHRmWGg3MjlmWkZ1bS9kM3k1VXJWN0I3OTI2Y09uVUtJcEZJcGhmV29rV0xZR0ZoQVVkSFI3aTR1TURIeHdlelpzMkNuWjJkVVBMdHlKRWowTlBUVTFqNjlzc3Z2OFNhTldzd2R1eFk3TjY5RzBCdXlWOTNkL2RDUDM5ZnZYb0ZlM3Q3L1BQUFAyamV2RG4yN05rak16N2s1T1FnS3l0TEpnQW16VjdKek13VU1vYyt0b1VMRjBKWFZ4Zjc5dTFEUkVRRWF0YXNpV1hMbGdtWlZYbjUrUGpnOHVYTHNMUzBsQ2wzcXEydERWZFhWM3ozM1hkd2RuWkczNzU5VWJseVpWeThlQkVTaVFUNzkrK0hSQ0pCM2JwMWNmSGlSUVoxaUloS0dZTTZSRVQvWVhsWGN6ZHQyaFIxNnRRcHc3UDVOTTJaTXdjaElTSFl0R21UMG95Yi9OUmRKVitZVFpzMlFTS1JxRlMvRzhndFliWjE2MWEwYk5rUzQ4ZVBGeTUvK2ZJbFJvd1lnWWNQSDJMSmtpVVlPSENnd3RzdldMQUFFUkVST0hIaUJIcjI3QWtmSHgvMDdObFRwV1BQbXpjUGFXbHBTRXBLZ3BHUkVYUjBkUERISDM4QWdNSWE0YW1wcWRpNWN5ZmMzTnlRbVptSitmUG5ZK2JNbWNKMTQ4YU5nN201T1NwVXFBQnRiVzNjdUhFRDRlSGhHRFpzbU5MU090bloyYmg2OVNxQTNISVpQajQrR0R4NE1BRElQQjVTQ1FrSjBOWFZ4UmRmZkFFZEhSMGhDQ0E5MzJ2WHJpRWdJQUNCZ1lGSVNFZ0FrRnR1YXU3Y3VlamZ2Ny9NdnN6TnpiRjE2MWJNbVRNSEhoNGU4UGYzeDZGRGgzRG8wQ0VZR1JtaFg3OSsyTFp0bTBvOWQ0cXFZY09HNk5Pbmo4eGxaODZjd2NPSEQ0Vy9SU0lScGs2ZENnTURBK2pyNjBOTFN3dlIwZEVJQ1FtQmdZR0JNSEczYU5FaVlRSnB6Wm8xME5MU1FxMWF0VkMvZm4waGlERnUzRGpZMjlzakxpNE9mZnIwUVdob0tDWk1tQUFndDJTYmo0OFBIQndjTUhUb1VOU3RXeGV6WnMzQzY5ZXZoVDQ3cW1TSkZMVE4xMTkvalZXclZxRnExYXBvMjdhdDNJU1ZLa0dkMU5SVXhNZkhBNEJhWlUrS01qNFU1dHk1YzFpM2JoMk1qSXhRb1VJRjZPam9JRHM3Ry8vODh3K2VQWHNHYzNQelFpZllTN0xFb0RMcWprc1NpUVNIRGgzQzBxVkxrWktTZ21uVHBoVzc5TTdqeDQ4eGV2Um9SRVpHWXV2V3JVSmo5b0NBQUZ5L2ZsMllISk8rQjB0Q1ptWW13c0xDTUdEQUFKV3orMHBqVEM2Tjk5RnZ2LzJtMHYzSjY4T0hEMGhKU1lHeHNUSDA5UFJ3OGVKRkFJV3YySC93NEFFZVBIaWc5dkVBNE9USms1ZzRjU0txVkttQ0kwZU9DUDA3V3JWcUJSc2JHMXk4ZUJHM2J0MkNqbzRPZEhWMW9hT2pBMjF0YllqRllodzhlQkJaV1ZrNGN1UUlzckt5a0pXVkJVTkRROWpaMlJWNjNKeWNIRmhhV2tKWFZ4ZjYrdnJRME5EQXMyZlBBRURoUW9UMDlIUmtabWJDME5BUVQ1NDhrUWx1ZTN0N3EvemV5ZXZkdTNmUTA5TXJjTHhTOUR4djJMQkJwVWIzaWhUbE5TOWxibTZ1ZEZFQ2tQdjZTVWhJZ0ttcEtRd01ESkNTa29JVksxWUFBQVlPSENoejI4YU5HK1BHalJ0Q3dFNGtFbUh2M3IxWXNXSUYwdExTTUgzNmRLV1p1SnFhbXRpN2R5OG1UcHlJUC83NEE5MjdkOGVLRlN0Z2IyOWZycDZqa3Z4OFZ5WXFLZ3FWS2xXQ3NiRXh3c0xDOE96WnMxSXBXZmZpeFFzWUdCaWdRb1VLeU1yS1FrUkVSS0hqeHIxNzk0UnpsUGJNNnRXckY2Wk5teWFYTVdwcmF3c3JLeXNzV3JRSVo4NmN3Yng1OCtEczdJeS8vdm9McjErL3h2WHIxekZ5NUVqaHZpVW5KK1BHalJ2NDY2Ky84T2VmZitMcDA2Y3dORFRFOU9uVGtaR1JBVDgvUHd3Yk5nelZxMWRIang0OVlHVmxoZWJObTZOT25UckM5NDQvLy93VGMrYk1RWHg4UEpvM2J3NS9mMys1QUxOSUpFTHQyclZoYUdnSVEwTkQ2T25wSVM0dUR1L2Z2NGVHaG9aS1dUMVNCZjNlVVBjNlRVMU5PRG82S256TjU5OSs0c1NKUXNBMXY3NTkrOHB0TDgzaytmdnZ2NFgzbUNyWjlrUkVWRHdNNmhBUi9ZZWxwS1FJLzViV2pDWlpYYnQyeGRDaFEzSGd3QUZNbWpTcFNJMmlpeU04UEJ5SERoM0NpQkVqWkZZaEZpUW1KZ2E2dXJweXdZTlpzMmJod1lNSG1EdDNMaFlzV0tEMDlob2FHdkR5OHNMVXFWTng2OVl0dGU5emFHaW93a25uL1AwZzB0UFQwYTFiTnp4OStsUW9tWlEzU0dKa1pJU0hEeC9pd29VTHd1ck1DaFVxWVBUbzBWaTdkcTNTNDZlbXB1TGR1M2ZvMkxFanZMMjlDMjJVNitUa3BMQ3h2SFRpNU5HalIvRHk4b0srdmo3czdPd3dlZkxrUW51SVdGcGFZdHUyYlZpK2ZEa09IejZNZ3djUElqbzZHdjM2OVN2VmdBNEF0R3JWQ3E2dXJqS1h4Y1hGeVV6NmFHdHJJeUlpQWxGUlVUTGIxYWxUQnhzMmJCQitiRnRiVzZOV3JWcXd0TFFVQWpsNXkrcnQzYnNYalJvMXd2TGx5eEVTRW9JYU5XcGcvLzc5d3VUMGhBa1RzR0hEQnZ6eXl5OVl2WG8xL3Y3N2I5U3RXMWVtNmZ1Y09YT0tkWDh0TEN3d2R1eFlsYmQzZDNjWHhydW1UWnRpenB3NUdEOStQTTZmUHc4Z3QvU0txa3BqZktoWnN5YnUzTG1Eckt3c21WWEpwcWFtR0RKa0NKWXRXMVpvRnNMR2pSdlZPcWE2d1pXaWpFc3JWcXlBcDZjbjlQVDA0T2JtVmlKOWZ6WnUzSWlvcUNoczJyUko2S2NENUk0ZE5qWTJ3dDhEQnc2RWc0T0R3bjNzM2J0WHJ2Wi9RZTdjdVlQTXpFeGhRbEVWcFRFbW01dWJsL2o3cUNoZXZIZ2hOeDVxYUdnVW1qMWthMnNyWko0Vlp1clVxVExaQ1JVclZrVEZpaFVSR0JnSVMwdExuRGh4QWw1ZVh2RHo4NE9IaDRkSzJhRjVUWmt5UmFXZ2pxYW1KbXJXckltN2QrOEtsMmxyYTZOVHAwNXlZeTZRMjNNdDcrZGUyN1p0aFg4M2E5Wk01Y25iSFR0MkNQL2V1SEdqa0FrSlFPRktkMVY2SDAyYk5rMmxZd05GZTgycktqazVHUzFidHBTN3ZFYU5HZ3JIaUx5ZjV4Y3VYSUNUa3hNTURBeXdmZnQyZlBmZGR3VWVTMWRYRi92Mzc0ZXpzelAyN3QyTFZxMWFsYnZucUNRLzM1V1pQWHMycmwyN0puUFpOOTk4VStqNXFtdng0c1Z5WTI5aHJ6RnBuenhOVFUyTUdERUNzMmZQTGpDenBXN2R1amh5NUFpdVhMbUNqUnMzd3NMQ0FwYVdsbGkrZkRtMHRMVGc2T2lJUFh2MllNdVdMWGo2OUNra0VnbDBkSFRRcFVzWHpKOC9IME9HREJHQ1BzN096dmp0dDkvdysrKy9JeUFnQUw2K3ZnQnlIKytiTjI5Q1YxY1hVNlpNUVZwYUd2cjI3UXN2THkrRndUQmRYVjNVcjE4ZmtaR1JRbmxDRFEwTk5HdldEQXNYTGtTUEhqMVVmZ3pMaThHREI4UFQweE8ydHJZQWNyOGpsOFpyaW9pSVpHbEk4djZhSkNLaS81VHExYXZqOWV2WEFISi9YS25Uc0xzc1NYOEVmU3lKaVlubzBhTUhURXhNY09iTUdaVnFocGVFakl3TTlPN2RHMmxwYWZqcnI3OWdZbUtpOG0zdjM3OHY5MFAzOWV2WENBNE9WbmtDWENLUklDNHVUcTUveDlxMWE3RnQyelk4ZmZwVTRlMlNrNVBoNHVLQ25Kd2NTQ1FTNk9ucHdkcmFXdUVQdUt0WHJ5SThQQndUSmt4UStyaEtKQkprWldVQmdFelpvb0k4ZVBBQURSbzBVS212ejZWTGwzRDE2bFdJeFdKSUpCSm9hMnVqUzVjdXdxcC9JSGNsYktkT25ZcFYwaWNxS2tydEpzaW1wcWFZT0hHaXlsa2dNVEV4TURRMFZLbThpa1FpUVhwNk9qSXlNaUFTaWFDcnE2dFdZM0VndDYrTW82TWphdFNvZ1d2WHJpbDlIdVBqNC9IZ3dRT0ZaVTVLMi9uejUrSHI2NHNkTzNZb3pjSzVkdTBhYnQyNmhRWU5HcUJmdjM1cTdiODB4d2V4V0F5UlNBUXRMUzJWZ29HLy8vNDdMbDI2cEhZUGt3VUxGcUJidDI0WU5HaFFvZHNXZFZ4S1RVMkZrNU1UNXM2ZHE3UzhZbjRlSGg2SWo0L0g2dFdyRlY2Zm1KaUkyN2R2eXdXTTgrcldyUnRzYlcyVjl1bmF1blVyamg4L0xnVDFDck54NDBhc1hyMGEwZEhSUWhrZlZaVG1tRnpTSEIwZGhYSm1oY25KeWNHbVRac2dFb2tnRm91aHE2dUxidDI2RlJqNFhyeDRNZHEwYWFOeWo1NmpSNC9pOXUzYk1xK0RtSmdZaFlFb2tVaUVsSlFVWkdWbElUczdXL2kvdElTVWhvWUdORFEwb0ttcEtmeTdXclZxTW1ON2NIQXdVbE5URmZZeWs5NW5pVVFpZkY0b2s1cWFLdlQyTVRVMXhlVEprL0hsbDErcWRKL3pxbCsvUGl3c0xCQWNISXl6Wjg5aTE2NWQwTkxTUXR1MmJURjM3bHpoSERadTNJaERodzdoNzcvL0xuU2ZIVHAwd0toUm8xUXFBVm5VMTd5cTFxOWZqN1MwTkdSblowTkhSd2NXRmhZWVBIZ3dLbGFzV09odER4NDhDR3RyYTlTb1VVT3RZejU3OWd5MWE5Y3VWOC9SeC9wODkvYjJ4czJiTnlFV2k2R3BxU21VZ0ZXVWJWMlFuVHQzNHVMRmkwcXpKSU9EZzNINThtWGh1MWZ0MnJVeGJ0eTRBbnYrU0NRUy9QVFRUeGd4WWdSYXRXcWwxdm5rOWVyVksvajcrMlBtekptSWpvN0duRGx6MExadFczVHExQW5kdTNjdjlIWCs0Y01IM0w1OUd4RVJFZERVMUJRQ2tDZFBua1JjWEp4S2l4YWszMjNGWWpIMDlQUmtzc1QraTk2OWU0ZWpSNDlDUTBNRHRyYTJLcjIvUzVzNnY2dUlpRDRsR2lyVy9XVlFoNGpvUDh6TXpFeElrViszYmwyQks0VS9KUjg3cUFQa2x2SDYvZmZmWVcxdExiT1NzelNGaG9iaXI3Lyt3dURCZzlVT0JoRFJ4MU1XNDBOWjRiaEVSRVJFNVIyRE9rUlVYakdvUTBSRU1EVTFGUUlrSGg0ZXhTN2Y4ckdVUlZDSGlJaUlpSWlJeWo4R2RZaW92RkkxcUtONnAxZ2lJaUlpSWlJaUlpSWlJaUlxTXd6cUVCRVJFUkVSRVJFUkVSRVJsUU1NNmhBUkVSRVJFUkVSRVJFUkVaVURET29RRVJFUkVSRVJFUkVSRVJHVkF3enFFQkVSRVJFUkVSRVJFUkVSbFFNTTZoQVJFUkVSRVJFUkVSRVJFWlVERE9vUUVSRVJFUkVSRVJFUkVSR1ZBd3pxRUJIUkowZERRNk9zVDRHSWlJaUlpSWpLR2Y2V0pLTFBBWU02UkVUMHlkSFU1TWNURVJFUkVSRVJxWWUvSllub2M4Q1Jqb2lJUGprNk9qcGxmUXBFUkVSRVJFUlV6dkMzSkJGOURoalVJU0tpVDQ2ZW5oNVhXQkVSRVJFUkVaSEtORFUxb2FlblY5YW5RVVJVNmpoalJrUkVueHdORFEwWUdCaVU5V2tRRVJFUkVSRlJPV0ZnWU1DZU9rVDBXV0JRaDRpSVBrbmEydG93TkRSa3hnNFJFUkVSRVJFcHBhbXBDVU5EUTJocmE1ZjFxUkFSZlJRYzdZaUk2Sk9scmEwTkl5TWpaR1ptSWpzN0d6azVPWkJJSkdWOVdrUkVSRVJFUkZTR05EUTBvS21wQ1IwZEhlanA2VEZEaDRnK0t3enFFQkhSSjAxRFF3UDYrdnJRMTljdjYxTWhJaUlpSWlJaUlpSXFVNnhwUTBSRVJFUkVSRVJFUkVSRVZBNHdxRU5FUkVSRVJFUkVSRVJFUkZRT01LaERSRVJFUkVSRVJFUkVSRVJVRGpDb1EwUkVSRVJFUkVSRVJFUkVWQTR3cUVORVJFUkVSRVJFUkVSRVJGUU9NS2hEUkVSRVJFUkVSRVJFUkVSVURqQ29RMFJFUkVSRVJFUkVSRVJFVkE0d3FFTkVSRVJFUkVSRVJFUkVSRlFPTUtoRFJFUkVSRVJFUkVSRVJFUlVEakNvUTBSRVJFUkVSRVJFUkVSRVZBNHdxRU5FUkVSRVJFUkVSRVJFUkZRT01LaERSRVJFUkVSRVJFUkVSRVJVRGpDb1EwUkVSRVJFUkVSRVJFUkVWQTR3cUVORVJFUkVSRVJFUkVSRVJGUU9NS2hEUkVSRVJFUkVSRVJFUkVSVURqQ29RMFJFUkVSRVJFUkVSRVJFVkE0d3FFTkVSRVJFUkVSRVJFUkVSRlFPTUtoRFJFUkVSRVJFUkVSRVJFUlVEakNvUTBSRVJFUkVSRVJFUkVSRVZBNHdxRU5FUkVSRVJFUkVSRVJFUkZRT01LaERSRVJFUkVSRVJFUkVSRVJVRGpDb1EwUkVSRVJFUkVSRVJFUkVWQTR3cUVORVJFUkVSRVJFUkVSRVJGUU9NS2hEUkVSRVJFUkVSRVJFUkVSVURqQ29RMFJFUkVSRVJFUkVSRVJFVkE0d3FFTkVSRVJFUkVSRVJFUkVSRlFPTUtoRFJFUkVSRVJFUkVSRVJFUlVEakNvUTBSRVJFUkVSRVJFUkVSRVZBNHdxRU5FUkVSRVJFUkVSRVJFUkZRT01LaERSRVJFUkVSRVJFUkVSRVJVRGpDb1EwUkVSRVJFUkVSRVJFUkVWQTR3cUVORVJFUkVSRVJFUkVSRVJGUU9NS2hEUkVSRVJFUkVSRVJFUkVSVURqQ29RMFJFUkVSRVJFUkVSRVJFVkE0d3FFTkVSRVJFUkVSRVJFUkVSRlFPYUpmMUNSUlhTa29LM056Y0VCZ1lpT2pvYUtTbHBaWDFLUkZST1ZlaFFnWFVyMThmZ3djUHh2ejU4MkZzYkZ6V3AwUkVSRVJFUkVSRVJFUlV2b002WjgrZXhhUkpreEFiRzF2V3AwSkUveUZwYVdrSUR3OUhlSGc0OXUzYmh6MTc5cUIzNzk1bGZWcEVSRVJFUkVSRVJFVDBtU3UzNWRmT25qMExHeHNiQm5TSXFGVEZ4c2JDeHNZR0lTRWhaWDBxUkVSRVJFUkVSRVJFOUprcmwwR2RsSlFVVEpvMHFheFBnNGcrSXc0T0RraEpTU25yMHlBaUlpSWlJaUlpSXFMUFdMa002cmk1dVRGRGg0ZytxdGpZV0xpNXVaWDFhUkFSRVJIUkp5dzdPN3VzVCtFL1FTS1JsUFVwZkhUUG56L0h5Wk1ueS9vMGlJaUlxQndvbDBHZHdNREFzajRGSXZvTS9mNzc3MlY5Q2tSRVJFVDBDV3ZYcmgwbVRweFlySDJJeFdLOGVmTkc3Zi9LaWxnc3hxTkhqeFQrcDZyTGx5OURRME1EVDU0OHdlM2J0OUd3WVVQNCtmbXBmUzdIamgxRDQ4YU5QL25nMnRtelovSGRkOS9KWFRadzRNQVNQOWJhdFdzUkhSME5BTWpKeVlHdHJTMTI3OTVkNVAyMWJ0MGFtelp0VW1uYmYvLzlGK25wNlVxdmYvVG9FUVlQSG95NHVMZ0M5M1BzMkxFeWZZMFRFUkY5YXJUTCtnU0tRdnFGaElqb1krTFlRMFJFUkVUSzVPVGtJQ29xQ29NR0RTcldmcUtpb3RDa1NSTzFiNWMzdXlVcUtxcFlQU0dIRHgrT0sxZXVZT2pRb1lWdSsrelpNMWhhV2haNlRnWDU0b3N2QU9RR2lKbzFhNGJSbzBkajdOaXhPSHo0TUg3OTlWZG9hV21wdEovRXhFUkVSa2FxdkgxeCtmbjVZZFNvVVVxdjkvWDFsUXZlQUxuQmpDTkhqaFFZdUpvd1lRTDI3ZHRYNkRsNGVYa3BMVTkvOU9oUk9EazVvVmF0V3FoZnZ6NDBOVFdocmEyTlZhdFdZZHk0Y2REVDB5dDAvL21GaFlYaDVjdVhoVzRuRW9udzdiZmZvbjc5K2poNThpUjBkWFhsdGpFeE1jSE5temN4YXRRb25EMTdGcHFhOHV1T0V4TVRNWDM2ZE5Tdlh4L256NTlIaFFvVjRPWGxoU2xUcHFoMHZ0N2UzcGd3WVlKSzJ4SVJFWlVYNVRLb2s1YVdWdGFuUUVTZm9mZnYzNWYxS1JBUkVSSFJKK3JSbzBmNDhPRURXclpzS1hlZGo0K1AwZ3llQXdjT3dON2VYdTd5aElRRW1iOHZYcnlJNGNPSEl6SXlFbVptWmpMSDdkeTVzOHkyTjI3Y3dQZmZmMStVdXdFQWFOKytQWHIzN28wSER4NEFBRjY4ZUlIZXZYdmoxcTFiYU5ldUhhNWR1d1lURXhNQVFJMGFOZkRxMVN1WjJ6OTY5QWpkdW5WVCtYZ0dCZ1lBY3N2WDZlcnF3c1hGQmYzNzk4ZWRPM2VFQUkyR2hyczhHTThBQUNBQVNVUkJWSWJTMnljbEpjSEV4QVJpc1JnYUdob0tnd09sU2ZvNDVaVTNNSGY1OG1WMDY5WU5qeDgvUnQyNmRWWGE1K3JWcStIazVBUWdOM0RXcDA4ZjdONjlHMTI3ZGhXMjZkaXhJL1QxOVJYZS92WHIxNWcxYXhiNjl1MkxNV1BHQ0pldldMRUN6Wm8xdzhxVksrSHE2cXIwK0JvYUd2ajU1NSt4ZlBseWxjNTMrZkxsY0hGeEVRSjUydHJhOFBYMWhiVzFOU1pNbUlCRGh3NGhLaW9LT1RrNU1yZWJOMjhlZnYvOWQ0U0ZoUW5CUGFuR2pSdkR6TXdNeDQ4ZlI5KytmVEY4K0hDY09IRUN0cmEyTW8rRE1rVUpqaElSRVpVSDVUS29RMFJFUkVSRVJQUXB1SHo1TXBLVGszSHo1azBBdWNHWXZMMVJCZ3dZSVB3Ny8rUi9RWlBPbFN0WGx2bmIyTmdZQUdCbVppWnpYVUZscVo0OWU0WmF0V29CQUU2Y09JRkJnd1loT2pvYUZoWVdBSEluN2owOFBEQm56aHlGdDIvY3VERUFDSUdEaGcwYkFnQWFOR2dnY3c3VnFsV1R1VjF5Y3JMY3Znb0t5a2dwZWp5bVQ1OE9EdzhQZUh0N0F3QkNRME94ZGV0V3VMdTd3OVRVRkFrSkNYajQ4Q0YwZFhYeDVNa1RhR2xwNGM2ZE8zTDdzYkN3RUI3RGt0YTRjV09JUkNMTW56OGZEZzRPQ2dONzZxcGV2VHFxVjY4TzRIK1BuYVdscGZDY0FMbVpUWXFDT3RuWjJiQzF0WVZZTEpZcnRXWnBhWW5GaXhmamwxOStRYmR1M2RDblQ1OWluNnN5SFRwMHdKRWpSekJ2M2p5OGVmTUdiZHUyVmJwSXQyM2J0bktYU1FORVBYdjJ4T3JWcTdGZ3dRSmN2bndaUFh2MlJNV0tGVXZ0dkltSWlENTFET29RRVJFUkVSRlJ1UkFWRlFWZlgxK0VoNGVYV284TlQwOVB0RzdkV3VYdDU4eVpnMXUzYmdsL3o1dzVVK2I2dkNYSThrN0lGMFpaRUtSS2xTb3E3eU12a1VnRUFORFIwVkg1TmsrZVBBRUFQSC8rSEFBUUd4c0xJRGRZSk0xaVZ6WHpCTWpONXJDenM1TzdQRFUxRlIwNmRNREJnd2ZScmwwN3VldXJWcTBLVTFOVEFJQ2hvU0cyYnQwS1cxdGIxS3BWQzU2ZW51allzYVBNOW0zYXRKSGJ4NmxUcDlDL2YzK1Z6MVZkSXBFSUd6ZHVSUGZ1M2RVTzZrZ2tFaUhZNGUvdmo5allXTVRHeHFKWnMyYVlQSGt5UG56NEFBQ29VS0dDek8yeXM3UGxzbHNrRWdtbVRwMktxMWV2NHZUcDA2aGR1N2JjOFp5ZG5YSHAwaVdNR0RFQ2YvenhoMHBaTDBYMTdiZmZvaytmUHREUjBSRmVNeGtaR1dqWHJoMHFWNjZNYytmT1FWczdkMnJxOGVQSHFGZXZuc0w5T0RvNm9tblRwdWpac3lmKy9mZmZRby9icUZHamtyc1RSRVJFbnhnR2RZaUlpSWlJaU9pVGxwS1NndG16WjJQZnZuMHE5MmtwS2tWWkpnVzVkT2tTeEdJeEJnd1lBQU1EQXh3OWVoUUFzSEhqUnF4ZnY3N0k1NUUvcStmYXRXdHdjSENRS1gwRzVFNkVxeEtzeU1qSUFBQ2w1Ym9VeVQvQjNxeFpNd0N5V1JYcVBCOVZxMVpWR05qS3pzNEdrSnVkcEU3Z0N3REdqaDJMM3IxN0F3Q0dEaDJLOXUzYlkrblNwY0wxVDU4K3hZQUJBNHJVUDBZZDBySmk2cForbXpkdkhyWnUzWXJNekV3QXdJZ1JJNkNucDRkYXRXb0pnU3hsUVoyc3JDeVo1MU1pa1dEYXRHbnc4ZkhCNXMyYllXTmpvL0NZMnRyYThQZjNSNDhlUFdCalk0UHQyN2VYZU44WnNWZ3NVNG90cnpsejV1RHQyN2NJRGc0V3Judjc5aTJzckt3d2VmSmtyRm16Um01L0dob2ErT2FiYndDb1ZsWXROVFcxV09jdmtValF1WE5uaUVRaTNMaHg0NlAxYVNJaUlsSUZnenBFUkVSRVJFVDB5VXBJU0VDdlhyMXc5Kzdkc2o0VmhiNzQ0Z3VJeFdMY3VuVUx6czdPTURRMEJBQzhmUGtTRFJvMEtQSis4d2MzcE5reStVdWZxU29sSlFVQVlHUmtwTmJ0SGp4NEFGMWRYVFJvMEFBcEtTa3dNakpDUWtJQzNyeDVneVpObWtBaWtTQXlNbExtTm84ZlAxYnJHRG82T3REWDEwZFNVcEp3MmNPSEQ3Rm8wU0tzWGJ0V0tQdW1TS1ZLbFZDcFVpWGg3eG8xYXFCNTgrYkMzOUlnUzJrSGRjUmlNUUQ1QUVaaHZ2NzZhOVNvVVFPUmtaSFl2WHMzWHI1OGlXclZxc2xrYWttemVQSStkOUpBanpSVEp5VWxCZmIyOWpoeDRnVFdybDBybHpHV242bXBLYzZmUDQvQmd3ZGo0c1NKK1BYWFg3Rmh3NFppdldiejB0UFRFeDRUYjI5dklXams1ZVVGYjI5dmhJU0VvR2JObXNMMlU2ZE9SV1ptcGx3dktHMXRiV0UvMHY1VHBSM1lCWEtEZExHeHNSQ0x4UkNKUkF6cUVCSFJKNFZCSFNJaUlpSWlJdm9raVVRaURCa3lSQWpvYUd0clkrTEVpZWpVcVJQcTFxMnJkbGFFS3RRcHZTWjE1ODRkdkgvL0hsOS8vYlZ3V1hoNE9GcTBhRkhrOHlqcDhtdXZYNytHa1pGUmdaazZ6NTgvaDU2ZW50d3hYcjU4cWJTSFNXWm1wc29ONmIvLy9udTVTWHRQVDAvTW5qMGJsU3BWUW54OHZIRDVsaTFiY09yVUtXemV2Rm1sZlFOQVVsS1MzSGxLczRCS082Z2p6YlJSOXppREJnMENBUGo0K0dEMzd0MUNINTI4cEFHNXZEMkJwTWVUQm5WMjc5Nk4wNmRQWStQR2pSZzBhSkJRT3E4d2YvNzVKMXhjWE9EdTdvNHVYYnBnNGNLRnduVXVMaTV3Y1hHUnU4M2F0V3V4ZHUzYUF2Y2JHUmtKaVVRQ1MwdEw0YkpkdTNaaHhvd1phTkNnQWZiczJRTTNOemNrSmlZaVBqNGVEeDgreElFREIxQ25UaDJaL2R5N2R3OFNpVVR1TlNZdEo2aUl1b0UxUmJTMHRJVDdVTnF2SFNJaUluVXhxRU5FUkVSRVJFU2ZKRzl2YjF5OWVoVkFidW11NE9EZ1lnVktTc3VaTTJkZ1ptWUdLeXNyQUxtQmhGdTNibUgwNk5GcTcwdFRVeE42ZW5xNGMrZU96T1hLeXE4OWVmSUVRNFlNS1hTL3QyL2ZMakRqQlFCT25qeUptVE5uSWpJeUV2WHIxeGN1RHdnSVFOT21UWVZzaGZ2Mzc4c0YxQjQvZml6MDE0bUxpNE9ycTZ0d25UU3dzbWJOR2d3ZVBGaTR2SG56NWpBd01BQUFWSzllSGMrZVBSTnU3K1hsaGJGang2SldyVnFGM2pjZ044aVJtSmdvRnhTUkJqL1VLVHRYRk9ucDZRQWdaR3FWcE1URVJHaHJhOHRrNmtqTDZVbURPdlBtelVQZnZuMXg1ODRkcFgxcEZQbjc3Nyt4ZnYxNlRKczJUU1pMSjMvNVA2a21UWnBneXBRcGNIUjBsTGw4MTY1ZDJMVnJsL0IzM3RlUGxEUTRhR3BxaXJTME5OU3BVd2ZQbmozRHc0Y1BNVy9lUE5qYjI4UGYzeDg3ZCs3RTBhTkhZV0ppb3JRM1RrRzlvVW9xazBmZHJEWWlJcUtQaFVFZElpSWlJaUlpK2lSdCtqLzI3anVxcWFTTkEvQ1BGam9pWWtIRkNsaXdMcXdGeFY3V2lvdUt5OW9MYS9sRVVkUVZVUkd4cmlBb0ZoWUZWT3dGZXhleGdHQlpDM1lwb2tzVktRSWlnWVQ3L2NISlhVSTZSVVRmNTV5Y2s5dzdkMmFTWEVJeTc1MTN0bTVsNzIvWnN1V2JET2dBd0tWTGw5Q2xTeGMyMEhIMTZsVjgrZklGL2Z2M1Y3Z3VNek16TnJWV2FaTFNyN1Z1M1ZwcytkSmlZMk54OGVKRkxGcTBTR281UVZDbGRDRGwxcTFiMkxadEc5YXZYdzlOVFUwTUd6WU1mZnYyWmRlUUVhZCsvZnJZdG0wYisxaVFQc3pVMUpSTks4Zmo4Y0RuODlsMVlwbzFhNGFZbUJnQXdQTGx5OEV3REZhdFdpVzF2NlU5ZS9ZTURNT0lCSzYrVmxCSGtEcXVkTUN0c29oTHlTWUk2Z2lDWWtCSmtLeHQyN1lZTTJZTWdKSmdXcTFhdGVEajQ0TS8vdmhEcU02NHVEaTBhOWVPRFFxVlRic21iVzBqQXdNRGtmMmJOMi9HNXMyYnBUNlA1Y3VYQzcyblc3WnN3Ylp0MnpCdDJqUnMyclFKc2JHeGNIQndRTGR1M1NUT0RDdnQ4dVhMYU5HaUJmczRQajRlZ3djUGxua2NJWVFRVXROVi9seDFRZ2doaEJCQ0NDR2tnaElURS9IczJUTUFKYk1SQkFQVjM2SytmZnZpOHVYTGNIWjJCcC9QUjFCUUVOcTFheWR6Wmt4WlNrcEtFbStDUmUvcjFxMHJzWXk0Z2ZpTWpBeU1HVE1HbXBxYWNIUjBGTnFucWFtSjhQQnd2SG56QnRIUjBUaDU4aVE2ZE9nZ2xHNHFJaUlDVFpvMHdjeVpNd0dVek9iaDgva1NaM0tJazU2ZURxQWsyQ09RbDVjSDRMK1pMYTFidDhiRGh3OFJIaDZPd01CQUxGbXlCTWJHeGpMckZzektDQXNMZzZxcUtuNzY2U2VoL1lLQWtpQjRVVldTa3BJQWxLenBVeGxldm55SkxWdTJBQ2hKNzFjMi9aamc5U3NkMUFGS1pucHBhR2hBUTBNRGFXbHBZQmdHSmlZbTdEYkJUUkNVRS9lNkhEdDJEQm9hR29pUGo1ZTd2Ky9ldllPR2hnYU9IVHNtc1l3Z0xWcGVYaDZtVEprQ0p5Y25PRHM3WS9mdTNjakt5c0tJRVNPZ282T0Q0T0JnaWVrSFMydlNwQWxNVEV6WVc1TW1UZVR1THlHRUVGS1QwVXdkUWdnaGhCQkNDQ0hmSE1Hc0VhQWs1ZE8zdkZENXFsV3IwSzVkTzB5YU5BbDM3OTVGWkdTazBDd2plWWtMbEx4OCtSS1RKazFDczJiTjhPelpNNWlabWFGQmd3YllzV09IeUd0U2R1MlBCdzhlWU5HaVJYai8vajJPSHo4dWtwck13Y0VCVzdkdXhZa1RKd0FBSEE0SGh3NGRFaW96YmRvMHVMaTRJRHM3RzluWjJlejJ0TFEwcWMrbG9LQ0FuUjBURnhjSEFFSnB3VDU5K2dRQTdJeU1uMy8rR1d2V3JNR1lNV1BRcWxVckxGdTJUR3I5Qnc4ZVJIUjBOSzVkdTRhRWhBUWNPSEFBZmZyMEVVbVpWVFpOV1ZXNWYvKyt6RFdMNU1IajhmRFhYMzloOWVyVkdEaHdJR2JQbm8zUTBGQXNXTEJBcUZ4dWJpNEFzRE9keEltTWpBUUFkTzdjV1dTZklOZ2xMbDBjbjg4SGw4dVZPaHVyTElaaHdPVnl3ZWZ6cFphN2VQRWk1c3laZy9UMGRBUUhCMlBDaEFuSXpzN0dvRUdEa0o2ZWpsdTNicUZPblRweXQwc0lJWVQ4aUNpb1F3Z2hoQkJDQ0NIa215Tkltd1hVakxVdHhvd1pnL3IxNjZOMzc5NWdHSVpkWDBjUlpXZmFYTDE2RlRObXpNQ2dRWVBnNE9DQUlVT0c0T2pSb3hnMWFoU1dMVnVHb0tBZ0dCZ1lTS3l2UVlNR2FOQ2dBZno5L2RHdlh6K1IvVnUyYk1HY09YT1FtcG9LRlJVVm1KbVpvVjY5ZWtKbCt2VHBvL0R6QUVvRzd6MDhQUER3NFVNOGZQZ1FkZXJVRVpyRklnZ0tDZnB2YlcwTlpXVmw1T1RrNE9yVnEyeUF5dGZYRjRhR2hraE5UVVZrWkNSdTM3NE5BSEIxZFlXbHBTV21UNStPczJmUDR2SGp4emh5NUloSVB5VE5hS2tNQXdZTXdPM2J0OEV3REk0ZVBZcmMzRndNSERnUXAwK2Z4dTNidDluM1UxdGJHK2JtNXVCd09CTHJFcHp2RmhZV2lJNk94cWhSbytEbjU0ZkRodzhqT3p0YlpLWmFUazRPVkZWVnBRYVJEaDgrakk0ZE80b0U4NEQvZ2tKNmVub0tQKy95NEhLNVdMOStQZHpkM2RHdlh6OWN2MzRkelpzM1IxSlNFbjc1NVJjOGUvWU1KMCtlUk51MmJlV3U4KzNidDFJZkUwSUlJZDhyQ3VvUVFnZ2hoQkJDQ0NFVlZGUlVoQzFidGtCTlRRM0d4c2JvMjdjdmR1M2FoZDkvLzUwdHcrUHg1S29yTHk4UGJtNXU4UGIyeHV6WnM3RjE2MWFFaFlVQkFCbzFhb1NiTjI5aXlKQWhNRGMzeDE5Ly9RVjdlM3MydFZWcGpSczNSbmg0dU5TMldyVnFKWEV4ZXFCa3BwQzR0RzZ2WHIwU1NRbFdXbXBxS2o1OCtBQ2daTzBUYTJ0cmZQandBY25KeWFoVnF4WjI3OTROVFUxTm1KaVlnTS9uWS83OCtTZ3VMb2Erdmo2YU5XdkcxblAwNkZFMGFOQUFwMDZkUW9zV0xUQm16QmdNSERnUWZmcjBnWjZlSHJLenM5R3BVeWQwNk5BQm8wZVBGdWxIYm00dWxKU1U1SjZwMDdGalIyaHBhYkd6WEtReE5EUkV6NTQ5RVJRVWhCY3ZYdURQUC8rRWo0OFBldlRvZ2N1WEw3TnJIM1h1M0psTkpTakorZlBuQVFBSkNRbll0MjhmSms2Y2lMeThQS3hjdVJLREJnMFNDWFprWm1hS25XVWpjUDM2ZFZ5OGVCSGJ0MjhYdXo4ckt3dHFhbXBWUG9NSktKa1ZOSHo0Y1BqNys4UEN3Z0lqUm93QVVKSXl6OTdlSGlvcUttalhyaDFtelpyRnZxYVNmUHIwQ2FtcHFRQ0FvVU9IVm1tL3UzYnRDaDBkSFlTR2hsWnBPNFFRUW9paWFFMGRRZ2doaEJCQ0NDR2tBajUrL0lnaFE0Ymd6Smt6T0hqd0lCNCtmSWorL2Z0ai9QanhXTGR1SFZ0T1RVMU42RlpXWVdFaGR1L2VEVE16TXdRRUJHRGZ2bjNZdm4yN1NKcTFKazJhSUNvcUNvTUdEY0trU1pOZ1ltSUNEdzhQUEg3OHVFcWVXMnBxcXNqdDQ4ZVBBRXJXY0FGS2dscWx2WDc5R21abVpvaUxpOFB0MjdmeDY2Ky9JaVVsQlowN2QwYUxGaTBRSEJ3TVQwOVBGQlVWWWV6WXNkaS9mejhXTFZxRWpJd01USjgrSFh3K0gzdytIOUhSMGVqU3BRc1NFeFB4K3ZWcitQcjZZdVRJa2REVDAwTmVYaDVzYkd5UW1wcUtnSUFBc1NuNjR1TGlvSyt2TDlkenpjbkp3Yk5uejJCcmF5djM2eE1SRVFGSFIwZU1HVE1HR3pac3dNV0xGNUdZbUlpZVBYc2lOalpXN0RIaWduc3RXN1pFdDI3ZEVCMGRqWWtUSjRKaEdFeWZQaDNKeWNuWXZIbXpTUGtYTDE2SXpLb1NlUHIwS2V6dDdXRnBhUWtIQndlSlphcDZEUnJCTEttbFM1Y2lPenNiZGVyVXdZZ1JJNUNibTR2NTgrZWpmLy8rYU5teUpSNDhlSUNJaUFpMGE5Y08vZnIxZzcrL3YxQTlndGZyNU1tVE1ETXp3N2x6NTlDcVZTdkV4OGVEWVJpUlcyWDQ4dVVMSGoxNmhKRWpSMVpLZllRUVFraWxZbW9nQUhTakc5M29WaTIzbWtaZlg1L3R1N2UzZDNWM2h4QkNDQ0ZFYm1GaFllejNtTjY5ZTFkM2R5UTZlZklrWTJSa3hOU3VYWnU1ZlBreXU1M1A1ek1lSGg3TXk1Y3ZtYUNnSUFZQUV4TVRJM1FEd0FRSEJ6TU13ekJKU1VsTW8wYU5HQUNNblowZGs1U1VKTlRPMWF0WEdRQk1lbnE2MFBicjE2OHpQWHIwWUFBd1hicDBZZkx6ODVuZzRPQUtmZWYxOFBCZ0dFYSszOTRNd3pBTkd6Wms1czJieHp4Ly9weDUrZklsRXg0ZXpoZ2JHelBMbGkxajdPenNHRU5EUXlZL1A1OWhHSWJKemMxbDB0TFNtSUtDQWlZaElZRXhNVEZoTkRRMG1BTUhEakFNd3pCQlFVR01zckl5MDZWTEYyYk1tREVNQUNZcUtrcmtkWC81OGlYVHNXTkhSa1ZGaFRsMDZCRERNQXhUV0ZqSU9EbzZNcXRYcjJZMmJkckV1THE2TWxwYVdveU5qWTFjNytXbFM1Zlk5MG1XNHVKaXhzL1BqOUhRMEdBc0xTMlozTnhjZGw5RVJBU2pxNnZMTkc3Y21Nbkx5MlBpNCtPWmdJQUE1dmp4NDh5SkV5Y1lDd3NMUmw5Zlg2aStMMSsrc0s5UlFVRUJNMkhDQkFZQTQrZm54ekFNdzV3K2ZacVpQMzgrczI3ZE9tYmx5cFdNcnE0dU0zMzZkSkUrQlFRRU1IcDZlb3lKaVFuejc3Ly9NZ3pETUNrcEtjeVpNMmVZeU1oSTVzbVRKOHp4NDhjWmZYMTladEdpUldLZjI2RkRoOHA5N2dqZWk5TDFqQmd4Z3ZuOCtUUHorZk5uWnN1V0xVeTlldlVZRFEwTlpzMmFOUXlQeDJQTGM3bGM1cmZmZm1NQU1Bc1dMR0MzQzg1OURvZkR1TG01TVFVRkJXTDduWnljek1URXhEQXBLU2xNZUhnNEE0QTVldlNvelBkU25KczNieklBbVBqNCtISWRUd2doaEpRSDVFVHAxd2doaEJCQ0NDR0VrSEpLU1VsQmh3NGQ0Ty92THpUelFWbFpHY3VYTDJjZisvcjZ3c1RFUk9qWWl4Y3ZvbVBIamdDQWhnMGJ3dFBURTAyYU5JR1ZsWlhjN2ZmdDJ4Zmg0ZUY0L1BneDZ0ZXZEMDFOVFhUdDJoVTdkKzRzOTNQcTBxVUxlLy9Ka3ljd016TVRLZlBtelJ1Mjc5N2UzcGc3ZHk2MmJ0MEtBT0J3T09qWnN5ZWNuWjJ4Wk1rU2VIaDRzR20rZEhSMDJMUmh4c2JHc0xHeHdhUkprOUNoUXdjQXdKUXBVOUM0Y1dNc1c3WU1seTVkd3RTcFU5RzFhMWVSOXAyY25QRHUzVHVjUEhtU1RlZWxwcWFHWThlT3NlbTVnSkkxYXNUTmRCRkhNRnVrN1Bza2pwK2ZIK2JNbVlOeDQ4WWhJQ0FBMnRyYTdENHJLeXRjdkhnUlNVbEowTmJXeHBjdlh6QjkrblIydjZxcUtqWnMyQ0JVWCttMWNTWk5tb1JqeDQ1aDA2Wk5tRGx6SmdCQVJVVUZ2cjYrS0M0dUJnRDg5Tk5QY0hkM1o0L0p6ODlIejU0OThlalJJNHdlUFJwLy8vMDM2dFNwQTZCa1BSczdPenNVRkJRQUFOVFYxVEY2OUdpc1dyVks3SE96c3JMQ29VT0haTDRHcGFXbnAyUGV2SGxDMjJ4c2JMQnExU29zWDc0Y0tpb3FXTDU4T2RhdFc4Zk9hbXJSb29WUWVRNkhnd01IRHFCT25UcXdzTEJndCt2cTZxSmJ0MjRJQ0FpUXV1Wk9lSGc0N096czJNY3RXclRBZ0FFREZIb2VBbmZ1M0lHNXVUbWFOMjllcnVNSklZU1FxcVNrU0FUb1c2R2twRlRkWFNDRS9LQnEya2RtN2RxMWtaMmREYURreDdhVGsxTTE5NGdRUWdnaFJENDNidHhBMzc1OUFRQzllL2ZHalJzM3FyZEQxU3d0TFExaFlXR3d0YlVGaDhQNUttMzYrUGhnOHVUSnFGMjd0c2krN094czdOKy9IM1BuenBWYUI1ZkxCWWZEcWZUZjhabVptZmo4K1RPTWpZMUY5akVNZzhMQ1FpZ3JLNHROY3lmSjJyVnJZV1JraEduVHBza3N5K2Z6RVI0ZWp0NjllOHNzVzF4Y2pNVEVSUEQ1ZkNncEtjSFEwRkRxZWpqeDhmRjQvZm8xaGd3WklyS1B5K1dDWVJpaElKREE1Y3VYb2FPamd4NDlla2pzTTQvSHE1TDNReDQ4SGc4eE1URlMxMktxYVAyWm1abGdHSVo5blFYcEFSWGw1ZVdGV3JWcVljYU1HWlhjUzBJSUlVUXlKVG4vUVZOUWh4QkNGRkRUUGpJcHFFTUlJWVNRbW9xQ09vUVFRZ2doNUVjaWIxQ25mSmNzRUVJSUlZUVFRZ2doaEJCQ0NDR0VrSytLZ2pxRUVFSUlJWVFRUWdnaGhCQkNDQ0UxZ0dwMWQ0QVFVajBHRGh5SU5tM2E0TzNidHpoNzlxek04aW9xS3BnNWN5WlVWVlh4NU1rVDNMeDU4eXYwa2hCQ0NDR0VFRUlJSVlRUVFvZ0F6ZFNwd1hyMTZvV0ZDeGVpWThlT1A4dzZRd3NYTGtSaVlpSVNFeE9ocWFsWjNkMnBzUm8wYUlCOSsvWmh6Wm8xY2k4Y09tWEtGR3pZc0FGcjFxekJwMCtmNUc2clc3ZHVVRkZSS1ZjL2I5MjZoVnUzYnFGZnYzN2xPcDRRUWdnaGhCQkNDQ0dFRUVLK0p6UlRwd2FiUEhreXhvNGRpeFVyVnNEYzNCekp5Y21WVXU4Ly8veFRLZldVWm1GaFVTbjFhR3BxUWs5UHIxTHFxb2tNRFExaGFtb3FWOW5JeUVpSis5YXNXUU50YlczODg4OC9PSG55cE15NnRMVzE0ZUxpQWdBSUNRbkI0OGVQNWVyRGpCa3o0T1hsaGNqSVNFeWZQaDFKU1VseUhTZlFxVk1uQUlDQmdZRkN4eEZDQ0NHRUVFSUlJWVFRUXNqM2lJSTZFaGdaR1VGWFYvZXJ0UFhtelJ1RmoxRlZWY1hBZ1FNQkFLR2hvWlVXMEFFZ2Q5Q2dPcFNla2NRd1RJWHFHakJnQUVKQ1FpcmFKWm5Pbno4UGUzdDdBRUJPVGs2NTYvSDI5c2FMRnkrd2E5Y3V1Y3BMQ242TkhUc1dkbloyQUlDbVRadml3WU1IRXV0SVMwdkQwS0ZEc1dEQkF0U3JWdzhBMEwxN2Q1bUJ2eDA3ZGlBZ0lBQWZQMzVFUVVFQnJLeXNFQkVSQVFjSEIxeTllbFd1L2hOQ0NDR0VFRUlJSVlRUVFnZ1JSa0VkQ2RhdFc0ZlJvMGQvbGJiS00vT2tWNjllME5mWEJ3RHMyYk9ua250VXd0allXS0UwVzJWcGEyc2pKU1dsRW50VXVVR2Q2cENabVNteXpjREFBTVhGeGNqT3poYjdXQ0EvUHg5WldWbDQrdlNweFByVjFOVFF1blZyaWZ2YnRtMkxMVnUyc0k4TkRRMWhhR2dvc2J5MnRqYTZkZXVHQlFzV3NOdU1qSXdrbGhlb1U2Y09BT0RVcVZONCsvWXREaDA2aE1hTkcrUFlzV1BZdUhFak5tellVQ1BmUDBJSUlZUVFRZ2doaEJCQ0NLbE9GTlQ1Qm5FNEhEUnIxa3hxbWZIanh3TUFzck96RVJjWEJ6TXpNNFhhU0VoSVFHRmhZWG03V0cyVWxmOWJCcXE0dUxqUzZuVnpjOE8vLy80cnNqMGdJQUJLU2tvSURnNUdXRmlZMEw0K2ZmcGcwcVJKQUlCcDA2WkpyTHQweWpGeDcydE9UZzZTa3BKZ2JtNHU5bkZaVjY1Y2tkaFdvMGFOOFBMbFM3SDdtalJwZ3BNblQwSkhSd2VSa1pFWU9YSWtHalpzaUhQbnp1SCsvZnVZTm0yYXlHdHFaR1NFVzdkdVFVMU5EYTlldlVLdlhyMVFVRkNBUC83NEF4czJiSUNibXh0OGZYMGw5Z2NBbmp4NWdnRURCdUQ0OGVObzE2NGRYRnhjOFByMTY2OHlTNG9RUWdnaGhCQkNDQ0dFRUVLK0p4VFVrV0RxMUttWU9uV3F3c2NKMG10NWUzdkR6YzJ0WEcwM2E5Wk1ha3FzMHZUMTlYSDM3bDJGMjdDMHRKU1o5azFja0tPNnFhbXBzZmQ1UEY2bDFSc2FHb3JvNkdpUjdRRUJBUUJLMWhrNmZ2eTQwTDVhdFdxeFFaMnkrNzQxWm1abUNBa0pnWkdSRWQ2OGVZUGZmdnNOWEM0WEtTa3BTRTlQaDYydExUNTkrb1Q1OCtlenh5Z3BLV0h2M3Iyb1g3OCt1Rnd1SEJ3Y1VGQlFBQUNJaW9wQ1RrNE8xcTVkQzNWMWRYaDZla3B0UHprNUdZTUhEOGJCZ3djUkhoN09CblIrL3ZsbmhJYUd5dXgvWUdBZ0FnTURwWmI1a2RkYUlvUVFRZ2doaEJCQ0NDR0UvQmdvcUVNazJyTm5UNFZtODZpcHFaVXJNQ2FOcW1ySktWdGNYRnpsNmJ1VWxaWFpkRytWR1VENjJ1clVxWU1yVjY3QXdNQUFNVEV4R0RWcUZMS3lzZ0FBQlFVRkdEOStQQ0lpSXRDclZ5L1VyVnNYNmVucEFFclMyNjFldlJwQlFVRll1WElsbmp4NXd0WVpIUjJOMGFOSDQ4S0ZDK2pXclJ0VVZWVmx2a2E1dWJrWU5Xb1UrSHgrMVQxWlFnZ2hoQkJDQ0NHRUVFSUkrWTVSVU9jYlY5bXpEd1F6aWVTeFlzV0tDcStwVTlsQkhSVVZGUUJmSjhnaUNDQUJBSmZMcmZMMnFrcEdSZ2JjM053d2RlcFVqQjQ5R25sNWVkaTllN2RRbWRUVVZMeDc5dzdyMTY4WE9mN2h3NGZvMzc4Lyt2ZnZMN0l2TGk0T09UazU4UFB6dzR3Wk0wVDJOMjdjR0ltSmllempzZ0dkSjArZW9FMmJOaEw3TGtnbDUrenNqQXNYTGtoL29vUVFRZ2doaEJCQ0NDR0VFUEtkbzZBT2tlakdqUnNWV3JkR01NdEZrbHExYXBVN3hSdUh3MUVvUUNWZ2FtcUt0TFEwdWNxcXE2dXo5eXN6cUNPdTM4Ykd4a0xieXo3bWNybW9XN2R1dWR2Y3UzY3ZEaHc0QUI2UEIyMXRiZGpaMlltVWFkdTJiYm5xYnRldUhRQ0lCSFY2OXV5SlU2ZE9ZY09HRFJMVHN4VVdGZ3F0T1NSSlZsYVdYT1VJSVlRUVFnZ2hoQkJDQ0NIa2UwWkJIVGtKVWsvNSsvdGorL2J0MWR5YnI2Tmx5NWJWM1lWcXBhT2p3OTdQejgrdjlQb0ZBUzFqWTJQdytYd2tKeWRMZkZ3WnhNMXVxdWhNTUdtQnVUVnIxb0RENFdEbHlwVm8zNzQ5WnMyYWhTOWZ2bFNvUFVJSUlZUVFRZ2doaEJCQ0NQbVJVVkJIVHMyYk53Y0FHQmdZVkdzL3RMVzFGU3FmbjUrdjhOb3pseTlmQmdCTW5qeTVRc0VNRFEwTkJBY0hTOXlmbTVzTFMwdExoZXJjdVhNbmZ2NzVaL0Q1ZlBUcTFVdmhHVFFmUDM2VXU2eXVyaTU3UHpjM1Y2RjJaT0Z5dVRBM053ZFFNbk1uS1NtSm5mR1NrNU9ENU9Sa29mMDEwYmh4NDNEaXhBbDA2TkFCdi83Nks0eU5qV0ZuWjZmUWUwQUlJWVFRUWdnaGhCQkNDQ0hrUHhUVXFXRlNVbElVS205cGFZazNiOTRvZE16WXNXTVZLaTlKUVVHQjFMcUtpNHNWN3B1UmtSR0FrclYxOVBUMEVCRVJVYUUrU2xPblRoMzJmbFpXVnBXMElRalNLVEtEcFRLRFBGVVpNRXBMUzhPUUlVTnc5T2hSOU9qUkE1YVdscmgrL1Rwc2JXMFJHeHRiWmUwU1FnZ2hoQkJDQ0NHRUVFTEk5NHFDT2xXa2R1M2FNRE16azFrdU1UR3hTbEo3S2FJNlpvTFVxMWNQQlFVRkNoMmpyYTJOUm8wYXNZK3RyS3lxTktoVHVxM1UxRlNGajU4NGNTSnUzcnlKOSsvZlN5d2ptUGxWVlVFaldieTl2U3QwdkxxNk91Yk1tU054ZjI1dUxteHRiUkVjSEl4Qmd3YkJ5TWdJK3ZyNkZXcVRFRUlJSVlRUVFnZ2hoQkJDZmxRVTFLa2lVNlpNd1pRcFUyU1dzN1cxeGJWcjF4U3V2MCtmUG9pTGk1TzRYOUk2SitMRXhNU3c5MDFOVFVXMmxTVlBHVm1LaTRzVlBxWlBuejVRVWxKaUg0OFlNUUtiTm0wcWR4OWthZCsrUFFEZzA2ZFB5TTdPVnZqNFJZc1dZZnYyN2RpK2ZUdGNYRnpFbHVuWXNTTUE0TzNidHdyWDM2VkxGNUdaVzBaR1JyaDM3NTdjZGJpNXVTbmNibW0xYXRXU0d0UUJTbVloL2Y3Nzd3Z0lDTUM1YytmdzRNRURBTUpCTTFscTE2NHRWL21rcENTNTZ5d3ZaV1hsS20rak1wVk92L2pvMGFOcTdBa2hoQkJDQ0NHRUVFSUlJYVNpS0toVFErWGw1ZUhUTjQ0TEpBQUFJQUJKUkVGVXAwK1ZVcGVGaFFWN1h6QnJwL1Myc3VRcFV4V0dEUnNHb0NRQTBxaFJJM1RxMUFudDJyWERzMmZQcXFROUd4c2JBRUJVVkZTNWpoZWtiNU1Xd09yZnZ6OEFJREl5a3QzRzUvTlJwMDRkMUsxYkYrbnA2UktQemMzTkZUa0hsSlNVY1BEZ1Fibjc2Tzd1TG5kWmNkVFYxZVVxVjFoWWlJa1RKd3B0ZS9ueXBkenRlSGw1d2N2TFMyYTU4c3dBVTVTaWExUjlTMnJxK2t5RUVFSUlJWVFRUWdnaGhKQVNGTlNwSXQ3ZTNoV2VCVUgrbzYydGplSERod01Bamh3NWduYnQybUg0OE9HWU9uVXFuSjJkSzcyOW9VT0hva1dMRmdDQXMyZlBLbnk4cnE0dTlQVDBBRURpK2pFR0JnYXd0N2RIWVdFaExsNjh5RzZQaVlsQjY5YXRwYzdFa2lRN094dXpaczJTdS95Q0JRc1Vib01RUWdnaGhCQkNDQ0dFRUVKSTlhQ2dEaEZMM2l2NmQrL2VEVHM3TzduckZRUTZGT1hnNE1DdXhSSVNFb0puejU1aCtQRGhtRHg1TW54OWZaR1FrRkN1ZXNYUjE5Zkg1czJiQVFDWm1aazRmZnEwMkhJOEhvKzl6K0Z3VUZoWXlENFdwRzRESk05SThmSHhnWmFXRmc0ZE9vUzB0RFIyKzd4NTgrRG01b1o2OWVvQitDL2RYVlVvNy9zaFVLdFdMYmxUL1hYdTNCblIwZEhnOC9reTJ6NTA2QkNHRFJ1R29xSWlXRmxaNGZYcjF4WHFaMlVhTldwVWRYZEJJYWRPbldMdmQralFvUnA3UWdnaGhCQkNDQ0dFRUVJSXFTZ0s2aEN4NUZsVEJ3QlNVbEtRbUppSXhvMGI0OHVYTDBoTVRCUXByNmFtaG1iTm1wVTdiWldlbmg3bXpwMExBTGgyN1JwZXZYcUZtSmdZeE1YRm9XWExsbkIzZDhma3laUExWYmU0dGs2ZE9vV0dEUnNDQUZhdlhpMHh6ZDM3OSsvWit6Tm16RUJRVUJDS2lvcFF1M1p0TEZteUJFQkppclNIRHgrS0hLdWtwSVQwOUhSa1pXV0p6T2lLaW9yQ2tDRkQyTWZmUThvc0RvZUQ4K2ZQSXljbkIzLysrYWZFUUJrQVdGdGJzNm4yL1B6OHZxbUFEZ0NjUEhteXVydWdrTnExYTdOclF0V3VYYnVhZTBNSUlZUVFRZ2doaEJCQ0NLa0lDdW9Rc2VSWlV3Y0FWcXhZQVI4Zkg3eDU4d1pjTGhjOWUvYkVseTlmaE1vdldMQUE3dTd1Q0FrSktWZGZQRDA5MlZrcm5wNmVBRXJXbmZIeThzS09IVHZ3NjYrLzRzS0ZDemh5NUVpNTZoY3dNVEhCM3IxNzJWazJaOCtleFo0OWV5U1d2M2Z2SGxKU1VtQmtaSVFOR3paZ3c0WU5JbVgyN05rak5JTkhnR0VZT0RzN3c5dmJHNm1wcVJYcWQwVjhyWUJSNzk2OW9hT2pBeDBkSGFFWlRtVXBLU2xoM2JwMUFJRFUxRlNzWDc5ZWJKbWF2SzROSVlRUVFnZ2hoQkJDQ0NHRWxCY0ZkV3FvQnc4ZVZIY1hXQmtaR2JoMDZSSkdqQmlCS1ZPbVlPZk9uZXcrUTBORExGcTBDSHcrSDJ2WHJsVzQ3dEdqUitPMzMzNERBQnc5ZWhSMzd0eGg5eDA4ZUJBT0RnN28zTGt6dG03ZGlxZFBuK0xGaXhmbGVnNU5temFGdjc4L3RMVzFBUUMzYjkvR3RHblRVRnhjTFBHWXo1OC93OTdlSGx1MmJFSEhqaDJGOWhVV0ZpSW9LQWlyVnEwU2V5eUh3OEUvLy94VHJyN0tZOTY4ZWREVTFNVGV2WHVsQm8yT0hqMWFvWFpVVlZWaGEyc3JzNXhnUGFTOHZEeUVob1pLTERkanhnejJ0Vnl5WkFueTh2TFlmUm9hR3BnL2Z6NkdEUnVHd1lNSGl3UVBDU0dFRUVJSXFhakhqeCt6czV3bDZkU3BFNXNhR2loWjEvTHg0OGRTajlIWDEwZW5UcDJvTFdxTDJxSzJxQzFxNjd0dVMwVkZCVjI2ZElHNnVyclVlZ2toRmNUVVFBQysraTBuSjRmSnljbGhWcXhZSVZjNWQzZjNjcmRsWm1iRzFpT3Bmbmx2Wm1abVlvOHZ1NzA4OVpjK3JtUEhqa3hPVGc3ei92MTd4c2pJaU4wZUVCREE1T1RrTU51M2IxZjRkZWpkdXplVG5wN081T1RrTUhGeGNVemR1blZGeW5UbzBJSEp5TWhnY25KeW1EZHYzakN0VzdlV3UvNEJBd2F3ejZWRGh3Nk1vNk1qazVPVHcvajQrRERxNnVvSzlWVkxTNHN4TVRGaHpNek1tQ1pObWpDcXFxb3l6eEZGYnVucDZTTEhOMnJVU0dJYk8zZnVaSEp5Y3BqQXdFQ1JmWnFhbWt4RVJBUVRFUkhCQUdDVWxKUVlUMDlQeHRQVGs5SFgxNWY1WEEwTkRabTFhOWN5YTlldVpYUjBkSVRxRW5kVFVWRmg0dUxpSlBaSGNHdllzQ0dUbEpURTVPVGtNRWVPSEJIWlAyTEVDUGE1NzlpeG85eC9YeFc5MVRTbDMxTnZiKy9xN2c0aGhCQkNpTnpDd3NLRWZodDhEYjE3OTViNWZUQXNMRXhpUDZYOXRxRzJxQzFxaTlxaXRxaXRINkd0QmcwYU1COCtmQkE1amhBaUcrUkVNM1ZxcUtGRGgrTHQyN2N5eTZXbHBaV3Jmbm5YMUJGNDh1UUpEaHc0Z1BIanh5TW9LQWcyTmphWU8zY3V4bzRkaTVTVUZJa3pWaVRwM3IwN0RoMDZCSFYxZGZCNFBFeWVQQm5wNmVraTVhS2pvN0YwNlZKNGVYbWhRWU1HdUhEaEFrYVBIbzFIang0cDFCNEErUHI2SWlJaVF1d2FPTExrNStjak5qWlc3dkpjTGhkMTY5YVZxMng1VXFRWkdCZ0FBSktUazBYMmZmbnlCVDE2OUdBZmEybHA0WTgvL2dBQU52V1pyTG9kSFIwQkFLNnVya0oxaWRPalJ3LzJ1WjQ2ZFVwaU9TOHZMK2pxNnVMVHAwOVl1SENoeVA2elo4L2kwS0ZEc0xlM3g0UUpFeEFhR29vVEowN0k3QzhoaEJCQ0NDR3lQSDc4R0U1T1RyaDU4NmJNc3JtNXVjak16QlI2TEF1UHh4TTZSckNOMnFLMnFDMXFpOXFpdHI2M3RsSlRVM0g2OUduTW1ERkRadjJFa1BLaG9FNE45ZUhEQnlRbEpWVlovZkt1cVZQYTBxVkxZVzF0RFNzcksxeTVjZ1dkT25XU0dwQ1JaTUtFQ2ZEeDhRR0h3d0hETUZpd1lBSEN3OE1sbHQrMWF4ZGF0V3FGUC83NEE0YUdocmg2OVNyYzNkMnhiZHMyaGRkZUtVOUE1MXZVdUhGakFFQmlZaUlBU0UzMXBxcjYzOGZBMWF0WFpkYk40WERZKzVMcWpZMk54Ymh4NHdBQU5qWTJBRW9DWDVMcW56aHhJb1lOR3dZQStQUFBQeVdlMjg3T3pyQ3lza0xUcGszaDQrT0R1M2Z2c3MrUkVFSUlJWVNReXRLOWUzZUorN1MwdElUV3pkVFMwcEphSGdEYXRtMHJzdFptMjdadHBhWjdwcmFvTFdxTDJxSzJxSzJhMUZaa1pDUjdYOXE0SWlHazRwUVVtZGJ6clZCU1V2cnFiUW9DR1pzMmJZS0hoNGZNY3Q3ZTNuQnpjeXRYVzJabVp1eWFPWHA2ZWtMN3JLMnRBWlNzcVZPZU5VVUUvYk8wdE1TYk4yOGs3aS9icmtDOWV2WFlHU21iTjIrR3Fha3B1Rnd1cGsyYkJnQm8xYW9WYnQ2OENTMHRMUURBMnJWcnNYSGpScm42cHF1cml6VnIxbURxMUtrQUFJWmg0T3pzak4yN2Q4czhWa2xKQ1o2ZW5uQndjR0MzM2JsekI4dVhMNWU0L3RDQUFRTVFFaElDQU9qWnN5ZWlvNlBsNm1kRjVlVGtLRHhUcDNSNXdYdGtibTZPZi8vOVYrd3hLU2twME5iV2hxMnRMYTVkdTFhdTJUNFY4ZkxsUzNUdDJoV3FxcXA0OCtZTkRBME5jZnIwYVV5Y09GR2tiTGR1M1hENjlHbG9hbXJpN05tekdEOSt2TlM2dTNmdmpvc1hMMEpaV1JuaDRlRVlQbnk0ekM4dWxhbW1mV1RXcmwyYnpYWHI3ZTBOSnllbmF1NFJJWVFRUW9oOGJ0eTRnYjU5K3dJQWV2ZnVqUnMzYmxSNW01bVptU0tEVjRRUVFnaVJENGZEWWJQSEVFSVVweVJuNElObTZvaGhabVltY1orQmdZSFUvUUsxYTllV3E1ekF1M2Z2d09WeVpaYTdmZnUyM0hXV1ZYcVJNbkVEMDZWbmJOaloyY0hZMkJpTkd6ZEdreVpOMkp1bXBpWmJScEFpNituVHB3Q0FXclZxWWNtU0pXeEFCd0JtenB5Sm1KZ1lObmdpeWRDaFE3RjU4MlkwYk5nUUFGQlFVSUE1YytiZytQSGpjajAzUVFBb05UVVZycTZ1VUZaV2hwV1ZGYTVmdjQ1ejU4NWgrL2J0aUlpSWtLdXViOTJYTDErZ3Fha0pFeE1Uc1VFZEV4TVRhR3RyQXdBYnVKTVVwT053T0FnTEMwUDc5dTNoNitzTFYxZFhtZTFMQ3pxVzFidDNieGdhR2dJQXpwdzVJN0ovK1BEaDhQZjNoNmFtSmhJVEV6RjM3bHloL2FxcXF0RFgxMGZkdW5WaGFHZ0lRME5EMUsxYkY3R3hzVEF6TTBQUG5qM3h2Ly85RDc2K3ZqTDdUUWdoaEJCQ0NDR0VFRUlJSVRVZHpkUVI0MnZQYWdDRVo0b29NbWd1U1lNR0RhQ3Fxb3BQbno2eHdhSXBVNmJBMDlNVEFOQ29VU00yZDZhVGt4UCsrT01QR0JrWlFVVkZSV0tkMmRuWmlJK1B4MDgvL1FRQW1ENTlPdUxpNGhBWEZ3Y3JLeXQ0ZTN1alljT0c0UEY0OFBMeXdzaVJJOUdtVFJzQXdMMTc5N0I1ODJaY3VuUkphRlpGcjE2OXNHelpNbGhaV2JIYi92MzNYMHljT0xIY3FkQjY5ZXFGdi8vK0c0MGFOUkxhSGg4Zmp6Ly8vQk9YTDE4R0lEeFRwNnFWbmhsVm52T3I5RXlkbXpkdm9uUG56bmo2OUNtY25aMkZBanQxNjliRjJyVnJZVzF0allTRUJIVG8wRUZpbmZyNit2ajc3Nzh4Wk1nUUZCUVV3TUxDUXVMTW45SVVPVC85L1B6dysrKy9vN0N3RU0yYk54ZksxOXF1WFR2Y3VYT0hmZnp1M1R1a3A2ZERWMWNYZW5wNnFGV3JsbENBVUJJdWw0dGV2WHJoNWN1WE1zdFdocHIya1VremRRZ2hoQkJTVTlGTUhVSUlJYVJtb1prNmhGUU16ZFQ1d2RuYjI4UGQzVjNzdnJ0Mzd3b05ybWRtWnJKcnNIeisvQm14c2JHSWlZbEJURXdNNHVMaUVCOGZqL2o0ZUhaaE5FRlFJaVFrQktOR2pjTFdyVnZaNEVGaVlpSW1UNTZNKy9mdnc5dmJHeDRlSHBnK2ZUcTZkT21DdzRjUEl6azVHYWRQbjhheVpjc3dlUEJnSEQ1OFdLaHZ3Y0hCV0xwMHFWeUx0VWx5NjlZdFdGaFlZTW1TSmZqZi8vN0h6bEJLU1VtcDBFeW55aVpQQUFVQWpJMk5oUjRIQmdiQzE5Y1g3ZHUzeDVVclZ5UWV0MlhMRnJIYlRVMU5ZVzl2ajZsVHA2Sk9uVHBnR0FaT1RrNXk5MGRlbXBxYTdIbzZOMi9lRkhsUG56MTdockN3TVBhSGV0T21UZEcwYVZPUmV2aDhQakl5TXZEaHd3ZDgvUGdSNmVucCtQanhJL0x5OHJCdzRVS29xNnZEejg4UC9mdjNsMnRoUUVJSUlZUVFRZ2doaEJCQ0NLbXBLS2dqUm5sbngzeExIajkralB6OGZLaXFxa0pGUlFVcUtpckl6czVHWkdRa0ZpOWVMRlQyL1BuelNFaElRR3hzTEpLVGsrVnVvMWV2WGdnTURJU1NraEo0UEI2Q2c0T3hhdFVxWkdWbEFRRHk4L1BoN095TWZmdjJZZm55NVJnOGVEQWFObXdJVlZWVjhQbDhYTGh3QWNIQndaZzRjU0pldkhnQkZ4Y1hoSVdGVmNyeno4L1B4NnBWcStEbjU0ZFpzMmFoYTlldXNMT3pRMzUrUGx2bTZkT243RnBBVmEzczY4cmxjbUZ1Ymk3WHNXVm45dXpkdXhlNnVycVlOV3NXR2pkdURHVmxaYUY2NCtQajhmZmZmeU13TUZEb3VNYU5HK1A2OWV0bzBLQUJ1eTBqSXdQejVzM0QyYk5uRlgxS01vMFlNWUpOQTNmdTNEbXhaUVRyVTZXbXBpSTFOUlVmUG54QVdsb2EwdFBUOGVIREI2U25weU16TTFQaW1qbXFxcXBZc0dBQk9uZnVqS2xUcDJMWHJsMlYvandJSVlRUVFzajM3L0hqeDNCeWNnS1B4MFBidG0yeGV2WHE2dTRTSVlRUVVxT3NYTGtTTDE2OGdLcXFLbng4Zk5DcFU2ZnE3aEloM3kxS3YvWU40bkE0YU5hc0dZRC8xa1Q1bGdpQ0RIcDZldkR5OG9LdXJpN1dyVnVIaElRRXFjZTFhdFVLNDhlUGg3ZTNOeHY0VVZkWGg0Mk5EVTZjT0FFK24xL1ZYZjhtcEthbW9xQ2dnSDJQWlVsSVNFQkJRUUZhdDI1ZDRiYlhybDBMUjBkSHZINzlHZ2NQSHNUdTNic1ZuaFVsYi9vMVRVMU4vUExMTHhnMWFoU1dMRm1DdExTMEN2VmRIQTBORFlTR2h1TFlzV1BZdG0zYlY1bXBVOU0rTWluOUdpR0VFRUpxcXErWmZxMTBXOTI3ZC85cWFab0pJWVNRNzRXdHJTMGlJeU1CQUdGaFllalRwMC8xZG9pUUdvalNyOVZnaFlXRjMyUXdSNkIzNzk3c2ZXZG5aN21QZS8zNk5WYXVYQ20wamN2bDR1alJvNVhXdDVxZzlFd1plY2diL0pISG1qVnI0T2ZuVjZGVWEyL2V2SkZyTnR1WEwxOXc4dVJKbkR4NXN0eHR5VkpRVUFCcmEydUpNM25JOTRGaEdIQzVYQlFWRmFHNHVMakdCZFlJSVlTUW1raEpTUW5LeXNwUVUxT0R1cnI2ZDM5aEhTR0VFRUlJSVRVRkJYV0l3aDQ5ZWxUZFhTRGw5T1hMbDBwZk82ZTZVVURuKzhiajhaQ2ZuMC92TXlHRUVQS1ZNUXdEUHA4UFBwK1B3c0pDYUdscFFWV1ZmajRTUWdnaGhCQlMzWlJsRnlHRUVFSytQaDZQaDd5OFBBcm9FRUlJSWRXc3VMZ1llWGw1WHlYVkxTR0VFRUlJSVVRNkN1b1FRZ2o1NWpBTWcvejgvT3J1QmlHRUVFSkt5Yy9QcHpTb2hCQkNDQ0dFVkRNSzZoQkNDUG5tY0xsY21xRkRDQ0dFZkdPS2k0dkI1WEtydXh1RUVFSUlJWVQ4MENpb1F3Z2g1SnRUVkZSVTNWMGdoQkJDaUJqMFA1b1FRZ2doaEpEcVJVRWRRZ2doM3h5YXBVTUlJWVI4bStoL05DR0VFRUlJSWRWTHRibzdRQWdoaEpSRitmb0pJWVNRYjlQMytqKzZVNmRPQ0FzTFEyNXVMclMwdEtxN080UVFRa2lONCtIaGdmejhmT2pxNnFKVHAwN1YzUjFDdm1zVTFDR0VFRUlJSVlRUThrUFQxOWRIbno1OWtKbVppY0xDd3VydURpR0VFRkxqbUp1Ymc4UGh3TURBb0xxN1FzaDNqOUt2RVVJSUlZUVFRZ2doaEJCQ0NDR0UxQUFVMUNHRUVFSUlJWVFRUWdnaGhCQkNDS2tCS1AwYUlZUVFRZ2doaEpBZlduWjJOaDQvZnN5dXFXTnVibDdkWFNLRUVFSnFsT2ZQbnd1dHFhT3ZyMS9kWFNMa3UwVkJIVUlJSVlRUVFnZ2hQN1RIangramI5KytBSUR1M2JzakpDU2ttbnRFQ0NHRTFDd3JWcXhBWkdRa0FDQXNMQXg5K3ZTcDNnNFI4aDJqOUd1RUVFSUlJWVFRUWdnaGhCQkNDQ0UxQUFWMUNDR0VFRUlJSVlRUVFnZ2hoQkJDYWdBSzZoQkN5QStDWVpqcTdnSWhoQkJDQ0NHRUVFSUlJYVFDS0toRENDSGZNVlhWLzVaT3k4dkxxOGFlRUVJSUlZUVFhWXFLaXFxN0MrUUhsNStmajdDd01JbjdQM3o0Z0t0WHIzN0ZIaEZwcEYyMDkrN2RPMlJuWjMvRjNoQkNDUG1hS0toRENDSGZNWFYxZGZaK1ptWm1OZmFFVktXb3FDaThlL2V1VXV2a2NybjQvUGx6cGRicDd1Nk95NWN2Uzl4MzQ4WU5vVzNYcjEvSGloVXI1S3I3V3hrSWUvTGtDYUtpb3NUdUN3ME5SWHg4dk1Sakh6eDRnSHYzN29ISDQxV29EL2Z1M2NPbVRadktkU3pETVBEMjlzYlpzMmNsbGtsUFQ4ZUdEUnR3L1BqeDhuYVI5Zjc5ZTZTa3BKVHIyTmpZV055NGNRTmNMcmZDL2NqSnlhbHdIZko2Ly80OVBuMzZ4RDcrOU9rVDNyOS9YeWwxaDRTRWxIdXdyVExQejYvNWVnSkFVbEtTMkw3SHg4Zmp3NGNQY3RWeCt2VHB5dTRXSVFvYlBIZ3duSnljS2xRSG44OUhabWFtd3JmcXd1Zno4ZmJ0VzdFM2VhMWF0UW9oSVNHVjBwK2pSNC9DMWRXMVV1cXFLcmR1M2NLc1diUGtLbnZ3NEVIWTJkbkpYWGR5Y2pKKy8vMTNpZnZ2M2J1SFNaTW15VjFmYVR3ZUQwNU9UdGk3ZDY5Q3gyM1lzQUVtSmlhSWpvNFcyWmVUazRPMmJkdVcrenRKWUdBZ2pJeU01QzdQTUF5NFhLNUNOMFU0T0RoZzJiSmxjcFhkc21VTHBrMmJKakd3WTIxdGpkMjdkOHZkOXNPSER6Rnk1RWpjdjM5ZlpGOXViaTRHRFJxRTgrZlB5MTFmWlh2Ly9qMDZkKzZNVWFOR1ZhaWU4cDZIaEJEeXJWR1ZYWVFRUWtoTnBhbXB5ZDUvOWVwVk5mYUVWS1VoUTRaZzFxeFpXTDkrUFFEZ3hZc1hDZzJHREJzMlRHU2JpNHNMZ29LQ2tKV1ZWV245OVBIeHdheFpzekI0OEdDeCs5VFYxZEduVHg5MjI3MTc5N0J0MnpaNGVIaElyVGN6TXhOOSsvYkZraVZMTUg3OGVHUmxaZUhqeDQ5eTljblUxRlNoNXlDTGc0TURZbUppUkY2M2dvSUNUSmt5QmRyYTJuajY5Q25VMU5SRWpsMjFhaFVpSXlQeC9QbHpOR2pRb054OThQTHl3cFVyVndBQWl4Y3ZWdWpZcTFldll2WHExZGk4ZWJQRU12NysvdkQwOU1TMmJkdkszVWVCamgwN3d0VFVGUGZ1M1ZQNFdDOHZMeHcrZkJpSmlZbENBV3hGelpvMUM4K2VQY09GQ3hlZ3A2ZkhidCs0Y2FOQ3djTE9uVHVML1ZzcXEyUEhqbkIyZHNieTVjc0JBTDYrdnZEeThxcVV2N1hwMDZmRDFOUVVBd2NPVk9pNHlqdy9xK0wxakkyTmhZdUxDNVl1WFFvTEN3dVJzbVBHak1HclY2OUVYa01MQ3d1TUhUc1cvdjcrVXR2YXMyY1BGaXhZZ0FNSERtRG8wS0Z5OS9GcmVQbnlwVnpsT0J3TzlQVDBjT2ZPSFlsbGJHeHNLcXRicEFvVUZ4Y2pQajRlZ3dZTnFsQTliOSsraGJXMXRjTEhsUTZ3eDhmSEl6dzh2Tng5R0Rac0dPN2Z2NCtwVTZmS0xQdnc0VU5ZV1ZuSjdKUEF4bzBid2VWeXNYTGxTbmJic1dQSHdPZnpZV3RySzdVdGFZUDNncmJPbmoyTCt2WHJ5K3gzWlRoMTZoUm16NTR0Y2YvT25UdkZEbUFuSkNUZzlPblQ4UFB6azluRzI3ZHZjZnYyN1FyMVU1elkyRmlSYllhR2h0RFgxNWQ0aktxcUtsUlZWZUhxNm9vV0xWcklkWjdtNU9SZ3o1NDlzTEN3Z0phV2xsQzd0V3JWd3VuVHA1R1hsd2NURXhPUlBpa3BLYUZseTVZS1BDdlo0dUxpRlA3N2t2ZmlsWGZ2M3VIQ2hRdnM5d05aTEN3czhOZGZmMkg3OXUyWU8zZXV5UDdpNG1LeC84OGxPWHo0TUtLam85R2lSUXVSZmRldVhjUFRwMDlScjE0OXVldXJUSHcrSDA1T1Rzak16RVJxYWlwT25UcFY3dUJPZWM1RFFnajVGdFhJb0k2MnRuYWxYejFNQ0NHeTZPam9WSGNYRkZhblRoMzJCMDVVVkJUNGZENVVWRlNxdVZmZnBoVXJWc0RQenc4aElTRnlmYm0vZnYwNmdvS0NjUC8rZldSa1pFQkhSd2NXRmhad2RIUkU3OTY5NVc3M3pwMDdzTEd4d2N5Wk03Rm16WnFLUEFWV2NIQ3dYRC8wQmVRZFRMNTgrVEt1WGJzbVY5bjY5ZXRqMGFKRmN2ZWhJaFl0V29UazVHUzBidDBhQUxCMzcxNjR1N3ZMZFd6cDUxNjdkbTI1Mit6YXRTc3VYYnFFVDU4K1FVVkZSZWJudy9uejU1R1hsd2NuSnlleFA3QS9mdnlJcUtnb1dGdGJWeWlnQXdCLy8vMDMrdlRwZy9YcjE2TjkrL2I0NVpkZjVEN1cwOU1UQUpDUmtZR2dvQ0NoZlhwNmV1amZ2ejkyNzk0TlZWVlY1T1hsaVpRQmdISGp4a0ZMUzR0OUxNL01Ea2xsbEpXVm9hd3NmbUo1U2tvS3RMUzBvSzJ0TGJOK2FWcTJiSWtqUjQ3QTN0NGVJU0VoYklESTI5dGJvU3RzSjA2Y0tGZFE1MXRVbWVkblZieWVPam82ZVBMa0NYNzc3VGRjdW5TcFVnZnBYcjkralJVclZxQm56NTRZTW1RSUFPQ1BQLzdBc1dQSDVEcSs3T2VuSXA4ajBodytmQmlEQncrV09OaGRWdlBtemJGNTgyWk1tVEpGWXBuS0ROS1R5cGVRa0FBdWw0dTJiZHVLN0R0eTVJakVHVHpidG0zRDZOR2pSYlkvZi81YzZIRlVWQlNtVDUrT2lJZ0lvWUgzdDIvZll2anc0VUpsSHoxNmhELy8vTE04VHdOQVNmRGEydHFhRFNha3BLVEF6czRPVjY1Y3dhQkJnM0R1M0RuVXFsVUxRTW4zaFNkUG5nZ2RuNUNRSURZSVdWUlVoT0RnWUpGOURNUElQWGg5NE1BQk5HblNoSDM4L3YxN2pCOC9Ia0RKMzhqTm16ZXhmLzkrK1o5c0pSQVhkQ245WGZUZXZYdXdzYkhCdlh2M1lHeHMvRFc3SnBHNDc4b3JWNjdFN05tenhRWjhCS1pPbllyUTBGQ2NQWHRXWXBDdFhyMTY3RVVCM3Q3ZStQVHBFMjdkdWlYUzV2ang0eEVXRm9haW9pTDI4N3MwRlJVVkpDWW1BaWg1MzZWOUw1WFVGMGtCR1hrQ05iR3hzV0pmcDF1M2Jva3RmK1RJRVNncks2TlpzMllTeXdBbEYrMzkvUFBQNk5tekoyYlBubzJOR3plaWUvZnVRaGM5TUF3RFBwOHY5MFV2ZVhsNUNBa0p3Ymh4NDFDblRoMlIvU2RPbkVEVHBrM1JxbFVya2RtNDJ0cmFWZjc3Y3MyYU5ZaU1qR1IvcXkxZXZCam01dVpTTDg2cXpQT1FFRUsrUlRVeXFOT3laVXV4VTI4SklhUXFWZmFWWGwrRGhvWUdlejg3T3h0SGp4NkZ2YjE5TmZibzIzVHUzRGxzMjdZTkxpNHVjbCt0Tlh2MmJPVG01cUpkdTNabzFhb1ZYcjkramREUVVGeS9maDMrL3Y0WU0yYU1YUFZZV1ZuQnhjVUZIaDRlc0xTMHJIQktnZEwrK2VjZjlyNlhseGNPSGp3b3RNM0h4d2ZCd2NGeTEzZi8vbjI1MHppWW1wcktET3FVSGZ6Y3VIRWpObTdjS0xWYzgrYk44ZkRoUS9ieGpoMDdjUExrU2JpN3U0dGN3Uzl0QU5QSHgwY2s4T1BzN016ZWo0bUp3Wmt6WjlDbVRSdXhWKzRMQmxXYU5Xc21kYWFKSU0xV1VGQVFPQndPYkcxdGhWSnZDUWExamg0OUNqNmZqMzc5K29sTnhhV3VyczVlT1h6MjdGbVJ3YnF5ek0zTmtabVppY2pJU0R4Ky9GaGl1YVZMbDdMM2p4MDd4cWJjV0x0MnJVaFp3V3N2eU05ZSt0alNCZzhlTEJUVXFWdTNydFMreHNURVNDeGpiMitQSFR0MmlOMlhuSnhjS1ZkVEwxNjhHSzlldlVKSVNBaG16WnFGd01CQUtDa3BJVFUxVmU0NkpBM2tTOXJ1NWVVRkx5OHZtV1dyZWhDK0tzN1Bxbmc5R3pSb2dGMjdkdUhYWDMrRnZiMDlybDY5eXZhdElyS3lzakIrL0hpb3FhbGh4NDRkVUZKU0FsQnlEbGZrM05MVjFSVUpwaDQvZmh5YW1wcENnYjlqeDQ2SkxRc0FEUnMyQkNBOCtQZisvWHRNbURBQnQyN2RRcTlldmJCLy8zNTJjRnBkWFIzTm1qWEQ2OWV2UmVyYXVYTW5mSHg4eXYxOGZoVDYrdnJvM2JzM2VEeWUyTUJLVmJsMzd4NCtmZnJFZmxablpHUUlwVkVzUGZPdTdPQy90TzhzQmdZR1FvOEZGeC9vNitzTDdaT1dldTNodzRmc2dPZVZLMWN3ZWZKa1JFVkZvV25UcGdCS0JzSlhyMTROQndjSHNjZWJtSmdBK0M4ZHNHQUdRUFBtellYNlVQYnFmMGtwSEUrZVBJbU1qQXgwNzk1ZGFNQ1d4K01oTnpkWDRpQnV5NVl0MmIvdkprMmF3TURBQVA3Ky9pTC94MDZjT0lHaW9pS01HemRPYkQwVEowN0VYMy85SlhaZlJaaVltSURINDJIMTZ0WDQ3YmZmeW5YK3lVb2hKbW0vajQ4UHhvMGJoNHlNREdSbFpiR2Y4WUxYVXZBZWxpVXRxQ0hQZCtuZzRHQ0ozMEUzYnR5SVNaTW1zZDg3MTYxYmg3Rmp4OExSMFJGOSt2VEI1TW1UQVpRRU5QUHk4dkR5NVV1Y09YTUdqeDQ5Z3FlbnA5UUFROW0vb1JNblRzREh4MGRrKzdsejU4UitKeFZvMWFxVnpPZFlYRndzZHJ1azgwdGcyclJwVXZjM2J0eVkvYjYyWk1rU0pDWW1Ra2RIUit6TUwzZDNkN0VYT3MyWk00ZE5jVno2M05pM2J4LzI3ZHZIUGs1SlNVRktTZ3B1M0xnQlBwOHY5bm1mTzNkTzdDemF5ckp6NTA3NCtmbGgyclJwc0xHeFFhOWV2VEJvMENEWTI5dmoxS2xUYU55NHNkampLdXM4SklwcDE2NGRsSldWb2FxcUtuWG1IaUdrNG1wa1VNZkd4b2FDT29TUXIyN2t5SkhWM1lVS1c3bHlKWDc5OVZlaFlNK1BMaTh2RDg3T3pqQXhNY0dDQlF2a1BtNzE2dFVZT1hJa20rS3V1TGdZSGg0ZThQSHhnWnVibTl4QkhRQ1lQMzgramh3NWdzV0xGNk5mdjM1eVhSWDI5dTFiUEhyMGlIMGNHeHNya2srK2RQb0VRWjJsdDVVZEZNM096bWJUdGduU2w1VnVZL255NVhLbGhDZzlJUHZpeFF2Y3ZYdFg2SEZRVUJDYU4yK09kZXZXc2R1WExWdUcvdjM3bzMvLy91eTIwTkJRaElhR0NwVXIzZWNUSjA1Z3hZb1ZzTFcxeGJ4NTgwVDZFUk1USTdHUDR0S3psWDV1STBhTWdKcWFHbmJ0MmdWemMzTUFKVUVFd1VDcnZKbzFheWIwK0tlZmZoSjZMQmkwRi95Z2RITnpnNXVibTBnOW5UdDN4dlhyMXdHVUJIWGtuVVd3ZGV0V3Fmc0ZBMW9wS1NsWXVuUXBtalJwZ29pSUNKdy9meDUzN3R5Qmo0OFBPeEQyNk5FakRCdzRFQjA3ZGtSb2FDZ2VQWG9FVjFkWCtQdjdzd044a2xoYVdvck4wYjl3NFVMVXExZFBiSUJvNGNLRlV1dE1UVTFGYm01dXVXZEdyRjY5R282T2pnQktYcWZvNkdoY3Zud1pzYkd4bFpxV3IxdTNidWpSb3dmNzJNdkxTMmhiUkVRRW9xS2loSUtLZ20xVnJTck9UNkJxWHMvZXZYdGo1c3laOFBQenc3NTkrK0RvNkNqeTNvczdGNDRkTzhiK3ZXaHBhU0VwS1FsQXlhQ3hyYTB0M3I1OWk2Tkhqd3BkL1Q1NjlHaXhNeC9rMWFCQkE1R1ViOGVQSDBmOSt2V0Z0aDg3ZGt4czJkTGF0Mi9QM2hmODd4WnNNek16RTNsdHhhWEdxZWhzdGg5RnAwNm50MzBPQUFBZ0FFbEVRVlNkY09QR0RXUm1acUt3c1BDcnRidGl4UXFoMzdabDE5TW9QWGd1YVlCZEhFbUQrSUwvYVlyaTgva0FvRkE2cDMvLy9SZkFmODlCOFBlWG5Kek1adDZRZCtaSlVWRVIrejlOWEJCcC8vNzlFbWZZeE1iR0N2MGRaR1ptWXN1V0xVTC9lNHFMaXhFWUdBaE5UVTAyaFNrQURCMDZGTzd1N3ZqNTU1OHJKWmdzQ1ovUHg2NWR1OUN0VzdkeUJYVjI3dHdwZHZ1cFU2ZHcrZkpsaWZzRm4vdCtmbjVDYVZVRkErSzNiOThXT3poZTl2eTZmZnUyMFBsWm5nRnhIby9IbmcvSnljbVlPWE1tdW5UcGdpbFRwa0JKU1FrTkd6YkVpaFVyMEtGREJ4Z2FHc0xIeHdkT1RrN1ExOWVIaFlVRlZxMWFCVDZmTC9XN1Q5bS9JY0ZGSlpLMlN5SXVnRjZXcEprNjRpN01jWFYxeGMyYk4zSHQyaldadjlOS0I2MDRIQTQ3TzE5SFI0ZDluL1B6OCtIczdJekpreWVqVzdkdVFzYzdPVGtKWFh3REFQUG16Uk82aU9uQ2hRdnM2K2puNXdkOWZYMmNPSEZDcU8yMHREU01HVE1HSEE1SGFuOHJ3dFBURTE1ZVhoZ3laQWhXcjE0Tm9PUi8vY0dEQjJGalk0TVJJMFpnLy83OUVqL1hLbm9lRXNXdFhyMGFIQTVINU1JQ1FramxxNUZCblVXTEZtSHYzcjJWdHFnc0lZVEkwclJwVTRYWHB2Z1d4Y2JHWXViTW1kaXpadzg3VVB1ajgvUHp3NGNQSDdCdTNUcUZCaXJLWG1XbnJLeU1oUXNYd3NmSEI4bkp5U2dzTEpUN1I0NktpZ3FXTGwyS2FkT21ZZHUyYlhJdGtIcmp4ZzJoUWU5cjE2NnhxZEhrWFR5M3JPdlhyMlA2OU9sQzIvcjE2OGZlTDgrc2daczNid285bjF1M2J1SFdyVnV3dGJWRlFFQUF1MzNac21Xd3RMUVV1c0x3MDZkUENBME5GWnR2ZnYvKy9WaXdZQUc2ZHUySzdkdTNpMjI3UzVjdUN2Y1hLQmxvRFE4UGg3T3pNL3NqMGNQREEvNysvb2lLaWtLalJvMFVxcTlkdTNZaXFXSk9uejZOWjgrZUFTaDUzVis5ZW9WUm8wYUpUYlcwZlBseXNlZG1SV1p4ZE9uU2hRMTZGUlFVWU5xMGFjakt5c0tlUFh1Z282TURIUjBkN051M0QvcjYrbkIzZDBkK2ZqNTdYdm40K0VCRlJRVUdCZ2FJajQvSHlKRWpjZlhxVmFsNTFrMU5UY1d1cmJCdzRVTFVxbFZMNGo1SlBuLytqTnpjWEppYW1nb0ZBaFhScVZNbjlyNjJ0allDQXdPUmxaVlY2ZXNzOWVqUlF5aGc2T1hsSmJSdHpabzFpSXFLRWlvajJGYVdQQUdzbUpnWXFlWEt6aXlyaXZPenFsNVBOemMzOU92WGo1MjVJQWd3N2R5NUV4OCtmQkFKT0xtN3U2TjkrL2JzT2h1Q2ZxYW1wbUxjdUhHSWpvN0dwazJiMEw5L2Y4VEd4cUo1OCtaVmtrS211TGhZb2ZSUXBmRjRQRFp0WFg1K1BnQ3dnK0g1K2Zuc2ZYVjFkYWlxMXNpZmRqKzgwNmRQZzgvblkrTEVpZERVMUdTRGZMdDM3NVk0VTFFZVpXY2VQSGp3QUFzV0xCQktmUVlJcHgrVDVzdVhMd0NnMEJwbVpmOFBDOUxUbHA1OUpPOTZJN3QzNzBaU1VoTCsrZWNma1Fzc2pJMk5zV1RKRWpaUVh4N256cDNEdTNmdlVGeGNER05qWTZpcnE0TmhHSHo1OGdWdDJyUlJLS0JXSG9KWkhaSlNqc29pYWFiMzgrZlBjZm55WlprendWMWRYZUhxNnNvR0lnVHZpMkRHanJTMTc2UjkzNUkyRTZ3MERvY2pGTXpZczJjUFZGVlY4ZmZmZjBOSlNRbmJ0Mi9IVHovOUJJWmhVS3RXTGV6WnN3ZU5HalhDekprekFaUUVLOWV1WFN0enpaZXlzN25TMDlPbGJwZEUxc3dvYWNvT2RqOS8vaHhuenB5Qm01dWJ3aGNQbGRhb1VTUDJPNm9nb05xclZ5K1JHZWVPam80aXdmNUdqUnFoWThlTzdHTkJTc1MwdERUczM3OGZjK2ZPRlptbEkvaWRVNTcvYmJKOC92d1ppeFl0d3FsVHB6QjgrSERzMkxGRDZQK3pxYWtwVHB3NEFYdDdld3dmUGh3clZxekExS2xUSmY2K0xlOTVTQWdoMzdJYStjMWZUMDhQQVFFQkNpOENTd2doNVJVUUVBQmRYZDNxN2thRnFLdXJnOHZsWXQrK2ZUQXdNSkNabnVCSHdPZnpzWHYzYnRTdFc3ZFNabUlKQnR3YU5XcWs4RlZySTBhTVFQMzY5UkVVRklRbFM1YklISnliTkdrU20wclB5TWdJRGc0TzdCVnM4cTRuVTFhZlBuM1lsQzlidG16QnVYUG5oRkxBbE1mczJiUFpvRXp0MnJVeGE5WXNyRisvdmtKMTNycDFDNDZPanVqY3VUT09IRGtDTlRVMVRKNDhHUk1uVHNTQUFRUFljb3FtWHdOS0JwZGNYRnpRb1VNSExGbXloTjArWWNJRWJOKytIVTVPVG5MUGtoRm8wNmFOU0NxNk4yL2VzSVBtM3Q3ZTBOTFNncWVucDlnODVpdFdyRkJvRUUxUml4Y3Zab01LMXRiVzRQRjRhTnEwS1NaTm1vVGJ0MjhqUHo4Zml4WXR3cHMzYjdCNDhXSTJHTktpUlF2czM3OGYwNmRQUjNKeThsZGRQRGM1T1JsQVNkQ3hvdWVUUU9rWkVmTE8vcGs3ZHk0OFBEd3FwWDE1R1JnWVNGeDgzTXZMUytiK3NxcnEvS3lLMTFORFEwUG8rNzlnalpIRGh3L2p3NGNQSW11T3VMdTdvM1hyMWlMYlI0OGVqUmN2WHNERnhRVXpac3dBbDh2RnVISGpZR1ZsQlY5Zlg3bjZxZ2hCVUVZd3MxTVJSNDhleGYvKzl6K2hiWUpVTTMzNjlHRzNiZCsrWGV4c09QTHQwOURRQUovUFIzUjBOQllzV01BT3RxYW1wb3JNcGxORTJTQ0U0SE96Yk9vemVlWGw1UUZRZkkzSjI3ZHZRMDFORGQyN2QwZE1UQXhNVEV6dy9QbHpaR1ptd3RyYUdnekRJQzR1VHVpWXNoZHZQbi8rSEJzM2JzVHMyYk5GQnIyTGk0dkI0L0VxUEJBYkdCZ0lPenM3SERseUJNbkp5V2pldkRteXNyTEE0L0VxSmRXbkxJS1pVTi9xZDNORlppNGNQSGlRRFFESU96UE14c1lHTzNmdVpJK3RYNzgrSmsrZURFTkRRengvL2h6cjFxMkR0YlUxRGg0OENHVmxaU3hkdXBSTm55bXdjT0ZDZG0xQVNTU2w1SkkzL2JLdXJpN3M3T3prU3NPWG5wNk9UWnMyU1MxVFhGd01GeGNYTkd2V1RPTC9ibkhtejUrUG8wZVBzbzhURWhLRS9oY0wvb2JLZmpjcktpb0NqOGNUbWFralNYQndNTlRWMVRGanhneVJmWUwxRUN0N3BzN2R1M2V4WU1FQ3ZIMzdGblBteklHcnF5c2I3UHo1NTU4eGF0UW91THE2b2syYk5yaDQ4U0ttVDU4T1YxZFhIRGx5QkM0dUx1ei94c280RHdraDVGdFdJNE02QURCZ3dBQmN2WG9WMDZkUHB4azdoSkFxMDZSSkV3UUdCcGI3U3ZCdnliSmx5OWlybUgxOGZQRHExU3RzMzc1ZEtCM1hqeVlxS2dwcGFXbVlPblZxaGE4eXk4aklZTk8zbFdkV2w2cXFLb1lQSDQ2QWdBQkVSRVN3VjdOS29xS2lJdlREWDBWRnBjSURHZ1lHQnV4QWp5RHRoS1dsWllYcWxKZTRBTXpTcFV2RnB1WHEwYU1IcGs2ZGl0V3JWME5IUndkK2ZuNDRjK1lNQmc4ZUxGUk8wZlJyNzkrL2g1MmRIZkx6ODdGNzkyNXdPQndVRkJUZ3c0Y1ArUGp4STZ5c3JIRHQyaldjT0hHaVFxbVpTcnQwNlJMQ3c4UGg1T1FrZHNBY0tCbm9LZjJEMmNMQ2doMGtmdkRnQVR0RFMxNUxseTVGdjM3OTBLWk5Hd0FsQXdOMTZ0UmgwMzhGQlFYQnhjVUYxNjVkZzdtNU9kVFUxREJ0MmpUazUrZUxMSndkR3h1TGJ0MjZDYzE2RWVmUW9VTTRkT2lRMkgyeVpwYUlJN2lDdUNKWHlnSWxLZjRLQ2dyWXg0TDFUa3FuUXBPbWUvZnVGV3EvUE9yVXFTTXhEYUtYbDVmTS9ZcFE5UHlzcnRlVFlSaUZ5bzhjT1JKMmRuYVlQMzgrZ0pMWEpUNCtYdUk2VVJXVm01c0xvR0pwMEo0L2Y4NHVhUC84K1hPWW01dmozTGx6YU42OGViblRhWkZ2eC9QbnovSDU4MmVodjRFWEwxNnduOVBsVWRucDF6NTgrQUFkSFIycEZ4bWtwS1NBdytHSWZGNmtwYVZKdkRpcXNMQlE1b0M2aG9ZRyt2WHJKelpOcnVBelI5R0xIOHBlMFQ5ejVreTBiZHNXTjI3Y1FFSkNBcG8zYjQ3Mzc5OURUVTN0cXdSMUJDbi9xaktWbGFJRWcvYUFZdjl2Ky9idHk5Nlh0Z2JnalJzMzRPTGlBZ0Q0OWRkZm9hU2tKSFJzbzBhTndPZnpzWGp4WWpSbzBBRGJ0bTFEY1hFeGlvdUxvYVNraENaTm1najFFU2o1ZjFCNm0rQWlxYjU5KzJMZnZuMGlGd1lIQmdiQzFkVlZaTVpZY25LeVVOL0xQdi9TQVJWWkJHWFhybDByc2w2T3Y3OC83dCsvRHc4UEQ3eDc5MDVtWFEwYk5vU1dsaGFXTFZzR1IwZEhYTGh3UWV6RkxZSytsdzN1Q2k1QWt6YzQ2K3pzakJFalJzRFgxeGZXMXRaQ2Y2dWxnem9SRVJFS2Z4OFZoOGZqSVNBZ0FMVnExVUpnWUNDR0RCa2l0RDh4TVZGbzFvMlJrUkZPbno0Tkh4OGYrUHI2d3Q3ZUhuNStmckN4c2FtMDg1QVFRcjVWTlRhb0E1UUVkcDQrZlFwUFQwK2NPWE1HY1hGeDdCVkVoQkJTWGpvNk9talpzaVZHamh5SlJZc1d5YlcrU1UzUXExY3YrUHY3WTg2Y09lRHhlTGgwNlJKYXRXcUZ5Wk1udzg3T0RyMTc5NjdTMlFEZm92RHdjQUFRV3U5Q0VSTW1URUIrZmo0eU1qTHc4dVZMbUpxYUlpZ29TR2FLQzBsNjlPZ2hkMURuZTdCaXhRcWgvTzJ5Q0diNXFLaW9ZUFBtelFCS3JreGN1M1l0TEMwdDJabExBb3FtWDVzN2R5NWV2MzROWFYxZGpCMDdGaDgvZm1SVEc1VzJjdVZLREJreVJPNnJIS1hSMTlkbkI2cisvZmRmc1ZmQzhuZzhvVUdlbVRObnN1bEc3dCsvTDNVaFgzR1dMbDJLRFJzMnNJOU5URXl3YXRVcUFDWEJ0UTBiTnFCRGh3NUNnUnBMUzB2czJiTkhwSzY3ZCsvaXhJa1QyTDE3dDlRMmYvcnBKN0hyVEMxYnRneDE2OVlWTzFBbkxRMmhJQzNLN2R1M3hRYm9wT0Z3T096aXdJNk9qa0lET1lMZ29qeHJSOGtySWlJQ2E5YXNrYmd0SWlJQ0FJVEtDTFpWTjBYUHo2cDRQWGZ1M0NsMExzeVlNVVBreW1lR1lSUktLYnBvMFNJMktQN3c0VU40ZTN1alZhdFdzTFcxaFllSGg4VEZyU1VSdDg1UWFZTFhvYnpyUHdFbEEzbkp5Y25RMU5Sa1p5clVxMWRQYU5ZQ2w4dEZZR0NneUxIUzBpYVZSMGhJaU55QnVvckt6czVtNzVkTmoxVFpIajkrRENjbkovQjRQTFJ0MjVhZC9mbzEzTGh4QS9yNit1em5ibEZSRWFLam85blVnWXBRVmxZR2g4TkJhR2lvMEhaSjZkZisvZmRmVEpreVJXYTl6NTQ5azNraDBOV3JWN0ZzMlRLRWg0Y0x6VEk2Zi80OFdyVnF4ZjdkdlhuelJpVE4yTDE3OTlqUG1QVDBkSGg3ZTdQN0dJYkJzbVhMeEY3TUtSamd6YzdPbG5xT2xCN2NMaW9xRXBrUkxSZzhOakV4d1lzWEw5QzNiMSs4ZXZVS0ppWW01VTZKcGdoQmVqdEZnNzlaV1ZtNGVmT214UDJDQzF4T25Ub2x0UjdCZDllTWpBd0F3T1RKa3hFWkdZbno1ODhEa0Q0b0xpMVFLRzVXR0pmTHhabzFheEFRRUFBckt5dHMzYnBWWXRveFgxOWZQSHIwQ0JzMmJFQlJVWkhNR1VPTEZ5OFd1cmdxSlNVRk9UazV5TS9QUi9QbXplVk92d2FVekdyTHljbUJucDRlWW1OamtaK2ZqdzRkT2lBaUlrSW8wR2RpWW9JclY2N0kvUHNvRzdCNzllb1YrMzFNOEwxRUZrRmdxbjc5K3V4Tm5PdlhyNk5WcTFZaUM5VUx4c3ZLbm1mcDZlbENyNEhnZFZGU1VvS0ppUW1lUEhtQ3ZYdjM0c0tGQzJqWnNpV0Frcjhqd2ZONitQQWh1N1pQUlhoNmV1S1hYMzdCK3ZYcjVRNm1xcW1wWWZIaXhiQzF0Y1crZmZzd1lzUUlrVElWUFErSi9GYXVYSWtYTDE1QVZWVVZQajQrTWkvOElvU1VYNDBPNmdBbHFkaFdyMTc5VmI5MEUwSklUZVhnNEFCVFUxT01HVE1HR1JrWjdOVlFBUUVCVUZkWFI4T0dEVkcvZnYxcUQrN0krdUZaV1Y2OGVBR2cvRmV0aG9XRnNWZThLU2twb2JpNEdJOGVQWUsxdGJYRXE5cWxFU3lNKy9MbHkzTDE1OG1USjdoejV3NzdXTndBWW5rR0ZaODllNGJMbHk5WHlpQWVsOHZGbVRObmhLNmlGQVJvQkJZdVhJZ0JBd1lJNVFBWHQ3NEtuOC9IekpremtaZVhCeDhmSDNaUVYwOVBEOGJHeGtJTFQ1Y1ZHQmdJSHg4Zm9XMnpaczFDZG5ZMjZ0ZXZEeU9qLzdOMzUzRTE1dS8vd0YrblRxc2tWQk5GV2hqTG1Ld2hTOWthSkZzbWhFU2lvV3dUMml6SklIdXloUkVSMlNleWpKaWlHWXdsZklRWWlrS2JiNmxvTzUzTzc0OSs5ejFuWHlyTHpGelB4Mk1lNDl6YnVjL2RmVTZkOS9XK3Jxc1ptalZyQmowOVBaaVptY0hjM0J3bUppYUlqbzVHV0ZnWWpodzVvbEtaREZsNjl1eUpFeWRPWU1HQ0JZaUxpOE9sUzVkZ1lXSEJybWUrTU10NlR3cVh0NVBtdzRjUDJMcDFLeUlpSXFDaG9TRlNVazZhZ0lBQUZCUVVZTWVPSFd6UVU1NmNuQndBRU5tMlc3ZHVJbGxqWjg2Y3dWZGZmU1cxdDBwZ1lDQU1EQXlrdm9hT0hUdksvRUxQbEttNWZQbXl4TUNsSXNiR3h1emdTVnhjSEtxcXFyQmh3d2FjT0hGQ1pMczNiOTdJelFhM3RiVlZhcUR2eG8wYkV2MXhwQzFUTll2bVUxRDEvdndZMTdOYnQyN3NaNCtzYTFSZFhhM1NvQ3N6c1B6dTNUdDRlbnFpcXFvS0sxYXNnTHE2T3NMRHc5bjdTMW1LZ2pyTTdHdGxacnJIeE1RZ0t5c0wwNmRQaDZHaG9jaTZKMCtleUczZVhWNWVybFJQdHJyS3pjMFZDYlo4S3RLQzdQWHAzYnQzN09DNHFvRzl1a3BNVEVUbnpwM1orL2pxMWFzb0x5OVh1aVNVTUV0TFM2a3ovbVdWWDdPMnRsYVlJWkNSa1lIZmZ2dE43dThiNGVjUUhoaTljZU1Hb3FLaUVCZ1lDRzF0YlF3YU5BZ3VMaTV5cjdHUmtSRldyVnJGUGxibU9xeGV2VnB1T1U3aGdITlpXWm5NY29nMk5qYTRmZnMyZ0pxSkU1MDdkMWI0M1BXQmVVOEpCOXlVa1o2ZXJ2RG5Ba0NwbjkyK2ZmdllYaXhaV1ZraVBVcnFrbWtvcktTa0JNN096a2hQVDBkd2NEQzh2YjFsZm41ZnVYS0ZMYWZHNVhKaGJHek0vcDFiWGw0dWthRnVaMmVIZ0lBQWlVSDlNMmZPU0pRWkZTZnJIdHU4ZVRQR2pSc244dm9uVHB3b1VTWlBSMGNIN2R1M1p6T3V4SWxuQWhVWEY4UFQwNVBkWGxGdnFlenNiSFRwMGtYdU5veXNyQ3drSnlkTDdURlZWRlFFQUJLVEZ0ZXZYeSt6ZEoyNnVqb2lJeVB4M1hmZndkM2RIZWZQbjRlK3ZqNTc3bHBhV3ZEMTlhMVRUeXRoeXZUNGtzYkt5a3JwRXRTcTNJZEVOYW1wcWJoKy9Ub0FmSmEvRlFqNUwvbkhCM1VJSVlTb3hzSEJBVStlUE1IS2xTdXhiZHMyZGxDdW9xSUNHUmtaeU1qSStNeG4rT204ZnYwYUFGUnVmQys4djBBZ1FGRlJFUjQ5ZW9TREJ3OWl5NVl0T0g3OE9DNWN1S0JTL1hIZzcwRVFabEJFa2FxcUtyWVI4dTdkdTdGejUwNlltNXV6czAwVkRUUmV2SGlSL2FOYldIVjFOWXFMaXdIVVpGaGtaR1JBWFYwZDA2ZFByMVY5Zng2UHh3NlVSVVZGSVNvcUN0N2UzdXdzV2ZIZ3lJSUZDMkJqWXlPeVhGcFFKeUFnZ0oyQnpnVG1qaDQ5Q2owOVBRUUhCOHN0alNHOHpaZ3hZOERsY2pGczJEQ0packtOR3pmRzk5OS96emF1OXZiMlJzK2VQVVY2V1NpU2xwWW1FVUJLUzBzVGVUeCsvSGdjT0hBQWJtNXV1SFRwRWp0NFVOdDY1VlZWVmRpL2Z6L0N3c0pRV0ZpSWFkT213ZC9mWDI1UTc5ZGZmOFdSSTBjQUFJNk9qaW9GQUlVSFVPN2Z2NCtXTFZzQ3FKbDlEdFM4VjVqM203alMwbEoyTzNITWU2eE5tellpeTExZFhlSHE2cXIwK1RGYXRXb2xNbURHQkpxa3ZkYWpSNC9LSFJ4NDllcVZVb05jUC83NG8waW1TdVBHalVXV3JWeTVFaHMyYkJBcFFjZ3MreFRxOC83OEdOZXplL2Z1Nk42OU93RFJvSTZ5UWV0ang0Nko5TUVhT0hBZ2poOC9qc3JLU25oNGVPREZpeGNBYXU1NVFIcHBSdkhuYU4yNnRVclpMMHpRVTdqUGtDeXBxYW5ZdVhNbkhCMGRKWUk2eDQ4ZloyZThhbWhvNE9uVHAxSm5GVy9jdUZIazgvUDA2ZE1TUVRieVplbmR1emMyYnR5STVjdVhZOG1TSllpTmpVWGJ0bTFWTHBHclRPQlEza1FXS3lzcmlZQitZV0Vodkx5OG9LMnRMVkU2U2x0YkczLysrU2NHRGh5STh2SnluRHQzRHUzYXRSUDVuWFh6NWsyWW1wcGk4dVRKQUdwNmRBQTFtUkhLQnEza0RYZ3ZXclFJQnc0Y2dMMjlQV0pqWTVVNlhsNWVuc3pmY1gzNzlzWCsvZnRSVmxhRzMzNzdyZFo5Q2xYRlRKSlF0ZFJiMTY1ZHBWNmZ0TFEwREIwNkZGMjdka1ZzYkt6Q1hvMUxseTVGMTY1ZE1YYnNXR3phdEFtLy9mWWJnTDh6V0pUOSs2K2twQVM1dWJreTEyZG5aK1BKa3lmdzkvZUhvNk1qMHRQVHBXNVhWbGFHR1RObW9GKy9ma2hNVEFSUUUxeXdzTENBdjc4LzNyMTdKelV6cEduVHBpS1REOFNmVzV5czhtdUE3UGZUMnJWclJRTHNUS211TzNmdW9IUG56b2lKaVlHZG5SMEE0UHIxNjFpNmRLbkkvbncrSDdObnowWk9UZzQ4UFQwVlpqdXJhczJhTlZCWFY1Y2FIR0VHMmNXRE9tRmhZWEIzZDJjZlIwZEhpNVRjTlRBd1FHUmtKSnlkblRGdjNqenMzYnRYSkZQblMxTmY5NkY0K1RwQ0NQbVNVRkNIRUVMK2c1bzJiWXBObXpaaC92ejVPSHIwS0U2Y09JRS8vL3hUNWI0RS8zU3lTaENvZ3NQaHdNREFBSFoyZHJDenM0T3hzVEhDdzhNUkhCeU0vZnYzcTNRc3Bwd1hrLzBqVDFSVUZGYXVYTW1XSFRFek04UDA2ZE14WnN3WXR0RzNlSE53Y2NiR3hpS0RHaWtwS1lpS2lzS3Z2LzdLbGwxbzFxd1pwazJiaGlGRGhzaHNsQ3BPK012cHp6Ly9qTkRRVUhabW9JMk5EWllzV1FJSEJ3ZTI1RmR0N055NUU3dDM3NGFPamc1YnNnUUFXNVpNRlU1T1Rnb0hPeGdHQmdZcUJYUUE0TUdEQjNqdzRJSGNiV3h0YmJGOCtYSUVCd2RqOXV6WmJLa3pwbmVPcXYyU1JvNGNpV3ZYcnNIUjBSRXJWNjZVbWlVajdPWExsL0QyOWhaWmxwQ1FvUEI1Tm03Y2lQUG56NHRzS3p3Z05YcjBhSVhIZVAzNnRkenRKaytlakMxYnRpZzhqakxldjMrdjhGcUlZd2EyR0NkT25NQzJiZHZxNVh4cTQrM2J0M0lIR1JXdEYvZXA3OC82dXA1TTBMcXlzaEtyVjYrR3FhbXB4T2RUU0VnSU9uYnNLRkxDeXR6Y0hEd2VEMTVlWG5KTEZ0V1gvUHg4SERod0FGd3VsdzBjeVpPWm1Ra09oeU54bng0L2ZoeEpTVW40K2VlZkFRRERoZzNEcEVtVGxEcUhFU05HWU1TSUVhcWZ2QXpEaHcrWG1lVlEzKzdkdThmK0xtVksvdndiK2ZuNW9XM2J0dkQxOVVWS1NncnUzTGtqVWJaUkdjeEVEMkYvL2ZVWGZIMTkwYUpGQzZTbHBjSFMwaExHeHNic3dLOHc4Y0haKy9mdkl5UWtCSzlmdjhidTNic2xBZzZUSmszQ25qMTcyQkpkR2hvYUVnUHRFeVpNd0p3NWMxQmNYTXhPR0FIK0x1OGtTMFZGaGNMTThjek1UQnc3ZGd5VEowL0c0Y09Ia1p5Y3JGU2c2T25UcHpBeU1rSmFXaHEwdExSRUJ1anQ3T3lncWFtSkJRc1c0UDM3OXhnMGFKREM0OVdIZS9mdVFVOVByODc5RVlHYUFlM3AwNmZEMk5nWXUzZnZadi9HT1gvK1BCSVRFeEVXRmlaUnNwS3BmUExzMlRPUjBuZUdob1pZdW5RcDIwdnd6WnMzR0RwMEtBNGVQTWdHcWsrY09NRUdvUzlldkFnZkh4K0Y1N2htelJxUlVyRGl4bzRkQzBORFErellzUU50MjdZVldUZDA2RkNNSHo4ZW8wYU53cEFoUXhRK1YzMnp0cmFXR3ZBeE5EVEVkOTk5aDcxNzk2SmZ2MzRBYWtxSXVybTVpV3kzY09GQ1hMcDBDUkVSRVVyOXphK0tZOGVPNGVUSmsvRDI5cFk2dVl6SlFqTXpNMVA1MkowNmRjTFNwVXVocTZzTGdVQlE2MzVXbjBKOTNZZUtNcWdJSWVSem9xQU9JWVQ4aDdWczJSSitmbjd3OC9NRGo4ZERkblkyWHI5K3pRN1UvZHN4WDNKNVBGNjlmU0h4OFBCQWVIaTR4TUNsTXBnWmJ4b2FHZ3EzemN2TGc2R2hJYnk5dmJGcTFTb01IVHBVcVM4dnd0emMzRVMrYUNZbkorUFFvVVBvMDZjUHpNek1jUGZ1WFhhZ2hpSGV5MElhNGFCT1NVa0oycmR2enc3cTlPclZDd01IRGxUcFBNWEZ4OGNqSUNBQXZYcjFRdWZPbmJGOSszWjJuWEMyZ3l3QkFRSFl1WE9ueExheUJ0QlNVMU1sMXYzd3d3OUtsOWdUenZSaHpKZ3hReVI3QUFCbXpacUZpeGN2SWk0dURudjI3TUgwNmRNbEdpZG5aR1FnSmlaRzRYTXltUllkTzNaa3MyOWs4Zkh4Z1p1Ykc0cUxpMkZoWWNGbTYzWHIxZzM1K2ZtWU8zY3VCZzRjQ0U5UFQ0bDltVUdjYnQyNnlUeStzN016MjRCV25KMmRIY3pOelhINDhHR1o2K3ZMKy9mdndlZnpWUzV0STE1NlI3eHMycWRXV0Znb2tWbWp5bnB4OVhsL0txTytyaWNUdEw1OSt6WldyMTROT3pzN2lVQjJTRWdJMnJadEs3S2N4K094R1VkVHBrekJIMy84OGRGNnRaU1hsMlBxMUtsc21UY1RFeE9SOVZwYVduano1ZzNTMDlQUnNtVkx2SHo1RW4vODhRY3NMQ3drbXNyLzhzc3ZhTjI2TlpzVnQyL2ZQdVRuNTRQSDQ5VzZoR2h0dFdqUlF1R2tnZnFTbEpURUJuV1ViZXo5VHpWOCtIQVlHUmxoOU9qUkVBZ0V0ZXBESUQ2ci9NcVZLMWl3WUFIczdlMHhhZElrdUxtNVlkZXVYWmc2ZFNwV3IxNk56WnMzUy9UY0VHWmtaQVFqSXlPc1c3Y09mZnIwa1ZnZkdob0tEdzhQNU9YbFFWMWRIWmFXbGhJWlpyWHBDd1RVQklBM2J0d29jNEpCZVhrNXZMMjkwYmh4WXl4ZHVoUnFhbXFZTTJjT3pwOC9ML0ZlWTJSbFpZSEw1ZUxLbFN0SVQwK0hrNU1URGg0OEtGS3VWVU5EQXg0ZUh0aTRjU05telpwVkwvM3paT25YcngvaTR1SWdFQWh3K3ZScHZILy9IcTZ1cnRpL2Z6L2k0dUxZbjZldXJpNisvdnBycGY0KzVQUDUrT0dISDVDZm40KzR1RGlSeVR0Tm16WkZiR3dzR2pkdUxQUDNzamp4RXFuTWR3UURBd01ZR3hzREVDM3Q1dUxpd2dhQXBNbkt5b0t0clMyaW9xTGtCbVNlUG4wS0hSMGRxYit6N2UzdDRlVGt4RTRTVWpZUUp1MnpYbDVQSFZua2xVSDc4Y2NmNGVqb2lBc1hMa0FnRU9EZXZYc2l2Mk16TWpKdyt2UnBlSHQ3WSt6WXNZaU9qbGI2ZVJVNWNPQUFBZ0lDMExselovYm51Mi9mUHVUbDVVRmZYeC81K2ZtSWlvcEM5KzdkVmY1YmlPSGw1Y1grdTZ5c0RKcWFtbDlrMmJMNnVnOEpJZVJMUmtFZFFnZ2hBR3EreExaczJaSXRtL1E1ZmFyNnU4d1hYYWFQU24xZ0JwMXFVNCtmYVU2clRMQmc3dHk1YkZrRTRicnp0Y0gwb3hnelpnekdqUnNIRXhNVExGaXdBSGZ2M3EzVGNZR2F4dW5NNE4rY09YT2tiaU90Qk1xR0RSdGtscDlxMDZZTjJyVnJoNWlZR0pFTWpveU1ES1hPbWZuaWZ2TGtTWGJabURGalpEN2Y0OGVQSmZvY2pSczNybFo5aytUaGNEaUlpSWhBNzk2OThlVEpFd0JnWjBFeXMrSmZ2bnlwVWxrdVpiWk5UVTNGbzBlUEVCUVVoUFQwZEpFU2pBMGFOTURUcDA5eCtmSmxkT3JVQ1YyN2RsWGxKUUdvR2ZocDE2NmR6UFdhbXBweTF6T1VIWUNTeHNmSGg1MlZMRzhBODU5QVh1a3ZSYVhCYXROVGk2SE0vZms1L1BycnJ3QWdkY0JaR2cwTkRSUVdGc0xIeHdjclZxeEFqeDQ5UHNwNU1mMG83dHk1ZzIrLy9WWnEvMDhuSnllY1BIbFM0bjBscmZmVmdRTUhrSnViS3pLb0s2Ky9qamlCUUNBeE01OThXWGc4SHB0VllXcHFDaGNYRjZ4ZnYxNGtLQ0xjajA2ZUR4OCtZTjI2ZGRpMWF4ZW1USm1DbFN0WDRvOC8vZ0JRazRGNzZ0UXB1TG01d2Q3ZUhrdVdMTUdvVWFPa1pxdzJiOTRjcDArZmx2dGNWbFpXY3JPb2twT1RwWll3VWxSK0xTOHZUMlk1eElLQ0FreWJOZzJwcWFrNGNlSUU5UFQwc0dUSkV0eThlUk9qUm8zQ2dRTUhwR1psY3JsYzNMbHpCOWV2WDhmeDQ4ZHg3Tmd4VEpvMENiR3hzV3laeDRxS0NxU2twQUNveVFUaThYaEtCVk1ZQXdjT2hJNk9EdUxqNHhWdTI2UkpFOWphMmlJMk5oWlBuejZGajQ4UGR1M2FCV2RuWjhUR3hySzlqNzc1NWh1WlpVcUZDUVFDTEZxMENNbkp5VGg4K0xCRWhvdXRyUzNDd3NLd1lNRUNtSnViUzJTUWlOdTllN2RFNlRERzhPSERwUzZ2cjh3RzhiS3I0b0tEZzNIa3lCR1ZmamJ5N2pkVitsZGR2MzVkSkZPblZhdFdLQ3NyUTBaR0J0cTFhNGY1OCtmRDE5Y1g2dXJxOFBmM0Z3bElXMWhZNFBUcDB4SS9tOXBpU3R1K2VmTUdxMWF0UXZmdTNiRi8vMzUyc2tWNmVqcDI3OTdOYm05alk2UFN4QTk1UG56NDhGbC8vMzhKVkhtL0UwSklmYU9nRGlHRWtQOHNTMHRML1A3NzcwaFBUNiszb0E1VDkxdVozZ25pbUVDZldUOEFBQ0FBU1VSQlZIck9zbXFCQzZ1UDhoeEF6YUJzbHk1ZE1HZk9ISW55Vy9WQnZMU0xOT0lEMExhMnRwZzZkYXJJekU5YlcxdjIzMjNhdE1IRml4Y2xabTBuSlNWSjdiMGppM0RteVpneFk2Um0rWWozMVBuWVdyWnNpVnUzYnJHempKbXlITXpQMjhIQlFhbHNKRnRiVy96MTExOUtiYnQ5KzNZWUd4dkR6ODhQczJiTkVsbW5xNnVMeU1oSURCa3lCRjVlWGtoT1RxNjNac21xa2xZN1gxbXVycTdzd0U5ZEFodktFbjRPYVFGS2FjdGs5WWpwMGFNSExseTRBS0NtbktGNEJvY3E2cnEvb3Z2elV5c3RMVVYwZERTMHRMUmtEakJLYytqUUlYYUcrY2R5L1BoeDNMbHpCNzE3OThhQkF3ZWt6dmJmdG0wYmV2WHFoVWVQSHFHcXFncGFXbHJvMDZjUFJvNGNLYkd0Y0dQNzJqaDA2QkJPbkRnaEVzd21YNDZDZ2dKNGUzdmp4bzBiMkxGakIvcjE2d2NmSHgvTW5qMGJXVmxaN0h0T1VhOCtIbytIbzBlUFl0MjZkU2dySzBORVJJVFUyZXFtcHFZNGUvWXNBZ01ENGV2cmk3Q3dNTGk1dWNIUjBiSGVNNzhLQ2dxUWw1Y25kVGtBZHBZL2s2M01lUDc4dWRSZzBibHo1eEFVRklTU2toSkVSMGV6d1pnR0RScmc4T0hEbURCaEFod2RIZkhqano5aSt2VHBJcDlQT1RrNW1EVnJGdXp0N1dGblo0ZWVQWHVpdUxnWWt5ZFB4aDkvL0lIUzBsSjRlWG5oeFlzWFdMTm1EVUpDUXVEazVJUjE2OWJCeHNaRzRXc3RLU2xCV2xvYWdvS0NsTDQrdDI3ZFFsQlFFSVlQSDQ2Z29DQTRPRGpBdzhNREkwYU13TEZqeDZUK1RTZ3R1RmRaV1luQXdFREV4c1lpTWpJU2RuWjJxSzZ1Um1WbEpTb3FLbEJlWG82S2lncDA2OVlOOXZiMjhQZjNoNVdWbGR6QXRxdXJLOXN2aHBHZG5RMVhWMWZzM0xtelZ2ZEtiU1k5U2RPcVZTdVJuaThNYWNGckt5c3J1THE2SWp3OFhHS2R2SjQ2YytmT1phOS9SVVVGTWpNekFkUk1Kdmp3NFFPeXNyTFlaWTZPanVqZXZUdCsrZVVYTkdyVWlDM3huSk9UZzdLeU1wSGdSL3YyN1NXZVMxR21rTFJ5aGZ2MjdjUDY5ZXVob2FHQmxTdFhJalkyRnQ5ODg0M0kzOTRyVnF4QVNFZ0lxcXFxd09Gd1pKWWJYcng0c2RUcktjK3JWNjlxbmZIenVkWEhmVmliOXpzaGhOUW5DdW9RUWdqNXorclNwUXVpbzZOeCsvWnQ5T3JWUytuOWR1N2NDUTBORFV5Y09GRmtzT0MzMzM1anZ4QUpCeVNVZGVmT0hRRHlTMW5WdDZ5c0xHUm5aK092di83NlpNOHBUdHBzMmlaTm1zanRmU0t0REkrSGh3Y21UNTZNbkp3YytQbjVJVFEwVk9wZ1NIQndNQ0lqSXhYVzgvOWNoTXZHTUlNQ0g3UDh5N1JwMCtUT2RPM2F0U3Q4Zkh5d2VmTm03Tm16QjNQbnpsWHArSThmUDhhT0hUdGtybi8zN3AzYzlReGxBbFR5TVAxVGxNbXdFaDVjckUwUTZNY2ZmMVI1SDFtRUIzRnJXOGFvdnZZSGFuZC8xdlY2eWhJVUZJUzh2RHpNbkRsVHBhREh4dzdvQU1EOCtmUFJ0bTFiT0RvNnlneHVhMnRySzlXbkRKQU1mZ3NURG5yTGtwK2Z6MDQ2SUYrV0N4Y3V3Ti9mSCtYbDVUaHc0QURzN2UwQjFQVE8yN0psQzV5Y25OaS9ENjVkdXlheXIzQ0p5cHljSEF3ZE9oUTVPVGtZTVdJRVFrSkNaSlloQTJwK2oyN1pzZ1hqeG8xRFdGZ1kxcTVkaTRTRUJKSEFuN3d5VS9Jc1hyeVl6ZEtWRnFRVXBxR2hBUk1URTBSRlJXSHk1TWxRVTFORFlXRWh6cDQ5aSsrLy94NUFUVW14aElRRWJOdTJEYmR2MzBiSGpoMXg3Tmd4aVF5Z3I3NzZDdkh4OFFnTURNUlBQLzJFeU1oSVRKZ3dBU05HakVCRlJRWGJkNC9KVkZCVFU4UDI3ZHVSbEpTRVU2ZE9ZYzJhTmV3eHJLMnQwYkZqUjNoNmVtTElrQ0Z3Y0hEQTVNbVRNV3pZTUptdjVjNmRPNml1cnNiUW9VTVZYaU9CUUlDREJ3OWl5WklsYU51MkxYdE92WHYzeHFGRGgrRG01Z1lYRnhmOC92dnZlUHYyTGY3NDR3L282K3VEdytIZ3lKRWpFbzN1UjQ4ZWpaU1VGS2lwcVdIZXZIbVlOV3VXUktCTStKb0ROWk5iZnYzMVY1aWFtdUxObXpjb0tTbkIxYXRYMmNrYmpSbzFraGkwWjhvVm01bVpLZDFFL3M2ZE95Z3NMRVNEQmczWVNRcjFNVUdrb3FJQ3o1NDlRK1BHamRuZ2lyUy9EM3YyN0ltZVBYdXFmSHpoSU5DOGVmUHd5eSsvd05EUUVPZlBuNGVGaFFWYXRXcUYvdjM3NDlxMWF6aC8vanl5c3JMZzZPaUlqSXdNckZxMUN2cjYrZ2dNREVSTVRBekdqeDhQRHc4UG1KcWFTbjB1VlRLRmdKcUFUa0JBQUtaTW1RSVhGeGRNbWpRSmQrN2N3Y2lSSS9ITk45K2djZVBHNEhLNVVGTlRnNXFhR2pnY0Rpb3FLdGdBWDNsNU9WcTNiczErNS9Eejh4TjVyOGJGeFdIOSt2WHM0NU1uVCtMU3BVc1lNbVFJckt5c2tKT1RnNmlvS0pXK1AzMXU5WDBmcXZKK0o0U1FqNEdDT29RUVF2NnpCZzhlREE2SGc0c1hMOExYMTFmcC9kNjllNGV3c0RBRUJ3ZWpRNGNPME5QVHc0c1hML0R5NVV0d09Cd3NXclJJNFNDR05MLysraXZVMU5RK1dWTmU0TytaZ1orNko4UEh3TXhBckt5c3hNMmJOekZ1M0RoY3VuUkpZckNYbWNVcGE3YWlLdW9hYUZDRUtjbjNNWU02eW1SWkxGNjhHRlpXVnBnNGNhTEt4Nzk5K3piYm1GZWEvUHg4QkFZR3FueGNWVEZCUFBGK0Q4TDRmRDdXckZrak11Z2lxN3lodkQ0eXdjSEJFc3NxS3lzUkV4T0R3c0pDaVl5eXRXdlhvbnYzN2hJem9yOTBpdTdQK3JxZXdOL05uWm1TYnhFUkVkaTNieDhzTEN3K3lmMVRHL1U1MENNdnlLMk16TXpNZjMxUG1uK3EzTnhjdEd2WER1dlhyeGQ1cnpDRDg0eWZmdnBKWXFMQ29VT0gyRm4vSmlZbVdMWnNHVXhOVGRuc0ZXWDA3dDBicDArZnhzT0hEMkZvYUFodGJXMTA3dHdaWVdGaHRYNU53cjJ6TGwrK0xEWGo1dm56NTJ5UHZaQ1FFQVFHQnJJOStUUTBOTkNqUnc5NGUzdmp3NGNQR0R4NE1ESXlNbUJrWklSVnExYkIzZDFkWnJCVVYxY1htemR2aHB1Ykc5YXVYWXVJaUFpY08zY09ZOGFNZ1phV0ZnNGRPaVNTbmEybHBZWGMzRndzVzdZTTd1N3VXTEprQ2Z1WjFxVkxGMXk1Y2dVLy9mUVREaDgralBIang4dDkzVGR2M2tUYnRtMlZ5cmlPam82R3Y3OC9SbzRjaVkwYk40cDhqbmJ2M2gySERoMUNkblkyZEhWMVVWNWVMdko3Zzh2bFNtUUgvUERERDdoNjlTb3NMQ3hnWUdDQXhvMGJRMDlQRC9yNit0RFQwNE91cmk3MDlQU2dvNk1EZFhWMVBIdjJESU1IRDhhbVRadXdmdjE2WEx4NEVRRUJBZERXMXNiOCtmTVZucjhxRWhNVFJiSlRiV3hzNnFYMFpYVjFOUVlQSGd5QlFBQUFhTnUyN1VmN1BicHk1VXFFaFlWSkJOTUFZT2JNbVhqOCtER0NnNE14ZXZSb1JFZEhvM256NWdDQS92MzdZOWV1WGJoeTVZcmM3eHFLeXRabFoyZUxCRm1Oakl3d1lzUUlyRjY5R2h3T0IwbEpTWWlNakVSaVlpS2lvNlBaMzVXeWNEZ2N4TWJHaWh4UE9FZ25YdDZ6ZWZQbU9IWHFGRTZkT3NVdTY5S2xpOVMvZDc1VTlYMGZxdkorSjRTUWo0R0NPb1FRUXY2em1qZHZqZ0VEQmlBeE1SRXZYcnhBcTFhdGxOclB6YzBOLy9kLy80Y3JWNjRnTlRVVjFkWFZNREl5d3BneFkrRGw1VldyMllEUG56L0huMy8raWNHREI5ZDVGamt6QS9QbHk1Y3dOemVYdSsyNWMrY0FTRFl2L3llenRMVEV2bjM3TUdiTUdQajUrV0h2M3IwaTY1a3YvL0lJQkFJMkNQRHk1VXRzMmJJRkwxNjh3SXNYTDVDUmtZRkJnd1poM2JwMUV2dEpLK2R3N05neGlhYnp5bUlhUkt0NlR5amJkMEZaMnRyYW1EUnBrc3I3ZVh0N28zdjM3akl6UkJUMWdBa0lDRkJwY0ZLZVc3ZHVBWkErT003TVpuWnljc0tmZi82SlRaczJzZWRXbTZ3N1ljWEZ4WWlLaXNMT25UdVJrNU9ERmkxYXdOdmJteDNBZS9ic0dUWnQyb1R5OG5LMGE5Y09QL3p3QTc3Ly92dFBWdExzWTl5ZjlYMDlFeElTTUdYS0ZLaXBxU0UyTmhaMmRuWVlPM1lzTGx5NGdJaUlDS21EYkI4RGt5M3hPWHJUS0JxZ0EvNys3SmVXaFhqLy92MTY2K0h3YjlXcFV5Y2tKaWFpcEtUa293YlN4VTJaTWdWVHBreVJ1NDIxdGJYVXJBanhBZXhSbzBiSlBFYTdkdTJ3WThjT21TVVloU2QzV0ZwYXd0TFNVdTQ1S1dQRmloVXdOVFZsc3p1RW1abVo0YWVmZmdJQWpCZ3hBaU5HakpCNW5PWExsN05sdjVUdDRXRnJhNHZqeDQvajhlUEgwTkRRZ0xXMU5XYk9uQ2wxWnY2a1NaUFFyVnMzcVdXeDlQWDFFUllXQm45L2Y0V1pobHBhV3BneFk0WlM1emRwMGlTMGFkTkdacWFEOE84K2EydHIzTDU5RzN3K0h4d09CMDJhTkpGNEhjT0hEMWVwREtXMXRUWGk0K1Babm5idTd1NXdjM09EaG9hRzNNKzRKazJhWVBQbXpVci96UXdBTTJiTXdLaFJvOERuODZHbHBRVnpjM09WUGtjdlhib2tOY05GUjBjSFQ1OCtaVXVMMWFZVTJMQmh3NVQ2YkpTWDVYdmt5QkYwNzk0ZG8wZVBsdmpkM2FSSkUvajcrOFBmMzEvcXZrNU9Ua3FWOWpNME5NU0ZDeGZZQU1Ld1ljUFl5V2xBVGErczVjdVhZL255NVFCcS9vN2w4L21vcnE0R244K0hRQ0NBdXJvNjFOVFV3T1Z5UmE3L3paczNKZTV0ZDNkM3VMdTdzNDk3OXV5SnpNeE1sSldWb2JLeUV0cmEycDlsb2tCZGVqYlY5VDRVcDhyNy9iOGtORFFVcGFXbGFOaXdJVHAxNnZTNVQ0ZVFmelVLNmhCQ0NQbFBtemR2SGk1ZnZvd3RXN1pnNDhhTlN1M1RzbVZMcVFQNmRiRmx5eFlJQkFLbGU4S1VsSlNBeStYaTFhdFhBRVN6VHBpQkdWZFhWd3dkT2xScVJncWZ6OGVEQnc5dytmSmx0RzNiRnAwNmRVSnBhU2txS2lyWXpDUGhXYkJSVVZFcTlhdGhGQlVWUVV0TGk2Mm56OVRPRnladGtFUmF6eEZWOU92WER6Ly8vRFBzN095UWw1Y0hQVDA5YUdscG9iaTRHRGR1M0pBWUZMcDE2eForL3ZsbnZIbnpCbS9ldk1HclY2OVFVVkVCb09iTExoTjAwTlBUZzdtNU9WcTJiQWtBZVB2MkxUZ2NEaG8yYklqbno1L2oxYXRYRXRlN1RaczJjSFIwRkZsMjhlSkZQSDM2bEgxY1ZWV0ZHVE5tUUZkWEY5cmEybEJYVjhmejU4OXgrZkpsNk9ycUtpekw4ZGRmZjZGcDA2YlExOWZIL2Z2M2taV1Y5VkcrYkw5Ky9ScTZ1cnBvMEtBQktpc3JrWnFhS2pmNHNIcjE2am85bnlyNzgvbDhOak9yVWFORzdNKzhzcklTWjgrZXhiNTkrMkJnWUNBUmRPWHhlR3hKbzZkUG4yTGZ2bjFzcHAyMGdkYjgvSHhvYW1wQ1IwY0hHaG9hdUhIakJnQkkzRk1aR1JuWXRXc1hEaDQ4aVBmdjM2TlZxMWJZdUhFakprNmNLSktWWW0xdGpkVFVWRVJGUldIMzd0MllNMmNPUWtORE1YMzZkSGg2ZWlwVkxxNHU2dnYrck8vckdSOGZqNmxUcDhMSXlBaEhqaHhoZXovWjJOaGc4T0RCdUhyMUt1N2N1UU1ORFExb2FtcENRME1EWEM0WGZENGZCdzhlUkdWbEpZNGNPWUxLeWtwVVZsWkNUMDhQNDhhTlUzaGRxcXVyMGJwMWEyaHFha0piV3hzY0RnZFpXVmtBb0xEazBGOS8vVlhuTW5NVEprekE5dTNiMmNmQ1RibGwwZFhWaGJtNU9iWnYzdzQrbnc4REF3TUFRRnBhR2xKU1VrU3lQb2drQXdNRE9EZzRvS0NnQUpXVmxaLzdkT3Fka1pHUjNLRFB4K0RsNVNWem5iNitQcVpObTZiVWNjUS9vMVRCQkMwQTJhV1cxTlRVcEFaMGhDbnpubGFsUEttNnVyclNwYXZVMU5Sa2x1MnFDK0ZBbnBxYW1zS01TYURtR2lyekdTcE1YMSsvVHNGM2VkbmtkZjFieDhURVJHNlpRbVgwNjlldjF2czJiZHBVcWQvekdob2FJc0VmRG9jajkrY2xyMytPT0VXOXVvVFBRVjY1M2k5ZFhlOURjYXFXSS82djZOQ2hBelExTmV2Y0M1QVFvaGdGZFFnaGhQeW45ZW5UQjZOSGo4YUJBd2ZnNmVuNVdjcVEvZTkvLzBOTVRBekdqaDJyZEJtQWMrZk93ZHZibTMwc25Hbmo0dUtDcTFldjR0U3BVMUtid2pMMDlQUXdiTmd3dG5SRFdsb2FXd29GRUsybDM2RkRCNUhuazBlNG9YMTRlRGcyYmRyRVB2NzY2NjhsdG8rTWpGUjRUS1lPdmlxWWdXUm5aMmY4L3Z2dkl1dkVHMGVycTZ2anlKRWpBSUNHRFJ1aVhidDJzTEt5UXV2V3JXRmhZY0hXVGhjdlIzSHc0RUdFaElTSUxCUHZRV0JqWTRQUTBGQ1JaYm01dVNLRDVsd3VGNm1wcVJLOWpjek56YkZod3dhRlgvam56cDJMNjlldml5ejdHRFcrQXdJQ2NPYk1HWkZscXN3TS9walUxZFhoNCtPRHQyL2ZTbDNQNVhJUkZoWW1NV084cEtRRVJVVkY2TkdqQjZLaW9oUU9udnY3KzB0dE5pODg2T2pyNjR1WW1CZ0lCQUowNk5BQjgrZlB4NmhSbzJTV0MycmF0Q244L1B6ZzYrdUx3NGNQSXlJaUFxdFhyOGFtVFpzUUdSa3Bkd1o3WGRYMy9WbmYxNVBwNlJBWEY0ZldyVnZqekprejJMTm5EMkpqWTdGcDB5YncrWHlWWHErWGw1ZFNBNUxNSU9xREJ3L1laVnd1RnoxNzlwUzRYc0tZSGlCMUpkNG41Lzc5K3pLM0ZSN28yN1JwRTJiTm1vVzFhOWV5eTlUVTFEQnc0RUFLNmhCQ0NDR0VFUEl2d1JFb1U0T0VFRUxJUDVLRGd3UGJIRHd4TVJFT0RnNmY5NFNVOU83ZHUwLzZmQVVGQlhCd2NJQ0JnUUV1WHJ6NHljb2VBVUJaV1JrR0RScUVEeDgrSUNrcGlaMVpyVWg2ZWpwMjdOZ0JOVFUxZE9yVUNSTW1US2p6dVpTVWxMQzlLUm8zYm96cDA2ZXpHU21xc0xLeWdxV2xKUklTRW5EcDBpWHMyclVMNnVycTZOS2xDK2JQbjgvT0hBd1BEMGRNVEl6Y0J1QU1XMXRiVEpnd1FhTE8rN1p0MjdCLy8zNjV4NGlQajJlYm1RS0FoWVVGSmt5WUlESzR6K2Z6Y2ZQbVRWaFpXYWxVNml3cEtRa0xGeTVFZFhVMU9Cd096TTNOc1hMbFNuWm1jSHA2T3ZUMDlKUTZwa0FnUUdscEtjckt5bEJWVmFYU0xMZW9xQ2pjdW5VTGZENGZhbXBxYU5ldUhieTh2SlF1VThPSWpJekUxYXRYRVJNVEkzVjlRa0lDZnYvOWQ3YVVSNHNXTGVEdTdsN3JVa1dLeXErcDZ1alJvOGpLeWtKbFpTVjRQQjc0ZkQ3VTFkVmhhbXFLUVlNR3lTeEgrUGp4WTFoYld5czFBelU1T1JuWHJsMWpyd0dYeTBYdjNyM1JwMDhmZHBzelo4NGdNaklTOCtiTnExV1ByT3JxYXB3NmRRb1JFUkU0ZE9nUVc1dGZFVld2NThlNlArdjdlcWFucDBzdEJWVlZWWVhpNG1MMjU4MzhueWsveU9Gd3dPRncyQ2JSSEE0SEppWW1Jak4xRXhJU1VGSlNJck5FWUhWMU5RUUNBWHR1bjFwYVdob1NFaExrOW1MWXNXTUhCZ3dZSUJJMEx5c3JZei96bUF5bStxVHM3NnE2U2twS1lrdU0yZHZiSXlrcDZhTS81NzgxVTRjUVFnajVGQ2hUaDVDNjRTaFpHNUtDT29RUThpOUdRUjNsUFgzNkZLZFBuOGFBQVFNa01pMCtwdHUzYnlNcEtRa2pSNDZzY3lOc1FnZ2g1RlA0TndaMTNyMTdoM3YzN3JFOWRUNUg1aTRoaEJEeVQvYnc0VU9SbmpxZjZ1OEZRdjVObEEzcVVQazFRZ2doQkRWOUpmejgvRDc1ODNicjFnM2R1blg3NU05TENDR0VrTC9kdTNlUERTRDE2dFZMYWxsQVFnZ2hoTWkyWk1rU3RpVDBQMmxTS1NIL1JKTGRpZ2toaEJCQ0NDR0VFRUlJSVlRUVFzZ1hoNEk2aEJCQ0NDR0VFRUlJSVlRUVFnZ2gvd0FVMUNHRUVFSUlJWVFRUWdnaGhCQkNDUGtIb0tBT0lZUVFRZ2doaEJCQ0NDR0VFRUxJUHdBRmRRZ2hoQkJDQ0NHRWZOR3FxNnMvOXlrUVFnajVCOHJQejBkSlNjbm5QZzFDQ0tsWEZOUWhoQkJDQ0NHRUVQTEZNVFEwWlAvOTRzV0x6M2NpbjhpalI0OHdiTmd3WkdWbFNWMmZtNXNMSnljblBIbnlCQThlUEVCeGNYR2Ruby9INCtIRml4ZTRkZXVXMHZ1VWxwYWlyS3hNNnJxblQ1OWk3OTY5ZFRvblpmRjRQQlFYRnlNN094dlBuajFEU2tvSzNyMTdKN0pOV1ZrWjVzNmRXK2ZySkV0S1NncEdqQmdoOWZxVmxKVEEwZEVSWjgrZVZmbTRWVlZWbURkdkh2YnYzNi9TZm12V3JJRzF0VFgrOTcvL1Nhd3JMaTVHKy9idGNmejRjWlhQQndEMjd0MkxaczJhMVdwZmNWVlZWWGovL2ozZXZuMkxyS3dzcEtXbDRmYnQyMGhLU2tKdWJxN0U5cytmUDhldVhidnE1YmsvZlBpQVAvLzhFN3QzNzhidnYvK3UwcjVuenB4QlFVRkJ2WnlIdU9MaVlrUkhSN09QS3lvcUVCMGRqWXFLaWxvZGIvMzY5U3Ivdk9wNlA5Zlg5VWxMUzhPS0ZTc2dFQWdrMXBtWm1VbDh4alJyMWt6azJrbmo2K3VMWHIxNm9iQ3dzTTduOXpIeCtYeGtaR1JJL1k4UVFzUnhQL2NKRUVJSUlZUVFRZ2doNHF5c3JLQ3JxNHZTMGxKa1pXWGh6WnMzYU42OCtlYytyWThtSmlZR3o1OC9SM2w1T1R1SXA2YW1Cbk56Y3dCQWVYazVVbEpTVUZaV2hvMGJOeUl6TXhNeE1URXdOVFZsajNIbHloV1VsWldockt3TXBhV2xLQ2twUVZGUkVmdmYyN2R2a1orZmo3ZHYzK0x0Mjdmc3dHbGNYQnhzYlcxUlVGQ0FZOGVPb2FDZ2dQMlAyU2N2THc4ZlBuekFyRm16c0dUSkVvbnp2M1hyRm9LQ2dqQnQyalIyMmQ2OWV4RVVGRlNyNjVHZG5RMEFXTFZxRlk0ZE80YUtpZ3BVVmxhaXZMd2NmRDVmWXZzMWE5Wmd5cFFwU0V0TGc1V1ZGWGc4SG80ZVBZcWdvQ0RFeE1UVTZoeUVlWGg0UUVkSGgzMGNHeHVMLy8zdmY3QzB0SlRZOXRLbFMzanc0QUdNalkxVmZoNHVsd3N1bDR1Z29DQllXbHFpYjkrK0N2Y3BMaTdHdm4zNzBMVnJWK2pxNnVMWnMyZnN1a2FOR2lFdUxnN3YzNytIdGJXMXlEb0E0SEE0c0xLeVV2azhaU2txS3NKMzMzMkhxcW9xOFBsODhIZzg4SGc4VkZaV29yS3lVaUxyanNQaFFFZEhCdzBhTkVCSVNBaEdqeDR0c2w1VFV4UHIxcTFEdDI3ZDBLVkxGM1k1bjg5SFptWW15c3JLVUZCUWdMeThQR1JtWnVMSmt5ZG8xS2dSMXF4Wmd6Tm56aUE1T1JtWm1abDQ4ZUlGc3JLeVVGMWREVE16TTB5Yk5nMTkrdlJSNmpXOWUvY09peFl0UXF0V3JYRGl4QW5vNnVvaUppWUdmbjUrU3UyL2VmTm1qQnMzVHViNnZMdzhMRjY4R083dTdnQnFnaytMRnkvRzhPSERvYVdscGRSejFGVmQ3dWY2dkQ1RlJVWFl0V3NYR2pkdURGOWYzOXEvb1A4dktpb0tWNjVjd2F4WnM5QzRjV05rWjJlTDNFZXlNSjgvNmVucEtnY0FoVGs1T2VIV3JWdVlPbldxd20xVFVsSmdaMmNuOTN3SUlZUkJRUjFDQ0NHRUVFSUlJVjhjSFIwZGpCa3pCZ2NQSGdRQUxGaXdBTEd4c1IvbHVRd01ER0J2YjQrcXFpcTBiOS8rb3p5SFBQbjUrVGg4K0RES3lzclFyMTgvZHJtdXJpNmVQMzhPNE84U2RPcnE2dGl6Wnc5KytPRUhUSnMyRFJjdVhBQ0h3d0VBakI4L1h1UzQydHJhYU5Tb0VmdGZreVpOMExselp6UnQyaFJObXphRmtaRVJqSTJOMGFwVkt3QkF3NFlOa1pDUUFBTURBeGdhR29MRDRlRG16WnZZdTNjdnpNek0wS3haTXpSdDJoUkF6UXo1SFR0MllOU29VWEpmbTdxNk9wS1Nra1NXRlJVVllmanc0UWdORFlXRGc0UEl1cmk0T0t4ZnY1NTk3T3pzRENzcksyaHJhME5MU3d2LzkzLy9CejgvUDF5OGVCRU5HalFRK1E4QSt2ZnZqK1RrWkpFQjZCVXJWc2c5UjJXNHVMaXdRWjMzNzkvajVNbVRHRGR1SEhzOWhKMDRjUUxtNXViNCt1dXZKVEtGR2pSb0FIVjFkWW5naXJDcFU2Zmk4dVhMT0hQbWpNeU1DMk5qWStqcjZ3TUFObTNhaEtLaUlseTllbFVpQ0RSeDRrUWtKaWFDeCtOaDZOQ2hFc2RSVjFmSHExZXZBRURoUUx5c2N4RWVjRzdVcUJHV0xWc0dEb2NERFEwTmFHcHFRa3RMQzVxYW1zakp5Y0hVcVZOeDY5WXQ2T2pvc1A4eDl5L2p6cDA3R0Q1OHVNZ3lKeWNua2NmMzc5OW5COEQxOWZWaGJtNE9hMnRydEcvZkhwMDdkMmEzcTZxcVF2ZnUzV0ZtWm9hWW1CZzhlZktFdlc1WldWbXd0YldWK1hyRHdzTGc3dTRPQXdNRDdObXpCeE1tVElDbnB5ZWlvNlBoN095TUhqMTZ5TnlYSVMwbzkrelpNNm5MeGE5dmh3NGRSQjRuSnlmRDJ0cGE0WE9xcXE3M2MzMWVueDQ5ZXNEUHp3OXIxNjVGMzc1OTBhbFRwMXEvcnV2WHIyUFpzbVhvMXEwYi9QMzlBUUJHUmtaSVRrNVcraGgzNzk3RjRzV0xhMzBPTmpZMjZOdTNML3VjMmRuWmNIVjF4Y1dMRitIbzZJajQrSGcwYXRRSUFQRFZWMS9oL3YzN0l2dS9lUEVDSTBlT3JQWHpmMnJmZlBNTjFOVFV3T1Z5WVdCZzhMbFBoNUIvTlFycUVFSUkrZUp3T0J5cEtmZUVFRUlJK2J6RUIxOC90cVZMbCtMSWtTUGc4WGc0Y3VRSUJBSUJObTdjS0pLZFVoODZkZXFFcEtRa0ZCUVVvTEt5c2w2UHJZenc4SEFZR1JraE1URVJtcHFhQUlEbHk1Zmo2dFdyN0RaVlZWVUF3QTZVNzlxMUN3VUZCUkkvRTM5L2YweWRPcFVOSHFoQ1EwTkRwRVJYZkh3OHpwNDlpOEdEQjRQTHJmM3dnZmhBTkZPbXljVEVSR0tka1pHUnlPT09IVHVpWThlTzdHTW1HQ0s4VEJGNXM5eWJOV3VHeVpNblkrM2F0VW9kUzNqZ1BUbzZXcVQwVTNaMk5yS3pzNUdVbEFRK240K3Z2LzVhWXYvNCtIaDA3ZHBWcVF5Y0F3Y080TUNCQTFMWE1RR0hXN2R1WWMrZVBWaTFhaFcrLy81NytQcjZ3c0hCQVZPbVRBRUFiTjI2RmUvZnY4Zmp4NDl4K3ZScDNMMTdGK3ZYcjVkN2I0Z1BlcDg0Y1FLYk4yK1dXQjRmSDQrd3NERDJzYXhnaGJqdTNidkxYZi95NVV0Y3VuUUpDUWtKY0hGeFlaYy9ldlFJOSs3ZHcvZmZmODh1ZS9EZ2dVaXBSbUhPenM1d2RuWUdBUHp5eXkrSWlZbGhBenJDMXE5Zkx4R0FFSDhkdlh2M1JtQmdJRmFzV0lHYk4yK2lkKy9lVW8rbEN1WjZabVptWXVMRWlleGpKdWdwUE9BdmZqNWxaV1V5KzhSOCtQQUJRRTBHa0RRTkd6WmtBNVQxZFQvWDUvWHg4ZkhCdVhQbmNPblNKYlJ1M1Zya015SW9LRWdpKzIveDRzVnM0SVVKMnQyN2R3OVRwa3lCb2FFaDl1elpBdzBORFFBMW1YQzFDWXlscEtTdzErcml4WXVZTW1VS2J0eTR3V1pTTm12V0RDdFdySUNYbDVmVS9abm5aREt2bUl3b0N3c0xOR25TaE4xT1BCdnFZNVdQL0ZoV3JGZ0JUVTFOa2RkRUNQazRLS2hEQ0NIa2k2T21waWExckFZaGhCQkNQaTgxdFUvYmxyVjE2OWJZdFdzWFc3cm02TkdqT0hyMEtNek16R0JoWVZIdjUxTlZWU1ZSSGtvVm9hR2hFclByRmJsMzd4NzI3ZHVIN2R1M1krSENoUmczYmh6Njl1Mkx5NWN2bzErL2ZoS3o5L3YzN3kveTJNZkhSMlNRczJIRGhuVWViUDVTUkVkSHk1d2xMeTFyNUZPVktKb3padzZHRFJ2R1BqNTM3aHkyYk5rQ0FOaTVjeWNNREF4dzRzUUprY0JKYm00dXhvNGR5d2J0Z0w4RE02cW9xcXBDaXhZdEFBQnYzcnpCekprellXdHJDdzhQRDNBNEhEUnYzaHhMbGl6QnQ5OStDME5EUTJ6ZXZCbno1czJEZ1lFQnVuYnRpdVhMbDRQUDU3UG5LNDJzUUp1aUFKeUZoWVZFcG9Fd0p1dEEzalpBVGNrMUhSMGRiTjI2RlowN2Q0YTl2VDBxS2lyZzd1Nk95c3BLZUhsNXNVRk80ZXRaVzgyYk4xZHFvSC9tekpsbzA2WU5ldmZ1TFRmVGlxR29ySjM0Y3pLUG1hQ24rSUMvc0lNSEQyTHAwcVZ5ajI5all5TjF1WGp3b2I3dTUvcTZQbHd1RjNGeGNkRFIwWUZBSUdDRFhmYjI5cGc3ZHk3R2pCbkRidHUzYjEvNCtmbXgyU3g2ZW5wSVRFeUVsNWNYdExTMGNPVElFV2hyYThQVDA1TXRhVmhYelBkVUpsQ2tES1pYR3ZNWjlmcjFhd0ExNzJFbUNNZThyd2toUkJrVTFDR0VFUExGMGREUW9LQU9JWVFROGdWU1pSQ3J2bmg0ZUFBQVpzeVlBUjZQQndCNDllb1ZXekxxUzFKVVZLVFM5aDgrZk1DY09YUFF2MzkvT0RrNUlTOHZENTZlbm1qVHBnMWV2SGlCRFJzMnNJT3Y1ODZkdytyVnErSGw1U1VTQ0dqY3VMSElNYVhOWkZmR2poMDdjUC8rZmV6Y3VWTmluZmhnbzZyQkUvRUJYdVk2NWVUa1NLekx6ODluL3oxcTFDaUpIaFBpV1EzMUpTY25CeVltSmtwdGEycHFLakpnemdRcGNuTnpjZkRnUWZqNCtFaGtOVENEMzlMZVE4bzJtTmZVMUlTMnRqYjdlTisrZmVCeXVZaU1qQVNIdzhHMmJkdlFwVXNYQ0FRQ05HclVDUHYyN1lPcHFTbG16cHdKb0thYzEwOC8vYVN3MTQrc240bThueFZRVThxTk9UWVRkQkhHTktxWEZhZ1FxajFPT3dBQUlBQkpSRUZVemdhenRMVEV3b1VMa1pxYUNudDdld1FGQmFHNHVCaW5UNTlHa3laTlpHYWhDRE16TTVQNFRpRWNETHg1ODZiQ1l3ampjRGdZTUdBQUFPbGwxY1FwRTlpb3F5ZFBua2dzaTRpSXdOYXRXNld1azVadFUxLzNjMzFlSHlhVGlNUGhpQVMvakl5TXBBWVhoWmM5ZnZ3WURSbzB3T0hEaDlHNmRXc0VCQVRnM0xsekdEdDJiTDBFZGNyS3lnQkFwWDVING1YKzdPM3RBUUNEQnc5bWwxSGZIRUtJS2lpb1F3Z2g1SXVqcGFVbHRaRXFJWVFRUWo0Zk5UVzFUOWEwVzV5SGh3ZjY5T21ERlN0VzRNU0pFeWd0TGYwczUxSGZsaTFiaHNMQ1F2ajcreU1tSmdhZW5wNzQ3cnZ2MEw5L2Y3UnQyeGE5ZXZWaXk2czllZklFV2xwYXVIWHJsdHdlTWZQbnp4ZVp5YTRzRXhNVDlPM2JGeE1uVG1TWHVibTVJU3NyQzBsSlNTcVhjbVB3K1h5WkE3eExsaXlSdTYrMnRqWWJBT2pRb1FPU2s1UFJzbVZMQURWWkRjMmFOY1BGaXhmeDl1MWJQSHo0RUQ0K1ByVTZ4MGVQSHFGSGp4NFlQWG8wbGl4WklyV3ZpRElPSERnQUxTMHRUSjgrWFdLZGVHYkpvVU9IMklGeVpiTzdSbzRjaVIwN2RyRDdmdlhWVjJ5SnFZY1BIMkxWcWxYbzI3Y3ZEaDA2QkRVMU5majcrMlBpeElraUErOExGaXdRNlZra2pheWZseklEOVlEaU1teXlNaEt5c3JMQTVYSWxzckJXcmx6Si9ydGJ0MjRBYW9LUVFFMlFqK21uSkt4cDA2YTRjdVVLVzlMWjNkMGRHUmtadFFvR0NnZUh0bTdkQ2hjWGwzb1pnR2VPd1FUSG1NZnYzcjBEVUJOVXFhaW9rSHNNYVZsNXpPZDBYVFAybEwyZjYrdjY3TjY5V3lUN1NQd1lBb0ZBcVJLZ2t5Wk53ckJodzlDcVZTdmN1blVMQnc0Y3dMaHg0ekJvMENDVkFtMnlzcmZldjM4UG9DWXJTQlhKeWNuUTBOQkFyMTY5OE5kZmY4SGEyaG9QSHo1RVFVRUIrdmJ0QzRGQXdQWlFZMlJtWnFyMEhJU1EvdzRLNmhCQ0NQbmljRGdjNk9ycXNuOHdFMElJSWVUejA5WFYvZVE5ZFlSWlcxc2pPam9ha1pHUlNFOVBsOGdTcUl0bno1NWg2OWF0NFBQNU1EYzN4N1JwMDJwMW5HKysrVWFsN1dmT25Ja1JJMFpBWFYwZGdZR0JpSStQUjY5ZXZmRGh3d2NzWHJ5WXZkNlptWms0YytZTVFrSkNzR3paTWx5N2RrMGlnNFVoclUrTnN2VDA5TmlBeHBVclY5aVNRUzFidG1SbnpxdENJQkJBWFYxZElxdXFvS0FBSFRwMHdPN2R1ekY4K0hDUmRjSWwxODZjT2FNd1VETjA2RkNZbTV2RDF0WVc1ZVhsS3A4akFMUnExUXBkdW5UQjNyMTdjZUhDQlN4WnNnUnVibTRxMys4Ly92Z2puSjJkRVJFUmdiNTkrNG9FTnNTRE9zSmw5QjQrZkNqem1FbEpTUWdJQ0FBQWpCNDlHaHdPUjJSZlUxTlQ4UGw4TEZ5NEVDWW1KdGk2ZFN1cXE2dFJYVjBORG9lRGxpMWJTbVROQ0FRQ2tXVk1oa3ovL3YwUkhSMHRrajBBQUh2MzdrVlFVSkRFSVB1Yk4yL2tucnY0OWt5d1IzeDVSa2FHeVAwc25rSHo3Tmt6bUp1YlM4MXlFajlYUm1CZ0lIeDlmUUhVWko1a1pHUUFxTWtBWXNvMk12ZTNJa3h3U0R4UUpTMGJpYUZNRDZvdVhicklmY3hrdlh3dXl0N1A5WFY5WEYxZDBiOS9mMXkrZkJuTGx5OFhXVmRkWFEyQlFLQlV5VTE5ZlgzbzYrdWpwS1FFczJmUFJwczJiYkI2OVdyazVPUW9IWmdFWkdmTzVPWGxRVTlQVCs0a2grenNiR2hxYWtvRWlITnpjOUd3WVVPcCsxUldWcXAwZmwraXBVdVg0dEdqUitCeXVkaThlVE02ZGVyMHVVK0prSDh0Q3VvUVFnajVJbkc1WE9qcDZhRzB0SlF5ZGdnaGhKRFBTRTFORGJxNnVrb05VbjRLT2pvNkt2ZXRVUVpUY3FoaHc0WXlBeWIxclhYcjFtamR1alVBNE5LbFMvRHc4TURhdFdzeFlzUUlEQmt5QkFEQTQvRXdkKzVjdEdyVkNwTW5UOGI5Ky9leGVQRmkvUHJycjlEVjFXV1B4UXlnMXRmUGFlUEdqYkMwdEVSNmVqcWNuWjNoNU9TRStmUG5xM1FNUHA5ZnA3NUhJMGVPWksrRHJFRFY2ZE9uMGJselovVHIxMDlpbHJ1eWRIVjFzV0xGQ3JpNHVHRGV2SG53OC9QRDhlUEhzV0hEQnFubG12THo4MFZtL0RNQlJxWlUxUDM3OTdGLy8zNmNPM2VPN1J2Q2xBNlUxZ05HV2pteWlvb0tyRnk1RWovLy9EUHM3T3l3WmNzV05HL2VYT3I1UjBSRTRPN2R1MWl6WmcxNFBKN0MzaHdMRnk3RXdvVUwyY2ZaMmRrb0xpNUdhV2twTEN3c2xDNi9CdFQwZlNrdUxwYWFGZEsrZlh1UngwdzJoL2h5OGIvMXhjL2YxdFlXeWNuSklzdVo4bXVQSGoxQ3c0WU44Zno1Y3pnNE9MQ0JHdUhNc3ExYnQwSmRYUjE4UGg5RGh3N0Z1blhyOE8yMzMwcWNyeXl5ZXIvSXU4N0taS293MXpNOVBSMk9qbzdzNDhMQ1FuVHYzaDIzYnQxaXl5dldObENyakxyZXoyWm1abEtQcStyMWFkU29FUm8xYW9UVTFGUjJtWGpXMXVMRml5WDZiQWt2YzNWMVJYaDRPS3FxcWpCanhneGtaV1ZoNmRLbDBOSFJRWXNXTGFRKzc1MDdkekI4K0hBY09YSUUvZnIxazNuT2pOVFVWSVZsM0JJU0VoQVlHSWpmZi84ZHJWcTFZcGVmUFhzV1gzLzlOWHQvUG4zNlZPSXo4dWJObSt5MXk4L1B4NlpObXhTZTA1Y2lOVFVWMTY5ZkIvQjN4aGtoNU9QNE12NHFKNFFRUXFUZ2NybG8yTEFoS2lvcXdPUHgyQmxhaEJCQ0NQbTRPQndPMU5UVW9LR2hBUzB0cmMrYW9mTmZrWldWaFdmUG5xRkRodzdZdUhFamdKcVoyN05uejBaS1Nncmk0dUxBNVhJUkhCeU1QbjM2d05QVEUzdjM3bVV6YUpneVRjemp1cFFaT24vK1BPN2V2WXVsUzVkaXlaSWxHRGR1SEpZdVhZcDM3OTRoSkNSRTZlT1dsWldwWEtKSVdHWm1KcTVmdjQ1SGp4Nnh5NWkrTEVCTlA0L0N3a0lrSmlZaVBUMGRSa1pHdFg0dW9LYXgvTVdMRjdGdTNUcHMyN1lOQXdjT1JHQmdJS1pQbnk3eUhsaS9mcjNNRW1icTZ1cUlqSXpFZDk5OUIzZDNkNXcvZng3Nit2cW9yS3dFb0Z3ZmpwS1NFamc3T3lNOVBSM0J3Y0h3OXZhV0dSeTdjdVVLZXk1Y0xoZkd4c2E0ZHUwYUFLQzh2RnlrQnc4QTJOblpJU0FnQU03T3ppTEx6NXc1QXo4L1A3bm5KU3VMWVBQbXpSZzNicHpFY3VHZkcvQjNwbzc0Y3ZGTW5ZU0VCSkcrVWRLZSsrN2R1d0JxcmllWHkyVUh5Y1dEbWc4ZlBzVFpzMmZoNU9TRStQaDRkT2pRQWVQSGo4ZVpNMmVrQnRoVUZSc2J5NVlFQkdydTJmSGp4eXUxTDFNMmpublBNbytaOTdLdXJxN1UwbkxDcEwzUG1SNU55bjRHZk16N3VTN1hCd0JiTHUvZXZYdnc5ZlhGN3QyNzBiWnRXM1o5Mzc1OTRlZm5oNUVqUndLb0NjcnorWHo4K09PUDlkNTNDNmk1VjMvNzdUZjg4TU1QY3JkNzgrWU5BSWdFWW0vY3VJR29xQ2dFQmdaQ1cxc2Jnd1lOZ291TGk5d0pqRVpHUmxpMWFsWDluRHdoNUYrRmdqcUVFRUsrYUJ3T0I5cmEyaEpmU0FraGhCQkMvaTFpWW1JUUhCeU0xcTFiNC9EaHcyalFvQUhTMDlNeGUvWnNQSHIwQ0x0MjdXTEwyQmdhR21MUG5qMllPSEVpbkp5Y3NHblRKdGpZMkxDem9wblNQclV0TTFSU1VvTGc0R0JNbkRnUkppWW1BSUNwVTZlQ3grTWhORFFVQW9GQWJrOGZZZS9mdjBkaFlhSEViSHVHbDVlWDNQM3YzYnVIMDZkUGk1VHdZUVk0cjF5NUFpY25KMHlhTklrOWxyR3hzVkxuSlkrR2hnWUNBd014Y09CQS9QREREMGhNVEpUb0tSSVdGaVlTZEJBdUdRY0FCZ1lHaUl5TWhMT3pNK2JObTRlOWUvZUtaRGFVbEpRZ056ZFg1amxrWjJmanlaTW44UGYzaDZPakk5TFQwNlZ1VjFaV2hoa3pacUJmdjM1SVRFd0VVRE1JYjJGaEFYOS9mN3g3OXc0N2QrNlUySzlwMDZhd3NMQ1ErZHppWkpWZkF5UXpLWVNKbDk5aU1uWEVsNHNQYXZmdDIxZWtCSnV0clMyT0hqMHFrdkh3L3YxN3FLdXJLeXdMR0JRVWhOYXRXMlBvMEtHSWo0OUhXRmdZMHRQVDRlbnBpZWpvYUxuN0tzUFUxRlRrV2pLdjhWT1I5ejVYOWpPZ3J2ZXpQSFc5UGt6QU9TNHVEaG9hR25CMGRKUjRUaU1qSTVIQWRHQmdJSTRkTzRidzhIRE1tVE5IcGVlVHA3Q3dFRjVlWHREVzFwWW8wYW10clkwLy8vd1RBd2NPUkhsNU9jNmRPNGQyN2RxSm5Pdk5temRoYW1xS3laTW5BNmpwV1FRbzdrRkZDQ0hTVUZDSEVFSUlJWVFRUWdqNURQTHk4dURyNjR1clY2L2krKysveDVvMWE2Q3JxNHZLeWtxTUd6Y08xZFhWT0hIaUJOc2NudEduVHg4Y1BIZ1FzMmZQeHZuejUyRmpZNFBYcjE4RGdFaTJpdmhnclRqeHdWdWdaaEM4cUtnSTgrZlBGeGxZbnpWckZ2THo4OW5CWEdYazV1YWlhOWV1Mkx4NXM4anlvcUlpREI4K0hLR2hvWEJ3Y0JCWkZ4Y1h4MllOakJrekJtUEdqQUVBREJzMkRCY3VYR0RMNUUyYk5nMC8vZlFUd3NMQ29LNnVyakNqUVZVOWV2VEE1Y3VYMmQ0MHF1clVxUk9XTGwwS1hWMWRDQVFDdHQrUGxwWVd6cDA3cDdCWEVBQ3NXYk1HYTlhc2tibCs3Tml4TURRMHhJNGRPMFN5RjRDYVhrUGp4NC9IcUZHajJCSjJuNXFzOGx1S3lzTnBhMnNqUFQwZDBkSFIrUG5ubndIVUJDdlhybDBMRHc4UGRPM2FGVmV1WElHUmtaSGNuODMrL2Z2eDU1OS9Zdi8rL1NndExRVlFFN1RidFdzWFVsTlRQMHNHNHJObno1Q1ptY24rRzRERTQ2S2lJZ0ExV1NGTTFnMnpuWnFhR2l3dExXRnNiSXd1WGJyZzdObXpFcyt4ZnYxNmJOaXdRV29RenNuSnFWYkJUM24zODhkV1VWR0Jnd2NQWXRDZ1FVcGxWN1Z2M3g1YnRtekIyTEZqNnkyb2MvLytmWVNFaE9EMTY5Zll2WHMzdnZycUs1SDFreVpOd3A0OWU5aWZoNGFHaGtSQWRjS0VDWmd6Wnc2S2k0dFJYRnpNTGxmVUg2NmlvdUtUWEdkQ3lEOExCWFVJSVlRUVFnZ2hoSkRQd05EUUVHM2J0b1dUa3hQR2pCbkQ5c2hSVjFkSGRIUTBXclJvQVQwOVBiWU1MVE93OS9EaFEyUm5aeU01T1JtTkdqVUNBUHp2Zi84REFKRnNCbFhGeHNiaTJMRmpXTDU4dWRTQjM2VkxsNnAwdk9mUG42Tk5tellTNWQyWWdXb1RFeE9KZGJKS3FKV1VsR0RkdW5WWXVYSWxGaTFhaE8zYnQ4UEx5d3V2WHIxU1dEYXN0cGgrSnJVbG5JbFVWbFlHVFUxTnFLbXB3Y1hGQlM0dUxqTDN5OHJLZ3EydExhS2lvdVFHWko0K2ZRb2RIUjMySGhCbWIyOFBKeWNuTEZteUJBNE9Ea3BudlVzcjJTV3ZwNDQwalJvMXd1VEprN0YyN1ZxSlkvZnQyMWNpMkZCUVVJRDE2OWVMbEpqYnRtMmJ5T3ZTMGRGQmVubzZaczJhaGN1WEwrUEJnd2RvMDZhTnpIT29ycTdHbWpWck1HVElFRGc2T3VLWFgzNWgxeGtiRzJQQWdBRnMvNTI2WUFJeXNoNkxFODdJRU0vT0VIODhmUGh3a2NjVEowNkVycTR1bmo5L2pwRWpSN0lseDFRaExRaWtMRm4zc3p5cVhoOXBnb0tDa0p1YnE3RGtHWVBKM3F0UFJrWkdNREl5d3JwMTY5Q25UeCtKOWFHaG9mRHc4RUJlWGg3VTFkVmhhV2tKUTBORGtXMllBTFdxZnZ2dE4yemN1QkVKQ1FtMTJwOFE4dTlFUVIxQ0NDR0VFRUlJSWVRelVGTlRRMGhJQ0NaT25Jano1OC9qOE9IRHVIdjNManc5UFhIcDBpVzJIODN3NGNNeFlNQUFOcXZtMnJWckNBME54YmZmZnNzT2ZDY2tKS0I5Ky9aU0IvaVYxYkJoUTNUcjFrMmkzQmhET0xNaEpTVkZidENqdExRVUR4NDh3Tml4WTJ0OVBvems1R1JNbVRJRkFRRUI2TldyRndEZ3UrKyt3NDRkT3pCejVrems1T1N3R1R0eGNYRXdNek5qZTM1OEtUNTgrS0N3VkppcTVBVTFBQ0E0T0JoSGpoeUJob2FHMHNlc2ozSmUzMzc3TFlDL3kwdUprMVd5cmFpb0NOdTJiY1BObXplUm5KeU1reWRQc3V2VTFkVVJIaDZPQVFNR1lQWHExWGo4K0RGN0wwaWpwcVlHZDNkM21mZXlNQjZQeC9heFVVWnhjVEViNkpvNGNhTFMrd0hTeTl0bFpHUkFWMWRYSlBzak16TVRUWnMycmZjTXRQb2k3MzZ1eS9VQndHYmpsWldWSVNvcUNqRXhNWmc1Y3lhNmQrOWUreE91bytiTm0rUDA2ZE55dDdHeXNvS1ZsWlhNOWNuSnlSSkJiRUJ4K2JXOHZEeThmZnRXNFRrT0hEZ1FPam82aUkrUFY3Z3RJZVNmajRJNmhCQkNDQ0dFRUVMSVovTHc0VVA4OXR0dmJIK1BiNzc1QmdBUUhoNk9rSkFRQURWbGUwSkNRdURoNFlHdnZ2b0tVNmRPeGVIRGgvSGpqejhpUGo0ZVQ1OCtSWEp5c2tRcHRmTHljcEV5UCtLWUVrb01SMGRIMk5qWXNFM241UkVmbUJjSUJDS1A0K1Bqd2VQeDBLOWZQNFhIRWliZVgrWHc0Y01JQ0FqQTVNbVQ0ZTN0TFpJdDR1VGt4UGJONk5XckYxeGNYR0JyYXl2MXRkV254WXNYUzF4clJWNjllcVYwd0UxZTQzUlZ0R3JWU3VwNVNpczdabVZsQlZkWFY0U0hoMHVzazlkVForN2N1Ukw5ZVY2OGVDSDFmSjQvZjQ2QkF3ZktYTTlrZmZ6MDAwK3dzYkdSQ05wWVcxc2pJaUlDVFpvMFFWUlVsTUxlVGdFQkFYTFhNNlpNbWFKd0c2WVAwTGx6NTdCOCtYTE1uajBiVmxaV09IVG9FRnEyYktuVTg0aDc4dVFKSWlJaThNc3Z2MkQ2OU9sWXZudzV1Mjd1M0xsNDlPZ1IzTnpjNE9ucENUTXpzMW85aHpMcTQzNnVyK3R6OU9oUjdOcTFDeVltSmxpK2ZEbVdMbDBLVFUxTmVIcDZTdDEreUpBaHRiNytEQ2FnOTdITDhSVVVGQ0F2TDAvcWN1RHYrMSs4eE9YejU4L2xCb3VBbWt6R3RMUTBCQVVGMWRQWkVrSytkQlRVSVlRUVFnZ2hoQkJDUHBPVksxZWlZOGVPR0R4NE1JQ2FYZ3plM3Q1WXZYbzFmSHg4WUdSa0JEYzNOMnphdEFsYnQyNUZhR2dvdUZ3dVZxNWNDUmNYRnh3K2ZCaW5UNStHbHBZVzNOemNSSTY5Yk5reUxGdTJUT2x6MGREUVVIcncrTU9IRHlncEtZR0JnUUVxS2lwdzZkSWx0dDlGVlZVVklpSWkwSzFiTjRXRGtRS0JBT2ZQbjBlREJnM0E0WER3eXkrL3NOa0pWNjlleFlJRkN6QnQyalNFaG9aSzNkL0Z4UVd0V3JWQzE2NWRVVjVlanZMeWNqUnMyQkJYcmx3QmdIclBqZ0VBUHo4L2tkSlh3bjJBQU9Ea3laTzRkT2tTaGd3WkFpc3JLK1RrNUNBcUtrcHVac21kTzNkUVdGaUlCZzBhNE1LRkN3QlFMMWthRlJVVmVQYnNHUm8zYnN5V3ZtSXl3SVQxN05rVFBYdjJWUG40d2tFZ0hvK0hrcElTbWR1V2xaVUJxTGwzNU5teVpRdGV2bnlKQnc4ZXNJRWs1cHlkblozaDZ1cUtMbDI2c0FIUXVnb1BENWY0MlREQlFjYTFhOWNBMUdURXpaa3pCOU9tVFlPM3Q3ZkVzWEp6YzFGYVdvb0dEUnJnNWN1WEFNQ1dWV1JjdjM0ZDI3ZHZ4K1hMbDlHc1dUT3NXclVLRXlaTUVObG16NTQ5K1Bubm43RnYzejdzM3IwYnc0Y1BoN2UzTnpwMTZsVG4xeXV1UHU3bityZytOMjdjZ0orZkh4WXRXb1FCQXdaZ3pKZ3hlUDM2TmR6ZDNaR1dsZ1l0TFMxb2FHaXcvMVZWVlNFME5CU1ZsWlZJUzB0RFpXVWx0TFcxRldhd0FUVjloN2hjTHJoY0xzNmRPd2NBYU5La2ljenR1M1Rwb3ZDWTBpeGV2Qmp6NXMwREFJWGw4alEwTkdCaVlvS29xQ2hNbmp3WmFtcHFLQ3dzeE5telovSDk5OS9MM2ZmT25UdW9ycTdHMEtGRGEzV2VoSkIvSGdycUVFSUlJWVFRUWdqNVQrdlVxUk1TRXhOUlVsSWlNUUQ3TVJVVkZhRzh2RnhpZHZYNDhlTkZzaUkwTlRVUkhoNE9VMU5UZHBtZG5SMjJiTm1Dd1lNSFkrZk9uWmcrZmJwRVA1cmc0R0M1ZzRISGpoM0R5cFVyYTNYdW1abVpHREJnZ01peTBhTkhBNmpKMU1qTXpGU3FCdytIdzhHeVpjdnc2dFVyZHBtUGp3OEFvRisvZmdyN3lnQkExNjVkQVFBdlg3NkVnNE1EdTl6T3pnNE5HelpVNnZXb3dzaklTS1NNa3ZoMWI5NjhPVTZkT29WVHAwNnh5N3AwNllMZzRHQ1p4MHhNVE1TR0RSdll4elkyTnVqUm8wZWR6N1c2dWhxREJ3OW1NNm5hdG0yTC92MzcxL200MGlRbEpjSGQzVjNoZGgwNmRKQzdQanM3RzF3dUY5MjZkUU9IdzhHSUVTTmdZbUlDb0NZbzhPelpNK3phdGF2TzU2dXZydzhmSHg5MDY5WU5MVnEwRUZubjQrTWpFalRTMDlORDE2NWRzWEhqUnJsQmc1czNiMkxHakJuc1kzTnpjNUZzTlM4dkw4VEh4OFBNekF4aFlXRVlQMzY4MVBKNFRaczJ4YUpGaStEcjY0dm82R2hzMzc0ZGNYRnhXTEJnQVJZdVhGaVhseTJoUHU3bityZytKU1Vsc0xlM3g1dzVjOERoY0hEaHdnVnMyTEFCZm41K0tDZ29BSi9QVi9oYVpzK2VMZmQ5eGtoTVRFUktTZ3FBbW1ESytQSGpwZDZYblR0M1JsaFltTUxqeWRLNWMyZjIzNWN2WDVZYTVHWXkyQUFnSkNRRWdZR0IyTE5uRDN0dVBYcjBrQm9nRTNiejVrMjBiZHRXSW12dVV3c05EVVZwYVNrYU5tejRVUUtRaEpDL2NRVGlPZEtFRUVMK05Sd2NITmhaaW9tSmlTSmZjZ2toaEJCQ2lLaUNnb0l2cmhlTE1sSlNVdkQxMTErTFpIYk1uVHNYcnE2dTZOMjd0OHo5L3ZqakR4dzllbFJxeVMyZ3BqelVxVk9uc0dqUklvbUc2RHdlRDRjT0hVSjFkVFU0SEE2YU4yK09BUU1HZ011dG1UdDY3OTQ5bVlONkFvRUFKU1VsME5IUmdZYUdCdjd2Ly80UDc5Ky9CNS9QaDU2ZUhveU5qV1dlODl1M2I3Rmx5eGFwcGJkNFBCNHVYTGdBSG84SFhWMWQyTnZiSzh6VVNVaElnSm1aR2RxMWF5ZDNPMFpXVmhZYU4yNHNOZHRGL0Z6S3lzclk3QUZGMnhjWEZ5TXZMdzk4UGg5YVdsb3dOemRYcVJ6VXc0Y1BZV3BxQ2dNREE0bDE3OSsvUjFWVkZUZ2NUcTE2THVYazVDQTlQUjEyZG5ZcTcxdFgxZFhWRXZkZWNYRXg5UFgxUlpaVlZGUWdOVFdWRGZDSkt5OHZSMkZob2N4K1B2V2xxcW9LNzk2OWcwQWdBSWZEUVpNbVRVVE9QeVVsQlUrZVBNSFlzV05WNm5WVVVWR0JBd2NPWU1DQUFiQzB0SlM3N1owN2Q1Q1NrZ0l2THkrRngvMVk5N01zaXE3UCsvZnZaUjY3dXJvYWxaV1Y0UEY0YkxrM29DWXd6THhYZEhWMVJhNXJRa0lDMnJScEEzTnpjNm5IcTY2dWhycTYra2N2dmJaNzkyNjR1cnBLZmY4VkZ4ZmorUEhqbURadFdxMlBIeDRlRG1Oalk0bU1yODlCVTFOVGJ0WVRJVVEranBJZlNCVFVJWVNRZnpFSzZoQkNDQ0dFS08rZkd0UWhoQkJDdmdRVTFDR2ticFFONnFncDNvUVFRZ2doaEJCQ0NDR0VFRUlJSVlSOGJ0UlRoeEJDQ0NHRUVFTElmOXE3ZCs5dzc5NDl0cWVPb3A0ZmhCQkNDQkgxOE9GRGtaNDYwc3BCRWtMcUJ3VjFDQ0dFRUVJSUlZVDhwOTI3ZDQ5dEh0K3JWeStjUEhueU01OFJJWVFROHMreVpNa1NYTDkrSFFDVmZ5ZmtZNlB5YTRRUVFnZ2hoQkJDQ0NHRUVFSUlJZjhBRk5RaGhCQkMvaDk3OXgwVnhmWDJBZnk3TkFGRkVVV3dSQkZOazhRZWExVFUyRnNDMXRoaVJSTmpSOEFvQ2RnZ2xsaXdveWhvYkloUklSR1ZLRW9VTlNyNmlvbGRVV2tpVmZyQ3ZuOXdkbjY3YktjRTBPL25ITTVocDl5NU16c3NPL2U1OTdsRVJFUkVSRVJFUkVSVkFJTTZSRVJFUkVSRVJFUkVSRVJFVlFDRE9rUkVSRVJFUkVSRVJFUkVSRlVBZ3pwRVJFUkVSRVJFUkVSRVJFUlZBSU02UkVSRVJFUkVSRVJFSlpDVmxZV2twS1NLcmdZUkViMURHTlFoSWlJaUlpSWlxb1QrK3VzdnpKa3pwMXlQRVJrWmlTWk5tdURtelpzcXQ4blB6MGQ2ZWpyaTR1THc4T0ZEM0xoeEE2bXBxWExiWkdkblk4NmNPVWhQVDlkNHpBMGJObURTcEVsNDlPaFJpZXN0Rm9zeGQrNWM3TjI3VjZmOXZMeTgwTHg1Yzl5K2ZWdGhYWHA2T2xxMGFJSEF3TUFTMVduMzd0Mm9YNysrVHZ1RWhZV2hUWnMyaUl1TEs5RXhUNTQ4aWVUazVCTHRxMGw2ZWpyOC9mMkYxN201dWZEMzkwZHVibTZKeWx1elpvM08xK2ZHalJzWU9uUW9ybDI3cHJBdUl5TURmZnYyUlVoSWlNcjl5L1A2QUVCT1RnNjZkT2tDRnhlWFVwZTFmLzkrVEowNlZlM2ZZa1VvS0NqQWt5ZFBsUDRRRVZIRk1Lam9DaEFSRVJFUkVSRlZKSE56Yy9UbzBRTmlzUmd0V3JUNFQ0Lzk4T0ZEbGVzaUl5TngrUEJoZlAvOTl5cTNxVkdqQnZUMDlOQ3FWU3V0amhjYkc0dU1qQXlZbUpqQTBOQVFoWVdGeU12TFEyRmhJUUJnNWNxVk9ITGtDSEp6YzVHWGw0ZWNuQndVRkJRb2xPUGw1WVdKRXlmaTMzLy9SYk5telpDZm40L0Rody9qaHg5K1FNMmFOVlVlMzlmWEYxNWVYakEwTkVST1RnNENBZ0pnWUtCNzA0U0JnUUVNREF6d3d3OC93TmJXRnQyNmRkTzRUM3A2T3ZiczJZTjI3ZHJCMU5SVTd0clhxbFVMeDQ4Zng1czNiOUM4ZVhPRjkwVWtFcUZaczJZNjExT1RwMCtmSWo0K0hoWVdGanJ2bTVxYWlrV0xGc0hHeGdaSGp4NkZxYWtwOXUvZmo0VUxGMnExLy9yMTZ6RnExQ2lWNnhNVEUrSGk0b0lKRXlZQUFESXpNK0hpNG9MQmd3ZWpXclZxT3RlM0pBNGVQSWpidDIvRDF0WldZZDNaczJmeGYvLzNmNmhYcjU3U2ZjdjcrZ0NBc2JFeFJvNGNpVTJiTnVIT25UdjQ1Sk5QdENxN3VOT25UOFBGeFFVaWtRaUppWWtJREF5RWtaR1J5dTBmUDM2TWlJaUlFaDBMQUFZTkdvUnIxNjVoMHFSSkdyZTljZU1HdW5UcG9uUmRTWU9SOUhiNjVKTlBvS2VuQndNREE1aWJtMWQwZFlqZWFnenFFQkVSRVJFUjBUdXRkZXZXT0gvK1BKS1RrNUdYbC9lZkhsdWJZSVM2YmZyMzd3OWZYMTljdkhnUlFGR1FZUHo0OFpnelp3NkdEeCt1c0gxR1JnWSsvUEJEK1BqNHdOSFJVV0g5a0NGRDBLeFpNeGdiRzZOYXRXcDQvZm8xRmk1Y2lOT25UNk42OWVweVB3RFFzMmRQWEx4NFVXWER1aXhmWDErNHU3dGovUGp4R0Rac0dNYU1HWU01YytaZ3c0WU5LZ003Nm9KZWt5Wk5RbGhZR0U2ZVBLbHlCRWk5ZXZXRUlOTXZ2L3lDdExRMFhMaHdRZUdhamgwN0Z1Zk9uVU4rZmo0R0RCaWdVSTYrdmo1ZXZIZ0JBQm9EQTZycW9xd0JQQ0VoQVdabVpraExTMU5abmpJMWE5YUV1Yms1ZkgxOU1XYk1HRXlaTWdYKy92NFlNbVFJT25ic3FIRi9aZmZVdzRjUGxTNHZmajUyZG5aeXJ5OWV2SWptelp2clZIOXR2SG56QmtGQlFSZzFhaFRxMUttanNQN28wYU5vMHFRSlB2endRNFVSWXRXclZ5L1Q2NlBOQ0tNK2ZmcW9YT2ZuNTRmKy9mc3JYWGYyN0ZsTW56NGQzYnQzaDR1TEMwYU1HSUhaczJmRHg4ZEg1ZC9GelpzM1N6VTZxRldyVnVqV3Jadnd1UkVYRjRlUkkwZmk5T25UNk51M0w0S0RnMUdyVmkwQWdKV1ZGVzdkdWlXMy85T25UekZzMkxBU0g1L2VUcDZlbmpBeU1pcFJrSnFJZE1PZ0RoRVJFUkVSRVZFRlVkZlQzZC9mSHk0dUxscjFocGMycXE5YnR3NjJ0clpZc0dBQkRBd01zR25USnJ6MzNudjQ2cXV2QUVCamVyUlBQLzBVbjM3NnFmQmFHbFNSWGFhci9QeDhlSGg0WU5ldVhaZ3dZUUs4dkx3Z0Vvbmc0K09EYjcvOUZxOWV2WUt2cjYvU0VUN2FCTDBDQWdJUUVCQ2dkSjIzdHpjbVRKaUFhOWV1d2RmWEZ5dFhyc1NJRVNQdy9mZmZ3OTdlSGhNblRnUUErUGo0NE0yYk4vam5uMzl3NHNRSjNMeDVFMnZXcklHK3ZyN0s0MG9ieEtXT0hqMks5ZXZYS3l3UERnNkd0N2UzMGpMaTR1S1FrWkdoOVVncktla29rcTVkdTJMeDRzWHc5UFRFMWF0WDBiVnJWN1VqcGJRaHJYOU1UQXpHamgwcnZFNUxTOFBnd1lQbEd2eUx2ei9aMmRuSXlNaFFXbTVtWmlhQW9oRkF5cGlabWNIRXhBU0FmQkRGMzk5ZkxnMWNYRndjNHVMaWNQNzhlUlFVRk9ERER6OVVLQ3M0T0JqdDJyVXIwK3N6ZS9ac2pCZ3hRcWQ5WHI1OGlkR2pSNnRjdjNmdlhpeFpzZ1JkdTNiRjd0MjdZV3hzakQxNzltRGN1SEdZT0hFaWR1ellJUVJRbGJseDQ0WndyVTZmUG8ySkV5Y0tLUldCb3V2bzZlbUphZE9tS2QxZitya2hIWGtsSFJIVnRHbFR1WWI1NGtGYmJkSXNFaEZSK1dGUWg0aUlpSWlJaUtpQ0tSdVI4dXJWSzVYcnJLeXNZR1ptSnJjc01qSVN2LzMyR3c0Y09BQkRRME1Bd0xObno3Qmx5eFowNmRJRlZsWldhdXNnRFNJcG8yeWtnamJCcGdjUEhtRDI3Tm00ZmZzMmxpeFpndSsrKzA1WU4zVG9VT2pyNitQYmI3L0ZGMTk4Z1o5Ly9objI5dllLWlVnRE03b1FpOFY0NzczM0FCU2xuSE55Y2tLL2ZHWHdBQUFnQUVsRVFWU0hEaDN3elRmZlFDUVNvVUdEQmxpNmRDbGF0bXlKdW5Ycll2MzY5Wmc3ZHk3TXpjM1JybDA3L1BUVFR5Z29LTURHalJ0VkhxUDQ2QlJMUzB1MXk1VkpTRWhBNTg2ZHNXZlBIcDNPVHhyOEFBQW5KeWQ4OE1FSDZOcTFxOXFSVFZLYTBzZ1ZyNy8wdFhSdW11SU4vckwyN2RzSGQzZDN0ZVdyQ21BVkR6N01uajBiQXdjT0ZGNy8vdnZ2d3Z1eGJkczJtSnViNCtqUm8zS0J0NFNFQkF3ZlBsd3VkVmxaWForNmRldnFQQ0pKVlZBd1BUMGRibTV1Q0FvS3dwZ3hZK0R0N1MzOHpYYnAwZ1dCZ1lFWVAzNDhCZzBhaEkwYk42Smx5NVlhanlWTmt5Z3RSeHZQbno4SDhMKy81WmN2WHdJbytwdVJCdUdrZjBkRVJGUjVNS2hEUkVSRVJFUkVWTUhValVoUnRxNTQrclRuejUvanUrKyt3OWRmZjQwZVBYb0FLSnJZZnNLRUNRZ01ETVNTSlV1d2MrZE90WFg0OHNzdkZlYk9LRDVhUTF1Wm1abll0R2tUdG16WkFnTURBM2g1ZWFGejU4NEtqZW9mZnZnaHZMMjk0ZWJtaGpGanhtRFlzR0dZTzNjdVB2cm9JNFV5dFozdzNzaklDTWJHeHNMclBYdjJ3TURBQU51M2I0ZElKTUxtelp2UnRtMWJTQ1FTMUtwVkMzdjI3RUhEaGczaDVPUUVvQ2k5MklvVkt6U21sQ3QrTHFxQ2NOTGx5c1RIeDZObHk1YWxHbDBqRW9uUXExY3ZBTnFOYk5JbXNGRmE5KzdkVTFpMmFkTW0rUGo0S0YybmJMUk53NFlONVFKQTBoUmdDUWtKMkxkdkgyYk5tcVd3bnpTWUl4dllLSXZyYytuU0pkU3BVMGZuT1dUcTFLbURTNWN1eVFWVVQ1dzRnUjkvL0JIcDZlbFl1M1l0dnY3NmE0WDkyclp0aTVDUUVNeVlNUU9EQmczQ3RHblRNR3ZXTExWcHJiS3pzd0ZBcC9tT09uVG9JUGRhK3RraG0wcU84K1lRRVZVK0RPb1FFUkVSRVJIUk95MHFLZ3B6NTg2RldDeEdpeFl0NE9ucFdTSDFVRFhQVFhIS1JzMTg5OTEzaUkyTlJWUlVGTHAyN1lxa3BDUzVGRW5Cd2NHNGNPRUNXcmR1cmJKY1kyTmpvZEhZenM0T0Z5OWVST1BHalFFVWpkYW9YNzgrVHA4K2phU2tKRVJIUjJQV3JGbEt5d2tLQ3NLUFAvNkkxNjlmWTlLa1NkaTllemNXTFZxazlwenM3T3pRc1dOSDdOMjdWMmowZG5KeXdxKy8vaW8wM0JlZnkwV1ZZY09HWWV2V3JjSytWbFpXbURoeEl1cldyWXZvNkdpc1hMa1MzYnAxdzYrLy9nbzlQVDI0dXJwaTdOaXhjb0dBK2ZQblk4MmFOV3FQb3lwQW9FM2dRQ29oSVFFV0ZoYkNxQWh0bUpxYVFpUVNvVkdqUnNMb0RPbTlVeFlOOE5JeXBNRW82ZXZVMUZTaHpybTV1V3JMVUJha2tnWWJTcHNlTGlBZ0FOV3FWY1BVcVZNVjFvbkZZZ0JGd1oyeXZENU5tellGb0R6NHBJNDBUUjRBWEx0MkRjdVdMY08xYTlmUXJWczNyRjY5V2tpVHBveU5qUTFPbmp5SnRXdlhZc3VXTGRpN2R5OSsrdWtuakI4L1h1bjJiOTY4QVFEVXFGRkRwenBldkhnUmhvYUc2Tnk1TXg0OGVJRG16WnNqT2pvYXljbko2TmF0R3lRU0NSNDllaVMzVDB4TWpFN0hvSGVEdTdzNzd0NjlDd01EQTZ4ZnYxN3QveHNpS2gwR2RZaUlpSWlJaU9pZGxwcWFpdkR3Y0FCQVlXRmhoZFZqMXF4WktnTWxta3lmUGgyTkd6ZEcvZnIxWVdWbGhZU0VCTFJyMXc0ZmYvd3hhdGV1amQ2OWUrUFlzV05xRzlsT25qeXA4ZmdEQmd4QWt5Wk4wS0ZEQitUazVDamR4dHJhR3BhV2x0aTVjeWM2ZGVxRUZTdFd5SzNmdlhzM2Z2amhCNlVON0pNblQ4Ym16WnZoNE9BQUFPalpzNmV3TGpvNldtVzl6cDgvRHpjM053REFWMTk5QlpGSUpMZHZ3NFlOVVZCUUFHZG5aMWhiVzhQSHh3ZUZoWVVvTEN5RVNDUkM0OGFOaFlDQWxFUWlrVnNtbmJTK1o4K2U4UGYzbHh2Tm9PNjhZbU5qVmRZOU16TVRPM2Z1MURpS1N0YTllL2RRczJaTmhJZUhReUtSS0FTUmlwK0hMT2s1cU5PMmJWdTFyNldqWGlyS2dnVUxNR1RJRUd6YXRBbmR1bldUTzMvWm9FNTVYQjlkUnpuSmpwcEpUazdHcTFldnNHUEhEbHk3ZGcyZE9uWFN1cHhMbHk1aDFhcFY2Tml4bzhwdEVoTVRVYU5HRGJVamRlTGk0bUJrWklRNmRlcklMVTlJU0ZCSTV5aVZsNWVuVTZDUzNsMTM3dHpCNWN1WEFmd3ZDRXhFNVlOQkhTSWlJaUlpSXFKS3dOUFRFLzM3OTllNFhmR1VTUUF3ZVBCZ0RCNDhXSGhkdjM1OWVIdDdDK1dkUEhrUzF0YldhaWM0SHpac21MQzlxcmxEVHB3NGdUWnQycUI3OSs0S3ZmZWx1blRwZ3JDd01JaEVJbzNuVWx5elpzMndidDA2cGV1VXBaN0t6YzNGOHVYTHNXdlhMblRwMGdVYk4yNUVnd1lObE82L2FkTW0zTHg1RTE1ZVhzalB6OWM0VjRpenN6T2NuWjJGMTNGeGNVaFBUMGRXVmhhYU5tMnFkZm8xb0dpa1IzcDZ1c0lvbGIxNzkyb2RTRHg1OGlRQ0F3T0ZrUmlxNW41UmQxN2FqRlNSMXYveDQ4Zm8yN2V2OERvbEpRV2ZmZllacmwyN2h0cTFhd05RZlorVWhWZXZYc2xkUytuMUZZbEVhTjY4T1c3ZHVvVzllL2ZpOTk5L0Y2NUZmbjQrZ1ArTjFGR21OTmVuZXZYcU9wMkRySDc5K3FGUG56N1EwOU5ENTg2ZEZlYUpPbmp3SURadjNxdzAxV0hUcGsyeFk4Y090ZVhmdVhNSHRyYTJhcmM1YytZTUZpOWVqSWlJQ05qWTJBakxRMEpDOE9HSEh3cHpBTjIvZng5NmVucHkrMTY5ZWxXNGRxOWV2Y0l2di95aTlsaEVSRlIrR05RaElpSWlJaUlpcWdUTXpNdzB6dU5TVXRiVzFocTNpWW1Kd2VYTGwzSDM3bDFoV1VwS2l2QzdvYUVoVWxKU2NPN2NPVHgrL0JpV2xwWkt5eWtvS01DVEowOVVIa2RkOEVPcWFkT21LaWVabDhySXlNQ1FJVVB3K1BGakxGbXlCRE5tekZCb2lKWUtEdzhYMHFrWkdCaWdYcjE2dUhUcEVnQWdKeWRIYmc0ZW9DZ3c1ZWJtaGlGRGhzZ3RQM255SkJZdVhLaTJYcXBHTmNpbTRwTHEzYnUzMnJKa1hiOStIV1ptWmlyUFVkYkJnd2VGMUhsQTBYczdldlJvclk0akRWeVltSmpJdlphbVhETTFOZFVZM0ZEMjNrcm5STkoydE11YU5XdFVwc0RUMTlmSDl1M2IwYTlmUDB5WU1BRi8vUEVIYXRhc2lieThQQUNhNTVYUjlmcVVkaDRpQ3dzTFdGaFlDTzlkM2JwMVViZHVYYmx0cEtOblNoSW9lL0xrQ2Y3ODgwL01uRGxUN1hheHNiRUFJQmY0akl5TWhKK2ZIeFl2WGd4alkyTjg4Y1VYY0hSMFZCdHN0TFMweE1xVkszV3VKeEVSbFEwR2RZaUlpSWlJaUlncWdYbno1bUhldkhrbDJsZlpQRHN1TGk1d2NYRVJYaytiTmsxdFFDSXFLZ29uVHB5UVM5RW1iYmdORHcvSG9FR0RNRzdjT0tFc1ZRR290TFEwcmRJMXFkdm0xcTFiTURFeFFVSkNnc3B0NHVMaWNPL2VQYmk2dXFKdjM3NTQvUGl4MHUyeXM3TXhmZnAwZE8vZUhlZk9uUU5RRkJSbzJyUXBYRjFka1pxYWltM2J0aW5zVjZkT0hXRXVGV1hITGs1ZFdqbGw3NCt1bEkzMFVhVmh3NFp5ZFpmT0xmTmZVZmZlYXB2S3k5dmJXMjQwaTcrL3Y5ejliRzV1anUzYnQyUElrQ0dZTzNjdWR1L2VMVGRTUngxZHIwOXAwNC9ObVRNSHJxNnVwU3BEbFpTVUZFeWJOZzNHeHNhWVBIbXkzRHBqWTJOY3VYSUZ2WHYzUms1T0RuNy8vWGQ4L1BISGN0Zm42dFdyYU5pd29UQlhUMEJBQUlDaVFCYlRyaEVSVlU0TTZoQVJFUkVSRVJGVkFpdFhyc1NnUVlNMGJ0ZXFWU3VGWmNWVE5uWHIxZzBMRnk3RXNHSERoR1htNXVacXkzVndjQkRtc2hrNGNDQk9uVHFGVzdkdUFTaWE2MmJGaWhYdzl2YUd2cjYrMnBFYUZoWVdjb0dOeE1SRXVRQlE4ZUJIY25LeTB0UnFSNDhlMVdxT0lTOHZMM2g1ZWFsY1AzejRjTlN0V3hkYnQyN0ZSeDk5SkxkdXdJQUJHRDE2Tkw3ODhrdXRVdCtWaFpJRWVKNCtmWXEwdERTTjcyRkpQWHo0RURFeE1jTHZBQlJlcDZXbEFTZ2FGU0lkZFNQZFRrOVBEN2EydHFoWHJ4N2F0bTJMa0pBUWhXT3NXYk1HYTlldVZScjBHalJvVUlsR3FiVnUzUnJ1N3U0d05UV0ZSQ0lSNW5uU05GSkhWOFhyZk9mT0hmVHAwd2ZCd2NGbzE2NGRBUFZCdmVMVTNRUEsxdG5ZMkFoemxjaTZkZXNXUER3ODhQTGxTK3pjdVJOV1ZsWnk2OGVOR3dkZlgxL2gvVEEwTkZRSVlJNFpNd2F6Wjg5R2VucTZYSHBHNllnNlZYSnpjOHY4T2hNUmtYWVkxQ0VpSWlJaUlpS3FCTVJpc1pEaVNsZktValpaV2xvcUxGYzNwNDZzakl3TXJGNjlHc3VYTDhlaVJZdXdaY3NXVEpzMkRTOWV2TkNZZmt6V3MyZlAwSzlmUDR3YU5Rb2VIaDRLNnhNU0V0Q3RXemVNSGowYVM1Y3VoYUdob2JETzBkRVJqbzZPS3N0Ky92dzVPblRvQUQ4L1A3VUJtZnYzNzhQRXhBUzFhdFZTV05lalJ3OE1HalFJUzVjdWhiMjl2VUlhTmxXVXBlUFNKcTBjQUd6ZHVsV3JZOGd5TkRSRWFtcXEwdUNYTXRLQWpLclh4Y21PeUNnK09xUDRhOW01bXdCZzdOaXhNRFUxeGFOSGp6QnMyREM1UUtLMmxBV0J0RFZ0MmpUaDkrenNiQmdaR1dsTVVhZnI5U251K3ZYcjBOUFRVem12a2F5VWxCUmhEaUlwWmZQbXFKdFRSL2J2UXBhbHBTVXNMUzJ4ZXZWcWZQNzU1d3JybHkxYmhtKysrUWFKaVluUTE5ZUhyYTJ0UXRvM2FTQlhWMy8rK1NmV3JWdUhNMmZPQUNqNnpNak96aTYzRkpKRVJQUS9ET29RRVJFUkVSRVJWUUx1N3U1d2QzY3Z0L0lMQ3d0Um8wWU5YTDE2VlppL1E1bUxGeTlpNHNTSmNITnpRK2ZPblFFVVRmSytkZXRXT0RrNUlUNCtYaGl4Yy96NGNUUnExRWlZeTBUVzY5ZXY4ZlhYWDhQVTFCVFRwMDlYZWl3ckt5dXNYYnNXYytiTXdjMmJON0Z6NTA2dDV2L1J4UWNmZktCMi9aSWxTM0RvMENHVkRlZktsQ2E5MkpkZmZxbjFjV1M5ZnYxYVpUbzRvQ2hnSncwc2pSMDdWcWV5bFkwdWVmTGtDVXhOVGVWR2Y4VEV4S0JPblRvYTU5U3BLSm1abWNKY1FNV1Y1dnJJeXM3T3hvNGRPOUN0V3pldFJrNjV1cm9pTGk0T0owNmNFSllwQzhLV1pFNmRCZzBheUpXclRMTm16ZFFHbnk1ZXZLajBtSnJTcnlVbUppSXBLUWtBY1Bqd1lUZzdPeU12THcrelpzM0NEei84b09VWkVCRlJTV2llWFkrSWlJaUlpSWlJeXAyUGp3L2k0dUkwL3FpU241K1BaOCtlNGRLbFN3Q0FVNmRPWWU3Y3VYQjBkRVNIRGgzUXMyZFA2T25wNGIzMzNvT3BxU21Bb3RGQkFDQVNpUUFBQnc0Y3dQang0ekYyN0ZqTW1ERkRydnhCZ3daaHc0WU5PSERnQUg3NzdUY0FRSWNPSFdCc2JLd3dxWHBpWWlJY0hSM3g1czBiQkFZR29tSERoaXJyUFdUSUVKdzhlUkt4c2JIbzE2OGZybDI3cHRYMVVqZVJ1eTVzYkd6ZzR1SUNmWDE5dWVYU2F5S3JXYk5tR0RseXBOTDNaY1dLRlFDZ2ROM0lrU1BWQm1RMHljN094cU5IanhRYTM2WHYzKysvLzQ2dVhidml6Smt6YU5hc0dhNWN1YUxUdlNQcjNyMTdtRFZyRnJwMTY2WXdxbWpPbkRsbzI3WXRQRHc4OE9MRml4S2ZqelpjWEZ4UXYzNTk0VWQyUGgxVlhyeDRJVGNpcTZ5dlQwWkdCcVpNbVlLWEwxOHFCR0NsOTR0RUlwRmIvdnIxNi85OFRpTmRKQ2NuSXpFeFVlRkhtbUpQT3VwSk9sK1IxS05IajRSZ2tidTdPOWF2WDQvUTBGQnMzcnhaWStvMklpSXFIWTdVSVNJaUlpSWlvbmRhNjlhdGNlN2NPV1JrWkFqQmp2OUNlbm82RWhNVGhkY0pDUWthVTNjcDIvYmV2WHR3YzNORFVsS1NYSVB5Ly8zZi82Rng0OFpvM0xneDJyZHZMNHhZQ1E0T1JrcEtDb3lOalJFVUZBU2dhTDZkQ3hjdVlQNzgrWmc4ZVRLV0xWdW05TGlPam82d3NiRkJ1M2J0a0pPVGc1eWNISmlabVNFOFBCd0FZR0ppZ3RldlgyUGd3SUVBZ0dQSGpzSFcxaGF4c2JGQ1kvdmx5NWNWMGxIWjJka2hKQ1FFWDMvOU5jYU5HNGRMbHk0cEhVMTAvZnAxcEtTa29IcjE2amgxNmhRQWxNbW9rZHpjWER4OCtCQzFhOWNXVW5IVnFGRkRZYnRPblRxaFU2ZE9PcGUvWWNNR3JiWjc4T0FCcmwrL0RuTnpjNWlabWNIWTJCaHYzcnpCamgwN2tKbVppUUVEQnNodEx3M2duVGx6QnJObno4Ymt5Wk1WZ25GQTBmMlNsWldGNnRXcjQ5bXpad0NnY0s5ZnZud1pXN1pzUVZoWUdPclhyNCtWSzFkaXpKZ3hjdHY0K3ZwaTE2NWQyTE5uRDNidTNJbkJnd2RqeG93WmFOMjZ0ZGJYUWx2RjU0UTZmdnc0MXF4Wkk3d09DZ3JDMmJObjBiOS9melJyMWd6eDhmSHc4L01UUnBjQlpYZDkwdFBURVJnWWlFMmJOaUVyS3d0NzkrNUZpeFl0NU1xUTNxK0hEaDFDKy9idEFRQXZYNzdFclZ1M2hQTm8wcVNKMGxGdHN0VE50MU04OE5TMmJWdTFaYW5pNHVLQ3VYUG5Bb0RHZEhtR2hvYXd0cmFHbjU4ZnhvOGZEejA5UGFTa3BDQWtKQVFqUm93QUFCZ2JHK1BaczJjUWlVVFExOWVIa1pGUmllcEZWZHV5WmN1UWxaVUZNek96Y3ZsTUlLTC9ZVkNIaUlpSWlJaUkzbW5tNXVhd3Q3ZEhjbkt5eGdiWHN2VEhIMzhJRGF0QVVZT1lxbUJLY2JMYlhybHlCWDM3OW9XTmpRMmFObTBLR3hzYjJOallxQXgyWEw1OEdidDM3eFplT3pnNHdOYldGcmEydGhybnB3RWdUQXovN05rejJOdmJDOHU3ZE9rQ016TXpvWDV0MnJRUlVxa05IRGdRQ1FrSkFBQURBd1A4OU5OUEN1VmFXMXZqdDk5K3c4T0hEMVdtaHp0MzdoeldybDBydkc3VnFoVTZkdXlvdHI3YUtDd3NSSjgrZllTZzJFY2ZmWVNlUFh1V3VseGRaV1Zsd2RuWldSaGhJdFdrU1JPc1diTkdJWkJRbzBZTnRHdlhEdXZXclZPYlp1N3ExYXR5S2ZDYU5HbUM3dDI3QzYrblRadUc0T0JnTkdyVUNON2UzaGc5ZXJUU2RIUjE2dFRCb2tXTDhQMzMzOFBmM3g5YnRtekI4ZVBITVgvK2ZEZzdPNWYwdEpVcVBpZVVwYVdsM1BvR0RScmcyTEZqT0hic21MQ3NiZHUyV0xKa2lmQzZMSzdQL2Z2MzBidDNiNGhFSWpnNk9zTEZ4VVZwaXNCKy9mcWhiOSsrV0xSb2tUQ3FSVjlmSCsrLy96NmNuSndBRk4yL1pUSENyRTJiTnZEMjlpN1YvbEpoWVdGSzA3TTlldlFJdlh2M0JnQjRlSGhnOGVMRjhQWDFCVkFVNk9uWXNhTVFJRnU3ZGkwV0xseUlyS3dzTEZ1MlRPbjhWZlQyczdPemc1R1JrZFp6ZnhGUnlZa2t4Y2VGRWhIUlc4UGUzbDdvTlhudTNEbTVoMjRpSWlJaWt2ZGZCM1VxU25aMk5qSXpNeUdSU0dCc2JDd0VZcFJKU2tyQ3hvMGI0ZW5wcWJBdVB6OGZwMDZkUW41K1BreE5UZEdqUncrVjg1bThlUEVDR1JrWmtFZ2thTml3WVlrYmZhV2ptd29LQ2xDdFdqVTBhZEpFYVpvMFZhS2pvOUd3WVVPbGM2RzhlZk1HWXJFWUlwR29SUFdMajQvSDQ4ZVAwYVZMRjUzM1ZTWS9QeDlpc1JnR0JnWTZ6ZmVqakZnc1JtcHFLaVFTQ1VRaUVTd3NMSVMwV2dCdzQ4WU4zTHQzRDhPSEQ5ZnBXTG01dVFnSUNFQ3ZYcjFnYTJ1cmR0dnIxNi9qeG8wYm1EWnRtc1p5bno5L2p0cTFheXNkTFNVclB6OGYyZG5aeU12TGc3R3hzY2J0VmRGMGZjNmZQNC9XclZ0ck5ZZE9WYkp6NTA2TUhEbFM2ZjB1SFowMGVmTGtDcWdaVlZVTTZoQ1Zqa2pMTHpVTTZoQVJ2Y1VZMUNFaUlpTFMzcnNTMUNFaUlpb1BET29RbFk2MlFSMm1YeU1pSWlJaUlxSjNXbXBxS3FLaW9vUTVkZXpzN0NxNlNrUkVSRlZLZEhTMDNKdzZiOXZJTnFMS2hFRWRJaUlpSWlJaWVxZEZSVVVKODZkMDd0d1pRVUZCRlZ3aklpS2lxbVhwMHFXNGZQa3lBR1lLSVNwdmVwbzNJU0lpSWlJaUlpSWlJaUlpb29yR29BNFJFUkVSRVJFUkVSRVJFVkVWd0tBT0VSRVJFUkVSRVJFUkVSRlJGY0NnRGhFUkVSRVJFUkVSRVJFUlVSWEFvQTRSRVJFUkVSRVJFUkVSRVZFVndLQU9FUkVSRVJFUkVSRVJFUkZSRmNDZ0RoRVJFUkVSRVJFUkVSRVJVUlZnVU5FVklDSWlJaUlpSXFwSTV1Ym02TkdqQjhSaU1WcTBhRkhSMVNFaUlxcHlQdm5rRStqcDZjSEF3QURtNXVZVlhSMml0eHFET2tSRVJFUkVSUFJPYTkyNk5jNmZQNC9rNUdUazVlVlZkSFdJaUlpcUhFOVBUeGdaR2NIQ3dxS2lxMEwwMW1QNk5TSWlJaUlpSWlJaUlpSWlvaXFBUVIwaUlpSWlJaUlpSWlJaUlxSXFnRUVkSWlJaUlpSWlJaUlpSWlLaUtvQkJIU0lpSWlJaUlucW5SVVZGd2Q3ZUhrT0hEb1c3dTN0RlY0ZUlpS2pLY1hkM3g5Q2hRMkZ2YjQrb3FLaUtyZzdSVzgyZ29pdEFSRVJFUkVSRVZKRlNVMU1SSGg0T0FDZ3NMS3pnMmhBUkVWVTlkKzdjd2VYTGx3RVUvVjhsb3ZMRGtUcEVSRVJFUkVSRVJFUkVSRVJWQUlNNlJFUkVSRVJFUkVSRVJFUkVWUUNET2tSRVJFUkVSRVJFUkVSRVJGVUFnenBFUkVSRVJFUkVSRVJFUkVSVmdFRkZWNENJaUlpSWlJaW9zcEJPOGl6TDNkMGRkKzdjVWJ2ZnNtWExZR2RuSjd5T2pvN0cwcVZMMWU3enlTZWZ3TlBUazhmaXNYZ3NIb3ZINHJHcS9MR1UvZjhrb3ZMQm9BNFJFUkVSRVJHUkRDTWpJN25YZCsvZTFkaFlsWldWSmJkZlZsYVd4bjMwOVBSNExCNkx4K0t4ZUN3ZTY2MDRGaEg5ZHhqVUlTSWlJaUlpb25lYW5aMGRySzJ0RVI4Zmp4NDllc0RDd2tKdXZZR0I1a2RuTXpNenVmM016TXcwN21OZ1lNQmo4Vmc4Rm8vRlkvRlliOFd4ZXZUb2dmRHdjRmhiVzh1Ti9DR2lzaWVTU0NTU2lxNEVFUkdWRDN0N2U0U0hod01BenAwN0IzdDcrNHF0RUJFUkVWRWxsWnViaTZ0WHI4TE16QXl0VzdlV1d4Y1ZGWVhVMUZTMSs3ZHUzUnJtNXViQzY5VFVWRVJGUmFuZHg5emNuTWZpc1hnc0hvdkg0ckhlbW1ObFpHU2dRNGNPcUZhdG10cjlpVWc1a1VnazBtbzdCbldJaU41ZURPb1FFUkVSRVJFUkVSRlZmdG9HZGZUS3V5SkVSRVJFUkVSRVJFUkVSRVJVZWd6cUVCRVJFUkVSRVJFUkVSRVJWUUVNNmhBUkVSRVJFUkVSRVJFUkVWVUJET29RRVJFUkVSRVJFUkVSRVJGVkFRenFFQkVSRVJFUkVSRVJFUkVSVlFFTTZoQVJFUkVSRVJFUkVSRVJFVlVCRE9vUUVSRVJFUkVSRVJFUkVSRlZBUXpxRUJFUkVSRVJFUkVSRVJFUlZRRU02aEFSRVJFUkVSRVJFUkVSRVZVQkRPb1FFUkVSRVJFUkVSRVJFUkZWQVF6cUVCRVJFUkVSRVJFUkVSRVJWUUVNNmhBUkVSRVJFUkVSRVJFUkVWVUJET29RRVJFUkVSRVJFUkVSRVJGVkFRenFFQkVSRVJFUkVSRVJFUkVSVlFFTTZoQVJFUkVSRVJFUkVSRVJFVlVCRE9vUUVSRVJFUkVSRVJFUkVSRlZBUXpxRUJFUkVSRVJFUkVSRVJFUlZRRU02aEFSRVJFUkVSRVJFUkVSRVZVQkRPb1FFUkVSRVJFUkVSRVJFUkZWQVF6cUVCRVJFUkVSRVJFUkVSRVJWUUVNNmhBUkVSRVJFUkVSRVJFUkVWVUJET29RRVJFUkVSRVJFUkVSRVJGVkFRenFFQkVSRVJFUkVSRVJFUkVSVlFFTTZoQVJFUkVSRVJFUkVSRVJFVlVCRE9vUUVSRVJFUkVSRVJFUkVSRlZBUXpxRUJFUkVSRVJFUkVSRVJFUlZRRU02aEFSRVJFUkVSRVJFUkVSRVZVQkRPb1FFUkVSRVJFUkVSRVJFUkZWQVF6cUVCRVJFUkVSRVJFUkVSRVJWUUVHRlYwQklpSWlkU1FTQ1hKemM1R2ZuNC9Dd2tKSUpKS0tyaElSRVJFUkVSRVJFVlV3a1VnRVBUMDlHQm9hb2xxMWFoQ0pSQlZkcGY4RWd6cEVSRlJwaWNWaVpHVmxvYkN3c0tLclFrUkVSRVJFUkVSRWxZaEVJa0ZCUVFFS0NncVFsNWNIVTFOVEdCaTgvU0VQcGw4aklxSktTU3dXNDgyYk53em9FQkVSRVJFUkVSR1JXb1dGaFhqejVnM0VZbkZGVjZYY01haERSRVNWamtRaVFWWldWa1ZYZzRpSWlJaUlpSWlJcXBDc3JLeTNQblUvZ3pwRVJGVHA1T2JtY29RT0VSRVJFUkVSRVJIcHBMQ3dFTG01dVJWZGpYTEZvQTRSRVZVNitmbjVGVjBGSWlJaUlpSWlJaUtxZ3Q3MmRpVUdkWWlJcU5MaEtCMGlJaUlpSWlJaUlpcUp0NzFkaVVFZElpS3FkTjcyM0tkRVJFUkVSRVJFUkZRKzN2WjJKUVoxaUlpSWlJaUlpSWlJaUlpSXFnQUdkWWlJaUlpSWlJaUlpSWlJaUtvQUJuV0lpSWlJaUlpSWlJaUlpSWlxQUFaMWlJaUlpSWlJaUlpSWlJaUlxZ0FHZFlpSWlJaUlpSWlJaUlpSWlLb0FCbldJaUlpSWlJaUlpSWlJaUlpcUFBWjFpSWlJaUlpSWlJaUlpSWlJcWdBR2RZaUkzbUxWcWxVVGZzL056YTNBbWhBUkVSRVJFUkVSRVZGcE1haERSUFFXYTlDZ2dmQjdZbUppQmRhRWlJaUlpSWlJaUlpSVNvdEJIU0tpdDFpalJvMkUzeDgvZmx5Qk5hR0tNbnYyYkt4WXNhSlVaYVNtcHVMczJiTXExMmRuWitPMzMzNHJjZmxYcjE3RjZ0V3JTN1N2UkNMQkw3LzhncE1uVDZyYzV0V3JWL0R5OGtKZ1lHQkpxeWlJaVlsQlhGeGNxY3VwU2dvTEN4RWFHb29EQnc2VVMvblhybDJEbDVjWFhyeDRBUUFJQ3d0RGJHeHN1UnpydnhZVEU0TzB0RFMxMjJSblorUG16WnNsS2o4Nk9ocTNidDFTdWY3OCtmTklUVTNWV0U1TVRBeFNVbExVYnBPU2tvSTdkKzdvWE1lcTdPSERoM2o2OUdtSjlqMTgrREJPblRwVnRoVlM0ZUxGaTlpN2QrOS9jcXlxNVBuejU0aU1qRVIrZnI3UzlURXhNWWlNakVSaFlXR0p5ajkwNkJCbXpKaUIrUGo0MGxSVFFXNXVMbHhjWEhEKy9Qa3lMZmZnd1lOWXRXcFZtWFR5S2E5ekI0Q1hMMThxL2M3NitQRmpyZXQrL1BqeHNxNldISWxFZ3VEZ1lFUkhSNWQ1MmFHaG9iaDc5NjdPKytYbTVpSXpNN05NNitMaDRZSFEwRkNWNjRyZm8zLysrU2VXTGwxYXBuV2drbHV6WmcxKy8vMzMvL1NZdDI3ZFFtUmtwTUx5ZCtIK1ZIWHVVcUdob1lpS2lvSkVJaW0zT2xRbER4NDh3RC8vL0lQMDlIU2Q5MzM0OENGbXo1NWRMditEcXJMeWVLYTZmLzgrenA4L1grTHZTbFMrUkJKK29oQVJ2YlZPblRxRkFRTUdBQUM2ZE9tQ3YvNzZxNEpycEIxdEdpSHBmNTQ4ZVlMNCtIaDA3dHhaWVYzdDJyWHgvdnZ2NCtyVnF3cnJIang0Z0JjdlhxQm56NTVxeXg4MWFoVEN3c0p3NE1BQjlPblRSMkg5VHovOWhBMGJObURYcmwxd2NIRFF1ZjZqUm8zQzZkT25zWGp4WWpnN08rdTA3K25UcHpGcTFDaXNXN2NPa3laTlVyck5paFVyc0diTkd2ajQrR0RzMkxFNjEwK1d1dXY1WC9ubm4zKzAyczdJeUFnMWE5YkVwVXVYVkc0emJOZ3dqZVVrSmlhaWJkdTJrRWdrdUhuekp1clZxNmQxWGJXeFk4Y091TGk0NFBmZmYwZnIxcTNSc1dOSEpDY253ODNORFRObnpvU2VYc242SUtXbXBpSStQaDZ4c2JGNCtmSWxZbUppRUI4ZmoxV3JWcUZHalJwbGVnNnExSzVkR3dzV0xNQ1NKVXRVYnVQazVJU1FrQkQ4L2ZmZnNMYTIxcnJzZ29JQzlPalJBN0d4c1RoMTZoUSsrT0FEdWZXM2J0MUMzNzU5WVdkbmh6Tm56a0JmWDE5dFBXZk1tSUZWcTFZcFhaK2ZuNDgyYmRxZ3NMQVFWNjllVlh2OWtwS1NWQWFJM24vL2ZieCsvVnFyZTlqYTJock5temVYVy9iZ3dRT04reW5Uc0dGRG1KcWE2cnlmbFpVVjZ0ZXZqNmlvS0ozMzFlV3pJaWNuQnp0MjdNRE1tVE5oYUdpbzAzSEVZakY2OU9pQisvZnY0K0xGaS9qb280OTBydXZieXRQVEU3Lzg4Z3Z1Mzc4UFMwdExoZlZMbGl6QjVzMmJFUnNiQ3hNVEU1M0xuemx6Smc0ZE9vU1ltSmd5L1V3SkN3dkQ4T0hETVdYS0ZLeFpzNlpNeWl3c0xFUzdkdTBRSHgrUC8vdS8vMFBkdW5WTFZWNXB6djNodzRkd2MzT0RxNnNyMnJWcnA3QytjK2ZPK1BmZmZ4VStSMnJYcm8wUkkwWmd4NDRkYXN2ZnMyY1A1czJiaC8zNzkyUGd3SUU2MVUxYjE2NWRROSsrZmRHdVhUdWNPWE1HSXBHb3pNcXVYYnMySmsyYWhIWHIxdW0wMy96NTgrSG41NmN4UUs5clhWVDliNmhkdXpaY1hGemc2dW9xTFBQeThvSzN0M2VaMXVHLzlsOS94eXBQMnY3TmxLVU9IVHJnd1lNSEN2ZkF1M0IvcWpwM0FFaFBUNGVkblIxTVRFeHcrL1p0R0JzYmwvZzRFUkVScGU2c09XSENoRkx0WDFxSER4K0drNU1UQUNBa0pBUmR1blRSYWY5ejU4N0J3Y0VCbzBhTndyWnQyeFRXaDRXRjRmTGx5MHIzclZldkhxWlBuNjU3cGJWVWtaOGg1ZkZNTld2V0xPemZ2eDl4Y1hHbHVtOHJrZ1N2VTlVQUFDQUFTVVJCVkxtNWVVVlhRV2NpTGI5WUdKUjNSWWlJcU9MMDZ0VUx0V3JWUWxwYUdpNWZ2b3huejU2aFNaTW1GVjJ0U21ucDBxWFl0bTBiZ29LQzBLMWJ0eEtWTVg3OGVBUUhCd01BWHJ4NGdlclZxMnZjNTlLbFN4ZzJiQmljbkp5d2ZQbnlFaDEzMXF4WnVIWHJGb0tDZ3RDaFF3ZXQ5bm4xNmhWR2poeUptSmdZSEQ5K0hKOS8vcm5LYmRldFc0ZnUzYnRqNnRTcE9IZnVIR3h0YllWMUVSRVI4UEh4UWUvZXZmSFZWMStWcVA3YnQyK0h2YjA5VnExYWhVOC8vUlQ5Ky9mWGVsOXBnOWZyMTYvaDUrY250NjVtelpybzNiczNmSDE5WVdCZ2dEZHYzaWhzQXhRRmxXUWJmTVZpc2NianF0cEdUMDlQNFF0ejdkcTFOWmFuallNSEQ2SmZ2MzVhUC9nMGJkb1U2OWF0d3pmZmZLTnlHMjBlYk92VnE0ZjU4K2RqMmJKbFdMdDJMYnk5dmJXdHNsYWtEd2hpc1JnbUppWUlEdy9IL1BuenNXVEpFdHk3ZHc4Yk4yNlUyOTdmM3g5eGNYSEl6czVHUmtZR01qTXprWjZlanJTME5LU2twQ0E1T1JuSnlja3FlK2ZyNmVsaHc0WU5aWG9PMnNyT3prWmVYcDdjc20rLy9SWkJRVUhZdUhFalhGeGNGUGFwVmFzV2dLTGdXdkg3enN2TEN5TkdqTUNoUTRjd1pjb1VZWGxtWmliR2p4K1BHalZxWU5XcVZVaElTSkRiVHpZMXB6WU1EUTB4YTlZc3VMbTVZZTNhdGZqeHh4OVZicnQ1ODJhc1g3OWU2YnFVbEJSRVJrWmkzTGh4R284NWJkbzAvUHp6ejNMTHRQMThLeTR3TUJDOWUvZldlVCtKUkZLbWpiWEszTHAxQzlPblQ4ZjkrL2RoWkdTRUdUTm1LR3p6NHNVTHZIcjFTbVVabzBlUGhydTdPMzc0NFFlMUFjU1BQdnFvUk1HTHFrcmFkMUhWZXlqdGRWclM5emc2T2hxMnRyWmxIaVNXZm84WVAzNThtWlY1OHVSSlBIMzZGTk9tVFN0MVFBY28zYm5YcUZFRHQyN2R3dWpSbzNIcTFDazBhOWFzMVBXUnVuZnZIcFl1WFlyUFAvOWM2TlEwZmZwMEhEbHlSS3Y5dFczcy9leXp6L0RsbDEvaXQ5OStRMEJBUUlVM2tLb1NHaHFxZHFTMUxDc3JLeXhjdUxDY2ExVDJxdnAzckpMYXVuV3JWdHM5ZVBCQTQ3YWRPblZDbXpadGRMcVdIVHQyeEtsVHA1Q1dsZ1o5ZmYwU2ZSWlVwdnV6dk05OTkrN2RlUFBtRGViTm0xZnFobkYvZjMrdFA5TlVxY2pQcklpSUNNeWVQUnQxNnRSQlRrNE9aczZjaVRObnp1alVhYXhuejU1bzFhb1Znb0tDc0dyVktvWDM3L3o1OC9EeDhWRzY3MGNmZlNRWDFIbWJQa04wZmFiU2h2VFp3OENBNFlQS2lPOEtFZEZiek1qSUNLTkhqOGIyN2RzaGtVaXdiTmt5K1ByNlZuUzFLcDNnNEdENCtQakF6YzJ0eEFHZDQ4ZVBJeVFrUk9mOXVuVHBBamMzTnl4YnRnenQyN2ZIbDE5K3FYTVptemR2UnI5Ky9UQjgrSEFFQndlalpjdVdhcmRQVDAvSDhPSEQ4ZlRwVTB5ZE9sVUk2SWpGWXB3NGNVTHBQbjM3OWtWNGVEakN3OFBsZXEzLzhjY2YwTmZYeDhDQkEzSHMyREdGL1J3Y0hIRHk1RW1OS1VyczdPeVFuSnlNeTVjdnErMFZMOXZqN3NpUkk3aDI3Um9BS0UweDE3UnBVOXk0Y1VNWStTVzdyNngrL2ZySkJYV1U5ZWlXOWVEQkE1WGJqQmt6Qmx1MmJGRllibVptcGhDc0Nnd01oSW1KQ1FZTkdpUjNUc3EyQmY3WEVIL2h3Z1ZoV1V4TURNYU5HNGNMRnk2Z2UvZnUyTGR2SHhvM2Jnd0FxRmF0R214c2JIRHYzajJGc3JadTNTclg4Szd0QTgyT0hUczA5dmpVOVFGRUd2eVVCanRxMTY0TlB6OC9kTy9lSFQxNjlGRFkzc2ZIUjJIRWhvbUpDV3JWcW9WYXRXckJ4c1lHYmR1MlJkMjZkVkduVGgzVXJWc1hWbFpXc0xLeWdyVzFOYXlzckhTcVgxbWFOV3NXZ29LQ2xLN2J1bldyMG9ZWDZmVWNObXdZL3YzM1g2WDdybHUzVG1XdmJtWDNrcWIzU0ZrdlVFTkRRNWlibXlNbkp3ZisvdjRLK3hSdklKQk5DK2ZqNDRPZE8zY0NBQVlOR29TVWxCUmtabWFpVWFORytPbW5uekJuemh5NWZTMHNMRlFHeFpjc1dhTDJBVmpXa3lkUGxJNHUxSlpFSWlueFNERk4wdFBUc1dyVkt2ajYra0lrRXVHSEgzN0F0R25UbEc2N2J0MDZwUUhwNHY3ODgwLzgrZWVmYXRlM2FkT214SFd1YWpRMVJFalhxeHZGQmtEbENOSi8vLzBYMXRiV09vMHc3ZFdybHhCc1VOV1I0OFNKRXpBMU5jWEpreWZWcGhZRmdIYnQyZ25scVVzcjlNY2Zmd0FvK3R2WEp2M1F4eDkvaksrLy9ycGN6dDNhMmhvN2QrN0VWMTk5aFRGanh1RE1tVE5DOExvMFVsSlNNSGJzV0JnYUdtTExsaTFDc0s1ZnYzN2w4cm52N3U2TzY5ZXZhN3gvS3RLMWE5ZTAvdDcvL3Z2dmEydzBMLzVkd2R2YlcybEhEOW50cE4vRnlsTmwvNDVWSGhZdlhxelZkbEZSVVJwSG0vNzQ0NDlvMDZZTkZpeFlJQ3g3OE9BQlRwdzRnWTgvL2xqcGlMZjMzbnNQQUdCalkxUGlFZXlWNmY0c3ozTlBTVWtSR3RPZlBIa0NOemMzdGRzWDUrbnBxWFFVcnpURmxpN2MzTndRRUJDZzgzNWxKU0lpQXFOSGo0WklKTUt2di82S2pJd01qQjQ5R2c0T0RqaCsvRGpxMUttamN0OWZmLzFWN3JXTmpRMGFOR2dnL0grVE1qSXlFbjR2L24zWHdjRUJTVWxKQ21XL0xaOGgyajVUUlVaR0N0OGRWSkZldTRLQ0FnQU02bFJXZkZlSWlONXlTNWN1UlVCQUFMS3lzckJueng1TW1EQUIzYnQzcitocVZScHYzcnpCZ2dVTDBMeDVjOHliTjY5RVphU21wbUxSb2tYbzA2Y1BUcDgrcmZQK2MrYk13YUZEaCtEczdJeGV2WHFoWnMyYU91MXZZMk9EUTRjT1llREFnVUtxTkZVOThUTXlNdURvNklqYnQyOWowcVJKY2ozaGMzTno1WHI3S3pOLy9ueWx5MlVmaG1SSmd6cmE5aWpUMUlOSUdwaUppNHVEcTZzckdqZHVqTC8rK2dzaElTRzRkT2tTMXE5Zkx6VGszTHg1RTMzNjlFR3JWcTBRRmhhR216ZHY0b2NmZnNDT0hUczBqbGhyMzc0OXZ2NzZhNFhsOCtmUFI3MTY5WlFHaUZSZEc2QW9sVlR4WUVoZ1lDQ3NyS3prbGg4NWNrVHB0ckkrL2ZSVDRYZHBqeXpwc2c4KytBRHZ2LysrM1BiS2VyNHBhekN2VzdjdVpzK2VyZks0bW16Y3VGSGhRVW1YSHRMRGh3OVh1Vzc3OXUwWU9YS2szTEovL3ZrSHBxYW1xRjY5ZXFWcVZMdDc5NjVjcXN1b3FDZ2hvREZ6NWt3NE9EZ2dMeThQLy83N3I5SUE3Sk1uVDZDbnA2ZHdqNTQ3ZDA1NHNKSVZGeGVIenAwN1k4cVVLVHJsaW4vMjdKbmM1OVdkTzNlRWVsNjdkazNsKzZZc3pRV2dHTlNSUHJRQ1VQcVpKazFQWVdOakk3YzhNek1URW9sRTVlZmc4dVhMU3p5cVVWY0ZCUVZsZm0vbDVPUWdJQ0FBcTFldnhxdFhyOUMrZlh1c1hidFdZekFlZ0Z6RFJXRmhJUW9MQzFVK1pPZms1TURBd0VCdWZmRVVmVzg3NldnOVZTbnRwSTBlbWxMZXFXdDBmUDc4dVU2ZFpXclVxQ0UwcEt4ZHUxYnR0cHJXQThDa1NaT0U4bFQxU3BhbDdkeHlBd2NPeE5kZmYxMXU1OTZqUnc4NE9UbGgyN1p0OFBmM3gvZmZmNi9RSUt1c3M4R1JJMGVFenlaVFUxTzhmUGtTUUZHUTFNSEJBVStlUE1IaHc0ZUZSbGNBY0hSMGhLT2pvOWIxQklDeFk4ZHFQUmZKckZtek1HdldMTFhicEtTazRPKy8vOVk2eU96bjU2Y3hrSHZtekJrMGI5NGNUNTQ4QVFEaC82L3NIRzFMbGl4Uk8zcFBTdlphMzcxN0YxZXVYSkY3N2Vmbmg2Wk5tMkxseXBYQzhzV0xGNk4zNzk1eW95RER3c0lRRmhZbXQxMVpCT3cwcVFyZnNjcWFOaDFvZEUyL0pudXZEQmt5QklhR2h0aTVjeWZzN093QUFMR3hzVHFOOUUxTlRhMHk5MmRabjdzc0x5OHY0ZjNhdDIrZnp2c3ZXN1pNNmZLUzNHY1YyVEIvOU9oUmZQZmRkMEpBUnpyNjJzZkhCOTkrK3kwR0RoeUl3NGNQcTN4RysrNjc3NVF1THg3VXFWbXpwdEtSU05IUjBUaDM3aHdXTFZxa3NLNHFmSWFVNVROVisvYnQ1VVlEQndRRW9HYk5ta3JUdlJVVUZPaWNHcGorT3d6cUVCRzk1Um8yYkFnWEZ4ZjgrT09QS0Nnb2dLT2pJeTVmdnF3d1Y4RzdhdHUyYlVoTVRNVEtsU3RML0lWbHlaSWxTRTFOaGFlblo0bUNPdnI2K25CMWRjWGt5WlBoNCtPamRlODdXYTFidDhhbVRac3dkZXBVakI4L0htZlBubFZJS1pPV2xvYWhRNGZpOXUzYm1ERmpCbGF1WENtM2phbXBxZExlUW1XbE5Ha29wSG1xZ2FMR3lzbVRKeU1sSlFWNzl1eEJqUm8xVUtOR0RmajcrOFBjM0J3ZUhoN0l5c29TMGhpdFg3OGUrdnI2c0xDd3dPUEhqekYwNkZDTncvemZmLzk5cFhQMHpKOC9IN1ZxMVZLNVRsdUZoWVdRU0NRbHV1ZkVZakZ5YzNNQkFGbFpXUUFnVEQ2YmxaVWwvRjZ0V2pXZEh0NXExNjZONzcvL1h1ZjZTQVVFQkNqdC9RWUFjK2ZPVmJuZjgrZlBjZlRvVWZUdjMxL2xmQ0FmZi95eHdqSmQ1cC81TC8zMTExOXlENHpTUmdTZ0tBRFR2bjE3TEY2OEdIdjM3a1ZvYUNnKytlUVRZZHVDZ2dMMDc5OGYwZEhSdUhMbGlsekRwUFRCVU5Xb3F1M2J0MlA3OXUwYTZ5ZjlPN3h6NTQ1Y1BTTWlJaEFSRVFFQUdERmlCQUFJbndmcWdodk96czRxUi9pcHMzZnZYaGdaR1NtTXhwTDJQRlhWVzlQVDAxUGxpSmJpSGoxNnBEYTFwRG9TaVFRU2lhVE1Ha0JldjM2TlgzLzlGWnMzYjBaQ1FnTHExYXVIalJzM1l0eTRjVnFuLytyVXFaUHcrOUtsUytIajQ2UHljMVhUUEVudkF1bm5aTFZxMVpTdXo4N08xdXI5VlhhTlY2NWNpZFdyVnlNOFBGeXJnSndxSlprN1JhcjRaNEd5ZXVibjU2Tno1ODVJVEV6RXpaczMxZmFDVnFZOHovM0hIMzlFcjE2OWhFQ0hOSzNqMXExYmtaaVlxSkRtMGNQREE1OSsrcWt3ZDUvMC8yZDhmRHhHalJxRjI3ZHZZL1hxMWVqZHV6Y2VQbnlJcGsyYmxqZ29PM1RvVUxrZzZNR0RCNUdkbmExeTdqNnBjK2ZPNGRhdFc1Z3dZUUlzTEN6azFqVm8wRUJsQnhpcFBYdjI0UFhyMXdDS0d1WFVkVUJwMEtBQi92enpUNFhPT0wxNjlSSitMOG4zcnZEd2NMbnZvUmN1WE1DRkN4Zmc0T0NBWGJ0MkNjc1hMMTZNOXUzYlkrYk1tY0t5dExRMGhJV0Z5UzJyQ0pYeE8xWjV1WGZ2bnRvUkd3a0pDY0oza09KVXBTVTljdVFJSWlJaXNHREJBaUdvc1d6Wk11ellzUU9Sa1pGbzJMQ2hWbldyaXZkbldaMjcxTldyVjdGcjF5NmhnNWt1bjBtdFc3Zkc4K2ZQVmQ1bjJxYmdrNlVwYzBKNXlNdkxnN3U3TzdadjN3NExDd3Y4K3V1djZOaXhvN0IrMUtoUlF2clpYcjE2WWN1V0xlalhyNTlDT2E5ZnY4YStmZnZRckZremRPM2FWVzdkbmoxN2tKYVdCaWNuSnhnYkd5dnQ1TFJod3dZWUdCaG9OZHE3TW4rR2xNVXpsYTJ0clZ4SHlvQ0FBRmhaV1FuTE5tM2FwRlZIQzZBb0tGV2U3UWVrWHNYL0Z5SWlvbkszZVBGaVhMcDBDYUdob1VoS1NrTG56cDF4OU9qUmQzN0VUa0ZCQVh4OWZXRnBhWW1oUTRlV3FJenc4SERzMzc4ZmJtNXUrUERERDB0Y2x5RkRoc0RLeWdwK2ZuNVl0R2hSaWI3a09UbzY0dDY5ZStqUm80ZlNSc0thTld1aVc3ZHVHRHg0c05LVUtTS1JTS2Q4eHFwTW1USUY5dmIyWlRvZmdDeG5aMmRFUmtaaXlaSWw2TmF0RzhSaU1abzBhWUlKRXliZzRzV0x5TXJLd3NLRkMzSC8vbjA0T3p1amRldldBQUJiVzF2czI3Y1BVNlpNUVd4c2JKbWNhMGxKdit5WFpINkx3NGNQSy9SV2E5U29FUURBM3Q1ZVdMWjU4MmFsbzQyVTZkaXhvMXdBb1NSYXRXcWwwSWdscFc0T2xxdFhyK0xvMGFNWU5HaVFWbk90U0hsNGVPaGNSMW1USjA4dTlUa3I4ODAzM3dqWHZWR2pScGd6WjQ3dzl5WU56Q3hhdEFnblRwekFoQWtUY09IQ0JTRWYrNlpObS9EMzMzL0QyOXRiWmQxazAzeGtaV1doYjkrKytPS0xML0RUVHovcFZNLysvZnNMRFVHTkdqWENsQ2xUaEdzcUhiVW8vUnVaTTJjTzd0eTVneDA3ZGlqTWY2R3F3VnlkNE9CZzdOKy9IMDVPVGhDSlJGaTBhQkdzcmExaFlHQ0FvS0FnaUVRaXVRZCtXZTd1N25CM2Q5ZjVtTVZwQ3NKSzUyTkpTRWpRdUsyZG5aM2FVWTZMRnkvR3JsMjdrSmVYaDNyMTZtSEZpaFdZUEhteXpubjFMMXk0Z1BqNGVBRC9DN2dkUG54WTVmWVBIanlRVzE5OHRKc3kwb2YyRnk5ZTRQRGh3OWk4ZVRPZVBYc0dXMXRiTEYyNkZJTUhEMFpPVGc2OHZMeHc2TkFodkg3OUdrMmJOc1g4K2ZNeGF0UW9oZktlUDMrT2JkdTI0ZXpaczNqMjdCbEVJaEUrK2VRVHpKOC9YeTcxUjNoNE9MNzg4a3VZbXBvaUtpcEtMc1hsczJmUDBLRkRCeGdaR2VIS2xTdGE5NWJPek14VUdLMGtLeU1qQXdVRkJjak16TlM1eDNOb2FDaHExcXdwRjVTdGpIYnYzbzFIang1aDZkS2xPZ2QwVkNtcmN6YzJOcFlidVNKdHFEcDQ4Q0FTRXhNVkdxNDhQRHp3MFVjZktTeDNkSFRFM2J0MzRlYm1ocWxUcHlJM054ZWpSbzFDbHk1ZHNHblRwaExWcmZpOW5KU1VoSU1IRDJMUm9rVnEvMjlIUlVYQnlNZ0lQLy84czhKblk0TUdEZFNPU3Zqenp6L3h5eSsvQUNqNlBwYWJtNnR4RklPOXZUM09uRGtEb0tqQk1qZzRXSGhkVWpObnpoUWF2YXRxY0xpeWZjY3FUOXUzYjFjN3Frc2E5RkJHV1ZBbExpNE9ibTV1YU5teXBWekhqM0hqeG1IejVzMllPM2V1MXFNRnF0cjlXWmJuRGhSbGc1Qit6OW00Y2FQT1FXYXhXS3cycUZDU1RvRC90ZXZYcjJQV3JGbjQ5OTkvOGVtbm44TGYzMTloaERZQWZQWFZWNmhUcHc2KytlWWJqQjQ5R21QR2pJR0hoNGZjZDRHQ2dnTHMzcjBiY1hGeGlJaUlFTmFscGFYQnc4TUQxdGJXS2dOMno1NDl3N0ZqeC9EbGwxK2lmdjM2R3V0ZG1UOUR5dU9acXJpV0xWdGk2dFNwQUlyU3JVWkVSR0R3NE1FS0hlcE9uRGdobCs2Ty9uc002aEFSdlFNTURBeHc4T0JCZlA3NTU0aU9qa1pTVWhKNjllcUZpUk1ud3QzZFhXTXFxcmRWWkdRa0VoSVNNR25TcEJMMXhNbk96c2JjdVhQeDhjY2ZsemgxbTVTQmdRRUdEeDZNWGJ0MjRhKy8vbEk2bDRnMjFIM0JGNGxFV3FVdGNuTnpVNWxpU1VyMklTb3lNaEwxNjljWDdxT2dvQ0RVcWxWTENPcTBhOWRPK0hMODk5OS9hejBwcXBTcnF5dDY5ZW9sak5hWU0yY082dFNwSS9SNDlmUHpnNXViRzg2ZVBRczdPenNZR2hwaTh1VEp5TXJLVXBoNC91SERoK2pVcVpNUTZGSGx3SUVET0hEZ2dOSjFEeDQ4S1BXa21oa1pHUUJLbDZJak9qb2FUNTQ4d2VEQmd4RWRIUTA3T3pzRUJ3ZWphZE9tUXU5Q2JaMDZkUW9BY1B2MmJiblVZYnFRcHU3U2xUU2dJYjBtVW9XRmhXcm5NeWx0dnZwKy9mcVZTMURIME5CUTd2UEV3TUFBMWF0WFIzcDZ1dEFER3locW9Qem5uMytRbloyTjNOeGNQSHo0RUN0WHJzU0lFU1BnNk9nb2JGdTdkbTI1NnlDYnRtSC8vdjNJeTh2RE45OThvNURPUVJOOWZYMjUrOC9RMEZCNHZXYk5HdUd6SWljbkI4ZU9IVU9OR2pYa1VxcEp5VzRyUzluZlNFRkJBYlp1M1FwUFQwKzBidDBhN3U3dU1ERXh3YkZqeDRSUlhoWVdGbGkxYXBYS0lQbThlZk13WnN3WXJjN3gyYk5ud3FpajRyU1pvd1lBa3BPVE5XN2J0MjlmdFVHZEZpMWFvRzNidHBnOGVUS0dEaDFhb2tBWVVKVGlzSGlQYXljbko1WGJ5NDRTQTdRTDZraXRXN2NPMjdadFE1czJiWkNkblkzNzkrOWp3b1FKQ0FvS2dvK1BEeUlpSXRDK2ZYdFVxMVlOOSsvZng0d1pNMUNyVmkyRlBQUERoZzNEa3lkUDBMQmhRM3oyMldkSVNFakEzMy8vamJGangrTEFnUU5DYjl3ZVBYckF3Y0VCUVVGQldMTm1qZHc4Q0I0ZUhzakx5NE9ucDZkTzZXOHlNelBWVG1DZGtwSUNpVVNDZi83NUIrM2J0OWU2M0VlUEh1SDI3ZHZvMzc5L3VjMjVWQlpTVTFQeDg4OC80NzMzM2l1emtSUC94YmxMQTZyYUdqcDBLRWFPSENuTXpiVjI3Vm84ZnZ4WTVUeDZKZEd6WjAvczI3Y1BGeTVjVU5xREhDaHFCTHh5NVFvNmR1eW84OTk0Wm1ZbTVzMmJoMUdqUmdsL0Y2ZFBuMFo0ZUxqYTc0TVdGaFpDWndwcEE2Y3U5M0pwS0FzSXVMcTZsdWwxTDZuSzloM3J2L0R3NFVPdHQvWHc4RkE2cjBwTVRBeEdqaHlKckt3cytQcjZ3c2pJQ0RrNU9VaE1URVJTVWhLNmRPbUNzMmZQNHVqUm8xcWxOS3hLOTJkWm4zdGhZU0dtVFp1R3AwK2ZZdno0OFRBeE1WR1lEN0s0NHQvanhHS3gyZ1p6YlVjNjVlYm1JakV4RWZIeDhZaU1qSlFiOVZ0ZUVoTVRzV0xGQ3V6YnR3OFNpUVJPVGs3dzhQQlErOW5Zdlh0M1JFUkV3TW5KQ1FjT0hNREpreWN4WThZTVRKOCtIWmFXbGpBME5NUzJiZHZRdlh0M3pKOC9YN2lIbHk5ZmpqZHYzc0RIeDBmbDlmcmxsMThnRm91MVRqTmRWVDlEU3ZwTVZWeVBIajJFL3oyK3ZyNklpSWpBN05tejhkbG5uOGx0ZCtQR0RhU2xwWld5MWxRYURPb1FFYjBqek0zTmhja0pRME5EaGQ0dWZuNSs2TlNwRS9yMTY0ZW1UWnZDeXNxcXhBMU9aVVZUZzN0WmthWWFLajZFVzFzclZxeEFURXdNUWtORHl5VFhiTmV1WFhVTzZreVpNa1hseE90U21vSVFxaWI1VkpVU3BuaXY5UUVEQnFqdEtlZms1Q1EwUEY2N2RrM3BwS1hxdUxxNndzdkxTM2pkdkhsellWUkNTa29Ldkx5ODBMSmxTN243cG4zNzl0aXpaNDlDV1ZldVhNSFJvMGMxemdQUXRtMWJwZm1JRnk5ZURFdExTNlZCUEYxNnpFa2Z4RW9USEdyUW9BRmlZMk5oWW1JaU5IVFdxMWRQcnRFek56Y1h1M2Z2VnRoWDFhU3VmLzMxVjRsNy9wVzAwVkI2RFZKVFUrV1d6NTQ5R3lrcEtmRHg4Vkc0VGlLUkNNbkp5U1U2WGtVWk5teVkwc21LaTgrYklUdG5CRkRVeTlIVzFsYnR2YUpMWXoyZ09lVlR6Wm8xaFRsdGpodzVnb3lNRERnN095djluSlBkVnRhR0RSdUUzME5DUW5ENjlHbGtabWJpK1BIajZOQ2hBM3g4ZkpDVmxZV3NyQ3hFUmthaW9LQUFoWVdGd2pHeXM3TmhZbUtDMk5oWW9Sd1hGeGQ4OXRsbldqOWtOMnJVQ0M0dUxxaFZxNVpRam9XRkJZeU5qVFUyaHR5OWV4ZGR1M2FGcGFVbDd0Ky9yOVh4VkJrM2JseXBla3hLeWM2SFV0N3AxNDRjT1lLclY2K2lZY09HRUl2RitPYWJieEFTRW9MSmt5ZERKQkxoNHNXTGVQLzk5MUZZV0Fnbkp5Y0VCZ1ppeTVZdENrR2RsaTFiWXR1MmJVTHVmTm02cjErL1hxNkJmUG55NVFnTkRjV2VQWHZ3M1hmZm9YSGp4dmo3Nzc5eDdOZ3h0RzNiVnV1MGUxS3BxYWxJUzB0RFVGQ1FrTEpMVm1KaUlvQ2lZTFl1RFkzUzBVK3FHdmRMU25wZDFORWxYZEhpeFl1Um5Kd01IeCtmRXZVMlZxYTA1NzUxNjFhNS96RlRwMDdGNnRXcjViYVJTQ1JhcHlRRWdJVUxGd285NEcvY3VJRmZmdmtGSDM3NElSd2NITEJzMlRJVUZoYnFWRWRsdmFENzlPa0RZMk5qQkFZR3FqejNzTEF3Wkdkbks1MVlYWk5GaXhZaEpTVUY3dTd1T0hEZ0FPclhyNDlwMDZaaC92ejV1SGp4SWt4TlRYVXVzenhvYzQvS3FxaFJQcFgxTzFaNTBtVWtucXJudkZtelp1SGV2WHN3TXpQRGlCRWprSlNVSktTS2t1WHU3bzRCQXdaVW12dFNxalQzWjFtZnU0ZUhCMDZkT29YUFAvOGMxYXBWay9zZnFFcnh6M2V4V0t6Mm1UdzJOaFlYTDE1RWVubzYwdFBUa1pxYWlwU1VGQ1FuSnlNNU9SbEpTVWw0OWVvVjB0UFRoWDBNRFEwUkVoS2lzUzZsRVJZV2h2SGp4eU03T3h2Tm16ZEh4NDRkMGJKbFN4dzllbFNyL1VlTkdnVWJHeHVjT0hFQ2E5YXNRVnhjSEtaT25TbzhKd3dZTUFBdFdyVEErZlBua1pTVWhOMjdkNk52Mzc3SXlNakErZlBuRmNwNzl1eVprUEpOZHI0YmRhcnFaMGhKbnFrMGVmUG1EUURsbzVieTh2STRVcWVDTWFoRFJQUU9NVGMzUjNCd01GYXVYQWx2YjI5a1pXVkJJcEhnOHVYTHVIejVja1ZYVDFDYXVWZDBjZmZ1WFFBb1VXK1pHemR1WU51MmJYQnljaXF6WG1jdFdyUUE4TDhKeExVeGN1VElVZ1hCMUtVeFVwVTdYcGU1WTRxVFRadWdUR1ptSm54OGZMQnAweVlZR2hvcW5jeFNscHViRzVLVGs3RjE2MVloU0tlT05IV1I3TGJ0MjdlWFM0TjA4dVJKV0ZsWktSMzVzSGp4WXBpYm15czloMDgvL1JSV1ZsWWE2d0FVUFdBQTBDb0Z3UDc5Ky9IOCtYTk1uVG9WZGV2V2xWdDM3OTQ5dWRRRXhlWGs1T2dVcE5IMC9wU1VxZ2VJbHk5ZkNyMDRYNzE2SlN4UFNrcENZR0FnYkd4c1lHNXVyckJmV1U5ZVg5NVNVbEl3YytaTWhRbWpVMU5UOGVyVks3V2piS1QzU1BFSHZPWExsK1BFaVJQWXQyK2YzTndQMmxBMWNiVjBBbVBaMFIySERoMENVSlRMZk0yYU5TckxIREpraU56b0d0bEphbU5pWW5ENjlHblVyRmtUSVNFaHNMS3lRcHMyYmRUV2NjR0NCVml5WkVtWjlHYVVEU1R2MjdjUGd3WU4wcmlQTkwzWnExZXY4T2pSSTRXMGM4WDE2ZE1IZi8vOXQ5eXkwb3pxMC9iL29LYWV2eVhsNnVvcXpCMWdZR0FBWjJkbmhJU0VJQ1VsQlQvLy9MTnd6K3JwNldIMjdOa0lEQXpFalJzM0ZNcng4L05UYUtELzl0dHY0ZVBqSXpkaE5sQjByN3U2dW1McDBxVll0V29WdG03ZGlxVkxsMEpmWHgvcjE2L1hlV1RJcTFldklKRklNSFBtVEZoYVdxSmJ0MjdDdXJ5OFBDSDlZRVJFQkNaUG5xeFZtV0t4R1A3Ky9nREtQcWdqcFN5b2NPclVLYm5Kd1RVSkN3dkRnUU1IWUdabXBqYjlraktxR3VITDR0emJ0Mjh2akxJdEh0Q1cwclZIc2ZUL1FXcHFLcVpNbVFLeFdBeFBUMC9vNit0anc0WU5LQ2dvMEttT3lxNi9tWmtaSEJ3Y2NQVG9VY1RIeHl1ZDAwMDZUNWcydmZobEJRUUU0TmRmZjhXNmRldmt5blYyZHNhaFE0Zmc2dW9xTi9lQk51N2N1WVBRMEZDTmMvaG9JemMzRnlkT25JQllMQmFXRmU4VU1ILytmSHp4eFJkeUFhM1NmRmNzcmNyNkhhczhsWFlFT1ZBVTVFaE5UWVdWbFJYcTE2K1ArdlhybzBhTkdtalVxQkdhTkdrQ2EydHIrUHY3dzl2Ykc0Y09IZEk0eDVRcWxmSCtMT3R6ZDNCd3dKa3paN0I3OTI2aFBySWRNMlQ1K2ZrcERiVGs1K2VyN2NTU241K1BHVE5td01qSUNPYm01c0xJcUV1WEx1R1RUejdCbURGalVLOWVQVmhaV1FublpXbHBxVlBRdkNTNmR1MktGaTFhNEt1dnZzTEVpUlB4M252dllmLysvVHFWNGVucGlldlhyMlA5K3ZWd2RuYkcyTEZqNVRJSkZKL0w4ZFNwVTBMV0FhQW9TQ2RsWkdTRVZxMWE0Y3FWSzFpM2JwMVduMDJWK1RPa3JKK3BOSkdPcEZjV09NN0x5eXZWYUNZcVBRWjFpSWplTVFZR0JuQjNkOGZVcVZQaDZlbUpRNGNPS2ZUbWVGZThmUGtTQUhTZTlESS9QeC9mZi84OUdqWnNxREhmdVM2a1BYZGtlNlpyMHE5ZnYxSTFMS2tMNnBSM1R5NVpZckVZZS9mdWhiZTNOMUpTVWpCNThtUzR1cnFxZlVnTkRRMFZHcHo3OXUycjB3UHRrQ0ZEaE45djNib2xwSldTOXZCNitmS2xjSDhVbDVXVnBiUW5tSFEvaVVTaXNaRmRHbFRTcHNmWW5UdDNzRzNiTnZUdDIxZmhZU0V3TUZBSTZoa2FHdUwrL2Z0SzB4T3RXN2RPN2dIMHhJa1RXdmVZS3cyeFdBeDlmWDJGT1JCQ1EwTng1ODRkbUppWVFDUVNvVzdkdW5JVC9XN2N1Qkc1dWJsWXNHQ0J3c05uZm41K3BaaWNXQlBwMzNGQVFBQTIvSDk3OXg2WDQvMy9BZngxM3pvNUpxeU4yVGV4bVBsTmhpekxITEt3NytaUWsyZ2FsY3d4YWdtamtkQWNVeU55S29jb2h6Q25oWVl3NTlIa3NGa3BLZElRb3J2VGZmLys2SEZmMys3dVl5ZTZ0OWZ6OGRoanVlL3J2cnV1dXJydTYvTjV2ei92ZDJnby9QMzlsWHBaQlFRRVlOV3FWVGgrL0Rpc3JhMDF2bC9ad00rWk0yZXdmLzkrV0Z0YlZ5aWcwNlJKRTZWQldVWkdCb0RTM2h0cjFxeUJyNit2eWxVOFpWZmVxTks2ZFd1ZCtvckpNL29tVHB5b3Rtemx1KysrSzN4ZHR1L1BraVZMbEVxdnFYdGNIVjM3MkpTZEJEOTgrTERDQklFcS8vM3ZmNFVTa1VEcDc3MVJvMFlZUEhpdzhOamR1M2R4OHVSSjJOallxRzFncTRwVUtsVTdDYU5MOW05bGxGOHRXdlozVy80elIzNXV2bmp4QWdVRkJRcVp4Zkw5TGl3c1JIcDZPbEpTVW9ReVFRVUZCY0tLTExseE80OXA3UUFBSUFCSlJFRlU0OFloT2pvYU8zYnNRTnUyYlhIdTNEbE1talJKNSt4YU9abE1obnYzN3NIT3pnNzM3dDNEeUpFakVSOGZML3pjcjErL0x2UTRTa3hNUkVsSmlVN0I0cjE3OXdySkFmSkVERjJGaG9ZcUJEdlZVZFVFT1RzN1crZWd6cU5IanpCNThtUUFwU1ZZdEpWVExVOWRVS2M2anQzR3hrWW8zMUkycUtQcTgxdlZZK1ZYTXZidDJ4ZTdkdTBTeWxDbXBhVUJLTDBuQVA0M0dhV09tWm1aMnRYSzVYbDdleU1tSmdhTEZ5OVd1a1ltSlNYaDZOR2pjSFYxMVRpQlY5NlpNMmZnNStlSC92MzdLMDBTTjJyVUNNSEJ3Umd6Wmd5NmR1MnE4ZHlSU3FWQ05uN256cDF4NTg0ZDFLbFRCMlBHakZIWnYwS2JvcUlpbkR4NUVrRHBoSE5rWkNUR2pSc25mUGFXMzFkZlgxOVlXMXNyUFA0Nmd6ci9sbnVzc2lxUzJiOWt5UktWdldIKys5Ly9LcTAwTXpNemc3T3pNOWF1WFF1ZzlCcHRhMnVyMEJ0RUczMDRQNnY3MksydHJaR1ltS2h3djlxM2IxK1YyNm9yUzExWVdLaXlWNlc4UktXRmhRVXlNek9WVmcyWm1abkJ4c1pHYmRDcy9PZHVkVE14TVZFNHB1dlhyNnZjcmtPSERyQzB0TVNCQXdlVW5qTTFOVVg5K3ZXRjhyNVJVVkVvTEN6VWVSOVdyMTR0Zk4yOGVYTWNPSEFBbnA2ZUNBb0tRck5temJSK0Z0ZkdhMGhOaktsMGtaV1ZCYkZZclBLenJhQ2dRRzAvVlhvMWF2K0ltSWlJYWtTTEZpMndaczBhaElXRjRmang0emg5K3JRd2tTM3ZmL0pQSjE5T1hORU1rOURRVU55NGNRTzdkKyt1MXRJRDh2ZDYrZkpsdGIxblZWUkh1U0JkRFI0OEdMLysraXY2OWV1SCtmUG5hKzBQa3A2ZWpuSGp4aWs4cGt2ejFlWExsK1B3NGNNSzI1WmRYZVBvNktqMVBUSXpNelZ1NStibXBqR3JOaWNuQjF1MmJJR0JnWUV3OGFUSjNidDNJUktKbEg0bXUzYnR3b2tUSjdCaHd3WUFwUU5TWFg5bmd3WU53cUJCZ3dDVUR1NjJidDJxMCt0MDRlVGtKQVFPOHZQejBhQkJBNlhncDN4eVZ6NjRhTldxbFRBWmQrL2VQYXhmdng3VzF0WXFTK0JKSkJLRnY5bXlwZmwwVWRQMS9uZnUzSW53OEhDaDFKcFVLc1hYWDM4TlMwdExYTHQyVGRndU56Y1g2OWF0ZzQyTkRjUmlzY0p6WlpVZlVENTQ4QUNlbnA2UXlXUklTa3FxMEtTK2ZQVUxVSnJKdjN6NWNtR1ZadE9tVGVIbTVnWVhGeGNFQkFRQUFKeWRuWEhtekJsY3UzWk5JUmowK1BGanRHM2JGa09IRHEzd2hMR2NpWW1KVHVWaXl2NnVqWXlNVkY2dmpZeU1ZR1JrSkp4RDZ1amFkNml3c0JDSERoMUN1M2J0WUdabWh1M2J0MnNONnBRUFVHM1pzZ1Z2dnZtbXdyVWdOemRYbUF5dlNPWjlRVUdCMnZJV21zcXZWVVg1Yk02eXdiRHl2N2V5ejVVdkZ5TS96eTVldklpaW9pS2w3MU8rTkphQmdRR1dMbDJLTDc3NEF2UG16Y003Nzd5RG1UTm5WbmovVTFOVGtaK2ZEeHNiR3l4WnNnUU9EZzRZTm13WWpoMDdCbk56Y3h3L2Zod0FNSG55WkFRRUJPRGt5Wk93dDdmWCtKNHltVXlZekI4NmRLalM1RTFNVEF4eWMzT1ZQcHZrS2hvSXFReDVINGY3OSs4RGdNS0VwRFpqeDQ1VjJ3UzhwbzlkdmpxbXNMQVF3Y0hCZVB2dHQ0VW16WEtCZ1lINDRJTVBGRXJwV1ZoWW9LaW9DRjVlWHNJa2IwMXAxNjRkWEYxZHNXblRKcmk0dU9Damp6NENVTm9yYk5xMGFUQXlNdEs2dXJpc2E5ZXV3ZFhWRmMyYk4xZDdIZjN5eXk5eDhPQkIrUG41b1VXTEZ2ajAwMDhWbnYvdHQ5OFFHUm1KK1BoNElUTzdlZlBtOFBEd3dJQUJBMkJzYkt6MGMxU2xiRW5hRFJzMklDZ29TT2lUWUcxdGpZQ0FBUFR1M1Zzb2ZWdWIxYlo3ckZlbEluMzExSzNXMVVYanhvMTFEdWo4MDg3UGlodzdnQ29uSUJVV0Zxb3N2MVpVVkFRakl5TVVGeGNqTHk4UEdSa1plUHo0c1ZCNkRTZ3ROKzN0N2EzdytKTW5UL0RreVJOSXBWTGN2My8vbFNWSWFlcUZaMkJnb0ZPdnZQS2ZPUlZsYkd5TURSczJvSC8vL3BnMWF4WUdEaHlvOWo2cHRsNURhbUpNcFl1a3BDUllXbHFxUEY4a0Vvbk95VkpVTXhqVUlTTDZsek15TXFyeWFvL3E5cXBXRHNsdlRvcUtpaXJVUjBoZWdraFRpWTJXTFZzQ3FGZ3BPZm1FVjNYMDU2a082aVpJSzVKVmQrZk9IWjJXM04rNmRRdEE2UVMyZlBXTk9wTW1UWUtycXl1ZVBYc0dTMHRMM0xsekIwQnBXWmVjbkJ4TW1USUZmZnYyVmRtNFhENG8wRlF5YitEQWdXb25FVC8rK0dOWVdGaGcrL2J0YXAvWFJDS1J3TjNkWFNnVFU3NkVpN0d4TWJLeXNwQ2Ftb3IvL09jL1NFOVB4NWt6WjJCcGFZbUdEUnNxYkx0MzcxNVlXVmtKcTQ2aW9xS1FrNU9Eb3FLaUNwV3Nldjc4ZVlVbW9yU3h0YlVWSm4xemMzTlZMdlYvK2ZLbFFnUHpkdTNhSVNZbUJoS0pCRE5uem9SRUlrRndjTERLakxKbno1N0IzTnhjK0hkbGVqVFZwTjkrK3czcDZlbHdkM2RIWkdRa1JvMGFoZG16Wnd2WnFlVmR1SEFCUFh2MlZQdCtaYThoZVhsNWNIVjFGUUsvWllNMDJwUWZ2RjY0Y0FHWEwxL0dzR0hERUJzYmk4R0RCeXVjOTFldlhzV3hZOGN3Y2VKRXBVbjhQWHYyb0tTa1JHTVpzN0psSkI4OWVxVFRQbXJ6N2JmZnFqMVhNekl5dEFhNGRMMGVSMGRINCtIRGgvam1tMjlnWm1ZR1gxOWZIRHAwcUZLOU1zcHEzTGd4UEQwOXNYTGxTc1RFeEdENDhPRTZ2UzQzTjFjSVpzbDdxRmxiV3lNaUlrSnRUelg1Sk1MUm8wZmg0T0JRcGYydXJEMTc5c0RUMHhNTkdqVEF1SEhqWUdOamcxYXRXc0hTMGhMdnZQT08ydGZKR3lJWEZSV2hidDI2bFpwNGttZlpkdXJVQ2UzYnQwZDRlRGhHalJvRlYxZFhIRGh3QUh2MjdCRUNCNHNXTFVKMGRMVFdvTTdPblR0eDgrWk5kT3pZRVd2WHJsVzZQaVVrSkNBM04vZTE5QkNSQ3c0T3h2SGp4K0hoNGFHeVRuOWwxZlN4eXpPUEwxMjZoT0RnWUh6ODhjZEsyY2lCZ1lGNDc3MzNGQjR2S2lxQ3E2c3JqaDA3aGxHalJ1SE1tVE1WYWhoZlVZR0JnWWlQajhlWU1XT1FrSkFBYzNOekJBY0g0K0xGaTVnMWE1YXc2bGViR3pkdXdNbkpDVEtaRE51M2I5ZFlFbWZGaWhXNGR1MGF2djc2YTBSSFI2TlBuejdDYzZkT25jSzJiZHZRbzBjUHRHelpFbGV1WEZGYVpWMitaNUVxWlNmTm56OS9qdmZmZng4alJveUF0N2MzdW5mdnJuYUZRVzFURysreFhwWHFLTDhtWHhWUlhuSnlzdEp6NDhlUDE1cVlvVS9uWjNVZmUxVVZGeGRES3BXcW5EQi8rdlFwNnRldmoxOSsrUVV1TGk0cVg1K1ptUWxqWTJPWW1abWhlZlBtNk5DaEE4ek16TkNrU1JPWW1abWhwS1JFTDFhOWx6Vi8vbnkxWlR2bE5OMFhHeHNiSXlBZ0FFT0hEc1grL2Z0VnJ0YXB6ZGVRbWhoVGFaT1ptWW5VMUZTMUFhR1hMMS9XNktvdjBrNi8vb3FKaUlpcVVkbG1ncnIyUWdHZ01mdE9udVhxNU9SVTRiNGY4b25QaWc0VXFtTWdwMHBWTXZuazB0UFR0ZDZBbDZYTHRzbkp5Ymh4NHdabXpacUYxTlJVaFlueSt2WHI0ODgvLzBSQ1FnSTZkZXFFTGwyNlZIaWZHemR1ckZCR3FUd2pJeU9OejZ1VGtaRUJkM2QzWEw1OEdSMDdkc1M4ZWZPVXR2bjg4ODhSRnhlbnROK3FKckszYk5tQzdPeHNoU0JnUmNxK3lKdFJtNXViQzFuZFpYM3l5U2RJUzBzVHluUEpOVy9lSE8rKyt5NU9uVHFsOG4zTEJraXpzckpVOWg1NCt2UXBHalZxSlB5N1M1Y3VpSTZPeHZUcDA0VVNDZDI3ZDFkNlhWNWVIbDYrZktsMG5McGtvMnZLUXE5T2t5ZFBSbUJnSUl5TWpCQVpHU2s4SGhNVEk2eUMzTE5uRDBKQ1FyQmd3UUtGUGgrcHFha1lQWG8wUEQwOU1XclVLSVgzZmZueUpZWVBINDdrNUdUczJMRURqbzZPV0xac1dZWCt2c3B5ZG5hR2w1Y1htalZycGpLUUtqOC95dzk2SlJJSndzTEM4TlpiYjJIQWdBRnEzMTliZ0xNeSsrN3I2NHN2dnZoQzRURjVRS3gxNjlhWU1XTUdObXpZZ09Ua1pHRmx5NU1uVC9EQkJ4K2djK2ZPT24yUHg0OGZZOUdpUldqUW9BRThQRHhnWW1LQ2hRc1hZczZjT2VqVHAwK1ZCNjkrZm41Q253d2JHeHV0dlhvQTRPSERoMEpBV2xXd1doTXJLNnZYRnRSWnZIZ3haRElab3FLaUZBSW1tbGFqU3FWU1RKdzRFVktwRko5Ly9qa09IanlJME5CUXBkS0YycHc4ZVJKaXNSaDJkbllBU2orM3AweVpndlhyMTJQNzl1MUlUazdHeElrVFlXSmlnb0VEQjJMbnpwMjRlL2V1MmtuNS9QeDhCQVVGQVFDQ2dvSnF0Q2VCcWhLc3FocDJsN2QxNjFZc1hib1VIVHQyeE1LRkM2c3RxUE1xanowK1BoNEEwS05IRDUyMk56UTB4Sk1uVHpCcDBpVE1temRQV0QxVFU1bzBhWUkxYTliQTJka1p6czdPY0hKeXdySmx5MkJuWjZleWJKNHE4bUQ2aXhjdkVCc2JxL1Yrb2xHalJ0aTJiUnY2OSsrUEVTTkdZT1hLbGNJRW01T1RFMXhjWFBEV1cyL0IxOWRYcVU5VlpVeWVQRms0Rm05dmI1WGJxTHJ2ck1yblVYV29yZmRZcjBwMWxGOVQ5L3U3ZWZPbVVyOVBGeGNYcmVNVmZUby9xL3ZZcTBwK3Y2Z3E2VEE3T3h2Tm1qVkR0Mjdkc0duVEpxR1hUdE9tVFdGbVpvWTMzM3dUVGs1T0trdnB2bXJhVnRNL2V2Ukk3VGIrL3Y0cSs2dXRXclZLNWZZVEowN1V1aisydHJZQS90YzNzYXphZmcycDdqRlZlWVdGaFRoNDhDQk9uRGlCTTJmTzROZGZmeFg2UUttNzM2L3BVbjZrSFlNNlJFVDByOVc2ZFd1Y1BuMGFxYW1wRlFycWFKbzhsZytTd3NMQ0tseldMVFUxRlFCZ2FXbFpvZGVwdXVuVWxhYWVPdFVSTE9yZHU3ZE8yZkhkdW5YRDdkdTNkZG8yUER3YzV1Ym04UFB6dzRRSkV4U2VxMWV2SGlJaUlqQmd3QUI0ZVhuaDFLbFR0YWFCNDY1ZHUzRDU4bVhZMmRsaHk1WXRLa3YzclZxMUN0MjdkOGVOR3plRU1rWTlldlJRNk1zaFY5VWF4dHUyYmNQdTNidXhidDA2cGNHcFJDSkJSa1lHbWpkdnJqSkxVQ1FTYVYxdUw1RklrSm1acVhJZzhmanhZNFdnb2J4L3grYk5tOUd1WFR1RmN6b3JLMHNvelNEUHdOWTFHL3AxVUZkR1F0NzdKaXNyQzVHUmtiQzN0MWM2ZjFldFdnVmpZMlA0K1BnbzlQcDY5T2dSWEZ4Y2NPWEtGWVNIaHd2bFA5emQzVEYrL0hpZDlxdjhLcGF5Zld2S2swZ2thTnEwS2NSaU1mcjI3WXN4WThaZzRzU0phTmFzR2ViTm00ZTdkKzhpSkNSRTQ2ckNzaVVPWTJOamxWYVVhTnAzZFN0dURBME5OWjUzWDMzMUZaWXRXNGFvcUNpTUhUc1dBTEJ3NFVMazUrY2pNREJRN2V2a3BGSXBKaytlak96c2JBUUhCd3Naa2Y3Ky92RDM5NGVmbjUvYXlRUmRtWnFhWXVYS2xYQnhjWUdMaXd2Mjc5K3Z0UkZ2YW1xcXNMb3dKeWNIejU4L3g2ZWZmZ29qSXlQRXhjVXBUUklVRlJYQjE5Y1hPM2JzZUsxOUxWSlNVZ0FBSDM3NG9jTGo2Z0xDQUxCbXpScGN1blFKN3U3dW1ETm5EczZlUFl0bHk1YkIwZEZSNHpsYlZtNXVMZzRkT29TUFB2cElvV1JMUUVBQXZ2enlTd1FFQkVBc0Znc0JNazlQVDJ6ZnZoM3o1czFUeUFndmEvSGl4YmgzN3g2Y25aMDFycXlyRHBYSjRQMzk5OS9oNCtPRE45NTRBMXUyYktuUTZtTnRYdFd4djN6NUVwczNiNGF4c2JGUzhGYVRiZHUyS2F6ZXJHbjI5dllJQ2dyQ3JGbXo4UHZ2djZOdDI3Yll2SG16VGxudjhmSHg4UER3UUZGUkVhS2lvcFI2VjZsalpXVWxCUE85dkx5UWxKU0VnSUFBalN2ZUtrdVhoS1R5QVlSdTNib3BYZE5ycXQrWE92cDBqMVVUcXFQOG1xcDc4UEo5WlNwQ244N1A2ajUyVlNveXJwSklKQUNVK3dCS3BWS2twYVhCenM0T2pSczNWa2cwek0vUHg4T0hEd0dVQmlqaTR1THcrUEZqcGYvazVkaVdMMSt1c1BLdkptaGJUUzlQcEZIRno4OVBaVkRIMWRWVjVmYTZCSFhrQ1JLcVN0clc1bXRJL2ZyMXEzVk1KWkZJY08zYU5WeStmQm1YTDE4R1VKcUlPWExrU05TclZ3L2R1blZEWGw0ZUlpSWkwTEJoUTVVVlhRb0tDbEJjWE15Z3ptdkdvQTRSRWYxcmRlN2NHWnMzYjhhbFM1ZDB5bUNwYWZLYktrMmx3VlNSTjBTdURFMUJuYXBrUXRVa0R3OFBqWlBKWGJwMHdhUkprN0JpeFFxc1g3OGVVNlpNcWRENzM3eDVVNkhCWm5tNXVia2FuMWZIeDhjSDc3MzNIdnIxNjZkMlVHcGlZcUpUZlhGQWMxYW1McE1wT1RrNVFsK0o4bjc2NlNjVUZCVG9uQzBObERaQ1hiNThPVHc4UEdCblo0Zms1R1NVbEpRb1RWRG01ZVVoTlRWVllTQlp2MzU5MUsxYkYvbjUrWWlJaUZBWVNIMzIyV2Y0NUpOUHNITGxTcUZSZVBsSjRwcDA4K1pOeE1mSG8xdTNibHBYbitoaTc5NjllUEhpQlc3ZnZvMWx5NWJCemMwTjV1Ym0yTGx6SjJKall6RnQyalNGZ0E1UVdtN2s3dDI3V0wxNk5ZWU5HMWJsZmRER3hNUUU2OWF0ZzcrL1B4WXZYb3l3c0RDc1hic1cvZnIxdzk2OWUvSEpKNStvYlRJN2ZmcDA5TzNiRjgyYU5STktOWGJ0MmxXaDF2MWZmLzJGZXZYcTRjR0RCd3BCN0lLQ0FtemN1QkZYcmx4UkdXaGZzR0FCRml4WW9IYS9XN1pzQ1M4dkx3UUZCYUZQbno1SVMwdkRoZzBiTUdYS0ZKM09tVysvL1JhSERoMUNyMTY5aEtBUVVEcnB2MnZYTG16YnRnMXZ2UEZHbGVyMkZ4VVZvVisvZnBnelp3NENBd014WU1BQWJOMjZWVzB6M3JTME5JVmVQQVlHQmpBek04T09IVHZ3K2VlZm8xKy9mdGk0Y2FQUWZQN1BQLy9FK1BIamNmMzZkYXhmdjE2blBtRTFwVW1USnNqT3prWmNYSndRUUxsejU0N2E4cFozN3R6Qi9QbnpZV3BxaWxtelpzSFUxQlRUcDAvSDlPblQ0ZVBqZy8zNzkrdjBmYmR2MzQ2Q2dnSjg5ZFZYQ28vWHFWTUh0Mi9meHNtVEovSFZWMThKNTE2WExsM1FwMDhmN042OUd5TkdqRkFxNVhQcDBpWDgrT09QZU9PTk56U2VmOVVsSWlLaXdxLzU0SU1QTUhyMGFEZzdPMWRyMFB0Vkh2dXNXYk9Fc29jVm1ReDdsUUVkb0xSYzdMNTkrNFIvMzc5L0gzdjI3TUhvMGFNMVRqakh4Y1hCeThzTGhvYUcyTHg1TTlxMGFhTjJrbGZlL0wyc0owK2VZTy9ldlhCMmRrWjRlRGg2OU9qeDJrb25xd29nTkduU1JHdGdvYWlvcU1aS0RPdlRQVlo1MVhHZlVWT3I5dlZSWmMvUG1yWnc0VUtkdDVVSEg4b0hGdjc0NHcvazUrZWpRNGNPbURadEdpNWN1SUJIang3aDBhTkhRaUFJQUk0ZE80Wmp4NDRKOXd6eTBtdE5talRCKysrL2o3cDE2K3JjcDZZcTU2ZW1aRDB6TXpOWVdWbFZhSlZaUmQyNWN3ZkZ4Y1V3TnplSFZDb1ZBa2lxN2dscjh6V2t1c2RVZG5aMlFtS1ppWWtKZXZmdWpaNDllOExPemc0ZmZ2Z2hEQTBORVJRVWhQdjM3MlBxMUtrSzVkM0tmbS81OXlzckppWUdjK2ZPUlZGUkVZS0NndFFHNGFoNk1LaERSRVQvV2c0T0RoQ0pSRGh5NUVpVkFpUFZKVDQrSG1LeFdLa1I3dXRTbFV5b21xUkxROGJwMDZlalRaczJTcE42dXJoMDZSSXVYYnFrOXZtY25CeDg5OTEzRlg1Zm9QUm11cnBVZFhCNjkrNWROR2pRUUNtRDlOR2pSMEpXVjBWS1BlWGs1Q0F1TGc1Tm16YUZuWjBkVHB3NEFhQzAxRUY0ZURodTNicUYrdlhyNDhLRkN5Z29LQkJXbStUbDVXSDQ4T0hDWVBUczJiT3d0cllHVU5xQSt2NzkrOEx2Zk0rZVBRQ2dzWmRMZFl1SmlVRllXSmhRZ3FDcUpreVlBRWRIUjZ4ZHV4WXJWNjdFb2tXTDBLZFBIeVFrSktCbno1NHF5MHkxYXRVSzU4K2ZWNXEwVVRYeFY1MnNyS3l3YnQwNlRKMDZGVTVPVHRpN2R5OEFvSDM3OXBCSUpDcXpHRTFNVERCLy9ueGtabVlpS1NsSldCR1JtcHFLaElRRWlNVmlORzNhRlA3Ky90aTRjU01TRXhPRmdNWHAwNmZ4M1hmZjRkcTFhd2dQRDFkNjc5RFFVS1Zna3Z4bjh1TEZDOGhrTXN5ZVBSc25UNTZFbzZNamNuTnpZVzl2cjdYdlVINStQaVpPbklnOWUvYkF5c29LR3pkdVZNZ09GWXZGMkxScEUvcjA2WVBRMEZCa1pXVWhKQ1NrUXFzQU16TXpzV2JOR2x5OGVCRS8vL3d6cGs2ZGlvS0NBdnp3d3c5d2NIREFqQmt6TUdIQ0JLWHNVZm5mVWZrSmdEWnQydURJa1NNWU1XSUVQdnZzTTZGVVhFUkVCRnEwYUlIRGh3Ky8wdUNuS3FOSGo4YWlSWXZnNStlSExWdTJ3TVRFQkZldVhNR0VDUk93WXNVS2hXMWxNaG04dmIyUm41K1BnSUFBNGJyazRlR0I5ZXZYNC9UcDA0aU9qdFo2VGMvTHkwTklTQWpNemMyVmFzQ25wYVhCejg4UFptWm1TZ2tOUVVGQjZOMjdOOGFPSFl1RWhBUWhJUG44K1hPTUd6Y09KU1VsUW5DanBuVHAwZ1Z1Ym02VkN0eUtSQ0tkZWxOVVJFMGV1L3d6Vm43ZC8vSEhIeEVWRlFWTFM4dEtmNzdXdER0MzdpQWtKQVRidG0xRFNVa0pSbzhlalk4KytnZ3pac3lBbjU4ZndzUERNV25TSkxpNHVLaThOdmJ2M3grZmZmWVp4bzhmRHpzN096eDkraFNMRnk5VzJzN2YzeCsydHJad2NuSlNlcTVMbHk0NGN1UUlybHk1VXF0Nlllb2lNVEVSRXlaTXdOcTFhNnNsUVVJVmZiakhVcVU2N2pPcW8veGFaVlNrZCtnL2phN0hibTV1RGlzcks1MVhWZ1AvVytsYXZ0eFdRa0lDQU9Damp6NUNTa29LaW9xS2hOSnI4ditHRFJzR1oyZG5MRjI2VktFc2wxeHhjVEhhdEdtRGxpMWJxazBvS2F1Njc0TmZwZmo0ZUtWRUVoc2JHN1U5RW12ck5VUityMTlkWTZxK2ZmdkN6ODhQdlhyMVFyZHUzWlR1UGVQajR4RWFHb29XTFZxb1hmSDkrUEZqQUlxQng2U2tKRXlZTUFFOWUvWkVTVWtKdkwyOTBhVkxGN1JyMTY1S1B3dFNqMEVkSWlMNjEyclJvZ1hzN2UxeC9QaHhwS1dsQ1pNNHIwTktTZ3JPbno4UEJ3ZUhWNTUxV2xWbEJ6VkZSVVdWZW8vaTR1THEyaDBBcFJQTEkwZU9yUERyNU0yOFZVMm1BTnF6eW1iT25DbGt6TmUwc2hsNTZzZ3pZbk55Y3BTZVMwcEt3bnZ2dmFmd1dHcHFLa2FPSEluTXpFeDRlWG1wN0Vra0VvbFFXRmlvOUxpOEQ0UThTM3ozN3QxbzJyUXBPbmZ1akxObnoyTHIxcTJReVdRd05qYUdtNXNiUER3OGtKZVhCeGNYRjF5OWVoVmhZV0VJRHcvSDRzV0w0ZVRrQkhOemM2U25wNk9vcUFqdDI3Zkg1Y3VYY2Y3OGVmVHUzVnZwYi9YRml4ZEMrVUoxZE9sSm9jcTVjK2ZRc0dGRGhkNDNWZFc4ZVhQTW1UTUgzYnAxdzlpeFkzSGt5QkVBcFFPay9mdjNZL0Rnd1VwWmdxcXljRFUxaEMydk1sbThNcGtNQ1FrSldMQmdBUjQrZkNnRUZ0YXVYWXQ5Ky9aaDl1elpjSFYxVlFpQW5EMTdGdWZQbjBkZ1lLRHd1SzJ0TGVMaTRoQWRIUTAzTnpjQXdKZ3hZeEFaR1ltWk0yY0tXZTk5Ky9hRmk0c0x0bS9mamtHREJpblY4TDUvL3o2T0h6K09lL2Z1NGU3ZHU3aDc5eTRBWU1hTUdaZ3laUXBXcjE0TkZ4Y1g5T3ZYRHlFaElRQ0E3dDI3UXlxVnFzMjZ2SGp4SWlaUG5vdy8vdmdEN2R1M3g5NjllMVd1RW5qcnJiZXdmLzkrREJvMENEdDM3c1NGQ3hmdy9mZmZ3OUhSVWFsdmdrd21FNzQrYytZTTFxMWJoNE1IRDZLNHVGaWg1OGYwNmRQUnVuVnIrUHI2SWpBd0VGRlJVZkQyOW9hTGk0c1FNSXFOallXeHNiSEtNazMvK2M5LzhNTVBQOEROelEzcjFxMERBRFJzMkJETGx5OS83UUVkb0hSeTJzaklDSnMyYlVKeWNqTGVmdnR0eko0OVcxaEpXVlpVVkJST256NE5LeXNyaFN4WUF3TURCQVVGWWZqdzRRZ0lDRUQvL3YwMVpoY3ZXclFJT1RrNVdMcDBxVUlKc3IvLy9oc3VMaTdJemMzRnBrMmJsRDVuNVZuUHdjSEJHRGh3SVBidDI0ZldyVnRqMGFKRlNFbEp3WVFKRTJwOEVuM0lrQ0VZTW1SSXRiNm5xaWJmbXJZdHE2YU8vZWpSb3hnMWFoVEVZakZpWW1MdzhjY2ZZK2pRb2ZqNTU1L3g0NDgvcXB5RXJBbnkxZEdhK3A2VWxKVGdsMTkrUVZSVUZINysrV2RJcFZKMDZ0UUpDeGN1RkZaNDI5dmJJekF3RURFeE1mRDE5Y1gzMzMrUHdZTUh3OUhSRVo5ODhva3dXVmEvZm4xczNicFZlRzlUVTFONGVYa3BmVTkvZjMrMGI5OWU1WE5BYWVsTVhVc1IxaWIxNnRWRFFVRUJIQjBkRVJZV3ByYkJlMjFSRS9kWTZsVEhmVVoxbEY4clN5YVRDY2VWbnA2T3NMQXdwS1dsSVMwdERYZnUzTUdubjM2cU1wQXNsVXAxMytsYXFycVAzY2ZIQno0K1BqcC8vNUtTRXFIa1cvblA4cGlZR05TdFd4ZTllL2RXRzRDb1c3Y3Vzckt5MUY1THIxeTVnbWZQbnVsVU1oS29tZnZncXRpeFk0Zk8yOXJiMjJQczJMRjQ4ZUlGVEV4TVlHMXRqV0hEaHVsODdGVlJuZGVRNmg1VG1adWJZOWFzV1NyMzZkQ2hRL0QwOUlSWUxNYWFOV3ZRc0dGRGxKU1VLTjFIYjkrK0hZQmltY1hFeEVUSVpESnMzcndaTXBrTXJWcTFRbUppSW9NNk5ZaEJIU0lpK2xlYk9uVXFFaElTRUJZV1ZpME5KU3Vic1JZV0ZnYVpURmFoL2dlblQ1L0d3SUVESy9YOUtxS29xQWdTaVFUR3hzWklUMDhIQUlWSjNMLysrZ3NQSGp5QXNiRXhqaDA3QmtEN0JQTHQyN2ZSdEdsVE5HclVDRWxKU2NqSXlGQzV0THVxTWpNelVhOWVQZFN2WHgrRmhZVklUazdXdU5Jbk9EaTRTdDlQM2V0djM3NWQ1ZElZSTBhTVVGaTlvSzBQQjFBNmlXSmhZWUh3OEhDVWxKUUlQVUp1M2JxRjMzNzdUV2cybTVxYWlzaklTS3hidHc0RkJRVVlQbnk0Mm1OcDBhS0ZNTWlWbHdISXk4c1Q5cTFUcDA1SVNFakFyVnUzTUg3OGVOU3BVd2ZlM3Q3dzl2WkdZV0VoREEwTklSS0prSjJkamVIRGgrUHExYXVZTldzVzNOemM4TzY3NzJMZ3dJRVlNV0lFSWlNamhYSkxIVHQyRklJWHFwcVJIanAwQ0ljT0hkTDFSNm16Z29JQ0pDVWw0WXN2dmxCWmYxdVZGeTllb0U2ZE9rS1FxZXpBVVNLUjRPTEZpemgrL0RqMjdkdUgxTlJVTkduU0JNdVhMMGZkdW5XeFlzVUtlSHA2SWpBd0VKTW5UOGJJa1NNMW5xOVZhVXo5OHVWTGlNVmlaR1ptS3UzbmpSczNjT0RBQWNUR3hpSTFOUldtcHFZSUNnb1NmcDl4Y1hHWVBYczJKaytlak1qSVNDeFpzZ1NkTzNjR1VOcmpxMG1USnZEdzhCRGV6ODNORFV1V0xFRndjRENjbloxaFltS0N0bTNid3MzTkRaR1JrVGgrL0xoUU9pSTRPQmhIang2RnY3OC9ldlhxaGJsejV3b1p4VC84OEFQcTFLbURsaTFib2syYk5rSnc3K3V2djhiSWtTT1JuWjJOZnYzNjRkS2xTeGc5ZWpTQTBwSnRVVkZSOFBEd2dLT2pvL0NhdExRMExGMjZGTnUyYllOTUpzUEFnUU94ZXZWcWphdHYzbjMzWFJ3L2ZoenU3dTQ0ZS9Zc1BEMDlzV1RKRW93YU5RcGVYbDdDZ1BmNjllc0FTdi91NWIxQit2YnRpMisrK1VacEphYXpzek5zYkd3d2ZmcDBIRGx5Qk45Kyt5MENBZ0p3NHNRSlBIandBT2ZPbmNPd1ljT0U2Mk51Ymk3T256K1BFeWRPNFBEaHcwaFBUMGVEQmcwd2J0dzQ1T2ZuSXlZbUJrNU9UbWpldkRsNjkrNE5HeHNiL04vLy9SOHNMQ3gwU2hqUTlCbFcwZWZFWWpGOGZYMVZmcTZWMzk3ZDNSM3U3dTRxMzd0Ly8vNDZmYlltSkNSZzFhcFY2Tml4STBhTkdpVThucFdWaGFGRGgrTFBQLy9FZDk5OXAvWnpjOXEwYVVoT1RzYisvZnZScDA4ZkljajI0TUVEb1NlVEx0ZHhUZHYwNnRWTFdQRldFUktKQk0rZVBVT2pSbzFnYkd5TXhNUkVBTnBYcnFwcThxMnJtamoyTVdQR3dOM2RIVys4OFFaaVkyT0YzbmpXMXRad2NIQkFZbUlpTGwrK0RFTkRReGdaR2NIUTBCQUdCZ1lvS1NuQjFxMWJVVmhZaU5qWVdCUVdGcUt3c0JBTkdqVFFLVGdnbFVwaFpXVUZJeU1qbUppWVFDUVNJU01qQTREcS9tSm56NTVGWEZ3Yzl1M2JKMHkyZGUzYUZUNCtQa29aM3VibTVsaTFhaFdtVHAyS2tKQVE3TjY5RzlIUjBZaU9qa2JEaGcweFlNQUFoSWVIMThnazRzdVhMMUZRVUlBR0RSb2dMUzFOWWRJdE1qS3lVajIxbmo1OUNtTmpZNkUzaDZxZUZwVnBSTisxYTFmRXg4ZGo2TkNoR0Q5K1BISnljakJwMHFRSzc1OHF0ZjBlUzVQSzNHZGtabWJpcDU5K0F2Qy96NXVLbEFXV0IzREx2cVpyMTY3WXNHRURzckt5a0pXVmhYdjM3cUdnb0FCQTZTb2dlVEpUZ3dZTllHRmhJU1R3L1AzMzN4Q0pSR2pZc0NGU1VsSnc3OTduaE1rc0FBQU9CMGxFUVZROTRWelhsL1B6NHNXTDFYN3N1dmpsbDErd2VQRmlOR3pZRVBYcjE0ZWhvU0dLaW9ydzIyKy9JU01qQStibTVncUIvb01IRCtMNjlldHdjM1BUMk1mRXpzNE94NDRkdzhpUkk5R2hRd2VGd0xWRUlzSHUzYnNoRW9sMFd2VmVtZk1UQVBidjM0K2twQ1N0MnoxNjlFaHI0a0g1NUtWdnZ2bEc1LzFvMjdhdDFyNCtRTzIraGxUM21FcStjcWM4aVVTQzRPQmdyRnk1RW1LeEdPSGg0VUlncjArZlBzakl5SUNwcVNtTWpJencvUGx6UEhqd0FFWkdSbkJ3Y0JEZVE3NHk4Y0tGQzhMZis2dm9LZlp2eHFBT0VSSDlxL1hvMFFPT2pvN1lzbVVMUEQwOUs5V2d1S3ArLy8xM1JFZEhZK2pRb1FwWjNOcFlXbG9xTkQrc0RFMDlkZVR1MzcrdmRBTW9iL29PbEdhaWx4MjRtcGlZNE1zdnY5VDRubE9tVE1IWnMyY1ZIcXZPSmU5eU0yZk9WT3JEVUpFR3pOWEIyZG01V3Q2bmZQa2xUWU9sc3IrdmtKQVFUSmd3UWFITWkxZ3NSdCsrZlRGMTZsUWNQbnhZS0xYWHNtVkxCQVFFYUN6L0V4QVFBRzl2Yjh5Wk0wZnBPUWNIQjNUdjNoMzkrdldEc2JHeFVxbUpzZ1BDZ0lBQVhMMTZGZDk5OXgzOC9Qd0FsSzZxV0xac0dYeDlmWVZqYU5xMEtabzBhWUlyVjY3QXljbEpaZityN3QyN2F4M2tSVVJFS0oxejJseTllaFVGQlFVVk9tZDI3OTZ0ME1lcFU2ZE9TRWxKd1ZkZmZZV1VsQlJoVlZxN2R1MFFIQnlNa1NOSENoUDJMaTR1T0hEZ0FKWXNXWUpwMDZaaDA2Wk5HcHZLbDIvOHEwbjU4K2Znd1lNS2ZXTTZkKzZNeDQ4Zm8wK2ZQc0lLR0FzTEM4eVpNd2NlSGg0S0daOU9UazdvMzc4LzVzK2ZqN1ZyMStLenp6N0R0V3ZYY083Y09adzdkdzZCZ1lFS1FWb1RFeE80dTdzak5EUVV2Lzc2Syt6dDdRR1VOc0dOajQ5SGRuYTJzSzJabVJrQ0FnSVFFUkdCZS9mdXdkN2VIaTFidG9TVmxaVVF5Q25iazJIanhvMW8xNjRkNXM2ZGk0U0VCTFJvMFFLYk4yOFdKdTVIang2TlpjdVdZY0dDQlFnT0RzYUZDeGRnWUdDQWp6LytHUG41K1RBMU5jV0NCUXQwTHRYNDVwdHY0c0NCQTlpMGFST0NnNE54NjlZdEZCUVVLRXhXeWN1amlNVmlEQjA2RkZPbVRCRkt6S25TcWxVcnhNYkc0c3laTXdnTkRVWHIxcTFoWldXRnVYUG5vazZkT3ZEMTljV0dEUnV3Y3VWS3BLZW5ReWFUd2REUUVIWjJkdkR6ODhPUUlVT0VuM2RBUUFEMjd0MkxuMzc2Q1hGeGNVSW1wWUdCQVM1ZXZQaGFWNlRXdE5UVVZCZ1pHU2xOb0h0N2UrUG16WnZ3OGZGUldkNVFUaVFTWWYzNjlSZzdkaXd1WDc2TURoMDZ3TnpjSE92WHJ4ZTIwV1dTVnBQV3JWdFg2bldabVpsSy9mWkVJcEhXRlRRVmFmSTlkdXhZaFpKTU5YSHNwcWFtTURVMXhiNTkrMkJsWllYOSsvZGovZnIxaUltSlFVaElDRXBLU2lyMG5sNWVYam9GZGNSaU1kNSsrMjFjdTNaTmVNekF3QUMydHJZSUNncFMydjZ2di83Qyt2WHJZV0ppQWhjWEY0d1pNMFpydjBNckt5dUVoNGRqN3R5NTJMWnRHN1p1M1lxVWxCUU1HRENneHJMQ2I5MjZwZEFEU2g1Y0IwcFhuNDBiTjA2bjkxbXpabzN3ZFdob3FMRFNFWURLREd0ZCtqNnAra3h1M2JvMURodzRnQysrK0FMQndjRndkSFJVNmlGWFViWDlIa3VieXR4bjNMNTlXNmxNWVdYS0ZwWjlUVUpDQW1Kall3R1VydmhzMzc0OTJyUnBBeXNySzFoYVdzTFMwaEt0V3JWU0tzTzRkZXRXSWZBckp6OFA5ZVg4ckZPblRyVWZ1eTdlZnZ0dFhMMTZGWVdGaFFvcmZNM016REJreUJETW5qMWI0ZDdyNTU5L2hwR1JrZFpWUHlFaElaZzhlVEtPSFR1R2d3Y1BLanduRW9uUXNtVkwvUGpqajdDd3NOQzZqNVU1UHdIZzhPSER3djJISm84ZlA5YWFuRlErcUpPV2xxWnl1OHJlMzlUMmE0aVRrMU8xanFuVUJYWHk4L054NE1BQm1KbVpJU0lpUXVGdnQydlhycmh4NHdaeWMzT0Z4eXdzTEJBVUZLU3dVbWZ3NE1GWXNXS0Y4RE8xc3JLcWtmRTkvWTlJVnZicVFVUkVWQXVVdldGNEZSNC9mb3pldlh1amNlUEdPSExraUU0OVc2cExmbjQrUHYzMFU3eDQ4UUluVHB3UU1uUmVsVkdqUnFGNTgrYjQ0WWNmaE1kQ1FrS3dmZnQyaFJKak0yZk9oRVFpZ1V3bVE0Y09IZURoNFNGTVltWm5aeU14TVJGU3FSU0dob2F3dGJWRml4WXROSDdmeU1oSVhMeDRFU1VsSlJDTHhVS3BFVTJaWjZwRVJFUWdNVEVSMGRIUktwOC9ldlFvVHA4K2paS1NFc2hrTXJ6enpqdjQrdXV2VmRhNzE4V3JhT3FwemExYnQzRDA2RkdOZmFCV3IxNE5lM3Q3aGNGdWZuNitVQnBDbmdFdE4yL2VQSHp3d1FmNC9QUFBkY3JFZS9yMEtkTFQwNFVKT0pGSWhLWk5td28zOW52MzdzV3RXN2N3WThZTXRlK1JsNWVIWDM3NUJZTUdEVko2N3N5Wk0xaTVjaVh5OHZJd2JkbzA5T3paRTd0MjdVS3ZYcjJVQnRWRGhneEI3OTY5dFU2ZXJGaXhBaWRPbktoUWxueG9hQ2lDZzRPUmtwS2ljLytVUC83NEF4RVJFUkNKUk9qY3ViTVFMUER4OGNIZmYvOE5XMXRiOU92WFQyT3BGSmxNaGdNSERpQW5KMGRoeFV0WkRnNE9jSFYxVmJ1Nm9id2hRNFpnMkxCaFFnQXZKU1ZGeU1icjJyVXJSb3dZQWFDMDVGSnViaTRHRFJvRVcxdGJqYVdKZ05JTVYzbGdWeUtSWU9mT25jSnFuTEtlUFh1R2twSVNwVXhJcVZTcWxHa3JsVW9oazhrME5oMlhjM0J3Z0srdkwxcTBhSUd6Wjg5aTlPalJLcS9oRHg4K3hNMmJONFV5WnRIUjBmajk5OS9oNys5ZjZTeENpVVNDVTZkT0tXUXBBcVcvdisrLy94NURodzVWTzNqV3hmMzc5N0Y3OTI1TW1qUUpLU2twbURwMUtqcDM3Z3hiVzF2MDdObFQ2emtwa1VodzVjb1ZKQ2NuQzcyTi91bHUzTGloRkVCNzhPQUJqaDQ5S3BUKzAwWW1reUU3TzF1cGwwRjE4L1gxRlVxUGFTT1ZTaEVXRm9iaTRtS1VsSlRBeU1nSW4zenlpY1pBdzh5Wk0vSGhoeC9xM0tObng0NGR1SExsU3BWWHJHcVRtcHFxTXJoVlhGeU1aOCtlb2JDd0VFVkZSY0wvNVlGd2tVZ0VrVWdFc1Znc2ZQM1dXMjhwVEhvZVBYb1V6NTgvVjF0Q1ZYNXRrY2xrV2dNdFI0NGNnYTJ0YlpYS3dkMitmYnZDZlJYTXpNemc3dTZ1MCtyeDU4K2ZDeFB6Wm1abUdETm1qTENLb0NMYXRHbUQxcTFiNCtqUm96aDI3QmpXcmwyTE9uWHFvSFBuenZEeDhSRitWcUdob1lpT2p0YnBIcWhidDI0WU1XS0V5Z25vek14TVpHUmt3TmJXdHNMN1d0TnE0aDVMazhyY1o5U0VrcElTWExod0FXM2F0S2xRR2VnVEowNWcyclJwa0VxbEVJbEVzTEN3d1B6NTg5RytmWHU5T1Q5cjR0Z3JxcVNrQk1YRnhhaFRwNDdhYTlQTGx5OXg2TkFoblQ0enFrdHRPVCtCMGhWbU4yN2NVUHVaRmhjWGgvZmVldy92di84K1RwMDZoY3VYTDFjNUdhRXlxdnNhVWhOaktuWCsvUE5QTkc3Y1dPM2ZnZndlUkN3V3E3M0dQWDM2RkR0MjdJQklKSUt6czdOTzVSNXIycXVlWDZrT0ltMERNUGwyRE9vUUVWRnQ4NnFET2tEcFRjeFBQLzBFZTN2N0NtVlpWZFdsUzVkdzRzUUpEQjQ4dU1vTkZZbHFFNWxNcGpVZ1FFUkVSRVJFUktweFRGVTFET29RRVJHOVFxOGpxRU5FUkVSRVJFUkVSUDhNLytTZ2puSlhNU0lpSWlJaUlpSWlJaUlpSXFwMUdOUWhJaUlpSWlJaUlpSWlJaUxTQXd6cUVCRVJFUkVSRVJFUkVSRVI2UUVHZFlpSWlJaUlpSWlJaUlpSWlQUUFnenBFUkVSRVJFUkVSRVJFUkVSNmdFRWRJaUlpSWlJaUlpSWlJaUlpUGNDZ0RoRVJFUkVSRVJFUkVSRVJrUjVnVUllSWlJaUlpSWlJaUlpSWlFZ1BNS2hEUkVTMWprZ2tldDI3UUVSRVJFUkVSRVJFZXVpZlBxL0VvQTRSRWRVNllqRS9ub2lJaUlpSWlJaUlxT0wrNmZOSy8reWpJeUlpdldSb2FQaTZkNEdJaUlpSWlJaUlpUFRRUDMxZWlVRWRJaUtxZFl5TmpmL3hXUlZFUkVSRVJFUkVSRlM5eEdJeGpJMk5YL2R1MUNqT21CRVJVYTBqRW9sUXIxNjkxNzBiUkVSRVJFUkVSRVNrUityVnEvZVA3Nmtqa3Nsa3N0ZTlFMFJFUktvVUZ4Zmo1Y3VYa0VxbHIzdFhpSWlJaUlpSWlJaW9saEtMeGFoWHJ4NE1EQXhlOTY1VW1rakhhQlNET2tSRVZLdkpaRElVRkJTZ3FLZ0lVcWtVL05naUlpSWlJaUlpSWlLUlNBU3hXQXhEUTBNWUd4dnIvUW9kQm5XSWlJaUlpSWlJaUlpSWlJajBnSzVCSGZiVUlTSWlJaUlpSWlJaUlpSWkwZ01NNmhBUkVSRVJFUkVSRVJFUkVla0JCbldJaUlpSWlJaUlpSWlJaUlqMEFJTTZSRVJFUkVSRVJFUkVSRVJFZW9CQkhTSWlJaUlpSWlJaUlpSWlJajNBb0E0UkVSRVJFUkVSRVJFUkVaRWVZRkNIaUlpSWlJaUlpSWlJaUloSUR6Q29RMFJFUkVSRVJFUkVSRVJFcEFjWTFDRWlJaUlpSWlJaUlpSWlJdElERE9vUUVSRVJFUkVSRVJFUkVSSHBBUVoxaUlpSWlJaUlpSWlJaUlpSTlBQ0RPa1JFUkVSRVJFUkVSRVJFUkhxQVFSMGlJaUlpSWlJaUlpSWlJaUk5d0tBT0VSRVJFUkVSRVJFUkVSR1JIbUJRaDRpSWlJaUlpSWlJaUlpSVNBOHdxRU5FUkVSRVJFUkVSRVJFUktRSEdOUWhJaUlpSWlJaUlpSWlJaUxTQXd6cUVCRVJFUkVSRVJFUkVSRVI2UUVHZFlpSWlJaUlpSWlJaUlpSWlQUUFnenBFUkVSRVJFUkVSRVJFUkVSNmdFRWRJaUlpSWlJaUlpSWlJaUlpUGNDZ0RoRVJFUkVSRVJFUkVSRVJrUjVnVUllSWlJaUlpSWlJaUlpSWlFZ1BNS2hEUkVSRVJFUkVSRVJFUkVTa0J4alVJU0lpSWlJaUlpSWlJaUlpMGdNTTZoQVJFUkVSRVJFUkVSRVJFZWtCQm5XSWlJaUlpSWlJaUlpSWlJajBBSU02UkVSRVJFUkVSRVJFUkVSRWVvQkJIU0lpSWlJaUlpSWlJaUlpSWozQW9BNFJFUkVSRVJFUkVSRVJFWkVlWUZDSGlJaUlpSWlJaUlpSWlJaElEekNvUTBSRVJFUkVSRVJFUkVSRXBBY1kxQ0VpSWlJaUlpSWlJaUlpSXRJRERPb1FFUkVSRVJFUkVSRVJFUkhwQVFaMWlJaUlpSWlJaUlpSWlJaUk5QUNET2tSRVJFUkVSRVJFUkVSRVJIcUFRUjBpSWlJaUlpSWlJaUlpSWlJOXdLQU9FUkVSRVJFUkVSRVJFUkdSSG1CUWg0aUlpSWlJaUlpSWlJaUlTQTh3cUVORVJFUkVSRVJFUkVSRVJLUUhHTlFoSWlJaUlpSWlJaUlpSWlMU0F3enFFQkVSRVJFUkVSRVJFUkVSNlFFR2RZaUlpSWlJaUlpSWlJaUlpUFFBZ3pwRVJFUkVSRVJFUkVSRVJFUkVSRVJFUkVSRVJFUkVSRVJFUkVSRVJFUkVSRVJFUkVSRTlDL3gvNUdDWnZvdW1McEpBQUFBQUVsRlRrU3VRbUNDIiwKCSJUaGVtZSIgOiAiIiwKCSJUeXBlIiA6ICJtaW5kIiwKCSJWZXJzaW9uIiA6ICIiCn0K"/>
    </extobj>
    <extobj name="C9F754DE-2CAD-44b6-B708-469DEB6407EB-3">
      <extobjdata type="C9F754DE-2CAD-44b6-B708-469DEB6407EB" data="ewoJIkZpbGVJZCIgOiAiMTU5MzE1Njc2NTM4IiwKCSJHcm91cElkIiA6ICI1NzA5NDQ1MjciLAoJIkltYWdlIiA6ICJpVkJPUncwS0dnb0FBQUFOU1VoRVVnQUFCeGdBQUFHSENBWUFBQUNEQzRkWkFBQUFDWEJJV1hNQUFBc1RBQUFMRXdFQW1wd1lBQUFnQUVsRVFWUjRuT3pkZVh5TVYvLy84ZmRJSXJaVW9ycG9xVFZvVmU5YXY5YTdscUpLMFphV29xald2c1ZTb3RKUUpMWmFZMTlDVkd1cG5iU1VGa1ZSMmlwYTFGSTdqUzJXa0hWK2YrUTNjMmN5UzY2SlNORFg4L0hJZzdubVdzNDFjK2E2WnM3bm5NOHhtYzFtc3dBQUFBQUFBQUFBQUFEOGE1bE1KcFBSZGJQZHo0SUFBQUFBQUFBQUFBQUFlTFFRWUFRQUFBQUFBQUFBQUFCZ0dBRkdBQUFBQUFBQUFBQUFBSVlSWUFRQUFBQUFBQUFBQUFCZ0dBRkdBQUFBQUFBQUFBQUFBSVlSWUFRQUFBQUFBQUFBQUFCZ0dBRkdBQUFBQUFBQUFBQUFBSVlSWUFRQUFBQUFBQUFBQUFCZ0dBRkdBQUFBQUFBQUFBQUFBSVlSWUFRQUFBQUFBQUFBQUFCZ0dBRkdBQUFBQUFBQUFBQUFBSVlSWUFRQUFBQUFBQUFBQUFCZ0dBRkdBQUFBQUFBQUFBQUFBSVlSWUFRQUFBQUFBQUFBQUFCZ0dBRkdBQUFBQUFBQUFBQUFBSVlSWUFRQUFBQUFBQUFBQUFCZ0dBRkdBQUFBQUFBQUFBQUFBSVlSWUFRQUFBQUFBQUFBQUFCZ0dBRkdBQUFBQUFBQUFBQUFBSVlSWUFRQUFBQUFBQUFBQUFCZ0dBRkdBQUFBQUFBQUFBQUFBSVlSWUFRQUFBQUFBQUFBQUFCZ0dBRkdBQUFBQUFBQUFBQUFBSVlSWUFRQUFBQUFBQUFBQUFCZ0dBRkdBQUFBQUFBQUFBQUFBSVlSWUFRQUFBQUFBQUFBQUFCZ0dBRkdBQUFBQUFBQUFBQUFBSVlSWUFRQUFBQUFBQUFBQUFCZ0dBRkdBQUFBQUFBQUFBQUFBSVlSWUFRQUFBQUFBQUFBQUFCZ0dBRkdBQUFBQUFBQUFBQUFBSVlSWUFRQUFBQUFBQUFBQUFCZ0dBRkdBQUFBQUFBQUFBQUFBSVlSWUFRQUFBQUFBQUFBQUFCZ0dBRkdBQUFBQUFBQUFBQUFBSVlSWUFRQUFBQUFBQUFBQUFCZ0dBRkdBQUFBQUFBQUFBQUFBSVlSWUFRQUFBQUFBQUFBQUFCZ0dBRkdBQUFBQUFBQUFBQUFBSVlSWUFRQUFBQUFBQUFBQUFCZ0dBRkdBQUFBQUFBQUFBQUFBSVlSWUFRQUFBQUFBQUFBQUFCZ0dBRkdBQUFBQUFBQUFBQUFBSVlSWUFRQUFBQUFBQUFBQUFCZ21HZFdGd0FBOEhBd204MktqWTFWZkh5OGtwS1NaRGFiczdwSUFIRGZtRXdtWmN1V1RWNWVYdkwyOXBiSlpNcnFJZ0VBQUFBQUFEd3dUR1phaUFFQWFVaElTRkJNVEl5U2twS3l1aWdBa09teVpjdW1YTGx5eWRPVHZua0FBQUFBQU9EUlpYS2poelVCUmdDQVN3a0pDYnAxNjFaV0Z3TUFzbHllUEhrSU1nSUFBQUFBZ0VlV093Rkc1bUFFQURobE5wc1ZFeE9UMWNVQWdBZENURXdNNmFFQkFBQUFBQUJFZ0JFQTRFSnNiQ3hwVVFIZy8wdEtTbEpzYkd4V0Z3TUFBQUFBQUNETEVXQUVBRGdWSHgrZjFVVUFnQWNLMTBVQUFBQUFBQUFDakFBQUZ4aTlDQUMydUM0Q0FBQUFBQUFRWUFRQXVNQmNZd0JnaStzaUFBQUFBQUFBQVVZQUFBQUFBQUFBQUFBQWJpREFDQUFBQUFBQUFBQUFBTUF3QW93QUFBQUFBQUFBQUFBQURDUEFDQUFBQUFBQUFBQUFBTUF3QW93QUFBQUFBQUFBQUFBQURDUEFDQUFBQUFBQUFBQUFBTUF3QW93QUFBQUFBQUFBQUFBQURDUEFDQUFBQUFBQUFBQUFBTUF3QW93QUFBQUFBQUFBQUFBQURDUEFDQUFBQUFBQUFBQUFBTUF3QW93QUFHU2cyYk5uNitlZmYwNXp2WjkvL2xtelo4L09oQkw5ejQwYk4rN0xmcU9pb3ZUWFgzL2RsMzFudE0yYk4rdkVpUk5PbjkrN2Q2LzI3Tm1qaElRRXcvdThjdVdLN3R5NTQzS2RBd2NPNlB6NTg0YjMrVEE1ZXZTbzR1TGlzcm9ZQUFBQUFBQUF5RVFtczlsc3p1cENBQUFlVE5ldlg4L3FJcmdsTmpaV1AvMzBrelp2M3F6aHc0ZG5TUm44L1B6VXAwOGZCUWNIdTF4djJMQmhtamh4b3E1ZHU1WXA1ZXJTcFlzT0hqeW95TWhJUGZiWVk5YmxvMGVQVm54OHZPSDlsQ3RYVG8wYU5iSlpGaGdZcUJrelptVEt1U1FrSkNnMk5sWjM3OTdWM2J0M2RlZk9IY1hFeE9qMjdkdTZmZnUyYnR5NG9lam9hTDMvL3Z2eThQQ3cyZmJ1M2J2eTkvZFg3dHk1ZGVEQUFYbDVlZG50djNIanh2cnBwNTkwNk5BaFBmMzAwNGJLWk9ROTkvUHpVNGNPSFRSKy9IaEQrL3poaHg4MGE5WXNUWm8wU1U4KythU2hiVnlwV3JXcURoOCs3UFoyRnk1Y1VJNGNPWncrZi9mdVhaVXFWVXJaczJmWGdRTUhiTmIxOC9PVHY3Ky85dXpaazY0eVA4aDhmWDJ6dWdnUGxVdVhMdW1wcDU3S3N1UEh4TVFvWjg2Y01wbE1XVmFHakphUWtDQlBUOCtzTGdZZVlXYXorWUg2ekNRbUp0cmQxeDhWRDlwckRUeklEaDQ4cUFJRkN1anh4eC9QNnFJQUFQRElNcm54NVpSZnBRQ0FCMHBRVUpCbXpKaWhGU3RXcUdiTm1tbXVmK0xFQ1czZXZGbWJObTNTOXUzYkZSTVRJMGx1QlJoMzd0eXBwazJicW5Qbnpob3hZb1RiWlU0OWV1L2F0V3RwanVpekJPTlNycGN6WjA0VkxGaFFVbkp3NWw1NGVIam84dVhMMXNmRml4ZlhraVZMMUtwVks2MVlzVUxlM3Q2U3BBa1RKaWcyTnRid2Z0dTJiV3NYWUV5dFU2ZE9XclpzbWVGOXBneE0zcnAxUzFXclZsVkNRb0lTRXhPVmtKQ2crUGg0eGNmSEt5NHVUczc2UlpsTUp1WElrVU81YytkVzd0eTU5ZTY3N3lwWHJsdzI2NnhmdjE2M2J0MVNuejU5SEFZWEwxKytyRjI3ZHFsbXpacHBCaGN2WGJxazdObXozL1A3NU1oZmYvMmxUcDA2S1UrZVBQTDA5TlNXTFZ2MDVwdHZ1clVQUjhIZURoMDZwQm40dGxpNWNxVUNBZ0xTWEcvOSt2VzZjZU9HMnJadDZ6SVFpWCt2MmJObnExZXZYdnIxMTE5VnVuUnBsK3ZHeE1UbzlPblQ5M1E4UjhmbzFhdVg5dS9mYjJoMHVTTmJ0MjVWYUdpb0lpTWpsUzFiK2hMQUxGdTJUTFZyMTFiKy9QblR0WDFLdTNidFV0V3FWWFh5NUVrVktWTEU0VG9tazBtelo4L1doeDkrZU0vSGN5VWp6OHRpM0xoeCt1Q0RENVF2WDc0TTJ5Y2MrK2FiYjdSLy8zNE5HalRJWm5sRVJJUVdMVnFrTld2V1dMOHZTRko4Zkx4ZWZmVlY5ZW5UeDlCOTZmZmZmOWVnUVlNMGN1UklsU3RYTHQzbERBa0owY0tGQy9YcnI3OGF2dGNjT1hKRVpjcVVjWm1Sd0dReTZjOC8vN1M1YmpnTDl0MnZldG1yVnk5ZHVIREJyZTlOeUZpTzZzSDl0bWpSSWcwZlB0eW04OWVqZWozTjZQTXFXN2FzeG80ZHEvNzkrN3RjYjlPbVRTcGV2TGlLRmkzcThQbXpaOCtxUTRjTzZ0dTNyeG8yYkdqM2ZOZXVYVld1WERsMTZ0UXBROG9OQU1DamlnQWpBT0NCc1c3ZE9vV0ZoU2t3TU5CUWNGR1NLbFNvWVAxL25qeDUwblhjYXRXcUtUQXdVTU9IRDFmRmloWFZyRmt6dDdhdlhMbXl6ZU1GQ3hab3dZSUZibTlidlhwMXJWdTNUcExVcWxVcnA5dXNXN2RPTjIvZWRMbE82bDcrQXdZTTBPSERoN1ZpeFFwMTZkSkY4K2JOazhsazBzV0xGdzJWVXpJZTlHelFvSUZ5NXN5cGlJZ0lWYWxTUlJVclZuUzQzcXBWcTNUcDBpV2JaWG55NUZGUVVKRE1ack84dkx6azVlVWxiMjl2NjcvWnMyZFh2WHIxMUxOblQzWHExRWs1YythMC9qbnJZQlVkSFMxSkNnOFBWL2JzMmZYV1cyOVpsMGxTM3J4NUpVbExseTVWWW1LaTZ0U3A0ekRJNGUzdGJSMkZOWHIwYUgzenpUZjY4ODgvN2RhTGlJaHdXSTZqUjQvYVBWZXpaazJiaG84alI0N29yYmZla3RsczFwSWxTNVF2WHo0VktsUklQWHIwc052ZmxpMWJkUERnUVlmUE9lTHQ3VzA5MTdTa0RzNDZZNm5uN2dReDR1UGpGUklTb3A0OWV4SkErQmQ0KysyM05YRGdRSFhxMUVuYnRtMXp1ZTZlUFh0VXUzYnRlenBlNms0SU4yN2MwT0xGaXpWa3lKQjA3L1BDaFF2YXNHR0RrcEtTbEMxYk5sMjVja1hYcjE5WFRFeU1idDY4cWV2WHIrdmF0V3VLaW9yU3BVdVhkT0hDQlowK2ZWcUZDeGRXZUhpNHJsNjlxaTVkdXFoNDhlTDY0WWNmbER0M2JzMlpNMGNmZmZTUm9lT0hoNGVyZmZ2MmFhN1hwRWtUQlFVRnFWS2xTdWsrVjNmY3IvTWFNR0NBR2pkdWJMMCtHT2s4TzJIQ0JQWHAweWZOOVU2ZlBxMWV2WHFwWjgrZXFsdTNydFAxakhiWVRWbmZYRzNqckhPTTJXeFdRRUNBbm5qaUNYM3l5U2VHanBtUlRwOCtyY0RBUUQzeHhCUHEyTEdqZFhuVnFsWFZ1M2R2dFduVFJrdVhMcldlMi9EaHcvWHp6eityZVBIaWh2YS9ldlZxZmZmZGQ1bzdkKzQ5bGJOS2xTcjY1Sk5QTkdiTUdIMzY2YWVHdGpHYnpVcE1UTFErM3JwMXF3SURBN1Y1ODJibHpKblQ0VFkzYjk1VXJWcTFOR1hLRkZXclZzM211WHVwbHlrN2ZLVldyRmd4VFpreVJhdFhyMWIxNnRVZHJwTTllM2FiN0JQT3BMZCt1NnJIUGo0K0tseTRzT3JXcmFzZVBYcW9SSWtTaHZicGJQK3BsMmRsL1hmbThPSERldjc1NTlOYzcxNlNnVjI3ZGsxSGpoeXhQbjRZcjZkR1pOYjlMNlZidDI1cDBLQkJtalp0bXRxMmJldjBOOW1BQVFOMDRNQUJsUzVkMnViM2tKZVhsODZjT2FOWnMyYnB4eDkvdFB1dDVPWGx4ZWhKQUFCU0lNQUlBSGdnM0xwMVMvMzY5Vk9KRWlVTWpaeXlxRkNoZ3VyVXFhTzZkZXZxK2VlZlYrSENoZE4xL042OWUydkpraVVhTUdDQTZ0U3BZNmdoeHlMbGFMR01TcEU2YmRvMHA5dnUzYnRYTjIvZWRMbU9JNU1uVDlidnYvK3VEUnMyNk5peFkvTDM5M2RyKzVTU2twS1VsSlFrNlg4TkxKWlJBazJiTnRWcnI3Mm1pSWdJbFM5ZjN1bG8wc2pJU0x2Uk4zLzk5WmVoVVE1SlNVbTZjK2RPbW5NZit2djcyeDJqZlBueU5vOHQ3OEhDaFFzbFNjSEJ3UTdmdjNMbHl1bjc3NytYbE55STU2eW5lKy9ldlIwdTM3RmpoM2JzMkdHemJPYk1tZFlBNC9mZmY2K09IVHNxVzdac1dybHlwVXFXTENrcGVmU3BvOWV3YjkrK09uandvT0hSdWpObnpqUTg3NmVSUnJPOWUvZnF4eDkvVk4yNmRmWFNTeThaMnE4a0RSNDhXSFBtek5IWnMyY3pmUjVTWkw1OCtmSnAyTEJoT25IaWhHSmpZMjFHUTZWV3ExWXR1N3AzL2ZwMStmbjU2Y0tGQzlhUnhlNk1OcGt5WllwdTM3NnR3TUJBQlFZR3BybitwRW1UMUt0WEw1ZnJEQjQ4V0xObXpaSWs1Y2lSUXo0K1BvcUtpbExCZ2dWVnFGQWgrZm41NmRsbm43V09TTStYTDUrKy92cHJOV2pRUUcrLy9iYldybDJyRmkxYXFFYU5HbW1XeDBnanQ1Ujg3Vnk3ZHEyQ2dvSU1yWjhSTXZLOFhuNzVaYTFhdGNwNnZiWUViaVhaZE9UNDdydnYxSzlmUC8zMjIyODJvMG1OcE9CTlNFaFE4K2JONWVmbnB6cDE2cmhjZDhLRUNUYVBBd0lDVkxSbzBUVHJocEYxVWpLWlRHclhycDBxVjY2czRzV0xxMlhMbG9hM3pRaWRPM2ZXamgwNzFMVnJWNVV1WGRvYTRQTDM5OWY4K2ZNMWRlcFUzYmh4UTNuejV0V21UWnVzSXdsVFgvT2pvNk4xNGNJRnUvMHZXN1pNVmF0V1ZYUjB0RTNIbnBRS0ZDaVFadWVYT25YcXFHblRwb3FLaWtybm1Vb0ZDeGJVcjcvK3FwRWpSenJOVmhFY0hLd0RCdzVZUjFwbFZMMTg0b2tuMGl5ZnE4NXREUm8wMExmZmZ1dHllM2ZyOStUSmszWHk1RW03dWk3WjF1T2JOMi9xanovK1VIaDR1TUxDd3ZUWlo1OHBNRERRWWFEcVlhdi9hWEhVaVV4Sy92N2FyMTgvNjJOblFUdHZiMi9kdlh2WDBMRWV0dXVwVVpseC83TXdtODFhdUhDaEFnTURGUlVWcGVEZ1lLZUI2eSsrK0VLTEZ5K1dsQnprVDZsQ2hRcktueisva3BLU0hBYjl5NVFwbzRNSEQ3cFZOZ0FBSG1VRUdBRUFENFFaTTJib24zLytVVWhJaU1QMGxjNXMyclRKK3YvYnQyK24rL2dlSGg0YU5HaVFQdmpnQTRXRmhXbnc0TUhwM3BjN0tWSXpVKzdjdVRWdjNqeGR1M2J0bm9LTGt2VFJSeDlweFlvVk5zdFNOcUJkdTNaTmp6Lyt1RTZkT3VWdyt6dDM3dWpVcVZOcTNMaXhkVmxDUW9MZGFGQm5wazZkcXFsVHA2YTVudVYxZnZIRkY5VzBhVk9iNTFhdlhtMXRJUGorKys5MStQQmhOV3ZXekc3VWdpUU5HVExFcGw0ZU9uUklGeTlldEk3cW5EaHhvaVpPbkdoenpKVFNtb014SWlKQ0FRRUJldmJaWjdWOCtYTDUrL3RyOSs3ZEtscTBhSWJNd1NoSjdkdTN6OUFVcVo5Ly9ya2syVFN5cFdYR2pCbWFNMmVPbm52dU9ZMGVQZHJ3ZG5qd0dSa1ZZZm1NcE5hMGFWT3RXclZLVXZJSTEzUG56bG1mdTNIamhpVHB6Smt6TmcyMTU4NmRzMHVWbUxvendiVnIxelJ1M0RnTkhEalEwQWlJbDE1NnllWnpIaFVWcFN0WHJ1ajgrZk9Ta2tjWWUzaDRhTUtFQ1JvN2RxeHk1ODR0RHc4UEpTUWt5TXZMUzZHaG9XclRwbzNEZmRldVhWdWhvYUVhTUdDQXRtL2ZydHExYXhzZVVleE1xMWF0Tkhqd1lMM3h4aHZhdUhHajh1WExaOWVCNG43THFQUGF2MysvemZ1YjhsNlFNdWk4WXNVS2xTcFZTaSs4OElMYng1Z3laWXIyNzkrdnc0Y1BwMWxmVTQvZUNRZ0kwRFBQUEpQbXFCNGo2NlJXcmx3NTllN2RXejE3OWxURGhnM3Z1VjY0YStyVXFkcStmYnZtelp1bjZ0V3IyNzAycWVlY2ZlKzk5L1RlZSs5SlN1NVFNM0hpUksxY3VWSWRPblJ3ZWd4WGdRTExDS1VpUllvNC9jNlFVbGhZbU5QbnpHYXpOZVhreVpNbkpjbjYrTWtubjlUQWdRTTFhdFFvZGVqUXdXNFU1dTdkdXpWNThtVDE3OS9mMnNFbm8rcGxWRlNVdzlTcnQyL2ZWcTFhdGRTaFF3ZDE2OWJONlhsbHo1N2Q2WE1XN3RidnI3LytXaWRQbm5SWVh4M1Y0K2pvYVBYczJWT2ZmUEtKcmwrL3JqRmp4aGphTGkxWlZmOHZYYnBrODMzTlVsOVNjdGFKNWJmZmZyTjUvTlZYWDltdHMzVHBVbTNkdXRXdE1qMU0xMU4zM0kvN1gwcUppWWxhdW5TcFFrTkRkZURBQWIzMjJtc2FQMzY4MCt2TzVzMmI5ZUdISDJyOCtQRjY3NzMzTkhqd1lJMGRPOVk2eW5QZXZIbnEzcjI3VHA0OHFaa3paNnB1M2JwNjlkVlhNNnk4QUFBOGFnZ3dBZ0N5WEdKaW91Yk1tYU1ubm5oQ1RabzB5Ykp5dlBIR0czcnFxYWNVSGg2dWp6LytXSjZlNmJ0TnVwTWlOYk9WTFZ2VytuK2pLVTk3OU9oaE4wcXVkZXZXcWxLbGlxVGswWmkzYjkrMmEyd3FXYktramg0OTZuQ2Z2LzMybXhJVEUyMUdLM3A2ZWhvS3ZQcjUrU2s0T05pdFJxem5uMy9lYnE2V28wZVBXZ09NRXlaTVVLNWN1VFJ1M0RpSGFZK0Nnb0tzSTY4dVhyeW9peGN2cWt1WExpcGJ0cXk2ZCsrdWV2WHF1WjFhTjZXWFgzNVpOV3JVME55NWM1VS9mMzdydklZZUhoN2F2Mysvb2NaRlZ3b1dMS2cxYTlZb1BEemMwUHE1YytkVzBhSkZuYzQzdDNQblR1dG9pcXBWcXhyYTU1SWxTelI0OEdENStmbFowNy9pMGVGc3BJZVUvUG5yM3IyNzAzUytQajQrMXY4ZlAzN2NZYU5nNnM0SGpocjdVbzkrSERCZ2dCSVRFelZ3NEVCRDE3dkV4RVNiNi83bzBhT3RnWFFwdWFPQ28rTVkxYmR2WDczd3dndXFYYnUyemJ4YnpwUXFWY3B1V1pVcVZhd3BpYjI5dmRXelowL1ZxMWRQYTlldTFkV3JWMjNLLzlGSEg5bWxvZnZ4eHg4TmpSeHhSMGFjVjJvLy92aWpOUlZqWEZ5Y1RwdzRJU2s1alc3QmdnWHRqcFBXYU5iWTJGaUZob2FxZmZ2MlR1Zmp5a3FEQmczUzFLbFRGUllXbHVtcEluMThmTFJ6NTA3ckNPSFVuK1ZEaHc2cGVmUG1Xck5talYzbnBOVFhjWGMvR3lrRFlaczNiMVo4Zkx5azVMbGI1OHlabzkyN2R6dmR0bkhqeGlwVnFwVE5aMVN5RDJaYUhvOGRPMVlmZi95eDVzeVpvNDgvL2xqTGx5KzNyblA3OW0yMWFkTkdCUXNXZEptQ05iMzFjdCsrZlFvT0R0YktsU3RWb0VBQlNjbVpHTHAxNnlaZlgxLzE2dFZMUGo0K21qRmpodHExYTJkTitiOTQ4V0l0WDc1Y1gzNzVwZE15U1psVHYvUG16YXNGQ3hZb09qcGFZOGVPZGRvaEt6MnlvdjRQSHo3Y3BxUGE2NisvYnYyL3EvdVpJNDBiTjFaVVZKVE5hNzlod3dhVkxsMWFYMy85dFZxMGFPRjBXOHRud0RKSy8yRzRucWJIL1RpdnMyZlBhc2FNR1lxSWlOQ1pNMmRVbzBZTmJkaXdRZlhyMTNlNnpaNDllOVNrU1JPTkdqVktmZnIwc2I0ZXI3Lyt1clp2MzY1ang0NXB5NVl0bWpadG1vb1VLYUxISDM5Y2pSczMxcVpObXpMODNna0F3S09DQUNNQUlNdnQyclZMbHk1ZFVvY09IZHdhdlpqUlBEMDkxYmh4WTgyZE8xYzdkdXpRSzYrOGtxNzl1Sk1pTlROczNyelpwaWR6bzBhTkpCa2ZlZVlvZ0ZTblRoM1ZxVk5IeDQ4ZjE4Y2ZmeXhKZGczWlpjdVcxWnc1YzNUejVrMmJBSUlrYmQrK1haS2N6amVVVmpCZzJMQmhHalpzbU5QbjNSa2grdTIzMzJyNzl1M3EwNmVQMHpsVkVoTVRyVUcrTFZ1MlNKSzZkKyt1Z2dVTHFudjM3aXBUcG96ZWUrODlIVGh3UUFjT0hIQzRqNnRYcnpwOHp0L2ZYeSs5OUpKV3IxNXRYZmJwcDU4cUtpcEtvMGVQVnZiczJiVmh3d2I5K3V1dkdqUm9rT0h6K3VlZmY2eHBheWRObW1SNHU1UlN6aHYxNUpOUHl0UFRVNG1KaWRiMzNLaEZpeGFwVjY5ZXlwMDd0NzcrK3V2NzBuaUZySlhXZTVvL2YzNjMzbmRMb01KSWlsUkg4MlZ0MnJSSmMrZk9WYnQyN1hUcDBpVzcrVjRsMjlTTWxyVFBLWVA1NDhhTjA3aHg0N1I0OFdLMWF0Vks4Zkh4OHZUMHRHc2N0Y3p6ZHVIQ0Jidm52TDI5clkzT0pwTkpEUnMybEdRczlkdk5temR0SGwrOGVGRzdkKy9XZ0FFREpFbmp4NC9YcTYrK3F0RFFVRzNhdEVsZmZmV1ZYbjc1WmV2K2h3OGZydWJObTl2c0k3MXB4RjI1MS9OeUpILysvTmIzMjlIN216cGRaRnFCclRWcjFpZ3FLc3F0K1dJelUvNzgrZFcwYVZQTm5UczNTK2Fpczd6V1VuTG5vQnMzYmxoSExscXlRenozM0hQV3o5ejE2OWYxMkdPUE9lMkVraDRwUnhRMmJkcFU0OGVQbDlsc2RsaW5vcU9qOWZmZmY2dEhqeDUyMXhWTFhmanl5eS9WdW5WcnU3b3hkZXBVUGZ2c3N6YkxjdVhLcFQ1OStzamYzOS9sSE1UcHJaY3Z2ZlNTN3R5NW8yclZxbW56NXMxNjdybm45T0dISCtySWtTUGF0R21UY3VmT3JaNDllMnJac21XcVZLbVNLbFdxcEJFalJpZzRPRmpkdTNkUGMwUmladFZ2azhta2tKQVFyVm16UmxPblRzMndBR05XMVArd3NEQ0ZoWVZwMzc1OXFsaXhvdDA5SmVXL3FWbEd0VnRZNXZiY3QyK2ZkWDdQMzMvL1hWV3FWRkdEQmcwY0Jpd1hMVnFrRVNOR1dKK3paQUY1R0s2bjZYRS96dXZtelp1YU9IR2ltalp0cXE1ZHV4b0tBSllyVjA3ZmZ2dXRDaFFvb0dQSGprbVNSbzBhcGIxNzkrcnZ2Ly9XbWpWcnRIRGhRbjM2NmFjNmR1eVltalZycHJ0Mzc4clB6MC9IamgyVGw1ZlhmYm1QQWdEd01DUEFDQUFQaUxpNE9IMy8vZmZhc1dPSHpwNDlxL1BuenlzMk5qWkx5MlJKV1hlL3BSVnN5a3pWcTFlLzV3Qmp5blNaRDRLZVBYdmF6STFrQ2I0TkdUTGtudmVkc2xGaTNicDFldUdGRjZ4em1memYvLzJmWnMyYXBWMjdkcWxldlhvMjIzMzMzWGZ5OWZWMU9kOWkvLzc5OWM0Nzc5Z3RyMXk1c3JwMzc2NTI3ZHJaUGJkMDZWS05HemZPclhQdzlmVlZuVHAxRkJBUW9ETm56cWhRb1VKMjZ5UWtKRmdERHl0WHJyU1pYeTJsLy83M3YwNlBzM3IxYXBzZ29zWE9uVHR0R2x1KysrNDdMVml3UUpVcVZWTEhqaDBsSmZlRUR3OFBkeXZBMkxoeDR6UlQ5YnJEVXM0Wk0yYm8wS0ZEaHJjYk8zYXNRa0pDbEM5ZlBpMVpzaVRUVXpobXRNREFRTGRITnp4c0prNmNhQTFVUFl6T25qMnIxcTFiNittbm4zWTVvdHlTbWxGS3ZnZEx4bElST21zYy9mampqKzJDNzJYS2xOSGh3NGV0UWNpRkN4ZXFUWnMyNldyQS9mMzMzL1hZWTQ5Wmd5UDU4dVhUTjk5OG93MGJOdWlaWjU3UnUrKytheE9JZVBycHArOXJNTi9TNFVDNnQvT3lqSFJQbWFJdzVmOHRIV1FjN2R0Ulk3a2prWkdSZXZMSkoxV3BVaVczeTVkWkdqWnNxQ1ZMbHVqSWtTT0dSdS9jcTlUekpscnF5dEdqUi9YODg4OWJYMjlIcjd1Zm41L0xlVkJUanBKeUpLMTZXYTFhTmVYUG4xOHJWcXh3R0hDS2pJeFVZbUtpemFpejFGS09VSlNTMHk4ZlAzN2MrdHFtVHFWYXQyNWQ2L0xTcFV0bmFMMHNVS0NBdG03ZHFucjE2dW5MTDc5VWdRSUZ0R0RCQW5sNGVLaEFnUUpLVEV4VTJiSmx0WHYzYmhVclZreVJrWkVhUDM2OEZpNWNxTmF0Vzd0NHBmNzNlbVJXL1M1VHBvd0tGQ2lnSDMvOE1VUDNtOW4xMzJMSmtpVk9uek02QitEUW9VTzFkT2xTRFJnd1FHRmhZYnA1ODZZT0hEaWdmdjM2eWNmSFI0VUtGVkpjWEp4TjV6bkxQSWVXejhMRGREMTFSMGFkbHlQUFAvKzhvcUtpckVGZEk3eTh2RlN6WnMwMGcvYXBSMnRiNWpjdVhMaXcvdjc3YjdmTENnREFvNHdBSXdCa3NYUG56bW40OE9GYXZIaXhvcU9qczdvNFdlS1BQLzZRbE54b2tkVXM4NURjU3dDaFhidDI2dDY5dTh0MXBrNmQ2ckRSMjJqYVVxUHJidHUyVGF0WHIxWkNRb0krLy94enV3YTM4K2ZQNi9UcDAwNjNyMXk1c3NzUkNvc1hMMWIyN05rVkZ4ZW5BUU1HS0NrcFNXdlhybFhKa2lXdFArQTNiTmhnRTJBOGQrNmM5dTdkcTVZdFc4ckR3OFBwdnA5ODhrbW5jMFhtejUvZjRYUHBtYSt3U3BVcVdyNTh1ZnIyN2F2VnExZHIwNlpOTm1tdUxDbmJMQ2xTOCtiTjZ6VDkwbmZmZlpmbThlN2V2U3RQVDA5cktzT1V4enA3OXF5NmR1MHFTWm8rZmJyTDE4ZGl4SWdSTm8rYk5HbWlsMTU2U1h2MjdMRXVTKysxSlUrZVBEWmwrT09QUHpSOCtIRDUrL3NyTmpiV1pkMlJwTC8rK2tzaElTRXFXTENnbGk5ZmJwM1g2bUYyNE1BQjdkaXhJNnVMY1Y5ZHYzNDlxNHRnMS9oblNTdG80YW9SOUpOUFB0SHQyN2UxZlBseXZmYmFhMXE3ZHEzTmZLK085bS9wMEdQNW5MdVN1bkhVTWdlanBmRTB0U05IampnY2lXVVpZZXlJb3hUZFAvLzhzMTNndDBLRkNucnJyYmZVc1dOSFEvTmdacVJEaHc1bHlIbTk5TkpMa214VEZLYjhmK3JVenJWcTFWSkVSSVNlZSs0NXcyWGR0MitmS2xTb1lIajk5SXFOamJWcmZQYjE5YldieDlBUlMvbCsrZVdYVEFtd3BKNDMwVm1qditYOU5ISS9zamh4NG9UTHoyaGFBUVpQVDArMWJkdFdzMmZQMXNDQkErM3F6Yng1ODFTNWNtV245NVNMRnk5cTdkcTFrcEtEUHg5OTlKSGk0K01kbHNsUmtOSnNObWQ0dmZUMTlkVzJiZHQwL3Z4NTNiNTlXNmRPblZKaVlxSzZkT21pSjU5OFVpRWhJZnJwcDU5VXJGZ3h2Znp5eS9yeXl5K3RJNzdTa2xuMTIrTFpaNSsxbTRkUWVyanF2NVQ4ZmN6eVBvNGRPMWFWS2xWU2x5NWRyTTg3cTZlV1VlMFdqei8rdUtaTm02WVdMVnFvU1pNbXVuWHJscEtTa3F6ZkZldldyYXRDaFFwcDJiSmxUc3Z5TUYxUDNaRlI1NVVuVHg3cmFHb3BPUVc2WlRTL1VTbmZUMmZ2N2Z6NTg5V2hRNGY3TW9vVEFJQkhGUUZHQU1naUNRa0pDZ2tKMGVqUm94VVRFNVBWeGNsUzU4NmRreVM3bEZWWjRabG5ucEZrbi83SUhYNStmazREWXluWGNhUnQyN1pwN24vMTZ0WFdPZnJTa2k5ZlB1dnI2dWlZUzVjdWRabHE5T3paczhxZE83ZkQ1L2J1M2F1REJ3L3F0ZGRlMDdmZmZxdEZpeGJwalRmZTBCdHZ2S0Z2dnZsR3hZb1ZVK1hLbGJWbXpScUZob1phMDk4dVhMaFFack5aTFZ1MmRGbDJSNk9CTE5KS2tacmE0Y09IN1VhVnBrNTkxYkpsU3kxY3VGRHZ2ZmVlTldXWjlMOUdFTXZJcGxtelp1bnExYXMyMjhiRXhHajkrdlZhdjM2OXBrMmI1cklzZm41K2F0dTJyU1pQbm15ei9NYU5HMnJac3FXdVhMa2l5VFpkbkN1cDU1OHFWcXlZdFlISm9raVJJb2IybGRxMmJkdXM4M2FheldackkyMVlXSmpUK2ZTazVQU1VGcSs4OG9ybXpwM3JOUDBzSGcycFIwT2xkdm55WmFmcDVoeU5acktNdUVoSVNGQkFRSUNHREJsaUhmR1IydkhqeDIzbVpCd3laSWlhTjIvdVZxY1Z5MzNZVlhyRXNMQXc3ZHExUzRzWEx6YThYOG41WEZLdVVvSTdhdHc4ZXZTb1hSREIwOU5UdzRZTjAydXZ2ZVpXbVRKQ1JwMVh5aFRleDQ0ZGs3Ky92elVkcldSL3JkNjZkYXZiMzV0T25UcVZLZk5uN2QyNzEyNE92T0RnWUEwZE9qVE5iVExLR1VNQUFDQUFTVVJCVkMwTi9HZk9uTGtmUmJQVHZuMTd0Vy9mM3RxZzdvemwvVEVTZkU4dDlmdWRPakRqU2tCQWdLWk5tNlpaczJhcFc3ZHUxdVc3ZHUzU3BrMmJYTTVMT0gzNmRQbjQrT2pxMWF0YXMyYU41czZkcThqSXlEU0RCaWxIY0dWMHZUeDY5S2hHalJxbEw3NzRRcDkrK3FtZWZmWlpqUmd4UWtGQlFXcmJ0cTJPSFR1bVhyMTY2WjkvL3BHZm41OCsrT0FEMWFwVlM2R2hvV21PL00rcyttMFJIeC92OEhQK01OVi9TWm81YzZZS0ZpeW95NWN2cTFpeFlnb0lDTkN1WGJzVUVCRGc5cjdlZnZ0dHZmMzIyL3JnZ3cvMHdnc3ZxR2JObXNxZlA3K2s1TG5NMjdadHE1VXJWK3JOTjk5MHVQM0RkRDExUjBhZDE4eVpNNjBkL2pwMDZLQjMzMzNYZXQ4N2ZmcTBnb09EMWExYnR6Ukg4ZDY4ZWRQNnU5TVJ5L2VZdE9hSkpOVS9BQUQvUTRBUkFMTEE5ZXZYOWU2Nzcycmp4bzNXWlNhVFNWV3JWbFg5K3ZWVnJGZ3hQZm5raytscXpIa1kzYnAxUzVLY0JySXlrNlZ4MmVpUGJVZEJPM2RTcEtiYzN0dmJXeGN2WGt4em0xMjdkdW5HalJ0MkFhcDc4ZjMzMzlzOFhyNTh1YVpPbmVweW04bVRKNnRTcFVyVzRGWDU4dVUxZGVwVWRlalFRY09HRGRPQ0JRdlVzbVZMQlFRRWFQWHExV3JldkxudTNMbWp1WFBucWxTcFVpN1RpVXJKOHhBNlNnMVdxbFFwOWV2WFQ1MDZkYko3YnRHaVJmcnNzOC9zbHJ1YUc5R2ljdVhLR2pwMHFJWU1HYUx1M2J0ci92ejVrdjQzc2lsSGpoeldkZlBseTZjYk4yN29tMisra1pRY2RKdzFhNVpLbFNybHNsZTJoZGxzdHE1bk1wa1VFeE9qRmkxYTZOQ2hROVlSb1VZWm5XOXkvUGp4ZG8zSTA2ZFAxK0RCZyszMnNYZnZYcnUwdGlhVFNjOCsrNndhTldxa3lwVXJPenpHeFlzWE5XalFJR3NxMkVLRkNtbjU4dVZ1alh4NTBJV0dobHJUZlQycTBwTWVOZlZvcU5TbVRwM3E5SnFTc2pHeFJJa1NPblBtakRVRjhadzVjN1J4NDBhRmhJUTREWlFYTEZqUXBsSGEzOTlmL3Y3K09udjJyS1RramhKcE5SWmE1bnZLa3llUGRkbjgrZk8xZVBGaTdkcTFTMUx5Q0pkNjllb3BNVEhSSnYyd3N6a1lpeFVybG1iSzFRMGJObGpUU2t2Skk3OGFOR2pnY04wRkN4Ym85dTNiZHRleXRtM2I2dVRKazNibmVQSGlSYnRsbWRVbzZzNTVTY2tkUE41ODgwMmJBS3JaYkxaSjdaZVN1Nk0xYjkyNlpmUGUzaS9QUC8rOFFrSkNiSllaZmMwdDM0RWVsRTVucWVlaE8zZnVYS1plK3dvVktxVGV2WHRyOE9EQmF0U29rUW9YTHF5NHVEaDE3ZHBWNWNxVjA3dnZ2dXR3dXl0WHJtaml4SW5xMHFXTHhvd1pvNjFidDZwcDA2YjY3My8vYTlOcHhvaU1xSmMzYjk1VW16WnR0RzdkT2hVcVZFaVJrWkVLRHc5WFVGQ1FjdWJNcWU3ZHU2dERodzR5bVV6S216ZXYrdlhycHcwYk5talBuajFxMmJLbEtsYXNxRjY5ZXJuOFhwbFo5VnRLbnEvMjc3Ly90Z3NrU2c5WC9iOXk1WXBHakJpaEVTTkdxRXVYTG5yNzdiZFZzMlpOOWUvZlg2ZE9uVXJYUHNQQ3d2VENDeS9vdSsrKzA4S0ZDNjNMMjdScG8yblRwcWwzNzk1cTBLQ0J5NDRzamp4bzE5T000czU1cGZ3OTBLRkRCMVdzV05HYTRseEsvdDN5NjYrL2FzcVVLUzR6cjJ6WXNFRXRXclJJczJ4cHBZcGxoQ01BQVA5RGdCRUFNdG4xNjlkVm8wWU42eHhtSGg0ZWF0Kyt2WUtDZ2g2NFNlTXpLMDJlcFZkdGZIeDhsZ2RWTGIxalhmV3NUU2xsR2twSjJyeDVzd1lQSHF4bXpab3BNREJRVW5JcXI3Smx5NnBTcFVxNmVmT21XclZxcFlTRUJNMmFOY3NtSlZGVy9jQ1haRGNYb3FWQjNabjkrL2RyL2ZyMUNnc0wwKysvLzI1ZDNxeFpNOFhIeDZ0Um8wYVNwSGZmZlZmRGh3L1htREZqMUt4Wk00V0ZoZW55NWNzS0RRMU5zMHg1OHVSeG12TFUyWFBPR3RoYXRHaWhXYk5tMlN6cjFLbVRYYnFxYnQyNmFlUEdqVnE5ZXJYbXpKbWpEei84MEc1dXRuWHIxbW5od29YYXNtV0w5YmthTldwbzVNaVJldW1sbHd5bHJ2M2lpeS8weFJkZlNFb09tR2JQbmwwSERoelEwS0ZEdFdqUm9neWRPOUdpZi8vK2R1bWtMQTBrbGw3MmFSazVjcVJOWTVERjVjdVhOV25TSk0yZE8xZDM3dHhSdFdyVnRIUG5UdVhJa2VPUkNpNUtVdG15WlEybGUvdTNzWXlHY3NSa01oa2F4ZUxxR3BoNlZLNHpZOGVPVmYvKy9XMldXZElPdTJLNTMrWE5tOWU2Yk4rK2ZYcmlpU2YwNXB0dmF2NzgrVHAxNnBROFBUMTErZkpsaDQyUHFVZGR1NXFqenVLNTU1NVRpUklsckkvVDZxRGdxQ1BPbjMvKzZYQSsyNkNnSU91OFVSYVoxU2pxem5sRlIwZHJ4WW9WK3VpamoyeVd6NWt6UjEyN2R0WDQ4ZU90eXl3cDh0ejlydURsNWVWV3g0MzB5cGN2bjVvMWE1YXViZDFKMDVzWlV0ZngyclZyWjNvWmhnNGRxalZyMXFoWnMyYmFzbVdMQWdJQzlNY2ZmMmpYcmwxT2d3Z0RCZ3lRcjYrdldyZHVyVEZqeHNqSHgwZnIxNi9YakJremxDTkhEcGVkRFZJR1lES3FYdnI0K09qQ2hRdjY4TU1QTlc3Y09QbjQrT2ozMzMrWHQ3ZTNxbGF0cXVlZmYxNUZpaFJSZ1FJRjVPSGhvZmZmZjEvYnQyL1hrQ0ZEdEdmUEhyVnAwMFkrUGo0dVg2Zk1xdCtTOU9PUFB5bzZPdHJoUE5nUFUvMFBEQXlVdDdlMzJyVnJaMDJMK3QvLy9sZDc5dXl4MWhGM3Y1Yy85ZFJUcWwrL3ZoWXZYbXpUS1UxS3ZqZlZxRkZEWVdGaFRyTnpPUE9nWFU4emlydjNQMWZHalJ1bit2WHJhOHlZTVM3bksyL2V2TGxiOTBGUFQwL05temRQNzcvL2ZyckxCZ0RBbzQ0QUl3Qmtvb1NFQkxWczJkSWFYTXlmUDcrV0wxK2U1a2l1UjUwbElIUDkrblduS2ZBeWl5VTlwZEYwamlsVG9YNzk5ZGNhT25TbzZ0U3BveGt6WmxnRFVqTm16RkNQSGozMDNudnZTWklpSWlMVXJGa3pkZS9lWGJObnoxYk5talV6K0N6dXY1RWpSK3JwcDUvVzIyKy9iUk5nbEdUVE16aG56cHdLQ0FoUVVGQ1ErdmJ0cTZWTGw2cDgrZko2KysyMzB6eEdScVpJTmNwa01tbktsQ21xWHIyNmpodzVJdWwvNmFaeTVzd3BTVnF4WW9VMmI5NnNWMTk5VlczYXRGSGJ0bTFWc1dKRmF3Qms2dFNwU2t4TWxNbGtjdGdBMnIxN2QxV3JWczNhRzl2WDExZVRKMDlXY0hDd2V2ZnVyVVdMRm1YNGVVbkpqUy9PUmpCZXZuelpacm1qRVl5U0hLYitUVWhJMEd1dnZhYmp4NCtyU0pFaUNnb0swbHR2dmVVeTBHcHAzTW5Lb0RvZVBLbm52dTNXclp1dVhyMXFsNUkwSmlaR0RSczJWR3hzckw3OTlsdWJnSytqamdlTzVtQk03ZGRmZjVWa202cDd5cFFwa3BMVE9scEdOS2NVRlJYbE5EaWZtWFg3NVpkZnRtc3dOWmxNbWoxN3RqNzg4TU5NSzBkNnJWMjdWcjYrdnFwVnE1WTF3SFBvMENIMTc5OWZKVXVXdEFsc25UMTdWaWFUeWUzdkNrOC8vYlNoREFGWnlaS2FML1Y4bzVtdGRPblNOdldwVXFWS3lwY3ZuelpzMkdCZFpyUitwdzdtdVp0K1BtZk9uRnErZkxtcVZhdW1raVZMNnA5Ly90RzhlZk1jQnRTbDVGVGpDeGN1VkVSRWhNM29ZY3Qza1JkZmZOSDZIVHd0R1Zrdk4yL2ViQk1rN051M3IvWC8yN2R2VjZGQ2hhd2RFcVpObTJidExPWGo0Nk5WcTFicHpwMDdMc3VhV2ZVN0lTRkJnWUdCOHZMeWNwa21QVDB5dS82WEtGRkNvMGFOc2dzRXB1UnNQdmJJeUVqMTY5ZlBidm4rL2Z1MWJOa3k1YytmWHoxNjlGRHQycld0dnllcVY2K3VGU3RXV0R2ZzNTK1pjVDE5RU5XclYwK2RPM2ZXSjU5OG9pSkZpcmljaGlHdGpBWXBKU1ltNnR5NWN6YmJGQzllM0hCSFZBQUEvZzBJTUFKQUpnb0pDYkUyME9UUG4xOC8vZlNUVGMvTmY2dGl4WXBwKy9idE9uSGlSSmIveUQxeDRvUWtPVXo5NU16ZHUzY1ZIQnlzV2JObXFXN2R1cG8zYjU2U2twSnM1a0ZKVEV5MFB2N1BmLzZqOFBCd3RXL2ZYczJhTlZPN2R1MFVHQmlvSjU1NEltTlA1ajRxWGJxMFhuLzk5VFRULzBsUzU4NmR0WFRwVWkxY3VGRFpzMmZYNU1tVDAyeWNiTktraVY1NzdUVlZyRmpSN3JuS2xTdXJlL2Z1RG52UDc5dTNUOTk5OTUzeEUzSGd1ZWVlMDg4Ly82eW5uMzVhMHYvU2RWa2FvWHIwNktHUkkwYzZiUVJyMHFTSldyZHVyVktsU21uTW1ERjJ6M2Z2M2wzRml4ZTNCcHdsNmYvKzcvL3UreHlGZmZ2MnRXblVUTW5JcUV0blBEMDk5Zm5ubit2dnYvOVc2OWF0clNPU1hUbDU4cVNhTm0ycTNyMTdQeFFCRUdTT2xLUDlsaTVkcWg5KytFR2RPM2RXenB3NXJTUDg0K0xpOU00NzcranExYXRhdFdxVnFsU3BrcTVqTFZ5NFVMZHUzVkt1WExuMHp6Ly9hTXlZTWFwV3Jacnk1Y3VuOXUzYnEzcjE2bllqUU82SDFDbnJuS1d3ZTlpNGMxNExGaXpRZSsrOVp6UGErWTAzM3REZHUzY1ZFUkZoMDVDN2JkczJsUzVkMnRyaHc2Z1hYM3d4elRUWldXMy8vdjJTa3N2Nm9CZzNicHoyN3Qxcms5SmZNajRTTnEwMGcwWjRlbnFxY09IQyt2MzMzK1hyNit0eXZ1N0hIbnRNTTJmT1ZLdFdyUndHRVE0ZVBPanlXQ25uWU15b2VybGx5eFpEb3ovdkpTVmpadFR2cUtnb2RlellVVC85OUpNbVRweVk1bHpqN3Nycyt0KzFhOWMwUjRZNkc0SCsyMisvMlMyTGpZM1YrKysvcjVJbFMycjE2dFVxVjY2Y3VuWHJwaVZMbGxqWGNUYi9ZbG9ldE90cFJzbkkrMTlDUW9JbVRacWt2Lzc2UzYxYnQ5YlpzMmZWcjE4L2g3ODMzTDB1RFI0OFdJTUhEN1krL3V1dnY2eS8zMi9jdUtHWW1CanJid1lBQVA2TkNEQUNRQ1k1ZCs2Y1JvMGFKU2s1TGVyeTVjc0pMdjUvNWN1WFYwUkVoUGJ1M2F1cVZhdG1hVm4yN2RzblNRNERXNDVFUmtZcUtDaElKMCtlVlAvKy9UVnUzRGlIcVc2blQ1K3U2ZE9uMnl6cjBxV0wvdnp6VDRXSGgydng0c1ZxMmJLbFJvNGNtV2svOUMzcFlDWDNBMHhkdW5ReC9HTTZKaWJHZWs1ZVhsNXBwdDY5ZS9ldVpzNmM2WElkWDE5ZkZTcFV5RzU1b1VLRjBwMmVLNldVNTJhWkk5UXlaMDc1OHVWZGJwczdkMjc1K2ZscDl1elpldWFaWjlTblQ1ODBqM2UvZzR1U05IejRjTFZxMWNwbTJmejU4elZpeEFnZE8zYk1admx2di8ybTVzMmJHOTczSzYrOG9sZGVlY1h3K2xldlh0WFpzMmR0UnBJc1hyeFlRNGNPVlh4OHZJWVBIMjRUZ01XL1Q4MmFOVFZ1M0RoOThjVVhLbEtraUNwVnFxUTMzM3hUNjlhdHM0NFN1WmVSSUR0Mzd0U3NXYk9VbEpTa2JObXlxWHIxNmdvUEQ1Y2svZkRERDJrMlBOK0w2T2hvNjJpajExOS8vYjRkeDVYMTY5ZnJ5SkVqVGpzZHBFZDZ6aXN1TGs2blRwMnl6aW44eEJOUHFFeVpNanAwNkpEbXpwMnJpaFVyNnRpeFkzcnFxYWNVRnhlbmlSTW42dkRodytyVHA0OUNRMFBsNmVscHFHTlM3ZHExRlJrWnFmUG56K3VaWjU1Si8wbmVSOTkvLzczeTVjdG5hQTdVKy9IK3BSUWZINjlQUC8xVW8wYU5VbEJRa01NUjdVYmNTMHJlczJmUGFzeVlNWm81YzZiOC9QdzBiZG8wVFpreVJRMGFORkM5ZXZYMDhjY2ZxMjdkdW5ZQmhBOCsrQ0RkeDdUSXlIcFp1WEpscHlQaEpPbVhYMzVSNjlhdEZSa1o2VmJudHBUY3JkOFRKMDYwamlhZE9IR2kzZmVVOCtmUFcrZDh2SEhqaGc0Y09LQnZ2dmxHQ1FrSm1qRmpoanAzN3B5dWNycVMyZlUvbzYveDNicDEweDkvL0tGdDI3YkozOTlmdzRjUFY5KytmZFdpUlF1M3ZrOVpQQWpYMHdmbFB1SEtzV1BITkhIaVJGMjhlRkZmZi8yMTFxeFpvMWF0V21uQWdBR0tqSXpVcEVtVDdPWmRUWGxkaW9xS1V1Zk9uUlVZR0toS2xTclo3ZDlrTWxrN2hhYTJZTUVDZGU3Y1diR3hzUm80Y0tEMWR6NEFBUDgyem1jL0JnQmtxT0hEaDF0VEhMVnYzLzVmbnhZMXBYcjE2c2xrTXRuMWtEZWllZlBtMXI4MmJkbzRYTzZPRFJzMktGdTJiSHIxMVZmVFhQZnUzYnVhTjIrZUVoTVR0V0xGQ24zeXlTZmF2MysvM1o4a3RXdlh6bTc1a0NGRHRHclZLcTFhdFVvMWE5YVV5V1RLbE9CaVltS2lSbzRjYVpPS015UWt4T0dmc3hHS3p6enpqTlA1ajFJNmZQaXc2dFdycHoxNzlxaCsvZnFLalkzVjIyKy9iVzNJZDZSQWdRSXUveVJaUnhBNis3T2t1czBJbG4xWkFveHBNWmxNbWpGamhsNSsrV1Y5OXRsbldyOStmWWFWeFYzWHJsM1RsU3RYOU1VWFg2aHUzYnFHdHl0Um9vUysrT0lMK2ZyNlp1aHJhV0VaS1d3Snh1L2Z2MS9kdW5WVDZkS2w5Y0lMTDZoWHIxN1dGTFg0ZHlwUW9JRDY5ZXVuWDMvOVZSRVJFZnJ6eno4MWVQQmc3ZHk1VS9uejU5ZnUzYnUxZGV0V200NFNxVm11VVpaUnlDbE5uejVkaVltSmlvdUxVM3g4dkxadDI2Yml4WXZyN05tek9uMzZ0S0ZHYm5kWTVwWmF1WEtsU3BZc3FYWHIxcWxVcVZJNmNlS0V6R2F6M2QvOWR2RGdRZlhyMTA4ZE8zYThwM212N3ZXOHNtZlBydjM3OSt2NTU1L1g1Y3VYMWJCaFF4MDZkRWlmZi82NU5WQlVva1FKblR4NVVxMWJ0OWFKRXlmVXZuMTdoWVdGcVZ5NWNycDI3WnFoMUpBdFc3YVVoNGZIZlV0QmZhL2k0dUswYk5reXZmUE9PNFpHZ1dmVSszZm16QmxObWpSSmtyUnAweVpKeVFHQWN1WEthZEtrU1FvTEM5Tm5uMzNtOW41TGxDaWhNMmZPdUwxZFltS2lObTdjcUpZdFc2cFlzV0thTld1V3VuYnRxai8vL0ZOZHUzYlZyNy8rcXBDUUVPM1pzMGYxNnRXVHY3Ky9QdjMwVTRjanl1NUZSdGJMWExseXFYVHAwazcvTEhOeEZ5MWExT1Y2cnJoYnZ3TUNBcXlqeFFJQ0F1eWVQM255cEFJQ0FoUVFFS0R4NDhmcitQSGo2dG16cDQ0ZlAzNWZnb3RaVmYvVGN2MzZkWWQvcWU4cG4zNzZxZWJObTZlUkkwZGFPMHIyNnRWTGxTdFgxdkhqeHgzdSs4YU5HM2Jmb3grMDYrbURjcDlJS1RFeFVaTDA4ODgvcTFHalJpcFZxcFFpSWlLc3djSGN1WE5yMWFwVkNnME4xWTRkTy9TZi8veEhUWm8wMGRxMWF4M09VK3JyNjZ1bm5ucEtOV3JVc0p1clBTMEJBUUVLRHcvWDNyMTdOV2JNR0YyNmRNbXQ3UUVBZUZRd2doRUFNa0ZjWEp4MURpbVR5YVNnb0tBc0x0R0Q1WmxubmxHZE9uWDB3dzgvNk8rLy8xYVJJa1VNYjd0NTgyYTNscnR5L1BoeDdkNjlXL1hxMVhNNGoxZHFPWExrMEpkZmZxbWtwQ1JyK2t4TFExRnFQajQrVHA5elovUlhYRnljb3FLaURBWDNVck0weERkcTFFaTdkKy9XaEFrVDVPZm5KMzkvZjNYdDJ0WHQvYm1Ta0pDZ2FkT21LU1FrUkxHeHNmcjQ0NDhWR0Jpb05XdldxRk9uVHVyYnQ2OGlJeU1WR2hwcU41TFhFcFIxNWovLytZOTY5Kzd0Y3BSQzZoR1p5NVl0MDdKbHk5SjFMcGFVcTBicWhFV09IRGtVRVJHaFR6NzV4S1pIdEtWaEpMUG1aNnRTcFlyKytlZWZOTmRMYXpUMXRXdlgzRDYybDVlWHJsNjlxb1NFQkxzR3c1MDdkMHI2WDVxcWJkdTJ5V3cyS3lJaVFtYXpXVVdLRk5HMmJkdFVxbFFwdDQrTHpHZWtQcWMxYitxZmYvNnA0c1dMNjlTcFV6cDE2cFFPSFRxa1gzNzVSVC84OElOT256NnRzbVhMYXNDQUFTcGF0S2lXTDErdXI3NzZTcU5HalpLUGo0L3ExcTJyaGcwYjZ0MTMzMVhldkhtdCszenl5U2ZsNit1clljT0dLVG82T3MwT0hOSFIwWm8zYjU0OFBUMVZyMTQ5blRoeFFqRXhNZHErZmJ0eTVzeHBWNC9kU1d1OVpjc1dTZEs2ZGVzVUdCaW9IajE2T0p6RDY4S0ZDN3A5KzdieTVNbGpiWmpPblR1MzAvM0d4TVRvOU9uVERwKzdlUEdpd3pTUnBVdVgxc0NCQS9YMDAwK3JZOGVPdW5EaGdwWXZYNTZ1RGk0WmNWNDVjK2JVdG0zYjFMWnRXMFZGUlduaHdvVTJIWWJXclZ1bi92Mzc2OVNwVTFxOGVMR2FObTJxN3QyN3ExT25UcXBldmJvKysrd3pEUnc0MEdVOWZQYlpaOVdtVFJ0Tm5qeFpQWHYyZERudm1pTkdncjczRWhpZU4yK2VybDY5YW5pa1VFYThmNy84OG90ZWYvMTFGU3RXVEJNbVRORHJyNyt1NXMyYjY4MDMzMVQ5K3ZWVnYzNTlGUzllWE1lT0hiTyt0a2xKU1VwSVNGQjhmTHoxejlGOGlKNmVuaXBZc0tEZDh2ajRlRzNac2tVK1BqN1drZk9QUGZhWXBPUjVseU1pSW5UcDBpWGx6WnRYUFh2MlZFQkFnTTErdkwyOUZSZ1lxSzVkdTJyNjlPbWFObTJhaGc4ZnJ1SERoNnQ2OWVyYXVuV3JUV3JJbEhyMDZLR3BVNmNhZm4weW8xNW1GSGZydDZ1Nm10NTYvTERWZnlPTVpQZll0R21UaGc4ZnJvNGRPOXJNRys3aDRhSHQyN2RiVTVMdTNyMWJxMWV2MW1PUFBhYlkyRmhOblRyVkxuRDhvRjFQSDZUN2hNWHExYXNsSmFkUkwxaXdvTWFORzZlT0hUdGFyeU5TY3VlaVFZTUdxWG56NWdvS0N0S3laY3UwYjk4Ky9mTExMM1lqM3IyOHZEUjkrblNWS2xWSzBkSFJPbkxraUU2ZVBLbGN1WEpaNTVoM2RnL09rU09Iamg4L0xwUEpKQThQRDBQVFJnQUE4Q2dpd0FnQW1lRDc3NzlYZEhTMEpLbHExYW9PVTJqKzIvWHAwMGViTjIvVzVNbVROWDc4ZU1QYnBTZnc0Y3preVpObE5wdmRTZ1dVUFh0MlF3MFFZV0ZoQ2dzTGMvcjhoeDkrcUxGang5b3R2M1hybHFwWHI2NjhlZk1xWjg2Y09uLyt2SzVmdis1MkdxMzQrSGhyVU9mbzBhT2FQMysrbWpadEtra081ektNaW9wUzl1elpsVE5uVG5sNWVXblhybDJTWktoaDRkdHZ2MVZ3Y0xDT0hqMHFYMTlmelpzM3o1b0dxVW1USmlwWXNLRGF0Mit2VFpzMmFldldyV3JldkxrR0RoeW9BZ1VLNk5TcFU0Yk9KeUVoUWJHeHNVNmZ0elJNV09ZSUtsbXlwT3JYcjIrenpzYU5HM1gwNkZHYmZYYnExRW01Y3VWU2podzU1T0hob2VQSGoydno1czNLbFN1WGF0YXNhYWhzRm9VS0ZWSjRlTGd1WExpZ21KZ1llWHQ3YSszYXRaSmNCd3hTZXZiWloyMTZ5anVxYTQ2V1hidDJUZWZQbjljUFAvemdjdjhMRnk3VXFGR2piRktWT25MKy9IazkvdmpqOHZiMk5sUnVLVGtRdkhmdlhqVnAwa1RseTVlM05yS2VPM2RPcTFldmxvK1BqN1dudnlWRjdKNDllNnlOdzVtUk5oWVp3MVg2UDZPS0ZTdW1XN2R1cVVhTkdycDA2Wkp5NU1paFNwVXFxWDM3OW5ycnJiZjBuLy84eDdwdWpSbzFOR0hDQk8zYnQwL0xsaTNUOHVYTHRXZlBIcHRHVkNrNXlCRWVIcTYrZmZ1cWMrZk9hVGFBZTNoNHlOL2ZYMTkrK2FXZWUrNDVqUjQ5V29NR0RWS09IRGswWk1nUXUvVi8rdWtuK2ZyNk90eFg2am1lZkh4OFZLVktGYzJkTzFjdnZQQ0MwekpzMzc1ZDc3enpqczNyNG1wRS9aNDllNXpPN3hZVUZPU3dRNVBsZFdqWHJwMnlaOCt1dm4zNzZzeVpNeXBac3FUVDR6aVRFZWZWc1dOSGhZZUhxMEtGQ2xxL2ZyMTFEclk5ZS9ib2d3OCswS0ZEaDFTbFNoVXRXYkxFV2c4cVZLaWczYnQzYStUSWtRb0tDbEpTVXBMTkhGbU9oSVNFYU0yYU5Rb05EWFVaN001c1Y2NWNVWEJ3c1ByMjdldld2SFlaOGY0VktWSkVHelpza0krUGorclVxYU93c0RBRkJ3ZnI0c1dMbWpadG1oSVNFcXdkWTFMTGxpMmJYbjc1WmUzZHU5Znc4Ynk4dlBUT08rOVlVNldYS1ZQR1dnOHFWS2lnSFR0MmFNU0lFV3JWcXBYTCs2U3ZyNjhDQXdQMThjY2ZLekl5VW9zV0xkTGd3WU9kQmhlbDVNOURqeDQ5WEpidjVNbVQxdThybVZVdk04cURXci9Ua3BYMVB5MFhMbHh3dUh6MTZ0WHEwcVdMSktsT25UcjYvUFBQSGFiRFR6bmZZVkpTa2tKRFE2MlAvZjM5N2FaT2VCQ3Zwdy9LZmNLaWN1WEtLbHEwcVBXK252STFUcTFFaVJMNjZxdXZOSHIwYUVWSFI3dE1wMjE1LzFhdVhLbTMzbnJMdXJ4TW1USjJ2eDhzNXN5Wm8wNmRPdW4yN2R1YU5HblNQYzFuRGdEQXc4eGt6b3djUEFEd0x4Y1VGS1FSSTBaSWtvWU9IYXJnNE9Bc0xwRXhhYzJWbDlFKytPQURyVjI3Vmx1MmJGR1pNbVV5OWRpLy8vNjc2dFNwb3pmZmZGT3paODkyYTlzVksxYmM4L0dMRnk5dTA0Q2VVcWxTcFd4R29SVXVYRmhqeDQ1MWEwNmtxMWV2cW1yVnFpcGF0S2pDdzhPdHFVYWQ2ZGl4bzhQeit2cnJyKzFTYlFZR0JtckdqQm02ZHUyYW1qZHZiaDA5MnFSSkU0MGRPOWJoeUwrYk4yOHFLQ2hJRVJFUktsU29rRFp2M3F5b3FDaFZxMWJOOERrWmNlM2FOZm41K2FsRml4WjJxWTg2ZGVxa1pjdVcyUVNwSzFldXJMLysrc3RtdmNLRkMrdnp6ejkzbW1MVXo4OVBmZnIwY2ZpNVRrcEtVcUZDaGV6U2FhMVpzOFpwd05KU2htdlhyaWswTk5SaFNxZTBCQWNIWjNoRHg5cTFhMVdqUmczcjQ1VGxkT1R3NGNQcTFhdVhmdnZ0TjVzMGxoNGVIaXBkdXJSQ1FrS3NxYUp2Mzc2dDJyVnJXMTk3ZjM5L2JkMjZOZFBtSTNXWHM2QVM3dDNodzRkbE1wbFVva1FKbDhHQzFLNWV2YXA4K2ZKbGFGa1NFaEowOSs1ZDVjcVZ5MmJVK0owN2R6UjE2bFIxNzk3ZGFSMmRPSEdpMnJWcjUvYm5NQ0VoUVZldlhwWFpiSmJKWkZMKy9QbnRScXhmdTNaTlc3ZHVWZjM2OVEybmJuYmwxcTFieXBNbnp6M3Z4eFZYNXhVV0ZxYWNPWE9xUTRjT051ZWFrSkNnd01CQTFhNWRXdzBiTm5RNkVtelBuajNLbHkrZm9YbXRJeU1qOWRaYmIybmp4bzBQUktwNnM5bXNKazJhNk1xVks5cXlaVXU2UnNEY3kvc1hHeHRycU9OSXl2U0ZKcFBKcms1ZXYzNWRaOCtldFFZelhMbDkrN2JpNHVKa01wbnU2N1UwTVRGUjE2NWRVLzc4K1ExdkV4OGZyM1BuenFsSWtTS1pWaThQSGp5b1BuMzZLRHc4M09IYzB1NTQwT3AzV3JLNi9sc2NPM1pNaFFzWHRnYXI0dUxpZFBUb1VhZjFPVG82V21mT25ERlUzMU15bTgxS1NrcHkrQmx5UjFaY1Q3UDZQcEY2UFNPcGROTWpOalpXNTg2ZGs5bHNscGVYbHdvVktwUnBXVWNBQUhpUW1OeTRBUkpnQklCTTBLRkRCODJmUDErU0ZCRVJvYlp0MjJadGdReks3QURqMWF0WFZhdFdMZm42K21yanhvMXVwekJMcnp0Mzd1alZWMS9WN2R1M3RXWExsZ2N1ZUdBMm01V1ltR2h0bEhEVlc5ZVZQLy84VXlWS2xEQzAvWTgvL3FpZE8zY3FNVEZSWnJOWm5wNmVxbDY5dWsyQXlTSmxnSEhseXBXYU5HbVNoZzBiWmlqdDYyKy8vU1lQRHcrVkxWczJYZWRreElrVEo1UW5UeDVES1U3TlpyTmlZbUowNTg0ZEpTUWtLSHYyN0drR0xWd0ZHQ1VwTkRSVVo4NmNrZGxzVnA0OGVkU29VU1BWcWxYTDZmN0N3OE4xNWNvVjllL2ZQODN5WnFVaFE0Ym93b1VMbWp0M2JvYnNMem82V2t1WExwWEpaRktMRmkxc1VsMCthQjYwYXdRQUFBQUFBRUJHSU1BSUFBK1lCZzBhYU9QR2paS1MwMGMyYU5BZ2kwdGtUR1lIR0tYazlKMXIxcXhSblRwMVZMNTgrVXc1NXQ2OWU3Vmx5eFkxYmRyVXJmUk1jTXpTOHhoNFZCRmdCQUFBQUFBQWp5SjNBb3pNd1FnQW1TRGxYSEh1ekdIMmIxU3laTWxNSDdsVnNXSkZWYXhZTVZPUCtTZ2p1QWdBQUFBQUFBQTgydEtmK0IwQUFBQUFBQUFBQUFEQXZ3NEJSZ0FBQUFBQUFBQUFBQUNHRVdBRUFBQUFBQUFBQUFBQVlCZ0JSZ0FBQUFBQUFBQUFBQUNHRVdBRUFBQUFBQUFBQUFBQVlCZ0JSZ0FBQUFBQUFBQUFBQUNHRVdBRUFBQUFBQUFBQUFBQVlCZ0JSZ0NBVXlhVEthdUxBQUFQRks2TEFBQUFBQUFBQkJnQkFDNWt5OFp0QWdCUzRyb0lBQUFBQUFCQWdCRUE0SUtYbDFkV0Z3RUFIaWhjRndFQUFBQUFBQWd3QWdCYzhQYjJaclFPQVB4LzJiSmxrN2UzZDFZWEF3QUFBQUFBSU12UmFnd0FjTXBrTWlsWHJseFpYUXdBZUNEa3lwV0xPUmdCQUFBQUFBQkVnQkVBa0FaUFQwL2x5Wk9Ia1l3QS9yV3laY3VtUEhueXlOUFRNNnVMQWdBQUFBQUE4RUNnbFFRQWtDWlBUMC81K1Bnb05qWlc4Zkh4U2twS2t0bHN6dXBpQWNCOVl6S1psQzFiTm5sNWVjbmIyNXVSaXdBQUFBQUFBQ2tRWUFRQUdHSXltWlFqUnc3bHlKRWpxNHNDQUFBQUFBQUFBTWhDNUxzREFBQUFBQUFBQUFBQVlCZ0JSZ0FBQUFBQUFBQUFBQUNHRVdBRUFBQUFBQUFBQUFBQVlCZ0JSZ0FBQUFBQUFBQUFBQUNHRVdBRUFBQUFBQUFBQUFBQXhpZjIvZ0FBSUFCSlJFRlVZQmdCUmdBQUFBQUFBQUFBQUFDR0VXQUVBQUFBQUFBQUFBQUFZQmdCUmdBQUFBQUFBQUFBQUFDR0VXQUVBQUFBQUFBQUFBQUFZQmdCUmdBQUFBQUFBQUFBQUFDR0VXQUVBQUFBQUFBQUFBQUFZQmdCUmdBQUFBQUFBQUFBQUFDR0VXQUVBQUFBQUFBQUFBQUFZQmdCUmdBQUFBQUFBQUFBQUFDR0VXQUVBQUFBQUFBQUFBQUFZQmdCUmdBQUFBQUFBQUFBQUFDR0VXQUVBQUFBQUFBQUFBQUFZQmdCUmdBQUFBQUFBQUFBQUFDR0VXQUVBQUFBQUFBQUFBQUFZQmdCUmdBQUFBQUFBQUFBQUFDR0VXQUVBQUFBQUFBQUFBQUFZQmdCUmdBQUFBQUFBQUFBQUFDR0VXQUVBQUFBQUFBQUFBQUFZQmdCUmdBQUFBQUFBQUFBQUFDR0VXQUVBQUFBQUFBQUFBQUFZQmdCUmdBQUFBQUFBQUFBQUFDR0VXQUVBQUFBQUFBQUFBQUFZQmdCUmdBQUFBQUFBQUFBQUFDR0VXQUVBQUFBQUFBQUFBQUFZQmdCUmdBQUFBQUFBQUFBQUFDR0VXQUVBQUFBQUFBQUFBQUFZQmdCUmdBQUFBQUFBQUFBQUFDR0VXQUVBQUFBQUFBQUFBQUFZQmdCUmdBQUFBQUFBQUFBQUFDR0VXQUVBQUFBQUFBQUFBQUFZQmdCUmdBQUFBQUFBQUFBQUFDR0VXQUVBQUFBQUFBQUFBQUFZQmdCUmdBQUFBQUFBQUFBQUFDR0VXQUVBQUFBQUFBQUFBQUFZQmdCUmdBQUFBQjRoQ1FtSm1aMUVSNG9GeTllZFByY1AvLzhrNGtsUVhwUW56TmVRa0pDVmhjQkdTQXIzOGRMbHk3cHhvMGJXWFo4QUFEd1lDREFDQUFBQUFBR21Vd21IVDU4MkdiWjJiTm5YZjZsYmdRK2ZmcTBTcFFvY1Y4Q0p5RWhJWHJ4eFJkMTkrN2RlOXJQamgwN0ZCUVVsRUdseWpvblQ1NVVnUUlGVkw1OGVabk5acHZuVnExYXBlZWVlMDVidG16SnRQTHMzcjFiTldyVTBNNmRPKzJldTNIamhpcFVxS0RseTVjYjJsZGtaS1RHalJ1bk8zZitIM3YzSGhkait2OFAvRFhiZEM0cU5sSU9VZGtjeWlsYXgwUllrdVNRbkhMS0tsR3RSVm1SemJJT0paYUtTam1FVURZcVFxSkZEckZVeU5tV1E5WWhpdWc0dnovNnpmMXRtbnRtN3FtSXo3NmZqOGM4UHVhK3IrdTZyM3Z1dWFmOXpIdmU3K3REZlUvems0cU9qc1ozMzMzSHFXMXQzcyszYjk4R244K1gyb2J0UHE3NS9nRHE5M3F4S1M4dlIxRlJFZjc5OTE4OGV2UUkyZG5aU0U5UFIzSnlNcDQ5ZXdZQUtDNHVSazVPVHAwZTFWMjRjQUdLaW9wNDlPaVJ4SG54ZUR5RWg0ZlgrcndhU24xY3I2eXNMRFJ2M2h4Mzd0eVIyS2E4dkZ6c1VkT3JWNjlZQTNBZlAzNlUrR0I3RDBweTdkbzFLQ29xaWwxZk50bloyVmk0Y0NIcitIdytINXMzYnhiWnh1UHhFQm9hS25YTXFWT253c2pJQ0s5ZXZlSThaMElJSVlUODc1SCtYOTJFRUVJSUlZUVFRaVFxTHk5SHk1WXRwYmE1ZGV1V1NFQ2x0TFFVOSsvZlo3N3N2WGZ2SG95TmpUa2RUOVlYMEphV2x2amxsMSt3ZHUxYUxGdTJUT1o0a3JMN1hyNThpWlVyVjhMQ3dnSTllL1prYmNQbjg5RzBhVk1BUUZSVWxNeGpTZE84ZVhNTUd6WU0rL2J0ZzVPVFU2M0cyTHQzTHlaTW1DQ3k3ZkRod3dBQVoyZG44SGc4a1gxRGh3NkZpWWtKSEIwZGNmWHFWZWpyNjR1Tm1aT1RBMU5UVTZpcnF6UGIzcjkvRHpVMU5XYThtczhGQWdHS2k0dFpyMVZrWkNTdVhMbkNlcjBURXhOeDllcFZORy9lWE9hNVZsUlU0S2VmZmdLUHg4T0NCUXRrdG1kamEydUx4TVJFdWZ2SkV3UmhVMUJRZ051M2IzTnFLKy83R2FpYVgvWGcvWmt6WitEajQ0T1VsQlNvcXFxeTlpa3FLb0tWbFJYKytPTVA5TzdkbTlsZTErdFZVRkNBSGoxNk1FR29zckl5bEphV29yUzBGQ1VsSmFpc3JCUnB6K1B4b0thbUJnME5EV3pZc0FGT1RrNjRkT2tTQmc0Y3lPbmNKZUZ5emV6czdPRHI2d3NMQ3d1WmJiL1UrNzArN3EvMDlIU1VsNWVqZWZQbVlwOFpBSERreUJHTUhEbFNiSHZOejNsYlcxdFVWbFlpT1RrWldscGF6SFpKNzBHZ0tyalpxVk1ucWZPcmpZS0NBbXpZc0FGTm1qU0J0N2QzbmNmYnNtVUxqaDgvam9VTEY2SkpreVo0L1BpeHpMK0RRTjAvT3dnaGhCRHk1YUVBSXlHRUVFSUlJWVRVMGZYcjE5RzJiVnV4N1pxYW1wekhPSG55Skd1UUM2akt4QnMrZkxqTU1heXRyVEZxMUNpOGVQR0MwekgxOVBTazdoODFhcFRFZmUzYXRjTzllL2NBQU5PblQrZDBQRWtHREJpQVljT0dNYzl2M2JvbFYzOVRVMVBXN1FjT0hJQ2VuaDVjWEZ6RTlxbXFxaUl5TWhKejU4N0Z1M2Z2cEk0djNQL3UzVHRvYW1yaTl1M2JNREF3QUZBVkZMcHk1UW9UWEJBR0pXc3FLaXBDZEhRMHBrMmJobSsvL1Zacy8rN2R1OUcyYlZ0MDdOZ1JiOTY4RWRtbnFha0pCUVVGNW5sWVdCaHUzNzZONWN1WGN3N1d0VzdkV2lTNEVSb2FLdk84aGVmczV1YUd5NWN2WStiTW1TTDcyQUl3QUtDc3JGem5MRnBBL3Zjekd3TURBL3o5OTkvNDdiZmZzSExsU3RZMnk1Y3ZSMVpXRmhNd0Ircm5lbWxyYTJQOSt2WGc4WGhRVWxLQ3NySXk4M2o2OUNuczdlM3g2TkVqcUttcE1ZK2FyNm1WbFpWWVlPYk5temZRMXRiR3MyZlBtSUFaajhjVEMzSnhkZmZ1WFJ3NWNvUnoxdktYZUwvWDEvMzExMTkvd2RiV0Z0OThVMVh3S3owOW5YbU5EUTBOWVdob2lMeThQSkgrYk1HMTRPQmdEQmd3QUVPR0RNSEpreWZScUZFajVqb0dCQVRBd2NHQmFadVZsUVU3T3p2V2M1V1VvU2pNUUgzNDhDSHJmZ0JvMzc0OWVEd2UrdlhyQno4L1AvajYrbUxRb0VHY2dzaVNuRGx6Qmw1ZVh2aisrKytaKzZsNTgrWnlYME5DQ0NHRS9HK2dBQ01oaEJCQ0NDR0VTUEgrL1h1Ukw1U3JmNkZyWkdRRUFFeldrVFJ2M3J4QmZuNCtjbk56QVZTVmNsUlFVR0RLT2JacjF3NXQyclNST1o4MmJkcmduMy8ra2RtdVp0bTc2b1JmZEF2LzkvTGx5eGcvZmp4OGZId3dlL1pzc2ZZclZxeEFkSFEwVWxOVFdZT2cwakpUWHI1OGlZNGRPMEpiV3h0WHIxNkZtcHFhekxuWEpraFMwKzNidDNIdTNEbUVoNGVqdExSVUpBdVJ5L0dxbjFQTmF5djg0bDZvZS9mdUlobU1OVlZ2R3hvYUtsSitVQ0FRNFBIangwaE9Ua1pGUlFXMHRiWEYrcWVucDhQUzBoSUE4T3paTXlZTGFjV0tGVml4WW9YRTg2cnU3Tm16Nk5PbkQvTmNHQ0NWSmljbkI4N096cmgvL3o2MmJ0MHE5dDdZdTNldldKLzkrL2Zqekprem5PWUUxTi83V1JpSUVkNmZ3dWU2dXJwWXZIZ3hmdi85ZDB5ZlBoM3QyclVUNlh2eDRrVnMyclFKUC8vOE0weE1UQURVei9YUzB0S1NHUGl1VHRZOUx4QUlVRlpXaGlkUG5qRGJoS1UzOC9MeVJBSzVUNTQ4Z1lxS0NxZnhuWnljc0dUSkVvd2NPUkxIangrSGpvNE91blhySm5PK3dqbEowaEQzZTMzZFh4VVZGVGg2OUNoMjdkckY3RE13TUJDNVZ4UVVGRGpkTzEyN2RzWHUzYnZoNit1TEZ5OWVvRkdqUnN4bnY3R3hzY2gxZWZueXBjUnhaTDJIcFAzd3BLaW9pUG5zOHZiMnhxRkRoNUNZbUFoVFUxT1JINy9NbXpjUDgrYk5FK25yNnVvS1YxZFhBRlVaa0ZwYVdyaDgrVExzN096UXJGa3p4TWJHUWtsSkNVQlZObnQ5ZkdZVFFnZ2g1T3REQVVaQ0NDR0VFRUxJRjZHa3BBUUpDUWs0ZXZRbzh2THlVRkpTOGttT0V4UVVoQzVkdW5CdS85ZGZmK0dISDM1Z25sZi9RcmVzckF3QThPREJBOVoxdUtyYnZYdTN5SmU0d2xKNGQrL2VCUURjdjM5Zll0Wlg5YUJtU2tvS2M5eXdzRENFaDRmajRzV0xFbzlyYTJ1TDl1M2JJeUFnZ05rbXpNU3I2Y2NmZjhTUFAvNG9jYXlhWDZ4WEQzeEpNbXZXTEJRV0ZpSTVPWmxUc0VHSXk5cGlBSHYyRUFDRWhJUUErTDlzcTlwazJQRDVmRFJwMG9RMUFQRHUzVHVvcTZ1TFpaemR1M2VQOVRYeDhmRVJ5VnFLaTR2RDZ0V3JBUUNCZ1lIUTBkRkJhbXFxU0tiaXMyZlBZRzF0elh5UlgxNWVqZ2tUSnFDc3JBdzVPVGxvMzc2OXpITklTa3JDaUJFam1ERzRPbmp3SUdiTW1BRXRMUzJrcGFXeGxzcTF0YlhGaXhjdllHaG95R3hMVGs3R2Q5OTloNE1IRDJMY3VIRVN4eGUrYnNKZ0hGRDc5ek1nSG9nUlBsKzNiaDBXTFZxRThQQndMRnEwU0dRTnZ2ZnYzMlB5NU1rd01EQVFLOEZhMSt0bGJHek1yS1BJNXQ2OWUralhyNS9VTmtMMzc5OW5EVFRWdkNhREJ3OFdhMU05R0docGFZbFpzMllCcU1veW5UZHZIbXhzYkhEa3lCRzhmdjFhWk8xS0Z4Y1hzY3pmdi83NkMzMzc5cFU2MTRhNjMrdmovanAzN2h4ZXZYb2w4bjZ1Q3pzN081RnN5TFZyMTBKQlFRRzlldlVTYWFlb3FBaWdLa0JjczBTcVFDQkFlWGs1RWhJU1lHOXZ6MnkvZHUwYXVuYnRLcEsxS2hBSUVCMGREVWRIUjJaTUlUNmZqNy8rK2d0cWFtb1FDQVRNNTJISGpoM3h5eSsvWU9MRWlVeGJVMU5UK1BuNXdkSFJFUURRcUZFakhEdDJET1BHallPS2lncU9IejhPRlJVVmpCa3pCcXRYcjJZQzg0UVFRZ2o1NzZFQUl5R0VFRUlJSWFUQkpTWW13dDNkblNuNzlpblZMSThueTdCaHd5QVFDSEQyN0ZuMDY5ZFA1QXRkWVZCeDZOQ2hNc2R4ZDNlSHU3czdzK1ppV1ZrWitIdytVMmFVTFRqQXBub0cxcWhSb3hBWUdBaUJRTUFhZ0hqNzlpMGVQWG9FZDNkM2tRd1RnVURBS2JBaFM1TW1UYVR1WDdkdUhlTGo0eEVSRVNGWFVMZTh2SnhUOWhkUXRTWmFUUzlmdmtSWVdCZ0FNRi91Zi9mZGQ0aUppVUhUcGsweGFOQWcxckc4dkx6UXBrMGJlSGg0QUtqS1VKV1VYYVNwcWNsYWtsSlNuMWF0V3FGSGp4N004NHlNREFCVlFZNXQyN1poOGVMRjZOaXhvMGdmWldWbEFHQUNJUFBtelVOYVdocENRa0k0QlJlQi8zdVBjZzB3bHBlWHc5dmJHd0VCQWJDMnRzYStmZnRZUzA0Q1lOWTJ2SExsQ2xOK05UTXpFNWFXbGhnNmRDaHJVRGM2T2hvclY2NWs5aGtiR3pOQm45cStuNEgvQzZUdDJiTUhreVpORXN1eTI3SmxpMWoyclpxYUdqdzlQV0ZzYkN3V0RLdnI5VkpRVUdCS2E3TDkrT0RWcTFjQUlGS1d0YnJxd2I2YTU4aWxSR3JOVXIzNStmbTRlUEVpRmk1Y0NLQXE2RFo0OEdDc1hyMGFKMCtleE42OWU1bDcxTlRVRlA3Ky9oZzdkcXpJOFZ1M2JzMDZWNkdHdXQrQitybS8yTmFXRkdhcEM1MCtmVnJxWEd1dUFjcm44L0hod3dmODhzc3ZDQTRPeHF4WnM2Q3JxeXZTcDMzNzlqQTJObWJLeHJadjMxNGs0SHIxNmxWTW5EZ1JreWRQUm1ob0tQT1pWcE9IaHdkQ1FrTFFyRmt6Mk5qWWlPMFh2c2Q1UEo3SS9kT3NXVE94KzZubXRxeXNMR2hvYUNBNU9SbW1wcWFZTzNjdTR1TGlNSG55WkFvd0VrSUlJZjloN1A5VlFnZ2hoQkJDQ0NHZlNVaElDRWFPSFBsWmdvdDFjZXpZTVFCZ1hiZnU3dDI3RUFnRVlnOTVQSHo0a09rbkRQNFZGQlF3R1N4c0FjSGV2WHVqYWRPbWlJdUxZeDB6S1NrSkZSVVZZbVgwZUR3ZW1qZHZqdWJObTBORlJVWHVoN0J2elN5WjZnNGRPZ1J2YjIvbzZ1b3lhL2ZkdW5XTENheEl3K2Z6V1Y5UHRvZXRyYTFZLzdWcjE2SzR1RmhzKzZaTm03Qm16UnJXWTVhVWxHRHIxcTA0ZCs0Y2dLcHNUajZmTC9FQlZHV2h5bW9qeTlhdFc2R2lvc0lFTmFzVFpxb3FLU2xoeFlvVkNBME5oYk96TTF4ZFhjSGo4U1EraEVGclFQNEFZM1oyTmdJQ0F2RGpqei9pK1BIakVvT0xBT0RuNTRkWHIxNHhRYXVpb2lKa1pXV2hUNTgrME5UVVJNdVdMWmxBaGZEUnJGa3pBR0NlVjg4b3ErMzd1YnJxR1lvQVJMSTlOVFEwUkVxcDNyNTlHNE1HRFVLclZxMDRaOUJ4dlY1Q09UazVVRlJVRkhzSU05WFk5aWtxS3NyTWlKWlhabVltR2pWcXhBUlpkWFIwY1BUb1VTZ29LS0JGaXhad2RIUmtyZ2xRdGE1ZTlldjIzWGZmaWF6aFdWTkQzdS9TY0wxZVJVVkYyTDkvdjFpYjVPUmtYTHQyRGRldVhZTzZ1anA2OSs2Tmh3OGZpanlxaTRpSUVMbU9RRlhXK1lZTkcyQmxaWVdnb0NDeFk2aW9xT0RHalJ1NGUvY3VidDI2aGVQSGo0dnM3OW16SjJKall4RVZGWVU1YythSTlSY0lCUEQwOU1UV3JWdXhiOTgra2VCaVVGQ1F5R2NEVzE5SmE2bFc1K0xpZ3JObno4TE16QXpuenAzRDFxMWJNVzNhTk5qYTJpSW5KNGZ6Z3hCQ0NDSC9XeWlEa1JCQ0NDR0VFTkpnRWhNVE1YZnVYQ1lZMTdselp6ZzVPYUZUcDA2c0pUenJnenlaTmRVSmd4NDJOallZTzNZc3RtelpJakdUaEt2cUpWR3JsMGdWWnNEZHZYdFg1SFY0OCtZTmpJeU1tT0FWbjgvSGxDbFRFQllXaHNXTEY0c0Z0Ylp2MzQ2ZVBYdEt6VEJoVzVOTUZsbkIwMlBIanNISnlRbU9qbzR3TkRURXFsV3JVRmxaaWJGangrTGZmLy9GK3ZYcjRlenNMUE00cGFXbGVQRGdnY1Q5Yk90KzNidDNEeHMzYm9TTmpRMU9uRGdoc20vQ2hBbnc4dkxDaXhjdnhBSm5aOCtleFljUEh6Qm16QmdBVllHSnJWdTNTancyajhkRGRuWjJuZGNlVzc1OE9jYU5HNGZWcTFkajhPREJJdG1Wd2lDVHNySXlSbzhlamF5c0xJU0ZoV0hIamgwSUNBZ1FDN1RkdUhGRExPdXN0TFNVR1VNZXRyYTJJc0UvTmsyYU5FRndjRERHalJzSE96czd2SHYzRHBXVmxSZ3laQWdBWU5DZ1FXalpzaVVPSERqQTZaaDFmVC9uNStjekdXNStmbjV3Y1hGQldWa1phOFlaVzVDU3k0OEN1RjR2V1dNTE13eHJiaGRtT0xPcEdRalMwOU1UZVM0dHMrN3k1Y3RpbjMzZHUzZUhnNE1EWnM2Y3lTbklKRWxEM3UreWNMMWVJU0VoTURJeXd2WHIxMFg2dDJ2WGppa04vZTdkTzliQWIxRlJFWk1kT0g3OGVGaFpXZUhCZ3dkTVpydXRyUzEyN2RvRlMwdEx2SGp4QWk5ZXZHQ2RLNS9QRjh1WUZQcmhoeDhRSFIwdGNmMUhmWDE5SEQxNkZOYlcxaUxibloyZE1XellNQ1FsSldIQmdnVWkreW9yS3lFUUNEajlIZFBTMG9LV2xoWUtDd3N4ZWZKa2RPalFBVnUyYk1HVEowODRaNThDM080eFFnZ2hoSHc5S01CSUNDR0VFNEZBZ0pLU0VwU1ZsVEgvWjVRUVFzalhpOGZqNFp0dnZvR2lvaUtVbFpYcjlPVnliWldVbE1EZDNaMzVtekovL255c1g3OWVhbFpjUTdsdzRRSysvZlpiM0xwMUN4RVJFWEIxZFVWT1RnNFRPSkVVRUdEejVNa1RBRUNmUG4yZ3I2K1BsU3RYQW1BdmtjcTI3bDFlWHA3SWw4eGVYbDRJRGc3R3RtM2I0T2JtSmpMbmt5ZFBZcytlUFRMbnhGYnFrMDNOc290czl1L2ZqeWxUcHNES3lncVJrWkh3OS9jSFVGV3FORDQrSHJObno4YTBhZE1RRlJXRmJkdTJTWDN0SGp4NElMTWNZVTFKU1VuUTFOVEU4dVhMeFFLTURnNE84UER3UUZ4Y25OaGFrOGVQSDRleXNySlk0RWw0enVycTZpTGIxZFhWUlVveUN1ZFRYRnpNT3Evbno1K0xaUEE4Zi80Y3dQK1ZLOHpJeUVCSVNBZ3VYcnpJbEQ4VlpsZ3BLeXZEek13TUJ3OGVaUHEzYU5GQzdKcXhaZGRXSHdPb1dndDB5cFFwWXUxcUdqbHlwTlQ5d25NY00yWU14b3daZ3hrelpxQkRodzdvMTY4ZlUvYlQzZDBkVTZaTXdhRkRoekI2OUdpWnh3VHE5bjRPQ1FtQnBxWW1YcjkramNPSER5TWlJZ0pKU1VreS83dVY3WDFkMSt0VlU4MVNxTUl5bWpXM1YxWldTcHluTUZ1dXZMd2NYbDVlV0xwMEtaTVJXdFA5Ky9kRlBsUHUzTG1EN3QyN2k3VGg4L2xZc1dJRlU1cXpOaHI2ZmhlcXkvWGk4WGdJREF4RVlHQWdKazJhSkRMdTQ4ZVBSUUtSTFZxMFlEMys1Y3VYMGFOSER6UnExQWlOR2pVU0MwUmV1SENCMDMxWC9SeTUvRjJXOVhrc0VBaWdyYTJOYTlldVNSelgxZFVWcnE2dUVyYzVPenNqS2lvSzVlWGxHRDkrUEI0OWVvUjE2OVpCVFUwTmJkcTBZYjB1Rnk1Y3dQZmZmNDhUSjA1d0x2OU5DQ0dFa0s4UEJSZ0pJWVRJVkY1ZWp1TGlZcWxmZUJCQ0NQbTZDTmVKcXFpb1FHbHBLZFRVMURpWGRLd3ZDUWtKVEZuVXpwMDdmN0hCUmFDcXRPYTRjZU9RbHBhR0RoMDY0UGp4NC9EMDlHVDJKeWNubzZpb0NHUEhqa1ZxYWlxekx0clBQLzhNRFEwTkFFQm9hQ2hXclZxRnZMdzhBRUMvZnYwd2R1eFlKaWowNnRVcjZPam9BS2pLeE5MVDAwTkJRUUcwdExTa3pxMWx5NWJ3OFBEQWtpVkxNR0xFQ0xSdTNScWxwYVZ3ZFhWRjE2NWQ0ZWpvS1BQODVNbEFrVVFnRU1EZjN4OStmbjRZUG53NFltTmp4UUl0UmtaR1NFbEpRVWhJQ0JZdVhBaHpjM1A4K3V1djhQTHlrcG90SnluN2k0MlRreE8rL2ZaYjF2VWg5ZlgxMGF0WEw4VEd4b29GR0k4ZVBRb2JHeHVKbWJOc3didWFwTTNMejg4UGZuNStyUHNVRkJRUUV4T0RIajE2d003T0RwY3VYVUxqeG8xUlVsSUNRUDdzdytwcWptRm5aOGU2Tm1MMWN4ZzllalJDUWtKZ1pXWEY2UmliTjI5R2h3NGRjT0xFQ2V6YXRZdlpQbm55WkFRSEI4UER3d05EaHc0VlcrZVFUVzNmejY5ZXZVSlFVQkRtekptRHRXdlg0c3laTXhnMWFoVDY5KytQdExRMGRPN2NtZE81Q05YMzlhcTVMcWZ3dlZKek8xc0dvNUdSa2NnUEM4TER3M0g4K0hHc1dyVUtiZHEwWVoyamdZRUI4MWtEQUR0MjdNRDc5KytSbFpVbDBtN0tsQ2w0K1BDaFdQbksvUHg4c1cwMTEzSDlFdTUzb2JwY0x3ME5EZlR1M1JzVEprd1FDekIrLy8zM3pMKzdkKytPbzBlUFl1TEVpVXltNVljUEg5Q3FWU3VKbVlWQ1FVRkJVRmRYUjF4Y0hESXpNOFdDZkphV2xtalVxSkhJTmtuMzZULy8vQU1uSnljVUZCU2dWYXRXT0hEZ2dGaGZhWVRqWHI1OEdWT25Uc1dCQXdlWWtyMUExZDhEUHo4LzVsNXIzTGd4S2lvcU1HdldMSnc4ZVpMemNRZ2hoQkR5djQvV1lDU0VFQ0pWZVhrNVUrNktFRUxJLzZiS3lrcUpwZDgrcGFOSGp6TC9kbkp5K21LRGl6azVPWWlQajhlRUNST1liZWJtNWtoTlRXV3lqOXEyYlFzSEJ3ZTBiZHNXbHk1ZFl0WXNHekZpQkdiUG5vM3k4bktvcTZ0anpwdzVUS25WMzMvL0haYVdsbmo2OUNrVUZSVmxCaEtsOGZQemc1NmVIdXp0N2ZIMjdWdk1tVE1ITjIvZVJFUkVCS2Z5ZDluWjJTZ3JLNVA1eU03T1p1My81TWtUREJreUJNdVhMNGVMaXdzT0hUb2tNU2pHNC9IZzV1YUd2Ly8rR3gwN2RzVENoUXZSdDI5ZnBwUm5YWDM3N2Jkd2NuS1N1Ti9XMWhhblQ1OUdRVUVCcyszeDQ4Zkl5c3BpeXFPeUVhNDdLZTNScjE4L2lmMURRa0pFMXBJTENRa1IyYStqbzRPWW1CZzhlUEFBMDZkUEIxRDc4cWJWQ1lNb0tpb3FBSUJHalJxSnJhMVgvU0VNV0JrWUdFaHRWMTJ6WnMyWXNxakM0d2l0VzdjT2VYbDUyTHg1TStjNTErYjl2SERoUW1ocGFURUJJazFOVFNRbUptTFpzbVZRVVZHUnVpNWN6WFgwZ1BxL1h1WGw1U0lQWVFhanBPMUNQQjRQaW9xS2FObXlKYk9Pbm91TEMwcExTMkZtWmlaeEhjN3FmZGF2WHc4QVlsbTRRRld3eWRUVVZPUUJBTDYrdnF6YmdTL3JmaGVxeS9WU1VWSEJuajE3V045YmVYbDV6SmdaR1JubzE2OGYzcjkvajd5OFBHaHBhZUhxMWFzd01qSmlmbFFpQ1ovUGg1dWJHM0p6YzdGLy8zNlJOVzBQSERpQXpNeE1yRjY5V3FTUHBQdk94Y1dGK2F4cDNydzV2THk4bUl4bWFmZHB6WEVmUEhnQVJVVkZqQnc1VXF4UDliVlQ5ZlQwNE9IaGdaMDdkMkw3OXUyeUxnVWhoQkJDL2tNb2c1RVFRb2hFd2pKZmhCQkMvaHVLaTR1aHFhbjUyY3FsVnMrdXFaNDk4YVY1OU9nUkhCMGR4VW9aMXNUajhlRHA2WWxWcTFaaDlPalI4UEx5d3FsVHA3Qmt5UklJQkFLbVBONjllL2RFK3QyNGNRT0dob2FzR1QzVjEwZlUxOWZINDhlUFdZK3RxcXFLMk5oWTlPN2RHeVltSnZqMzMzK3hmZnQyZE8zYWxkTTUxdVgxUDN2MkxFYU1HSUdTa2hKczNyd1pjK2ZPNWRUUHhNUUU1OCtmaDdlM045VFYxYUdrcEZUck9jakQxdFlXUzVjdVJWSlNFaE9NT25Ma0NQaDhQdXpzN0NUMnk4L1BsemsybDB3cmFTd3NMTEIrL1hxb3E2dERJQkF3YTNMV0ROb0J3Tk9uVDhVeXpQNzU1eCt4ZHNJeFZGVlZhejB2V2E1ZnY0NERCdzZnYWRPbWNIZDN4OENCQTVrTTBqNTkraUF1TGc0alJvemdQSjY4NytmQ3drTHMyclVMTzNmdUZIa2ZxYXFxd3N2TEM1MDZkY0tOR3pmcWRwSXM1TGxla241QUlldUhGVFd6Mk56YzNQRDY5V3ZzMjdkUFpIdHhjVEYrK09FSGxKU1U0Tml4WXlJL1dORFYxWlU0ZnBjdVhjUXlCbms4SHNMQ3dqQnIxaXl4OWwvYi9WNmR0T3ZGZFQxZGRYVjFEQmt5QkpHUmtRZ01ERVJ3Y0RDbkxIRUFhTjI2TlR3OFBPRGw1WVgrL2Z2RDBOQVFkKy9laFllSEIxeGNYTkNuVHgrcC9ZOGNPWUxKa3lmRDBkRVJibTV1T0h6NE1FSkNRdUR1N2c0TEN3dkV4Y1doWThlT25PYnk4ZU5IYk51MkRiYTJ0cHgrd0dCbVpvWWRPM1pneXBRcG5OYlRKSVFRUXNoL0F3VVlDU0dFU0ZSU1VrS1ppNFFROGg5U1dWbUprcElTMWkvSFB3VmhaaFVBaVdVcHZ3U0RCdy9tSERUNjhjY2ZzWEhqUnBpYW1tTDA2Tkc0ZWZPbXhCS0dRbi85OVJjc0xDeHc1ODRkSkNVbHdkRFFVS3hOZW5vNmZIMTlwWTdENS9QUnVuVnJaR1ptUWt0TEMvcjYrcHptREFDWExsMFNLY3RZVVZHQnBrMmI0dXJWcXlMenVYdjNydGk2a0JZV0ZyQzN0OGZDaFF2bERsUXFLaW9pSUNCQVpydjZESHFibTV0RFQwOFBSNDRjWVFLTThmSHhHRGh3SUZPaWxvMnNBRE1Bc2V5ejJ2RHc4R0QrWFZ4Y0RHVmxaZGJneDRJRkM3Qmd3UUtaNDVXVWxJRFA1MHN0U1ZrWEpTVWxtRHAxS2t4TVRCQWZINCt1WGJ2Q3pjME5NVEV4VEJ1dTZ5OVdKOC83dVZHalJ0aTZkU3Vjbkp6RWdxNEFKR2JlQ3RVbE1DenJlbWxyYStQSEgzOUVhR2dvNnpGckJ2ZGV2bndKUHo4L1pvenFXV2o3OSs5SGFtb3Fmdnp4UjZpcXFxSjE2OVlBcWpMeHhvOGZqOWV2WCtQUFAvK0VwYVZscmM2Rmk2L3RmcStKNi8wbDFMSmxTNUhuQW9FQUhoNGVHRFZxRk5xMWE0ZlRwMDhqTWpKUzZqRVBIejZNeXNwSzJOdmJ3OS9mSHlkT25NQVBQL3lBclZ1M1l0cTBhV2pidGkyQ2dvSWs5di80OFNOOGZYMFJFQkFBVDA5UEJBUUU0UHIxNndBQU5UVTFIRHQyRENOSGprVFBuajNoNStjSFQwOVBtWUhyK2ZQbjQ5bXpaNXcrUXdCZzl1elpuTnB4VlZoWWlPTGlZcG1abjRRUVFnajVzbjMxSlZJTEN3dXhiTmt5bUp1YlEwTkRRMko1RUhyUWd4NWYzME5EUXdQbTV1Wll0bXdaQ2dzTEcvcmo1aitwckt5c29hZEFDQ0hrTTZQUGZuSENRQWNYcjErL1JrQkFBSGc4SGdZTkdvUTJNb0tMTDE2OHdLbFRwekIwNkZBQWdLR2hJV3VadTVwZmNsZjMrUEZqeko4L0g1MDdkOGJ6NTg4UkhCd01QVDA5REIwNkZFT0dETUhKa3lmRmdoaEFWU0RqNWN1WCtPT1BQOUMwYVZPeFVvMkFlUG5HcGsyYjRvOC8vbUQ2VmxaV1FsbFpHVHQyN1Bpa1dhaTNidDFpZmRSV1FFQUEzTnpjQUFCdjNyekJxVk9ucEpaSEJmN3Y5WkwyU0U5UHIvV2MyQlFWRmJHdVd6aHAwaVNrcDZlTGxJU3MvakF5TW1MYXZucjFTcTcxMmVUbDV1YkdsQzgxTmphR3Y3OC85dS9majRNSEQ5WnF2TnErbjJmTW1GSFhVNmt6dHV2VnZIbHpiTjI2VmV6LzZ3Z0RtalczZi92dHQ5aXlaUXVtVHAwcU5uNi9mdjJ3ZnYxNlhMeDRFVzNhdEVIUG5qMnhldlZxREJ3NEVDZFBuc1NCQXdma3loU3RqYS94ZnBkRTB2MVZYWHA2T2g0K2ZNZzhnS29mblZoWldjSGQzUjIrdnI2c0dhTENIeHM0T3p0ajFLaFJ6RnFieXNyS1NFaEl3UFBuejJGbFpRVStuNC9rNUdTSkdjWm56NTVGdDI3ZHNHblRKb1NFaENBd01CQThubWdBdGxHalJqaHg0Z1NtVHAyS1JZc1d3Y3pNRERFeE1TSmx6ek15TWdCVUJWWFhyVnVIc0xBd2VIbDV5Y3lhL0JSMjdOZ0JYVjFkNk9ucHdkdmIrN01mbnhCQ0NDSDE1NnZPWUR4NThpUm16cHlKM056Y2hwNEtJZVFUZVAvK1BUSXpNNUdabVlrZE8zWWdJaUlDZ3djUGJ1aHAvYWRROWlJaGhQejMwR2UvZklTdjE4MmJON0VkMk11YkFBQWdBRWxFUVZSKy9YcnMyTEVEaVltSitPT1BQK0RtNW9iNzkrOWo1Y3FWRWt2UUJRVUZRVlZWVmU0TXI0cUtDcVNrcEdENzl1MklpNHZETjk5OEExZFhWeXhmdmh6YTJ0cVlNV01HQWdNRHNXYk5HdGpZMktCZHUzYVlPSEVpSEJ3YzBLVkxGd0JWYXhVS3paczNqL1U0TmJNVmE3Wi8rUENoekNCcVhSZ2FHdUx2di8rV3VKWlliVlZmb3pFdUxnNFZGUld3dDdlWDJvZExwbzIwREVaWFYxZTR1cnB5bnlTQTNOeGMxclU1ZCsvZXphbS9RQ0RBbVRObjBLNWRPODdIRks1TFZ6T0l3V2Jac21YWXZuMDcxcXhaZysrLy94NUFWV2JVdm4zN2NQLytmZFkraFlXRllobGo5ZkYrcm0vMWRiMCtmUGpBMnZiT25Uc3dOemVYdUo4dDQxUlBUNC9KWE4yMWF4ZmMzTnh3K2ZKbEFGWGxOeTlldkFodGJXMzA3dDM3aTEzVFZwcTYzTy8xZVg5VloyQmdBQU1EQTVGdEowNmN3SVVMRjZDa3BJVERodzlqK3ZUcGFOYXNtVWliMDZkUEE2aktqdDZ6WncrY25Kd2dFQWlRbEpRRVB6OC92SDM3RnFhbXBzakp5WUdIaHdkOGZIeEV5cHNXRkJUQTFkVVZNVEV4VEhuWjd0MjdTNXlua3BJU1FrSkNNSHo0Y015ZE94Y1RKa3lBb2FFaE1qSXljT1RJRVd6WXNBSDYrdnBZc0dBQjFxMWJCMlZsWlltZis2TkdqUUpiSnIwOGhPVm4yVDVIdkx5OEVCa1pDUk1URTFoWVdNREx5MHZzOVNPRUVFTEkxK0dyRFRDZVBIa1NOalkyRFQwTlFzaG5rcHViQ3hzYkc1dzhlUktEQmcxcTZPbjhaN0Q5T3B3UVFzai9OdnJzbDgvWnMyY0JWSDBoMjdselowUkZSY0hLeWdyVzF0WUFxZ0p4aHc4ZlJsaFlHSm8zYjQ1SGp4N2h3b1VMVUZOVHc0MGJOeEFRRUlERml4ZERRME1EQUtTV2FSU1dpRnkwYUJGMjd0eUo1OCtmbzNIanhwZzNieDY4dkx4RXZnUlhWbGFHajQ4UFhGMWRFUklTZ3VEZ1lQajcrOFBmM3g5OSt2VEJtVE5ucEdhclZsUlVRRVZGQlRrNU9WS0RVM3orcC8yL2xNckt5cXdCcE9mUG4rUGN1WFBRMXRiR2d3Y1BBRWd2c3p0NDhHQ2twS1JJUFZiTkFLTHc5UkVHRFNXdGYxbmQ3ZHUzMGFsVEp5WnpTRUZCZ2ZtQzNjL1BUMlN0dHBpWUdQajUrVEhQbzZPamtaaVlDSHQ3ZTdSdjN4NVBuanpCNXMyYk1XREFBSm5IQllCTm16YmgrZlBuME5iV2hwcWFHa3BMUzVHY25Jd3JWNjVnM2JwMUV2czlmZm9VU1VsSjBOSFJnYUtpSWlJaUlnQkE1aGYrSjArZWhMKy9QMmJPbklsRml4WXgyeFVVRkhEMjdGa213SFh4NGtYRXg4ZWpVYU5HS0NrcHdaWXRXMFFDU1BYMWZwWlVBdGJkM1IxYnRteVIvUUxXVU5mclZWWldocmR2MzBvY1g3ak8rYnQzNzZUT28zSGp4dmpubjMvd3p6Ly80TWFORzdoNjlTcFNVMU9SbTV1THpwMDdZK0hDaFRBME5FUnNiQ3oyN3QyTDMzLy9IWnFhbWhnMGFCQisrT0VIT0RvNm9uSGp4aExuSU9rSDIvbjUrYXpsWnVzNzJGOWRYZTczVDMxL0FWVWxvdjM5L2JGNzkyNjR1N3RqL3Z6NStPR0hIOUNwVXllc1dMRUNNMmJNWUVxTUt5Z29vRWVQSGpodzRBQStmdnlJbFN0WFl1Zk9uYmg3OXk3Njl1MkxzMmZQb25mdjNnZ1BEOGZTcFVzUkhSME5TMHRMMk52Ylk4Q0FBYkN3c01DLy8vNkxSWXNXd2MvUGovTWFxaU5IanNUZ3dZT3hjZU5HOEhnOFpHZG5ZL2JzMmZEMzk4ZXdZY05nWldXRjNOeGN6Smt6QjluWjJWQldWb2FTa2hLVWxKU2dxS2lJOHZKeWJOeTRFU1VsSmNqT3prWkpTUWxVVlZYUm9VTUhtY2YyOC9NRG44K0hvcUlpNHVMaUFMQ1hsbFpSVWNIOSsvZkI0L0dnb0tEUUlPdHhFa0lJSWFSK2ZKVUJ4c0xDUXN5Y09iT2hwMEVJYVFBelpzeEFWbGJXSnkzelJBZ2hoQkRDMVljUEg2Q2pvNE0xYTlaZ3hvd1pJcGxaYytiTVFjZU9IYkZxMVNwMDZ0UUp5Y25KbURoeElvQ3FESTZrcENTMGE5Y09QajQrVEovazVHUzBiZHRXN0Rqbno1L0hraVZMQUFEZHUzZkh1WFBuc0hMbFNqZzVPVUZkWFYzaS9MUzB0T0RqNDRORml4WWhLU2tKMGRIUldMSmtpY3oxK0lSZi9QTDUvRThlUkt5TjR1SmlrWkttWGJwMGdaV1ZsY1Qya1pHUmVQLyt2VnpIcUprQkprOUdtTER0aGcwYjRPbnBDYUFxWUZjOU9GTXpnTmV5WlV2czNic1hlL2Z1WmJiMTZ0VUxhOWFzNFhUTTNOeGNCQVVGaVdSUkdoZ1l3TmZYRjE1ZVhoTDdsWldWd2NYRlJXVGIrUEhqMGFOSEQ2bkhzN2EyWnRhRXE2bjZhMVZaV1luVnExY3p6NDJOalJFU0VzSTgvOVR2WjE5Zlg3aTd1MHM5bDRjUEgyTDQ4T0VpMitwNnZaS1RrekZ5NUVpcHh3VkVNNG5adkg3OUduMzc5c1h6NTgraG9xSUNDd3NMVEpzMkRRNE9EakEzTjJmYTllM2JGeHMyYk1DVksxZHc0TUFCeE1iRzR0S2xTNWc4ZWJMRXNTOWR1b1NCQXdleTd2UDE5V1ZkOTdVaGZvVEM1WDcvMVBmWGxTdFgwTE5uVDVpWW1DQXBLUW5EaGcwRFVQVWF6cGt6QjJ2V3JNR1lNV09ZQU9PY09YTXdZOFlNSEQ5K0hDTkhqb1NTa2hKR2pScUY4UEJ3OU8vZm54bDMxcXhaY0hKeXd2YnQyeEVhR2dwdmIyK3NYTGtTbHBhV1NFbEo0WlJKWEpPcXFpcFRlalFoSVFFMk5qYnc4ZkVCajhmRDVjdVhzV0xGQ3JpNHVPRGx5NWVjMW8xZHRHZ1JwOWZwMkxGanVIanhJb0NxejREcDA2ZUx2RWVGd3NQRE1YdjJiTHgvL3g0Yk4yNkV0cmEybkdkSUNDR0VrQzhGVC9BVi9rUjUyYkpsOFBmM2IraHBFRUlhaUsrdkwzNzk5ZGVHbm9aY3JLeXNjT2JNR1FCQWFtcXExQy9BdmlSdjNyeHA2Q2tRUWdocEFMSkt4dFdYci9IdlkzWjJOa3hNVEVReUx0NitmU3N4UTZpNjB0SlM1T2ZuUTAxTkRVMmJOb1ZBSUVCK2ZqNzA5UFFBQU5ldVhZT3BxU2xyT2RWMzc5NGhOemVYVXhiSmwwYTRmcVB3aTNkcDNyNTlpN3k4UEU3cnUzMzQ4QUVsSlNYZzhYaXNyMzlGUlFWZXZIakJxYlRwcC9ibzBTTTBhZEpFYXBZbFVCWHNlLy8rUFVwTFM2R3FxaXF6UFp2S3lrcVVsNWREUVVGQlppQloyUDdldlh1b3FLaEFaV1VsZEhSMG1QZGtmUkVJQktpc3JBU1B4eE1yajFyZktpb3FVRkJRd0pvNUpVbFpXUm1lUEhuQ2xQdjluTmVMaTV5Y0hQQjRQQmdaR1hHNnBrS3ZYNytHam82T3lMYUNnZ0tjT1hNR1E0WU1rYm4rWUcwMHhQMWVuOWRyOSs3ZHNMT3pnN3E2T280Y09ZSmh3NFl4NTNMcDBpWDA2TkdEOVQxY1dGZ284VWV3eDQ0ZGc2V2xKYWUvclRrNU9UQXhNWkY1bnhRVUZDQXhNUkYyZG5ZeWYzeGJWRlFrOGJXcHJLeEVTVWtKeXNyS1JMTGFoV3VDQW9DR2hvYklqd1lTRWhMUW9VTUgxaC9EVkZaV29yS3lVaVI3bXhCQ0NDRmZGNTRjZjhTL3lnQ2p1Yms1TWpNekczb2FoSkFHWW01dWptdlhyalgwTk9UeU5YNkJDbENBa1JCQy9xc293RWdJSVlRUVFnZ2hoUHozeUJOZy9MUS9IZnhFSkMwV1R3ajViNkRQQUVJSUlZUVFRZ2doaEJCQ0NDR2s0WHlWQVVaNTE4NGdoUHh2ZWZmdVhVTlBnUkJDQ0NHRUVFSUlJWVFRUWdqNXovb3FBNHlFRUVJSUlZUVFRZ2doaEJCQ0NDR0VrSVpCQVVaQ0NDR0VFRUlJSVlRUVFnZ2hoQkJDQ0djVVlDU0VFRUlJSVlRUVFnZ2hoQkJDQ0NHRWNFWUJSa0lJSVlRUVFnZ2hoQkJDQ0NHRUVFSUlaeFJnSklRUVF1cFJXRmdZTGwrK0xMUGQ1Y3VYRVJZVzlobG05SDhLQ3dzLzJkZ3BLU2w0OE9DQnhQMFpHUm00ZE9rU3lzdkxhMzBNZ1VDQWhJUUUzTGh4bzlaamZBcXZYNzlHYVdtcHhQMTVlWG1mY1RhU2ZZcHI5T3JWSzN6NDhFRnFtNnlzTER4OStwVHptRitUTzNmdVNMMzJoQkJDQ0NHRUVFSUlJZityK0EwOUFVSUlJZVIveWFKRmkrRHA2UWtMQ3d1cDdaS1NraEFVRkFRWEY1ZlBNcTg1YytZZ096c2JTVWxKYU5Tb0ViTjl6Wm8xS0NzcjR6eE8xNjVkTVdMRUNKRnRIejkreExScDA2Q3VybzZzckN3b0tpcUs5ZlB6ODBONmVqcHUzTGlCNXMyYjErb2NNakl5TUdYS0ZIVHYzaDBuVHB3QWo4ZVRxNysvdno4MmJ0eUlseTlmU20zbjQrT0QwTkJRRkJRVWlHd1hDQVNzeC9Uejg4UGh3NGVSazVNREZSVVZrWDJiTm0yQ3Y3OC85dTdkaThHREIwczlibWxwcWN5NXlhS3RyUTFWVlZXeDdaL3FHaGtaR2NIVDB4UExseStYMktaLy8vNllQbjA2QWdNRE9ZMlptcHFLYmR1MlllUEdqZERWMWVYVVI1cnZ2LzhlT1RrNWN2ZDc5dXlaMlBXczd1UEhqN0N4c1lHU2toS3lzckpFMm1wcmE4UFkyQmlYTGwycTFad0pJWVFRUWdnaGhCQkN2blFVWUNTRUVQSkY4ZlgxUldob0tPTGk0dEN2WHorWjdZdUtpaEFWRllXRWhBVGs1T1RndzRjUDBOUFRnNDJORFJZdVhJaG16WnJKSE9QOCtmTVlOV29VZnZ6eFI2eGN1Vkx1T2QrOWUxZmtlVUZCZ2RpMm1vVEJxK3J0VkZWVllXQmdBS0FxUUZFWENnb0tJc0dxZHUzYUlTWW1CazVPVG9pTGk0T3lzaklBWU1PR0RTZ3BLZUU4N3BRcFU4UUNqSW1KaVhqMzdoMDhQVDFaQTFjdlg3N0VoUXNYMEs5ZnYxb0hGd0hBd3NJQzl2YjIrUFBQUDdGcjF5NU1uVHBWcnY2VmxaV29xS2hnbmo5OCtCQXVMaTVZdW5RcHJLeXNwUGE5ZGVzV3BrMmJob0NBQVBUdDIxZGt6S05IajhMYzNKdzFHRFY0OEdDc1hyMGFMaTR1U0UxTlJaczJiU1FlSXpNekV6WTJObktkVTAwYk4yNWtmVjNxOHhvOWYvNGNTa3BLZFg2UHNybDc5eTVtejU0TkRRME44UGw4bkQ1OUdxTkhqNVpyakpxQllRQ1lQbjI2MUNCb2RZY09IWUtYbDVmTWRvbUppU2dzTE1TVUtWT2tCaUlKSVlRUVFnZ2hoQkJDL2hkUmdKRVFRc2dYSXlFaEFaczNiNGFQancrbjRPS3paODh3Y09CQVBILytISTBiTjRhcHFTbUFxa0JOUkVRRUVoSVNjT0xFQ2JSczJWTHFPTDE3OTRhUGp3LzgvZjNSbzBjUDJOdmJ5elh2bmoxN2lqemZzV01IZHV6WUlYZmZQbjM2SUNFaEFRRGc1T1Frc1U5Q1FnS0tpb3FrdGxGUVVCQjV2bkRoUXVUazVDQXVMZzV6NXN6Qjl1M2J3ZVB4a0orZnoybWVnSGpROCszYnR3Q0F5TWhJS0NrcHdjSEJnZGtHQUkwYk53WUE3TisvSHhVVkZiQzJ0a1p1YnE3WXVNckt5cHdDd1FDd2JOa3lYTGx5UmV6OGFrTlBUdytGaFlXWU5Xc1cwdExTMEtKRkM0bHR2YjI5Y2YvK2ZXaHFhb3BzUDN2MkxGNitmQ2tXZEJYcTBLRURWcXhZZ2NXTEYyUEhqaDJjZ2x4cGFXbm8zTGt6QU9EOSsvY3dNRERBdm4zN01IVG9VS2FOdHJZMnRtN2RpdkhqeDR0c3ErbFRYS00xYTliZzZOR2p1SFhybGxpN25UdDNzcDdUblR0M3hQYjE2OWNQaG9hR3pQUGJ0Mi9Ed2NFQkFvRUFNVEV4ME5IUlFjdVdMZUh1N2k0MjN1blRwNUdkbmMyNmo0Mnlzakp6cnJLb3FhbHhhaWU4eDJmTm1zV3BQUUNVbFpWaDFhcFZtRGR2SG5SMGREajNJNFFRUWdnaGhCQkNDUG5TVUlDUkVFTElGK0hkdTNkWXNHQUJqSXlNT0dVUEFWVlpWd29LQ2dnUEQ0ZWRuUjJUbVZWUVVJQ0pFeWZpd29VTFdMRmlCY0xEdzJXTzVlSGhnWmlZR0N4Y3VCRFcxdFlpWlVSbHFaNHhwYTJ0TGJOa0pBQ3NXTEVDUVVGQnJObFdBQkFjSEN5eGIwWkdCb3FLaXFTMlliTnAweVprWm1ZaU9Ua1o5KzdkZzdHeHNWejlhNnFaamRldFd6ZVI1OEp6MjdWckZ3QmcrZkxscks5TDE2NWRjZXJVS1V5YU5BbEpTVW1janUzdTdpNHp1RlJRVUlDaW9pSVVGUlVCQVBPLzFkY0REQXNMZzQyTkRhWlBuNDdFeEVUdytlTC9hWFRnd0FHa3BhWGhwNTkrZ3JtNXVjaStxS2dvS0Nnb3dON2VYbUwyYTJWbEpjek16S0Nnb01EYTV1ZWZmeGJKZ0h2eDRnVXp4K0xpWWdCVjZ6eldYTWZ3elpzM010YzJyTzlyQkFDNXVibjQ3cnZ2V0kvbjRlSEJ1djNjdVhNNGQrNmN5TGF0VzdjeUFjWlRwMDVoNXN5WitPYWJiM0RvMENHWW1KZ0FxTXE4OWZmM0Z4dnZwNTkrUW5aMk51cytObHUzYnVXODVxbEFJSkRaSmlNakEzLzk5UmNHRFJvRU16TXpUdU1Dd0pJbFN4QWVIbzdIang5LzlqVllDU0dFRUVJSUlZUVFRdW9UQlJnSklZUjhFVUpEUS9IdnYvOWkxYXBWckNVYzJiUm8wUUpwYVdsbzBxU0p5SFp0Ylcyc1dyVUsxdGJXU0UxTjVUU1dnb0lDdkwyOU1XUEdER3pldkJsTGxpeVIreHlFNUNtUitqbXBxNnRqKy9idEtDZ29xSE53VWFoVHAwNFlOV3FVeUxiNCtIaGtaMmNEcUFvYzVlVGt3TjdlSHIxNzl4YnJ2M1RwVXVaNjI5blpNWUVsQU5pM2J4OCtmUGlBNmRPblM1MURhbW9xcmwrL2pxbFRwNHBsaFFVR0JpSW9LRWhrVzhlT0habC9GeFFVd012TEMydlhyc1hxMWF2aDYrc3IwdmJmZi8rRnQ3YzNPbmZ1ak1XTEY0dnNlL0hpQlJJU0V0Qy9mMy9vNnVvaUlDQkE2and6TXpOWnQ4K2JOMDhrd0RobXpCaXhObTV1Ym1MYkZpOWVMRFluTnZWNWpRRGd4bzBieU0vUFp6SW1nNEtDbU5lWTdYMnRyYTB0ZFEzR25UdDN3c3ZMQy9yNitvaU5qWVd4c1RFdVhyd0lRMFBEZWxtREVRQ21UWnRXcnlWU2hkZDZ3WUlGbk9jUUdocUs4UEJ3dEdyVkNtdldyT0hjanhCQ0NDR0VFRUlJSWVSTFJBRkdRZ2doRGE2aW9nTGg0ZUg0OXR0dllXZG54N2xmemNCaWRjTE1LR0hXR2hjalI0NUVzMmJORUJrWmlVV0xGckZtczNFaFQ0blV6MDFZZWhQZ3ZzNmp1N3U3eEV3eFUxTlQvUHp6enlMYjd0eTV3d1N2Tm16WUFEVTFOYXhmdjU3MWV2bjYrakxyUVRvNk9vcnNlL255SmZidDI0ZEZpeFpCVlZWVjR2eXVYYnNHSlNVbHJGMjdsaGxMYU5La1NjeWFpV3ZXck1IbHk1ZHg4T0JCa1RZTEZpeEFlbm82Ni9xSWI5KytSWnMyYlJBU0VnSWxKU1dSZmNIQndTZ3JLMk95R3VzU05DNHZMNGUydGpZV0wxNE1KeWNuTkczYVZLek5saTFic0hyMWFqeCsvSmgxakQvKytBT21wcVo0Ly80OTFOWFZtZTMxZVkzeTgvT1JuNStQT1hQbW9IUG56cGc3ZHk1c2JHemtMaXRjWFpjdVhkQzNiMTlFUkVTZ2FkT216THFHQ2dvS3VINzl1dGpyTGk4REF3TWNQbndZa1pHUm5OcXJxNnZEME5BUTMzenpEZXYrOCtmUDQ5aXhZd0NBNzcvL250T1lNVEV4V0xKa0NiUzF0Wm55cjRRUVFnZ2hoQkJDQ0NGZk13b3dFa0lJYVhBWExsekE4K2ZQTVgzNmRNN1ppN0xrNWVVQnFDcXh5QldmejRldHJTMGlJaUp3N3R3NURCZ3dvRmJIbHFkRTZ1ZVFrcEtDang4L01zK0Y2d1Z5emI3aUdrU3A2ZGl4WXpoNzlpdzhQVDBsQm9Ncktpb2tCcEFHRGh5STNidDNJeTB0VFdUOXdlcEtTa3B3OGVKRjlPclZTeXk0Q0FCR1JrWXdNakpDUlVVRlhGeGNBQUNEQmcwU2FhT2twSVREaHcremptOXNiSXlVbEJTeDdhOWV2V0l0Y1hubHloVWNQMzRjUGo0K3JPTUJWZTlOVDA5UE9EbzZNbXNvN3Rtemh5a3ZLaXU3emNEQVFPSStZVit1d1U1NXI5SHAwNmNCQUhQbnpvV0JnUUhtenAyTGpoMDdZdUxFaWNqS3lrSldWaGJyR0s5ZnYyYmRaMnhzRERNek04VEh4elBibGkxYmhoY3ZYbURObWpWUVVsSkNjbkl5L3Y3N2IzaDdlM002SjZBcTg3Uzh2QndBc0hIalJzNzlxbnY1OGlYemIxMWRYZkQ1ZkZSVVZHRFJva1Z5alJNZEhZMzU4K2REWFYwZEJ3OGVsRmhlbGhCQ0NDR0VFRUlJSWVSclFnRkdRZ2o1d3BTV2x1TFpzMmQ0K3ZRcFNrcEtHblF1WGJwMCtTekhPWHYyTEFDZ1Q1OCs5VFptZEhRMEFQWnlrOUwwNmRPbnpnSEc2aVVqdndUejVzM0RzMmZQbU9mQzROUFNwVXMvNlhHMXRMUmdiVzBOTHk4djVPWGxvV1hMbG1KdHlzdkxKUVlZYld4c29LS2lnb01IRDBvTU1LYWtwT0REaHc4WVBueTQxTG1rcDZjejUzM3QyaldZbTV1anBLUUVlbnA2RXZ1d1pYZ0t4d2dJQ01ENzkrL0Y5aWNrSkNBb0tBaERoZ3hCOSs3ZEpjNzUxS2xUSXRtazQ4YU53K0RCZzZXZVEzaDRPRFpzMklBYk4yNUliU2NQZWEvUm9VT0hvSyt2enhyazdOKy92OFRqeE1mSGl3UVJoYzZmUHc5VFUxUG0rWWtUSjdCanh3NVlXRmhnNXN5WkFJRGs1R1JFUmtiS0ZXQzB0YldWV2FaWUhzSjVob2FHeXZYNnIxdTNEcXRXcllLT2pnNWlZbUxFMXNBa2hCQkNDQ0dFRUVJSStWcFJnSkVRUXI0QXVibTVpSW1KUVd4c0xDNWR1Z1NCUU5EUVV3THcrZFlKdkhuekpnRFJ0ZkhxSWowOUhlSGg0ZERYMThlY09YUGs2dHVoUXdjQXdLMWJ0MnA5Zkdkblo4eWRPMWRxbXkxYnRyQ1dVZVZhdHBScjI3UzBOTVRIeDZPOHZCd0JBUUdJalkwVjJmLzA2VlBrNXVaSzdOK3paMCtKcFNKbHNiUzBSR3hzTEg3NjZTZkV4OGZqNU1tVFRPbGFBQ2dyS3dNQTFzeERBTkRVMUlTRGd3TmlZMk9SbjUrUDVzMmJpN1hac1dNSGxKU1VaQWFTaFFGbm9DcHc2ZVRraElDQUFQejY2NitjenVYbzBhTklUMDhIQUdSbloyUGJ0bTNvMXEwYnJsNjlLdEp1L1BqeENBb0tRa3hNak1RQTQ4bVRKd0VBbzBlUFpyYXBxcW95WldCbFhWZEo5OG1xVmF2ZzZ1cks2WHlFNUwxR2pSczN4cEFoUTFqSE9uSGloTXpqZmZ6NEVYdytueWsvWFAxWWp4OC9adVlmRWhJQ0JRVUZtZU90WExsUzVMbWRuUjNNek14dzZkSWxadHZidDI5bGpzTkdRME5EWkE0M2I5NkV2NzgvakkyTlVWSlNJdlcrQVlDN2QrOWkxYXBWTURBd1FHeHNyTWo2b2wrNi92MzdNMW5nbjlxYk4yK1lmOSs3ZHc5V1ZsYWY1YmlFRUVJSUlZUVFRZ2lwR3dvd0VrSklBM3IxNmhYOC9mMlp0ZHorcTU0OGVRSUEwTmZYci9OWWQrL2V4WlFwVThEbjh4RVZGUVVORFEyNStyZG8wUUpBVmVDdHRyUzF0V0ZzYkN5ekRac3BVNmJJSEQ4K1BwNVpwMDRXSFIwZDVuVmxPK2IrL2Z1eFlzVUtpZjBmUDM0c3NwNWZUVGs1T1dMWm1qazVPU0xQSjB5WWdGMjdkbUhpeElrNGVmSWtNNTZ3aEtXME5mYm16NStQZmZ2MlllM2F0UWdNREJUWmQvMzZkWnc0Y1FJVEowN0V0OTkrSzNHTVY2OWVJVDQrSG1abVpzak16SVNYbHhmV3JWc0hCUVVGYk5pd1FXSy82cDQrZmNvRUdOZXVYUXVCUUlDMWE5ZUtaUjJhbXBxaWZmdjIrUFBQUDdGNjlXcXhJRmxwYVNuT25EbUR0bTNiTW1zM3N2SDI5dVowZllXa0JlZnI4eHB0MjdZTnIxKy9GdWxiWEZ5TXhNUkVKQ1ltSWpnNFdPbzh0YlcxTVdYS0ZHemF0RWxrZTJGaElTWk1tSUJYcjE0QjRGN2FPQ0FnUU9SNTI3WnRZV1ptSnJLTmJXMU5MdExTMHBnc1U0RkFBQmNYRjVTVmxXSHo1czF3ZDNlWDJFOFlRQWFBQVFNR0lDSWlRdXA2c1YraTNOemNXZ2RtNitMZHUzZWYvWmlFRUVJSUlZUVFRZ2lwSFFvd0VrSklBMGxOVGNXNGNlT1lMOVNGbEpXVm9hK3ZEMTFkWFltWlhmOXJoRjhxU3d0a2NYSHYzajNZMmRuaHpaczNpSXFLUW84ZVBlUWVRMDFORFVCVjBJUUx0cUNkUENWU3EvZFhWbFpHZm42K3pENFhMbHhBWVdHaFdKQ21MazZkT2lYeVBEWTJGbHUyYkpIWlQ5cTZlMEk5ZS9hRW41OGZsaTVkaXJsejV5SXFLZ29BbUJMQUtpb3FFdnUyYjk4ZUV5ZE94STRkTytEbzZJaGV2WG9CcUZvWGNPSENoVkJTVXBLNUpsNXdjREFhTldxRUFRTUdJRE16RTB1V0xNSFRwMDhSRlJVRlkyTmp1TG01eVR6UDZnWVBIb3lXTFZ0S3pGQjBjSERBNnRXcmNlYk1HVmhiVzR2c08zLytQTjY5ZTRmWnMyZExQWWFTa2xLZDd3ZWgrcjVHT2pvNktDd3N4TkdqUndGVUJSMjNiZHVHOXUzYk13RkphUVFDQWRPT3grT2h1TGdZNDhhTnc0MGJONkNrcElUUzBsTE81OFkxeXpvd01CRFRwMDhYMlJZU0VvSWxTNWFJalpHUmtRRWJHeHVSYlR3ZUQvcjYraGd4WWdSNjl1ekplb3o4L0h4NGUzc3pwV0JidG15SjJOaFlUcG1ZaEJCQ0NDR0VFRUlJSVY4YkNqQVNRa2dEQ0FzTGc1dWJHL01sTzUvUGg3T3pNeHdkSGRHL2YvOHZKckJZdlhUZHB5UXNsMWhXVmxicmM3OTkremJzN096dyt2VnJiTnUyRGJhMnRyVWFSNWhKcXFpb3lLbDk5VktNUU5YNmVrdVdMSUc5dlQxOGZId0FBTnUzYjBmbnpwMWhZV0dCb3FJaU9EazVvYnk4SE51MmJVT3JWcTJZdmp3ZXIxWnpyZzlkdTNZVmVYN2h3Z1ZPL2NhTkc0ZHQyN2FKYkpzOWV6WU9IRGdnc3MzTnpRM0hqeDlIZkh3OHdzUERNV3ZXTENhUUpDMkRFUUJXckZpQjVPUmt6Sm8xQ3lrcEtkRFYxY1hxMWF0eCtmSmwvUExMTHlLdllVM1BuajNEMXExYjRlN3VMckttYVdCZ0lIUjFkZUhzN016cFBLc2JOMjZjMUd0bFoyZUgxYXRYNDg4Ly94UUxNQXFEY2c0T0RsS1A4ZXV2djNJdTN5cExmVjZqaElRRTdOcTFDNmRQbjJiMjllM2JGNy85OWh2TXpNdzRsZTNkdlhzM2R1L2VEYUFxZ0t5a3BJU3NyQ3o0K2ZraE9qcTZYdGRPRlByNTU1K3hjT0ZDa1czQ1V0Uk5temJsTk1adnYvMkd0bTNiaW0xLytmSWxObTdjaUlpSUNIejQ4QUc5ZS9mRytmUG5vYUtpOHRVR0Z3TURBMUZZV1BoWmp1WGw1Y1g4MjhqSTZMTWNreEJDQ0NHRUVFSUlJWFZIQVVaQ0NQbk0wdExTc0h6NWN1YjVzR0hEc0dYTEZ0WXZydjhyaEVHSk4yL2VvRm16Wm5MM3YzSGpCdXp0N1ZGWVdJaW9xQ2lNR0RHaTFuTVJacFJ5TFdsWXZSVHF3WU1INGVmbkIydHJhNFNHaGpKQm1kRFFVTGk3dTJQaXhJa0FnSjA3ZDhMZTNoNXo1ODVGV0ZnWSt2WHJWK3Y1ZmkxNFBCNysrT01QOU9uVEI3ZHYzd1pRdFI0ZkFHYnRRVWwwZEhRUUdocUtjZVBHWWR5NGNYQndjRUJBUUFENjlPa0RUMDlQcVgzWHJWdkhsTGZjdkhrenMxMUpTUW5MbGkyRHM3TXpEaDgrTE5lNXlKcnZkOTk5aDdadDJ5SXhNUkdCZ1lGTUFCMm9DakFhR3h2TFhHOVUzdlVVNVZtN1V4SXUxeWd1TGc0cEtTa1lQSGd3SmsrZWpDbFRwcUJIang1TVdkSXRXN2Fnb3FJQ1BCNlBkZTNPdVhQbm9uZnYzcGcwYVJJQVFFdExDNXMyYmNMeTVjdmg0ZUVoc2xabWZWcS9mcjNFRE1hWEwxK0tiR2ZMWUFUQVd2YTR2THdjdzRZTncvMzc5OUdtVFJ2NCt2ckN3Y0ZCNnZVUUJqWWI4Z2NGc2pnNE9FQkxTK3V6SE92UFAvL0VtVE5uQUVEdWt0YUVFRUlJSVlRUVFnaHBPQlJnSklTUXoyelZxbFhNdjZ1dkJmZGYxclp0VzV3OWV4WVBIanlRTzhCNC9mcDFPRGc0b0xpNEdIdjI3TUdnUVlQcU5KY0hEeDRBQUF3TkRUbjMrZmp4STVZdlg0NXQyN1poMEtCQjJMNTlPeW9ySzVuZ0RGQlYwbFA0M056Y0hKR1JrWmcyYlJyczdlM2g3T3dNSHg4ZnFlc0kvaTlvMWFvVkxsKytqT2JObXdQNHZ6SzAwa3FrQ2xsYlc4UGYzeCsvL1BJTE1qTXpZV0ppZ3AwN2Q0b0U3OWgwNjlZTlRaczJsUmd3bmpadEdxeXNyR1FlLzg4Ly8wUmFXcHJNZGtMRGh3L0g1czJiY2U3Y09Rd1lNQUFBY08zYU5lVGw1Y0hiMjF0bS95VkxsbURKa2lXY2oxZGZaRjBqZDNkMy9QYmJiOURUMDJQdGIyZG5oMG1USnFGOSsvWll1M2F0MlA2NWMrZWlYYnQyVExBZEFIcjE2dlhKMXlqODZhZWY4Tk5QUDdIdXEwdHdscy9uSXlBZ0FJOGVQY0trU1pOa3ZoOEI0T0hEaHhnMWFoUThQRHd3YTlhc1doK2JFRUlJSVlRUVFnZ2hwQ0ZSZ0pFalBUMDk1b3V5S1ZPbWNPclR1blZyN04rL0h3Q1lOYU5xcTB1WExyaDU4NlpjNnhMVjFkaXhZNkdpb29MVTFGUThlZkpFYWxzREF3TnMzNzRkQURCa3lKRFBNYjFQUWxkWEY5Ylcxa2hKU2NHTEZ5OVkyd2lESCsvZXZjUDc5KzlyZlN4MWRYV3NXYk1HQUxCNDhXS3hzWGJ0MmdVQVdMUm9FWjQ5ZTFicjQ3QVJsajNUMDlPcjB6bVEyaEdXYVp3NmRTb0NBZ0srNkN5V3o2VmJ0MjdZdVhNbk1qSXk4UDMzMzNQdWQrWEtGWXdaTXdZVkZSV0lqWTFGNzk2OTZ6eVhLMWV1QUFEbjlSdVRrcExnNit1TGh3OGY0dWVmZjhiNjlldlJ1blZyc1hZaElTRUlDUWtSMlRabnpoemN1blVMa1pHUjJMZHZIeVpNbUlEZmZ2dE5ab1pjZlJHV2cxTHc1bmNBQUNBQVNVUkJWQVhxSndPT0MySGdDdmkvdFRlRjYxNUtrNU9UdzZ4dEIxU1ZQajEwNkJDbVRac21OVUR2NE9EQW1ra25OSERnUUM3VHhwMDdkK1FLTUE0ZE9oU2JOMi9Ha1NOSG1BQ2pjUDZ5eXFNQ3dMSmx5ekJqeGd6T3gydlRwZzNudHJKSXUwYmR1bldUMmxkZFhSM2EydG9JQ3d0RGl4WXRaR2FZQXR5emhldkMzOThmVGs1T0l0dWlvcUt3Y3VWSzNMdDNUMlQ3dFd2WE1IYnNXTTVqRHhnd2dMbkdYTHgrL1JxUEh6L0dqUnMzbUczNzl1MkRuNThmeXNySzRPL3ZMeEtBSllRUVFnZ2hoQkJDQ1BrU1VZQ1JJMDFOVFl3YU5VcXVQc3JLeWpBMU5hM3pzUTBORFpHVWxJVEhqeDlqMXF4WnlNek1oSktTRXVmMXdhU1JGbHp5OXZhR2lZa0oxcTlmTDNNZEtEVTFOVmhhV3RaNVBrbEpTZWpidDIrZHh4SEt5TWdRVy85S21na1RKbURseXBVUUNBU1lOR2tTRWhJU3hOb0kxNFphdDI0ZC9QMzlhejAzRlJVVlRKMDZGUUN3ZlBseXNXc2hmTC81Ky92TEZXRFUxOWRILy83OThmejVjNXc2ZFVydWVTa3JLM1BLd0pDRUFwYmNHQmtaWWV2V3JSUmMvUDlzYkd6QTQvRncvUGh4ekpzM2ozTy8wYU5IbzZpb0NHM2F0RUZnWUNBQ0F3TloyeDA4ZUpEem1Nbkp5ZmptbTI4d2VQQmdtVzAvZnZ5STdkdTNvNktpQW5GeGNiQ3lzbUw5RVlxNXVUbWNuWjNGTXFpYU5Ha0NkWFYxbkRsekJzSEJ3ZUR4ZUo4bHVGaFJVWUhmZi84ZCt2cjZ6TGJxbWJYVnlWb2ZzUzZFNVdpbEJSZ2ZQbnlJRFJzMllNK2VQYWlvcU1DMGFkUFFxMWN2ZUh0NzQrZWZmMFp3Y0REYzNkM2g2T2pJT2c2WDRPV25ZR2xwaWIxNzk2Si8vLzdNdHJpNE9IVHMySkcxMUdaTmxaV1Z6QnF0RFluTE5hcU94K01oTkRRVS8venpEMzc5OVZjWUd4dlhxV1J4WFJRVUZLQ3lzaEs3ZCsrV3F3UzFrWkVSZHUvZURTMHRMYng2OWFyZUE2RENMR25oRHhHdVg3OE9OemMzOU8vZkh4VVZGWmcvZno2NmQrK085dTNiMSt0eENTR0VFRUlJSVlRUVF1b1RCUmlsME5iV3hwczNiNWkxY2hxQ2hvWUdkdTNhQlEwTkRlanE2dUxObXpjQWdGOSsrUVZlWGw1MUhyOVJvMGFzMjQyTWpHQmlZZ0pBdmkvbTY4disvZnRsWmsxS282ZW5od2tUSnNqZFQ5am43ZHUzU0VsSnFmWHhQNmNtVFpxZ2YvLys2TisvUHdZTUdBQWpJeU1BVlY5WTFpYkF1R2JOR3JteVptcVM5SjRpb243OTlWZE9aU0gvSzFxMGFBRnJhMnVrcHFiaTBhTkhuTE94aW9xS0FBQ1BIajNDbzBlUDZqeVArL2Z2NCtMRmk3Q3hzWUd1cnE3TTlpb3FLdGl6Wnc4cUt5dVo2OW1xVlN2V3RwcWFtaEwzeVpNQlZWcGFpaGN2WGtqTnlwTkVtTEU0WXNRSVhMeDRFUnMyYklDMnRqYU1qWTNsV3UrdnVnTUhEdURBZ1FPMTZudml4QWtBRUh1dEt5b3FjT3JVS1VSRlJlSFlzV09vckt4RWx5NWRzR3JWS2liRDFkcmFHaXRXck1DK2ZmdncwMDgvWWRteVpSZzFhaFJHang2TmZ2MzZmZExBS0JkOFBoL0RoZzFqbnFlbnB5TTNOeGRMbHk3bDFIL2x5cFZZdVhKbHZjemxVMXdqYVZSVVZMQno1MDc4OHNzdnNMQ3dZTFpYVkZRQStIeHJEMXBhV3VMZmYvK1YyVTc0ZDFPU2dvSUN1WSt0cUtpSTE2OWZvN3k4WE94SE8rZlBud2NBNWtkb2FXbHBFQWdFMkxsekp3UUNBZHEwYVlPMHREUUtNQkpDQ0NHRUVFSUlJZVNMUmdGR0tlTGo0OUcrZlh0TW5Ub1ZEeDgrL096SFYxWld4dDY5ZTJGbVpvYnk4bkpNbXpZTnVibTVuK1hZdHJhMkFJQ2JOMi9pNXMyYmNuMjVKcXZ0Ky9mdllXQmdJTFZOUkVRRTB0UFRPUit6SmdzTEM3a0RqSjA2ZFVLblRwMEFBTHQzNzhhSER4OXFmZnhQaGMvbm8wT0hEdWphdFN1NmRlc0dDd3NMZE96WVVlekwycnk4UEZ5N2RnMnFxcXBmNUhuOEYxVmZpMDlMU3d2ang0OXZ3Tmw4bVR3OVBaR1Nrb0pObXpaSnpFU3NxVFpmL0V1emFkTW1DQVFDaVd1MXNWRlNVdUpVWG5UejVzM1l2SG16eFAyelpzM0N1blhyeExhL2UvY09mZnIwUWVQR2phR3Fxb3FuVDUvaXpaczNjcTBSQ1ZRRkY0V0JqVHQzN2lBcUtvckpsSFoyZGhaci8rTEZDeWdwS1VGVlZSV0tpb3E0Y09FQ0FJaGxXSnFZbUlpVnhqNSsvRGp1M0xuRFBDOHZMOGZzMmJPaHBxWUdGUlVWS0NnbzRQNzkrMGhKU1lHYW1ocjY5ZXNIb0NvSUZ4Y1hoL2o0ZUtaTWRZOGVQZURsNVlYaHc0ZUxIRU5YVnhkYnRteUJwNmNuTm16WWdOallXRVJIUnlNNk9ocWFtcG9ZTm13WWdvT0RwV1prKy9qNElEUTBsTlByeHdXWDl3RmI0TEJseTVaaWYvUDgvUHprV3AvUHdNQUFwYVdsVEJaNTlXejArcnhHWExWczJSS1JrWkY0OXV3WmlvdUxvYXlzakNOSGpnQ29LcVBLaGI2K1ByTUdKTUQrK3JKdEt5Z293Tk9uVDVHYW1pcDEvRjI3ZHVIMzMzOFhLVlhLNXVuVHAyalNwQW1VbFpVNXpSdW95bHJPeU1pQW5aMGR1blhyeHZ5ZGZ2TGtDZUxqNDZHcHFja0V5NFVaa3BjdVhXTEsvWDZPc3JHRUVFSUlJWVFRUWdnaGRVRUJSaWxhdFdvRlZWVlZacjA2U1cyeXM3TmxqaVZ0REdOall6eC8vbHhrbTZhbUpsTmFUU0FRWU83Y3VUaDkralN6Zi8zNjlkaTJiWnZFTVlWbFZRSFVxa3pyNk5HakFZREplSkMydmxWTnN0cHlLYjg1WXNRSWRPalFnZk14YTJKYi8weVdhZE9tQWFncVN4Y1dGbGJyWXdOVjJSc2hJU0hZc0dFRE1qTXo2elNXblowZG1qVnJocTVkdThMTXpJdzE2eTB2THcvbno1OUhlbm82enB3NWcvdjM3OWY2ZUo2ZW5weld6Q0x5RVpZWkJLcXlhdVM1cC80cit2YnRpOUdqUjJQWHJsMllPWE1tT25icytGbVBuNW1aaWVqb2FJd2RPMWJ1ZFhNaklpTHFmUHgyN2RxeGJ0ZlEwTURIang5RmZtRFN1blZyWmcxWHJvcUtpdkQyN1Z2MDZ0VUxrWkdSME5QVGs5cmUyOXNiY1hGeFl0dHJCcXJNemMzRnlrVS9mLzVjSkhqRjUvT1JuWjNObEppdWZoNEJBUUZNTU9YZXZYc0lEdytIaW9vS0hCMGRNV3ZXTEpscllSb2JHeU00T0JoK2ZuN1lzMmNQZHUvZWpmdjM3MlBZc0dFeS85NE1IejRjTFZxMGtOcEc2T2pSb3pKLytGTGJ6ODdHalJ1TC9mREd6ODhQZm41K2NvMVR2VTlFUkFTejFtTjlYaU41OEhnODlPclZTeVJJQ0FBLy9QQURwLzd1N3U2MVhudGFuczhQTG0yUEhEa2lWd24zUC83NEEvUG56MGRHUm9iSSswWkJRUUdtcHFaWXRXb1ZrL0UvYXRRb0JBVUZZZHk0Y1FDcTN0TmNYeU5DQ0NHRUVFSUlJWVNRaGtJQlJnazBORFNnbzZNRG9DcDQ4em5YY0RJd01NQytmZnRnWm1ZR0FGaThlREgyN3QwcjBxYW9xSWdwRGNpbWVuYUF2S1ZHemN6TTBMVnJWNVNYbHlNNk9ocUE3TEtYSmlZbXlNakk0TlNXaS9uejU5ZDVESGswYWRLRVdUY3RQajYremhtcmdZR0JHRE5tREd4dGJlSHM3TXdFZTZ1dmQ2YWxwY1g4dTNuejVremdzTHk4WENUZ3ZHelpNcEd4Mzd4NWc3Ly8vaHRYcjE3RjFhdFhjZVhLRlR4OStsU2t6Y0NCQXpGLy9uekV4TVJnMzc1OWRUb1hVaitxWjVKKzk5MTNEVGlUTDl2NjlldVJrWkVCVjFkWEhEOSsvTE9Wa2YzdzRRTmNYVjFoWUdEQW1rVW9pekNRODZuazVPU2dvcUlDbFpXVjRQRjQvNCs5KzQ2SzRucjdBUDVkV0tRS1VoWEJUaXpSWHl5WXhCNnhKckdnZ3FKR1k0MGxhbXhZRThRdUtuYkZpcUtpZ0EwVkd6YUNZcThSN0FVRlZCU2txZlRkKy83Qm1YbTM3eXdzb3Nuek9XZVBzdFB1N016T3pON24zdWNXYXd4ZUd4c2JIRHg0RUM0dUxvS1dIeng0TUdyWHJnMkpSQUxHR01SaU1WcTJiQ2tYWkxseDR3WXNMQ3lVbHQyMGFaTlNJNWdyVjY0Z096c2JPVGs1S0N3c1JMbHk1Zmo3TEdmZ3dJR29XTEVpbWpWcnB2Tzl4TUhCZ1c4ZzhmanhZNVhqSEhMcHhqbXRXN2NXM0RNdkpTVUZOMi9lVkhwLzRNQ0JhTktrQ1lDaThYU0xTOSs5bXJuUFZ0L0hTQmNHQmdZWU8zWXNFaE1Ud1JpRGhZVUZ1blRwb3ZFekh6MTZOTjhnWThhTUdjWGV0cjU3Tnl2cTFLa1QvdmUvLzZtZFhyZHVYWnc4ZVZMUXVzek56WEhxMUNuczJiTUhJcEVJdlh2My9pUmpzUkpDQ0NHRUVFSUlJWVNVQkFVWTFlQlNaZWJtNXVMbHk1Y3FLeW9CSUNFaFFXMGxhSEdDYm01dWJ0aTZkU3RzYlcwaGxVcmg3ZTJOTFZ1MkZHTVBpbS9Ja0NFQWlucHJKQ2NuZjlKdGN6cDM3bHppRkttNmpLRTRhdFFvdmpMUDM5Ky8yTnNGZ0JFalJtREFnQUVBZ05ldlg4dnR4LzM3OTFVdUl6dFBZbUtpWEcrS1U2ZE80ZXJWcTRpTmpVVnNiQ3dTRXhPMWxxRnUzYnBvMzc0OXFsZXZEaHNiRy9qNSthbWM3L1hyMTNKL096bzY4dW4xaUg3bDVlWHgveTlKaGYyL25ZMk5EZmJ0MjRmRGh3L2ozcjE3Zk9DbXROMjlleGM5ZS9hRXU3dTdYUEQvY3lFU2lRVDEvdFpHbHg3dFFvSnZOV3ZXRkx3K2tVZ0VjM056cmVreEZYdElGb2U2ZS9ia3laTXhlZkxrWXExejd0eTVtRHQzcnRMN3ExZXZMdGI2RkFudFNhbXIwamhHc3JRRjhuUU5FbkxQSUo4N2ZZMlB5Ykd5c3NKdnYvMm0xM1VTUWdnaGhCQkNDQ0dFbENZS01LckI5UjQwTVRGQlptYW0zRFRaZEtlN2QrL0dxRkdqOUxKTmtVaUVsU3RYd3RiV0Z2bjUrUmcxYWhUMjdkc0hvR2dzcGNPSEQyUHYzcjNZdm4wN0Nnb0s5TEpOUldabVpud3ZpcTFidDViS05vUVlQSGd3T25Ub1VPemxkYW1vTlRjM3g0Z1JJd0FBSjA2Y1FHeHNiTEczMjYxYk55eFpzZ1JBMFZpVGZmdjJMWEV2aWhrelpzaWxzUk9pY2VQR0FGRGk5S3hFZndvTEMvbi9xK3BOUlA1ZjdkcTE0ZTN0L1VtMzJiUnBVNjJwT0FraGhCQkNDQ0dFRUVJSUlZUVVvUUNqR2kxYXRBQUFGQlFVb0tDZ0FDS1JpTy9oSmp1V1VHNXVydDYyeVJqRHZIbno0T2ZuaDE5KytRVlhybHpocDQwWk13Yk5temRIOCtiTllXaG9pSTBiTitwdHU3S0dEeCtPOHVYTEF3QXVYTGdnTjAyMlI2WW1tc2FiRk5xVHMxKy9mb0xtMDRlSkV5ZkMydG9hQU9UR3VkUlZxMWF0RUJnWUNBTURBMGdrRWd3Yk5nejM3dDJUbTBkMi8yMXRiZmxVckRWcTFKQWJvdzhvK2h3dExTM2g1T1NrVTREUjBOQVFiZHUyQlFCY3Zud1o2OWV2UjBCQUFEKzlWNjllQ0FvS0FrQTlGc3VLU0NRcTZ5SVFRZ2doaEJCQ0NDR0VFRUlJSWNWR0FVWVZEQXdNK0FETitQSGpFUndjTEJkY3ExU3BVcWx0KzhDQkE3aHc0WUpjNnNwS2xTcGh5cFFwQUlDblQ1OWkyN1p0cGJKdFUxTlRqQjgvWHRDOG1vS0lpZ3dNREFUMzJGcTFhaFhDd3NKdy9QaHh2SDM3VnZBMkZObloyYUZMbHk1SVNVblJPRitWS2xYME10NWptelp0c0hmdlhwaVltSUF4aHRHalIvUGpMaGJYa3lkUDBLUkpFOHlhTlFzdlg3N0VreWRQSUpWSzFjNHZFb2xRdFdwVitQajRvRktsU3BCS3BUaHk1SWpTZkc1dWJpVXFGeUdFRUVJSUlZUVFRZ2doaEJCQy90c293S2hDeTVZdCtUSFN6cDQ5cTNGZW9ZRTJiZlBGeHNhaVpjdVdrRXFsU3VQaUxWbXloQjhQeWR2YkcvbjUrWExyYk5xMHFjNHBORlVaTVdJRTdPM3RCYzNyN093c2VMMmFlajZPR1RNR05XclVVSHIvZi8vN24rRDFhOU91WFR2Ky84bkp5WEpqTEM1WXNBQW1KaVlsV24vNzl1MnhlL2R1dm9mcjVNbVRFUm9hV3FKMUFzQzZkZXNRR0JnSVYxZFhRVDFIRlczZHVsWGxlSTJhQW95NmpMdWxTVzV1TGlRU2lWN1dSUWdoaEJCQ0NDR0VFRUlJSVlTUXp3c0ZHRlVZTUdBQWdLS2czNnRYcjhxMExQMzc5MGVQSGowQUFMdDI3Y0taTTJkS1pUczJOamFZT0hGaXFheGJFM2QzZHpScjF1eVRiZS8rL2Z0OGdOSE56WTMvYkl0cjhPREJXTDU4T2NSaU1TUVNDU1pPbk1pbkh5MnB2WHYzUWl3VzQvZmZmOGRYWDMwRk16TXpyY3Q4L1BnUno1NDl3ODZkTzdGcDB5YWw2VTJiTmtYVnFsWFZMcThZM0M2dVhyMTY0ZlRwMDNwWkZ5R0VFRUlJSVlRUVFnZ2hoQkJDUGk4VVlGUWhLaW9LN3U3dUNBc0wwenF2MERFRmk2TnExYXBZdW5RcEFDQXBLUW5UcGswcnRXMHRYTGdRTmpZMnVIZnZIcjcrK211dDg5KzllMWZ3dXNWaTlhZFpwMDZkQks5SG42eXNyUGh4Q1pPVGs0dVY5clpmdjM1OFQ4Njh2RHdNSFRvVUVSRVJlaTFuU0VnSVFrSkM5TFkreGJFdEsxYXNpUDc5KzhQUHp3K0ZoWVY2Mnc0aGhCQkNpQkRHeHNiOC85Ky9mMStHSmZrODVPYm00dVBIajdDMXRTM3JvZ0FBSkJJSkRBME55N29ZaEJCQ3lCZEhVMTNUMjdkdjRlRGc4SWxMOU8vMzdOa3pWS3RXN2JONWRwRktwY2pLeW9LRmhZWEd1bEZGaFlXRk9zMVBpajR6QXdNREdCZ1lsSFZSUGp2RlBROUwwNXMzYjFDeFlzV3lMZ2JSRS9yV3FSQWFHb3IyN2R0ckREQ2FtcHJDMDlNVDF0YldPcTM3K2ZQbmVQNzhPV3JXcktseFBqTXpNK3phdFF2bHk1Y0hBR3pjdUZHbmNROWxaV1ZscVh3MWI5NGNRTkg0Z2YzNzl3ZGpEUFBtelJPMHppcFZxZ2grT1RvNkNpNXJlbnE2MnZJVzU1V2VucTV5T3l0V3JJQ1RreE1BRkx2bkpoZGNURWxKZ2J1N2U0bUNpMDVPVHVqVnF4ZjgvZjFoWjJkWDdQVm93cDJ6cWFtcC9IdkJ3Y0dZT25VcTl1L2ZqL0xseThQUzBsTGppOU8wYVZPTjgzMkszb3RHUmtaZjFDc2pJNE12Kzh1WEwwdjk4eUdFRUVLK0JGV3FWT0gvSHhjWFY0WWwwUzRuSndjQkFRRmdqT2xsWFVPSERzV2xTNWZrM3QreVpZdlNqKzBuVDU2Z1I0OGVlUEhpUlltM3E0dUZDeGVpUVlNR3lNM05MZEY2TGx5NEFCOGZINTJYdTNMbENscTFhb1dMRnk4cVRjdkt5b0tycXl2Mjc5OHZhRjFTcVJUang0OVgrNHc2WmNvVXpKczNUK040NTJVaFBqNGV6czdPYU5PbWphRDU5KzdkSy9lcy82WEp6OC9IMDZkUFZSN3pzdkp2UGdaU3FSUnYzcnpCclZ1M0VCNGV6bWZpeWMvUFIxeGNuTktMRzZwRkZZbEVnai8vL0ZOdHhxV0FnQURzMkxGREw5ZFBiZlN4WDRXRmhjVjZsWllIRHg1QUpCSVZlM21wVklxa3BDU1ZyN0pxYUp5VmxZV01qQXkxcjh6TVRLVmwvUHo4ZFBvY29xS2krSWJsUWlVbEphRmp4NDQ0ZnZ5NHl1bWpSNDlXbVMxS1VYeDhQQndkSGRHa1NST2w4Lzdnd1lPb1dyVXEvdjc3YjUzS1ZoSWx2YWZxODlxV25aMnQ5bnhVOXhJaUl5TURYMy85TlNaTm1sU3NjdlhwMDBkdVNLWEN3a0s0dUxoZzNicDFBSUMwdERUQlplRWtKQ1RBMnRwYXAyTjkrZkpsR0JrWjRmbno1MnJuRVlsRTJMSmxpMDVsK1J5OGYvOGVQL3p3Zzl4d1pPUEhqNGVYbDVmZ2RUeDY5QWhyMXF5UmU2K3dzQkJHUmthWU0yZU9UdVdSU3FXWU8zZXV4cy82d29VTFdMRmlCUW9LQ3BTbXhjYkdvbTdkdXZqdzRZUFdNbHRZV0tpZFh0clBEcnFlaDArZlBzV3BVNmMwem5QMjdGaytBNlN1Tm0vZWpPclZxK1BCZ3dkYTUvMGM3MTlFMmVjUnR2NE1hZXFodDNIalJuVHIxZzBXRmhidzhQRFErcVdUeFkzdHFLbkZnSUdCQVFJREE5R3dZVVArUFZVWE1uM2hlaEVlUEhnUXQyL2ZGclNNTGowM05ZM0JxTTZLRlN2VVR1TUNnZ0VCQWNqTHk5TTZuNkllUFhyQTA5TVRBQkFXRm9iSXlFakI1ZUtXNDF5N2RnMERCdzdVT1pXdWpZME5PblRvd1A4ZEV4UEQvMy9uenAxSVRVMHRka0NabzNpTUJnOGVER3RyYTJ6YXRBa2pSb3dBQU15WU1RUEJ3Y0Z3YzNQRDBhTkgwYU5IRDZTbHBaVm91NS9LbDN3anljbkpLZXNpRUVJSUlaK0ZuMzc2Q1lHQmdRQ0tNamQ0ZTN2RHlNaW9qRXVsMnJWcjF6QjI3RmhrWldWaCt2VHBBQ0M0b25QOCtQRll1WElsLzNkQlFRR3lzN1BScWxVclRKdzRFZlBuejFjNUx2aisvZnN4ZlBod1dGbFpJVEV4RWRXcVZkUFB6Z2pRckZrei9Qbm5uMWl5WkFsbXpacWxkZjdrNUdTVjc2ZW1wbUwrL1BuNDl0dHY4ZDEzMzZtY1J5d1dLeld5MjdadEcyN2N1SUd2dnZwS2FmNmpSNC9pNXMyYmdyT1FHQmdZSURNekUxNWVYcmh6NXc3ZjBCQUF6cHc1ZzJYTGxtSFVxRkU2dFhybmp2M01tVE94WU1FQ2xmTzBhdFVLRnk1Y0tGWlFSU0tSWU1pUUlVaE5UY1hMbHk4UkdocUt2bjM3cXAwL0xTME5vMGFOUXExYXRSQVZGUVZ6YzNOczJiSUZ2LzMybTZEdGJkdTJEWU1IRDlhNW5OcWNPblVLMmRuWnlNN094c2VQSDVHWm1ZbU1qQXlrcDZjalBUMGRiOSsreFpzM2IvRDI3VnU4ZmZ1Vy82ek9ueitQVnExYWFWdzNIWVBpZWZyMEtabzJiWXJNekV6K2N6RTJOa2IxNnRYaDVlV0ZGeTllNEgvLys1L1NjdmZ2MzBmZHVuVlZydFBRMEJCUG56N0Z1blhyY09YS0ZkU3BVNGVmRmg4ZkQyOXZiL1RvMFFPLy92cHI2ZXdVOUx0ZnhiMFB4Y2JHb2tHREJzVmFWbGRDN2o4aElTSG8yN2N2M3I1OWk2cFZxeXBscTdwNzl5N3UzNytQQVFNR2FLMEwwdmZ2NzIrKytVWmp3eGtyS3l1NVJyckZjZURBQVFRRUJLQlpzMlpvMHFTSm9HV21USm5DQncxazcydEdSa1pJVEV6RXBrMmJjUDc4ZWFWN25wR1JrVnoyZ2NPSER3TUFCZzBhcEhTc09uZnVqTnExYThQTHl3czNiOTZVdXlkeEhqeDRnSHIxNnNIYzNKeC83K1BIanpBek0rUFhwL2czWXd6WjJka3FyM2NsdWFmcSs5cDI0TUFCREJ3NFVOQ3luSnljSEpYUFNZcmJ5Y3ZMdy9EaHczVmFOMURVR1dUZnZuMW8zYm8xLzU1WUxFWjhmRHhTVWxJQUZOVXhuamh4QW52MzdwVnJkTUlZdzVzM2IxU3VsMXMyUFQxZDdYTVNBRUhQTTkyN2Q0ZVBqdysrL2ZaYlFmdFVVdkh4OGJoeTVVcUoxeU43M3p4OCtERE9uVHNIS3lzckFFVU5QM2JzMklGZmZ2bEY4UG91WGJxRUNSTW00TzdkdXdnSUNJQ0JnUUZmTjZ4cjc3dzNiOTRnS0NnSUd6WnNRR1JrcE5JOUlqOC9INy85OWh2ZXZYdUhQbjM2S0gxWFQ1NDhDWkZJcERaNFdGQlFBSWxFd21jb2tXMjB4NTNQK3ZwKzZmTThEQXNMdzd4NTgzRHExQ20xejJLUEhqM0NybDI3RUJ3Y0xLaWNzanc4UERCdDJqU01HREVDNTg2ZDB6anY1M2ovSXNvb3dLaUZrWkVSMnJadGkvNzkrL1B2Y1drbTM3eDVJNWZXU1YrV0xGbUNMbDI2NkcxOVRaczJWZmwrWW1JaWdLS2IrMisvL1lZLy8veFRiOXNzS1Y5Zlg3WFR1TURob2tXTFZMWnFVNXhQRVhkQlQweE1oTGUzdDZEeTFLaFJBeXRXckVDN2R1MzQ5eUlqSS9ITEw3OW9iTWtwcTNMbHl2RDI5a2FMRmkxUXIxNDlwWWZNOVBSMG5EbHpwc1FQMGFvWUdSbGgzTGh4QUlwK1pIQUJ4dXZYci9POUw3LzU1aHY4OE1NUENBOFBSNlZLbFRUZW5HUlpXMXZEMU5TMHpNY3JKWVFRUXNpWHAydlhycWhldlRxZVAzK08yTmhZZUh0N3c5L2YvN01NTXJacDB3YWpSNC9HckZtejBLRkRCelJ0MmhUeDhmRW9MQ3pFa1NOSDBLMWJOejRsbDFRcVJYQndNSll0VzRZR0RScGcwS0JCY3V1eXRMUkVhR2dvMnJadGk5RFFVSlUvZkFzTEN6Rm56aHdNSERnUUN4Y3UxTmp5dVRTMGE5Y083dTd1ZktXRU50cXlscmk3dTZ1ZFZxdFdMVHg1OG9ULysvMzc5OWkxYXhjR0R4NE1lM3Q3cGZtRGc0TlJzMlpOMUs5Zlgrblp1WHo1OGlnc0xFUjhmTHpjKzcvLy9qdU9IajJLSTBlTzRJY2ZmdURmWDdSb0ViNzU1aHY4L3Z2dlNpMnAxUVZUWlBuNysrUFhYMytWQzZqb3c3UnAweEFkSFkzUTBGRHMyclVMSTBhTVFNT0dEVkd2WGoyVjg5dlkyR0Rmdm4zbzNMa3pQRHc4RUJFUmdkNjllMnNOMGdGUXUwNTlVQndTdzlUVUZCVXFWSUMxdFRXc3JhMWhhMnVMNzc3N0R2YjI5ckMzdDBlbFNwVlFxVklsdUxpNENONEdIUVBkRkJRVUlDTWpBekV4TWJDMXRZV0Rnd1BmRUZxV2JEWWd4Y3hORW9rRWp4OC9sbnR2d29RSk9ISGlCUGJ0MndjUER3LysvVEZqeHNEVzFoYmUzdDdGK280SnBZLzlralYzN2x5bElVYlV1WC8vUHJwMzc2NTdvVXZnL3YzN1d1ZVJyUXd2VjY2Y1VxWUFyazdpL1BuemtFZ2tBSXA2MHE5Y3ViTFVzd3BjdTNhTjM2WWlmMzkvUWIyekNnc0w1ZTRkaXZyMzc0OHRXN1pneDQ0ZE1ETXpVenNmZHg0R0J3Y2pORFFVQUpTeWpybTZ1c0xPemc1U3FSUXRXN1pVV2tmOSt2WGxQck85ZS9mQzBkRlJaWkRBMU5RVTI3WnR3NWd4WTdUMmZPS21mL2p3QWVYTGw4ZkRody81YkZvaWtRZzNidHpneTg4RkpSV1Y5SjVhV3RjMklhbnhEeDQ4cURJWXFTbkEvczAzMzJoZHIySUFlOHVXTFRBMU5WWHFrV1ZxYXNvL282MVpzd1llSGg3bzBLRURObS9lekQvYnZYdjNUdXN6VUo4K2ZUUk8xOVlJNXZIang0aUlpQ2hXUm9qaWlvNk94cEFoUTBxOEh0a0FZMmhvS09yVnF3ZFhWMWNBUllHc2pJd005T3JWUytOM1FTd1c4d0c1UVlNR3dkRFFFSU1HRFVKYVdocENRMFA1UnZ5eUFYa2hIQjBkRVIwZGpUWnQycUJ0MjdhSWlvcVNPMy9tenAyTFI0OGU0ZFNwVXlvYkF1elpzd2V1cnE1NDhPQUJEQXdNOFBQUFAvTzlJWmN2WDQ2TEZ5L0taVWMwTlRYbC84OEZ6ZlgxL2RMbmVUaHo1a3c4ZVBBQVBYcjB3TldyVjdWbVlkU1ZqWTBONXN5WmcyZlBuaUV2TDA5cmJPVnp1MzhSWlJSZ1ZLRmN1WEp3YzNORGp4NDkwS1ZMRjFTb1VFRnVlbWhvS0VKQ1FuRHUzTGxpZDJGV2JBVXliTmd3SER4NEVLdFhyK1piOVowOGVWSXZZeFErZXZSSTQvU2JOMjlpd29RSlNFcEtVbm5CTEF1S2xUQ3E5TzNidDFncG15SWpJM0h2M2oyTUd6Y09tWm1aR2x1NFdGaFlZTnk0Y1pnNGNhSlNhNms3ZCs0SURpNENSUTh3NmxwU2VYaDQ0T3pac3lvZnNKczJiYXIxR0hMVTlSWWRQbnc0bkoyZGNldldMZHk0Y1VOdTJzMmJOK0hwNlFrbkp5ZUVoNGNEQUdiUG5vMCtmZm9nSkNRRVk4YU1VYnU5cVZPbll0S2tTWWlPanRZcHBZRSthQ3JYNTRoTHF3RkFybFhjNTA0a0VuMlNWRWFFRUVJK0h5Vkp3NllyWTJOanJGMjdGdDI2ZFFOakRLdFhyMFpVVkJUNjl1MkxCZzBhbE5wNDU0MGFOVko2eGhkaTBhSkZPSGp3SUlZTUdZSTdkKzZnZXZYcXVIVHBFcFl0VzRZMWE5WmcrdlRwc0xHeHdheFpzMUJZV0lodDI3YWhWNjllY3V0UTlmbHl3eUtvbWljMk5sWXVGWlNRVnZ4Q1ZhOWVYVkRxMWJWcjE2cWR4ajBuY1A5ZXUzWU5mZnIwd1l3Wk0vaEdiYkxtekptRFhidDJJU29xU3VWdkQ5bDkzN0JoQXpaczJDQzNyYVNrSkVSR1JrSWlrYWdNRGx5NmRBa21KaVpvM0xpeHl2S09HalZLNWZ1cWVqWnBld2FxVTZjT25qMTdoakZqeHVoMWlBQi9mMzhzVzdZTVk4ZU9oWmVYRnpwMDZBQlhWMWY4K09PUE9IZnVuTnFlckc1dWJsaTBhQkdtVEptQ21KZ1l1TG01OGIwRXl0S0NCUXN3WnN3WVdGaFk2SDFjTERvR3hhY3FTQUlVcFM4ME5qYldlSTFNVDA5WEd6ajQ2NisvOE5kZmZ5bTl6MVVveXlxTjN4a2wyUzlaOXZiMmdnUGQyb0pFeGNVRlpMa0dFOXpmVmFwVTBUazRtNWVYcC9iK0xsdnAvZUxGQ3pSczJMRFVHN1dvQ25SeGhHNDdPVGxaVUhCKzFhcFZXTFZxbGRycGpER2NPWE1HdzRjUHgvTGx5OUcvZjMvTW5Ea1RTNWN1NVlQVVc3ZHV4Wmd4WXhBZkg0K05HemVpZmZ2MmNsbXBaRDE4K0JBWExsekFsaTFia0orZnJ6SG9vZW80eW40dkZEK0xPblhxeUIxSFYxZFh1UjZNaXZSeFQyM1dyRm1wWE51RXBCdFZsMkZMTWNBK2QrNWNoSWFHNHN5Wk00S0dhWks5RjMzNDhBRUJBUUVZTkdpUTBtZGdZV0hCQjBJdExTMXg5T2hSZUhwNnd0L2ZIMTVlWGpBeE1ZR3RyYTNhNFprU0VoTFFzR0ZESER4NFVLNXhreEQ5K3ZYRHpKa3owYTFiTjV3OGVSSTJOamFDZStMcXcrREJnM1h1VmMvMXZFdEpTVkhLVEpHUWtJQmp4NDVoNmRLbC9IdGM5cnIyN2R0clhHK1hMbDF3NU1nUi91OEJBd2Fnb0tBQW1abVpNREF3d051M2J3RkFaYU1TZFdRYnZLeGR1eGJ6NTg5SFFVR0IzSFYzTmRZZmlRQUFJQUJKUkVGVThlTEZHRGx5SkJ3ZEhmbjNiVzF0WVc5dmozLysrUWRYcjE3RjFhdFhzV3ZYTHBpYm15TStQaDVKU1VsbzNydzVYRjFkOGNjZmZ5QTBOSlFQL2pQRzhQejVjOVNvVVVPdUxQcjRmdW43UE55MGFSTmF0V3FGc0xBd3pKZ3hRNmV5Y0lUOHBwVE44Q0xMM2QwZEJ3OGVCUEQ1M2IrSU1nb3dxakJwMGlUTW5EbFQ3cjBIRHg3d04zN1pIOHJGL1lHa3VKeUJnUUgrL1BOUFByaDQ3dHc1REJnd2dMOUlscmFRa0JDZDVpOXArazV0RlBOcHF5SjdVOUlGWXd6dTd1NGFlK2VabTV0ajVNaVIrT09QUC9nYmxFUWlRV0Jnb01xS0VpRzRIbjVKU1VrNGRPZ1F6cDA3eDdka3VYbnpwdHJXZXlWbFoyZkhuOCt5UVM1WnN1UC9PRHM3bzNmdjNoQ0x4WGo2OUtuR2RhZW1wc0xNekF3Ly9mUVRtamR2cmpTT1VHblNWTkgxT1lxTGkwTjBkRFFBZkZFREdSc1lHSlRhdVVrSUllVHpwRXVhU0gzbzBxVUwxcTFiaHpGanhvQXhodGpZV01UR3hwYnFOcU9pb3RDMmJWdWRsN08wdE1UR2pSdGhhV2tKa1VpRTU4K2Z3OUhSRVdmT25NSDI3ZHZoN2UyTnJLd3NkTzdjR1d2WHJvVllMT1piTWxldlhwMWZ6OEtGQzlHelowK2R0bjNzMkRGTW5qeFo1ekpyY3ViTUdYNG9oczJiTjJQTGxpMGEwMkYxN2RvVmRlclV3YkpseS9qM3VGNFZpa2FPSEltUkkwZXFYUmZYQTRQRFZXSUNSV244WlFPekJ3NGN3S0pGaXdBVXRRaTNzYkZCVkZTVTNHK3ExNjlmbzEyN2RpaFhyaHdhTldyMFNScElWYXhZRVYyN2RzV3laY3NRRWhJaXVMZVRKck5uejhhY09YUFFzMmRQdnRMRjF0WVd4NDhmUit2V3JkR3laVXNjT1hJRWpSbzFVcm44cEVtVDhQWFhYOFBOelUzUTJEYjY3dlduaXFXbFpha0YyZWdZRko5aTJTcFdyQWhyYTJ0Y3ZYb1Z0V3ZYMXJpc25aMmR4dS9ZVHovOUJFTkRRN2tLNFUrbEpQc2xhL1RvMFJnOWVyUytpNmNUeGVBWjkzZEVSQVM2ZHUycTA3cU1qWTJWZXFkeEZiT3FlcjdKVnVicXMyR0xQams3Tyt2bFduLzE2bFYwNzk0ZGZuNSttREJoQXZMejgvSHMyVFA4L1BQUGlJbUp3Wk1uVC9EMzMzOGpJQ0FBMWF0WGg2MnRMYnAyN1lyVHAwK3I3R1cwZnYxNkFPQjdmd25wYmFwSUxCYkQxdFpXWmFlR0R4OCt3TnpjWEtuQy9jbVRKL3g5VkZaSjc2a2NmVi9iU3RKeld6WXcrL1RwVSt6ZnZ4OWR1M2FGbTV1Ynp1dmFzR0VEMHRQVFZhYkFybENoZ2x6UXBseTVjdGkvZno4eU16UHgvdjE3R0JnWW9GeTVjc2pKeVZHWllZM0xBcEdXbHFZMk5hWHN2alJyMW96dm1HQnNiSXh4NDhhaFk4ZU9pSWlJUUZwYW1sd0hpZDkrKzAycGg2eVE5T0psWmYzNjlaQktwZWpSb3dlQW9zNDd0Mjdkd3A0OWUxQy9mbjNVcjE4ZlFVRkJLb09OcHFhbWtFcWwyTDE3Ti8rZWtaRVI3T3pzRUJ3Y2pJY1BId0lvcW5kVGw3S3pXYk5tY28xR1ZKMS9xaklBQmdRRXlJM2xPbm55WlBqNysyUHAwcVg0OXR0dmNmWHFWYm41Wjh5WWdlN2R1MlBwMHFWS3gwTDJPMnRxYWlwMy9TcnA5MHNrRXVudFBBU0tVcmpHeE1UQXhNUUVIVHAwVUR2R3NxckFIN2RmbXE1OTllclZ3NWd4WXpCMjdGaVYwMlYvVy93YjcxLy9OaFJnVklIN0FyeDc5dzRoSVNIWXNXTUhwRktweXA1aHNxMnFIUjBkOGZyMWE0M3I1Z0p6cW5xbC9mRERENWd5WlFyT25qMkwvdjM3RjZ0MzNxZkNwVmNWUWl3V0MycEJKRXRUcXhPdUJWUDE2dFUxQmpvMWpTV29LYmpvNk9pSUN4Y3V5TFcydVhqeElyeTl2UkVYRjFmc0FHTm1aaWJhdFd1SEd6ZHVnREVtbDUrL05JMGNPUkpXVmxaNDhPQUI5dTNicDNYKzhlUEh3OGpJQ0JrWkdWb0hMOSs1Y3ljbVRKaUE2dFdyWSs3Y3VlallzYU8raWswK0UwWkdSaFJnSklTUS81aXlTRTg2ZXZSb1ZLMWFGV1BIanVVRGNwOHIyVXBkeFJiSW5NaklTS1Z4am1RckVSd2RIVkdsU2hYQjZVZnQ3ZTFSdVhMbFlwUldzMXExYXZIL2QzZDN4L0xseThFWVUxbnBrcG1aaWVmUG4yUHMyTEZ5bFJDTU1hMi9nWVNRZlRhdVdyV3FYQ1VQOXp2czlldlgyTFJwRTZaTm00YjY5ZXZMTGMrbFYrSXFReGxqZklXVEtqVnIxcFNyT09YczM3OGZZOGFNMFRoR0RVY3FsV0wyN05rSUN3dkQ1TW1UMGFWTGwyTDN1djN3NFFOKysrMDNoSWFHd3RQVEU3dDM3NWFyN0sxWHJ4NmlvcUxRdVhObnRHalJBa3VXTE1HWU1XT1VLblpFSWhGKyt1a25maGx0aEtTb0s2bHg0OGJ4d3pYb2docy9UaE02QnNXbldMWVZLMWJnMTE5L3hlTEZpNVVxclkyTmpaR1FrSUM2ZGV0Q0twWHlEVkhVZmM5dTM3Nk52bjM3cXEwazFXZHFWRVg2MkMrZ0tOQXNORXZQeTVjdnNXalJJcjMzbXVEdUd5dFhyc1RFaVJOTEhFelROajRabC9hMnNMQVFZckVZTDErK0xGWmpIS0VjSEJ6VTNnZDFhWlRnNmVtSi9mdjM2N3g5N3ZOczNMZ3hUcHc0QVVkSFJ6N2xxcCtmSDY1ZnY0N256NS9qOE9IRDJMbHpKMmJObW9VblQ1NmdSNDhleU0zTmhiVzFOWjQ4ZVFJakl5TytWM05xYWlvMmI5NE00UDhiYk5XdFd4ZGhZV0d3czdOVDIxTnI0c1NKcUY2OU9zYVBIdzhBY0hGeFVac3hyWHo1OGlySERsVzNqRDd1cVlEK3IyMUN6dWQ5Ky9haGQrL2VhcWRMcFZJTUd6WU0rZm41OFBUMEZCU1lrZjNjMHRMU3NIRGhRZ0R5KzVxU2tvTEV4RVFZR0JqZzVzMmJtRHAxS3BLU2twQ1VsSVNYTDEvaTVjdVh5TXZMUTB4TURGcTJiSWtaTTJaZysvYnRhcmM1ZE9oUXRkTzR6eUU1T1JsWHJsekJsQ2xUQUJRRmZ6dDA2SUJGaXhiaDlPblRDQWtKNFJ1MjFLdFhEL1BtellPbnA2ZmN1a3Bqck83TXpFeU56M2xPVGs0cUc1ckpTazFONVRzOGxDdFhEdS9mdjhlMGFkUFFvVU1IOU83ZG13OGUyZHJhS2pWQTQrVG01bW9kdTFPMkFaeWl3TUJBdVFDanV2TnYvdno1OFBIeFFXRmhvZHBPUmE5ZXZVSklTQWo4L2YzNWM4N1MwcEtQSThURnhhRmF0V3FRU3FVQWlubzFOMmpRQUFVRkJYang0Z1ZjWEZ5VWVyN3I0L3Vsai9OUUZoZVkyN1p0R3o1Ky9DZzNiZjM2OWRpMmJadFNnRldXdG51OW5aMmQ0T2VCeiszK1JlUlJnRkdGcTFldll1alFvVGg4K0RDZkFsTmJTN2ZCZ3dkajZkS2xtREJoQW5idDJsV3M3VVpIUjJQUm9rWHc5L2ZuV3hKL3JoUWZQalJSbDdaVEV5RURzRW9ra2xJWnFQWDE2OWM0Y09BQVJvd1lnWC8rK1FjTEZ5N0U4ZVBIaTdXdTBhTkg0L0xseTdoMTZ4WUE2UHc1NkVOMGREU21UWnNHWDE5Zi91YW1qcE9URTU4Q1lmWHExVnBUdlJRVUZHRGh3b1hZdEdrVHZ2LytlL3o0NDQ4NGNlS0V2b3BPUGdQR3hzYkl6OC9YZXU0UVFnajVkekF3TUNpVk1jYUY2TktsQ3pwMDZJQ2pSNC9pK1BIalNFaElRRjVlWHFsc1M5ZjBxRnpsTGtmMlI3aHNKWjlzQ2lTT1lzdmFrU05Ib2s2ZE9vaUlpQkRjMnlva0pBUXVMaTRZT1hLazFoL1l4ZFdpUlF2WTJkbmh3SUVES3NkbVAzYnNHQ1FTQ1g3KytXZTU5MFVpRVNwVnFnUUF4UnBMWEpkanNYSGpScGlZbVBBVnNMSzQzMDljQldGZVhwN0dDaHJ1dUNrZXM1eWNIRUhqa0FORjU0R0ZoUVZXclZvRkR3OFArUGo0YUV6RHA4NzU4K2N4ZE9oUVBIbnlCRk9tVElHZm54OWZNVjI5ZW5YMDdkc1hmbjUrK04vLy9vZXJWNi9DdzhNRDQ4YU5RMUJRRUJZc1dJRE9uVHRETEJiempjSjI3dHlKQVFNR2ZEWnA3bjE4Zk5DL2YzK2RseE15ZkFjZGcrSlRMTnYxNjlmUnJGa3oyTmpZWU5La1NYTFQrdlhyaDg2ZE84UEF3QUNEQmczQzFxMWJBV2orbnExY3VWSnQ2clBTL0Z6MHNWOUFVYzlIN3RyT0dFTm1aaVpTVWxLUWtwS0M1T1JrdkhyMUNxOWV2VUpDUWdKZXZIaUIzMy8vWGE2bnVqNXh3YlAwOUhSWVcxdkR4TVJFOFAyUit6enk4dkswTmlCeWNYR1J1eWFXMXYwR0tFcGxsNUtTZ2xXclZpa05EYlIyN1ZxMXZaQlVXYjE2TmViUG4xL3NzaGdaR2FGMTY5WmEwL2twTmh6aXhzT3JWcTBhM3pocXlaSWx5TTdPVmxsR2MzTnpsUUhHdkx3OGJOeTRFVjI3ZHNYNDhlTXhjdVJJQkFZR2FpeExnd1lOTkU0WFVsY205SjVhV3RjMkljRkFMaE9ZT29zV0xlSXpSUWtaYWdtUXYwYk1talZMcm9kaXYzNzlFQjRlTHZmOU1qSXlncG1aR1p5ZG5kR29VU04wNmRJRnpzN09jSFoyNXNmckN3b0tRbEJRa05LMnVIU1lwMDZkVXB0U2wzUG56aDFZV2xyeTl6NGJHeHNjUDM0Y2taR1JxRnk1TXJ5OHZPVE8wVXFWS3BWcVl3M08zcjE3Vlk0bEtqdGRNZENweU0vUFR5NGdObkhpUkx4OSt4YVJrWkdDeTJGaVlxSzJybnowNk5IWXZYczMwdExTVkFZRlRVeE1WRFlxVTRVN1B6UmREeXBYcm96WnMyZGowcVJKL0gzRnc4TUQ3OSsveDdoeDQrUWFJS3FyUytQS3FjL3ZsejdPUThXQWN0MjZkVkdsU2hXbCtUNTgrQUFIQjRkUGNnNStidmN2b293K2JSVmV2MzR0cUtjWFJ5UVM0ZWVmZjRheHNUSFdyRm1ETjIvZUZIdjhCeTVOd1grZGtCU3N1dlNpMUpXUGp3L09uajJMWThlT2xXZzlreWRQaG9PREF3NGVQTWludjlWVlNZT1NNVEV4OFBmM0Z4UWtuVHAxS295TmpaR2Ftc3FuOWRCbXo1NDltRFJwRXVyV3JZdFpzMlloTWpMeXMvNGhUWFFqRW9sZ1ptWldhdU9LRUVJSStieVltWmw5MGpFWUZSa2JHNk5YcjE1SzR4YVd0VUdEQnVISEgzOVVtYWIwNWN1WGZBdmZseTlmQW9CY0wwenVQUTQzL2hFMzlxRzI1eWJ1ZURSdDJsUmw2aVo5RVl2RkdEaHdJRFp2M294cDA2WXAvVERmdW5VcnZ2dnVPNDBOTDFXTjM2U05McytOdnI2KzZOMjdOeFl0V29RT0hUcklWZFJ5bGFtS0FmTHc4SEErSFJkSDMrZDRyMTY5K0ZTL1E0Y09SY09HRFFVdk8zNzhlS3hac3diVzF0WTRjT0NBVXVyY0Z5OWV5UFZJY1haMlJreE1ET2JQbnc4L1B6LzgrT09QQ0EwTnhkMjdkMVgyUHRWVXlmeXBLbDhxVjY1YzZoVlFkQXhLcmxhdFduQjNkNGVQajQ5U09yRnQyN1poeG93WnlNdkxVOW1iV3RYM1RKWFEwRkM5cExIVlJYSDNpekdHNXMyYjQ5R2pSOGpNeklSRUlrRzVjdVdRbjUrUHBrMmJ3c0hCQVJVclZrU1ZLbFh3M1hmZm9XYk5tcVZTL3J0MzcrTHUzYnNBZ0ZhdFdtSHc0TUc0YytlT1VxVjF2WHIxc0d6Wk1xVkdJRURSRUREVHBrMVRHaHR6OXV6WnNMVzF4YnQzNzBxbDdKcGN1M1lOQU5DNWMyZWxWSDlyMTY3VmFVaVV5cFVyNjZXWHY3cjdVVkJRRUlZTUdhTDFmdlhreVJPc1dyVUtIVHQyeEtsVHArU205ZTNiRnhNblRrUktTb3JTK0pNeE1USEl5Y21CaDRjSGdLTEEzOGFORzlWdVJ5UVNJUzR1cnNUWFZhSDMxTks2dHBVa1JTcFFkTjJaTldzV2dLSTA3MXhxVVhVMmJOZ2dsL1k0T2pvYUFRRUI2TmF0R3lJaUlnQVVQZSs1dTd1alNwVXFxRktsQ3RhdFc0Y05HelpvN0tXbEtWREtQUU1tSmlacW5LOVdyVnE0ZHUyYVV1cHRWMWRYOU9yVkM4T0dEU3ZUNTNOQStmdWhMa1crb3JpNE9LeGV2Um8vL1BBREh3enUxcTBiR2pkdXJIUU9kK3ZXVGVPMjFaMVhGeTllaEt1cnE4cEdraEtKQkJLSlJIQURTaUVCUnFDbzNuaklrQ0dvVXFVSzNyOS9Ed3NMQzRoRUlwdzhlUktMRnkvRzNyMTdjZkRnUWJsT1NLcUNaUHI2ZnVuclBBd1BEK2ZUT3dQcXI0dVhMbDBxbFI2emlqN0greGRSOXZrOHpYN0JHR01ZT25Rb1RwMDZoZnIxNjJQSGpoMW8zNzU5c2ZLc2Z5bTRCMXdoaXZPalNkUDRpbHk2Z05XclYydHN0Y2ZOVnh3NU9Ua2xEaTZLUkNJKzFXdEp4cXg4L2ZxMTRKNmE2dExSenAwN1YrdXk5ZXJWNDRPZ3k1WXRVK3Ircm81VUtzWGl4WXV4YmRzMk5HalFBRDE2OUVCNGVMaWdaY21YUVN3V3c4TENBdG5aMmRTVGtSQkMvcVVNREF4Z1ptYjJXVlYyZjA2c3JhMWhiVzJOMjdkdkswMVQxUkpZWGVwVVZjcTZ3a2pXeElrVEVSQVFnRTJiTnVIMzMzL24zNzk4K1RKT256NHROL2FOT3FyU3RxbWlhc3dVenBzM2IrUXFRTGdlaFNLUkNIWHIxc1gxNjlleGZ2MTZYTGx5aGErWTVscTFLMVlndlh6NVVsQXZpWkphczJZTjZ0ZXZqOUdqUitQQ2hRdUNqeXYzL0x4dTNUckJ3MG9ZR1JsaHpwdzU2TisvUHpadTNJamV2WHVySFR0VlU0dnYwbTRVeVAyRytWUnBsK2tZNkVieGUrSG82QWgvZjMvNCsvdXJYZWJhdFdzcWgvcElUazdtVTB0cUlyUjNjRW5vYTc4TURRMnhjK2RPTU1aZ2JXMk5DaFVxWU4rK2ZlalhyeC9PbnovL3ljWjBtajkvUG5yMjdJbXRXN2RpN3R5NThQVDBSTFZxMWVEcDZhbDB6bkhCZk1hWTNQbi81czBiREI4K1hDbjE4NmhSbzVDWm1TbFgzeUNSU0Q3SmZlbmF0V3N3TXpOVDZoVllIQ1ZOa2ZyKy9YdWx4a0N5dU40ODJ1NGxKMCtlUlBueTVlSHI2NnNVWU96VnF4ZkdqeCtQQXdjT0tJMVBmUExrU1JnYkd5c0ZoN243cExtNXVkejc1dWJtU2cyT0dHUEl6czVXZVUwcDZUMVZYUkNocE5lMmtxUkkvZnZ2dnpGZ3dBQTBhOVlNRnk5ZVJISnlzdGJqbzNqOStldXZ2OUN3WVVOTW5UcVZEekQrK09PUGN2UFVyMThmV1ZsWlNFcEtVcHU2VTBpZ1ZGTnFTZ0NJajQvSG8wZVA0T3JxS3ZlK1dDekduRGx6bE1yMUpmSDE5WVdOalEyOHZiMzVBS083dTd2S2VkZXZYNjl6V3N1blQ1L2kzcjE3bUR0M0x2THk4aEFjSEl4aHc0YngwN2w2WTlubnc5RFFVTFhyKytlZmZ5QVNpUkFXRnFaMm5obzFhc0RLeW9vL3B4NDllZ1F6TXpNa0ppYkN4TVFFTFZ1MmhJbUpDWUtEZ3hFY0hDelhzNDR4aG84ZlAvTDNFSFZqbGVyNi9kTFhlVGg0OEdBTUhqeVliMWloeXQyN2QzSC8vbjJVTDE4ZXVibTVhdStIMnRMcnBxYW1hazJsL2puZXY0Z3lxa0hRa3c4ZlBzREx5d3ZuejUrSHRiVTE5dXpaZ3g5KytFSGpPSUJmTWxYZG8vVkJTS3RuTG5DNGRPbFNsWVBYY3ViTm02ZTNjaFdIczdNelgwbVhrSkJRN1BWMDY5Wk5hYnhPZFlxVGpwYXpjT0ZDR0JvYTRzV0xGL3lZQVVJZFBIZ1FQajQrcUZtekptYk1tSUZEaHc1UklPcGZSaXdXbzN6NThzakx5ME5CUVFHa1VpbjFWQ1dFa0MrY1NDU0NnWUVCakl5TVlHeHNURC9JaWtuWEZLbUs0dVBqK2YvdjJyVUxmLzMxbDl4N3VnUXJTNnBLbFNvWVAzNDhaczZjaVM1ZHVxQmF0V3JJejgvSDZOR2owYmh4WTBIamtaVzBSd0pRMUNwNTl1elpLcWNaR2hvaUxDd01UWnMyUmZmdTNYSDE2bFZZV1ZtcHJFQUNnTEZqeDVhNFBFTFVxRkVEZi8zMUYvNzg4MDhFQmdacTdVbkIrZTIzM3pTbUh0T2tUcDA2V0w1OHVkYjVJaU1qNVhwWFBYdjJESjA3ZHk3V05uV1JtNXNMb0tobk5DQXNIUjZuT0QxejZCam9Sdkc3dW5uelp0eS9meC91N3U1bzBxUUpmSDE5K1dtclZxM0M1czJiK1hUSWltUjdCWlcxa3U2WGJHcElNek16cEthbUlpa3BDYW1wcVRoNzlpd0F3TnZiRytucDZVaEpTVUZxYWlyLzc3VnIxN1NtcnRURmxTdFhjT0RBQVVSR1JtTHIxcTN3OFBCQVVGQVEzTjNkc1hIalJnUUZCU0U2T2xxdWN2ZnZ2Ly9HeUpFamNlUEdEWDVNU0cxQlBObHNSeGtaR2Z4M3RqUmR1M1lOMmRuWmFzYzRBNG9DMXhVclZ0UzZycEttU0kyTWpOUTR6aDlIMi8zdDdkdTNzTGUzVnhtRWQzSnl3dmZmZjQvOSsvY3JCUmlQSHorT2poMDdxdTBOSmlTYmtLWm5EWDNlVXhXVjVOcFczT2ZPeTVjdjQrZWZmMGJ0MnJWeDlPaFJXRnRidzhmSGgwOVpLMVNQSGozUXRXdFh1UlNwaXJnZWhkZXVYVk1iWUZSWEx6SisvSGhzM3J3WmxTdFhScGN1WFpUU2QzLzgrQkZaV1ZsOHc1YnQyN2ZqNDhlUGlJMk5sWnR2NE1DQmlJK1BWN3FIcWdxcWZvcDBsYnBxMDZZTlBEMDlCWTFSNit6c3JQTStjT21VZS9ic2laczNiMkwwNk5HNGUvY3VmMi9tem1YWjY2U1FudlNhNWhrMGFKRGNXSWRjWVBqczJiTndjM05EV2xvYWJHeHNWSTdSekNrb0tORGFzRk9YNzVlK3prTWh1TTgyS1NrSkhUdDJSRVJFaE1vaER4UjdReXBhdDI0ZFB6YW5JbTUvUHNmN0YxRkdBVVk5U2toSXdJZ1JJN0Jueng1Y3YzNjkxTWFNK1J4WVdsb0tubGRiMEd2eDRzWEYra0dpYTRwVVhjcXNEN0lYUWFFQndyTFNzMmRQUGgzR25EbHorTEZIaFpKSUpGaTFhaFZXclZxRnVuWHJva2VQSGpodzRFQnBGSldVSVpGSUJCTVRrMC9XV3BjUVFnajVFdWlhSXBYVHZIbHo3Tnk1VTI3TUxxNVNVdmE5blR0M29ubno1dm90dEFhelo4L0c0Y09IMGFOSEQvejk5OStZT0hFaTd0MjdoOHVYTDZ2dG9TVXJMaTVPYld0c1dROGZQbFJiRWI5Ky9YcU1HaldLLzFzeHJabU5qUTNDd3NMUW9rVUxEQmt5QkFjT0hPQ2ZYOHNpUlNwbnlwUXBDQTRPeHZUcDA1WFNiSmFscWxXcndzWEZoZis3Tk1heFY0VnJiTXY5RHRNbCtGemNobXgwRElSVDl4bDdlWGxoeTVZdHFGV3JGb3lNakpDVGs0UERody9EdzhORGJRWDcvdjM3MGIxN2Q2M2IzTE5uRDM3NTVaY1NsVnVia3U0WGwzM0kwdElTWDMzMUZUK2VucFdWRlQrRzEvUG56K0hnNElCR2pSckIzdDRlOXZiMnNMT3owMnREN0lLQ0Fnd2RPaFJlWGw1eUFWQnVuTG4xNjlmRDBkRlI2YmVaaTRzTDR1UGpzV1hMRmt5WU1BRkEwV2NTR3h1TDJyVnJJeWNuQjliVzFuajkralcvWHRrZ3hiMTc5d1NOZjFwU1c3WnNVVnZ2c0d2WExzeWZQNS9QQ0tXTm82T2p5bkVQaGZMMDlOVHBtaU1XaTdGMTYxYVZ3K0QwNjlkUGJXT0tybDI3WXM2Y09meFlta0JSQlgxc2JLelMrS0N5MUFYMlpYRmp1S21pejN1cW9wSmMyNFJrZlR0NThxVFNHSkV1TGk3bzFLa1R0bTNieGdjMWlwTWlsVXQ1Zi9ueVpiWEwxSzlmSDVhV2xqaDM3cHpnZTRwVUtzWFVxVk94WWNNRzdOKy9INHd4OU83ZEd4TW1UT0FialVWRVJPQ1BQLzZBaVlrSnJsKy96dmRTVmV5dENoUjlUbzBiTjFaNlgxVlE5WE5zQkQ1aXhBaVltcHJpNzcvLzF2dTZjM056c1g3OWVyUm8wWUovcGd3S0NzS0FBUU5nWldVRlgxOWZmdXhIVTFOVGZqbDFuMU51Ymk0Y0hSMlJrWkVCWDE5ZnRZRjVianRKU1VsOGlsU0pSSUlXTFZyZzh1WExTRXRMUTQwYU5aQ1Rrd09ncUU2NFljT0cvTitBc0d4L0pmbCtsZVE4MU9UaXhZc0lDZ3FDcTZzcmpoOC9qbmJ0MnFGTm16WTRjZUtFVXFwcXJqZWtLaUtSU090bkRIeWU5eStpakFLTWVoWVpHWW1PSFR1cXpNOHQyNHBKMXdET3YxbFVWQlRmdWxXSWlSTW5BZ0FDQWdMS0pJajcvdjE3bEM5Zlh1MlBLNDVzdDM1VktXVmxXK3FWOVVNQWwrZjgwcVZMYXNjZmxlMWRxcXAzNHU3ZHV6Rmp4Z3pZMjl2am0yKytvUUFqSVlRUVF2NFRpcE1pVlRiQU5YRGdRSTNUWmQyNmRVdHBmQjU5TXpVMXhmNzkrOUdpUlF2VXJsMGJiOSsreGRhdFcxVldicW1pejk0N21uejc3YmZ3OS9lSHViazVHR1A4N3duRnl2WlBsU0lWS0VwbkZSQVFBRGMzTjB5ZlB2MC9uM0tZeStJaTJ3TkpzYUpia1dJRnNLN29HSlRjcUZHanNHVEpFbXpmdmgzRGh3L0g0c1dMOGU3ZE95eFlzRUR0TWhLSlJGREZwNllnU0drVHVsOWNPcmZLbFN2ajFxMWJLRisrUE96czdHQmtaTVNQSWJsdjN6NmxhMDFCUVFIZXZYdUhjdVhLeVZWa0Y1ZFlMQVpqREw2K3ZueXZTczdwMDZjUkd4c0xQejgvcGVXY25aM2g1ZVdGVmF0V1lkeTRjWHk5UTVNbVRmRG8wU1ArZC8yVEowK1FrWkVCc1ZnTUJ3Y0hmcGlhOFBCd21KbVpJVHM3R3pZMk5saTZkR21wcERuV05HYWxoWVVGTEMwdEJXODNMeSt2V0tsV0ZiTU5DQ1dSU0pUdUxWemdXcE91WGJ2aXI3Lyt3ckZqeC9oQWUwUkVCTVJpc2NZQXZXSnFRRlcwWlV2UVJ1ZzlWWitFOUZTTGk0dFRlcy9Pemc0SER4NHNqU0lwTVRRMFJMdDI3WERreUJHc1dMRkM2L3pwNmVrWU1HQUFqaDA3aHNPSEQ2TnIxNjRBZ0U2ZE9xRmZ2MzVZdm53NWZIMTljZWJNR1hUdjNoMS8vdm1uMXFCT28wYU5sT29NUlNLUm9LQ3FQaFczY1pZdTE4T2twQ1NWMzhWcTFhcXBYSSsvdnovZXZIbUQ5ZXZYOCsvMTc5OGY4Zkh4OFBYMVJkKytmZm5ycDVEZzJZWU5HNUNSa1lGKy9mcGg2ZEtsNk4rL3Y4YXh4MlZaV1ZuQnpzNE9mbjUrc0xlM1I4V0tGZm02VSs0Ni9LbWVTVXJqUEFTS0d0ZjA2ZE1IWXJFWUd6ZHVoTDI5UGQ5cjA4M05EZEhSMFlJYVJPanFjN3QvRVdYMHRGMEtybDY5eXJjNlRrdExRMDVPRG95TmpURjkrblFBUlE4anIxNjlLdGE2azVPVGxicjdha3VKcVduOHYwL2RxMCtWRXlkTzRNU0pFNExuNXdLTWl4WXQwcGdpdGJROGZ2d1lUWm8wZ1llSEI2NWZ2NDVMbHk3SkJZeU5qWTNSb2tVTGZ0eWE1OCtmNC9Ianh3Q0swbUtrcGFXaG9LQ0F2OEJMSkJLTngraktsU3VsdURkRmhnNGRpdFdyVi9NUGtiYTJ0ckMwdE1TN2QrK1FtNXNMc1Znc042YWxxdk0zTHk4UFE0WU13ZlBuenpXT1gwQUlJWVFROG0raUtrVnFmbjQrR0dNd01qSkNWRlFVLzl3bmE4bVNKWHdqTDA1WVdCaG16NTZ0MUtyL3dZTUhuN1EzbGxnc1JyVnExWERuemgxVXFGQkJwOWJBVjY5ZWxhdm9sVWdrc0xPenc4MmJOK1VDcjQ4ZlA4WjMzMzFYb25MSzltckl6czZHc2JHeFVpL0xUNVVpbGRPMmJWc01IRGdRZ1lHQnBUYXNoSzVrVSs2cStydTAzTHg1RTBCUnhmdW5STWRBczQ4ZlB3SUFqaDA3aHNURVJDUW1KdUxGaXhkSVNFaEFSRVFFS2xldURHOXZiOHljT1JOV1ZsWll1SEFoL1B6ODVIcFJLT3JUcDgrbktyNWErdG92cm5MYjJka1plWGw1U0VoSXdNMmJONUdTa3NLblNCMDFhaFNmSXBWTGo1cVJrUUZBZGEvcDRoQ0pSRGg2OUNocTFLaWhWT0crZVBGaTFLdFhEei85OUpQS1piMjl2UkVjSEl6dzhIQjRlbm9pTFMwTmhZV0ZzTEd4NFFNVnJWdTNCbEQwMno4MU5SWGUzdDQ0Y3VRSVRwdzRnZWJObThQVjFSVWhJU0h3OXZZdThiN282c09IRDNCd2NOQjV1Y0RBUUpXOUNoVnQyclFKWThhTWtYdFAxK0Rjekprek1YUG1UUDd2eDQ4ZmEveU9BRUREaGczaDZPaUlpSWdJUHNCNDZOQWh1TG01YWV5dGFXZG5wN1U4K2dqZUM3bW5LdExsMnFZcFhhUTJYSEJwelpvMUt1L3JKVWwxclkySGh3Y09IanlJbUpnWXRHclZpbi9mMTljWFhicDA0WjlsZHUzYWhjbVRKL1BYSXU0N0JoVDEyUDN1dSsvUXNtVkw5T3paRTdHeHNhaGZ2MzZwbExlMHFPdHhxczhlWStvYUdKMC9mMTd1c3dlS09uSXNYTGlRLzB4bC9mbm5uK2pRb1FQcTFLbURDeGN1QU5BZVlMeDc5eTU4Zkh6UXZYdDNCQVlHNHZyMTYralpzeWRpWW1JRURlY1ZGeGVIWDM3NUJiLy8vanY2OU9tRHFWT25ZdG15WlhMenlBYTdoSFEwS2M2elEybWRoN2R1M1VLUEhqM3crdlZyYk4rK25VOExhMjl2ajFPblRxRjU4K2JvMEtFRG9xS2lZRzl2TDJpZFF1ajcvcFdWbFlYczdPeFNDWVQrbDFHQXNaUU1HelpNcVJzLzU5aXhZMTlVRDBaVndTOU5BVEVoNjhyTHk0Tzl2VDFXcmx4WjdISXRXclJJNTg4eEp5Y0hNMmJNS1BZMkFXRGx5cFhZc1dNSHlwVXJwM1N6VUVWMkxJQ3paODhxNWJXK2MrZU94dGFlbXNZazBLZmJ0Mi96LzIvYXRDbjI3dDJyY3I1TGx5NnBUVC9DM2JnSklZUVFRdjZOVHA0OENhQ29JbHRUUmNXNWMrZmtlamFxYW1IdTZPaW8xSHFmNittbCtMNHUyVDZBb2twTU16TXpYTHAwU2FmbGtwS1NzR1RKRW16Y3VCSFcxdFlJQ0FqQW1qVnIwTGx6WjNUczJCRlRwMDVGKy9idGxTb0ZVMU5UQVJSVi9ObloyY2s5MjNLVm5vV0ZoWEx2MjluWlljMmFOZnl5TmpZMmdsS3dxdlArL1h1VjQ2NW9TNUVxRm9zRmpmR2xDMzkvZnh3NWNxUkU0N0NYVkdabUp0L3I1ZWVmZjlacDJhTkhqK0xodzRjYVUvWUpFUkVSZ1crKytVWnhBRzQrQUFBZ0FFbEVRVlJReFp5KzBURlFiZHUyYlJnNmRDZ0E0TmRmZjBXMWF0VlFyVm8xVktsU0JRMGJOdVI3SzgyYU5RdUhEaDFDbno1OTRPWGxwYlVjR3pkdVJLZE9uYlJ1bjB2SEprc2YrNnJQL2JwMDZSS3FWYXVHTTJmTzhLbmR4R0l4YkcxdCtkL21IejU4Z0pPVEV4bzFhZ1E3T3pzK1RlcTVjK2Y0UUpVKzlrdFZiL2dMRnk3ZzlPblRDQW9LVWh1Z2FkaXdJVnExYW9YVnExZkQwOU9URHd6TW5qMmJINE5TTnNXY1JDTEJoZzBiNE8zdGplblRwMlBCZ2dXWU0yY09tamR2am1YTGx2R05wL1cxWDlwa1pHVG9OQjRZeDhEQVFGQVBJVlgzR3RuSy9wU1VGSXdjT1JJelpzekF0OTkrcXpTdlNDVEN0bTNiMUtiKzAyVFpzbVY4UUNZakl3Tm56NTdGbWpWck5DN0QzU2MxS1drUFJrWHE3cWxBOGE5dHFnSlViOTY4d2VQSGorV0NSeDgrZk1DREJ3L1F0R2xUcGZuVkJRWG16WnNIVDA5UGpkdm5HbkhweXNQREE1TW1UY0tDQlF2NDhkNGtFZ21XTEZrQ3FWU0t4TVJFTEZxMENEZHUzRURIamgyeGVQRmlOR25TUkc0ZERnNE9pSWlJUUpjdVhSQVhGNGVVbEJTZHk2RXZ1ajRqR2hrWndkemMvSk9NN3hnUkVhR3lVWjZpdExRMGVIcDZRaVFTSVRBd1VPVTgzMy8vUFFEd2pUODBkYkNKaTR0RHAwNmRZR2xwaVEwYk5zRFUxQlFoSVNGbzNibzEyclJwZ3lOSGpxQmF0V3BLeTNFOUZIMTlmWEhpeEFtY08zY09vMGFOUXNXS0ZlSHY3dzkvZjM4QXFzZG9WNmM0M3krcFZJcnc4UEJTT1E4Wlk1Zy9mejRXTGx5SWN1WEtZZi8rL1VyUDFZNk9qamgrL0RoYXRteUpzV1BISWl3c1RGQzVoZERuL1d2Nzl1MFlPWElrOHZMeU1HM2FOSlZaQUVneHNTOFFnRS8rcWwyN05zdkt5bUpaV1ZtQzV2ZjA5T1RuNTE0WkdSa3NMQ3lNVmF4WVVmQjJ1V1YvLy8xM0JvQzV1TGl3MnJWcjYrMmx1RDBuSnlkK215WW1KZ3dBUzA5UDEvc3JPVGxaYnY4KzFTc3BLVWxwbjhWaXNkTG5yTzNWdlh0M2R2YnNXWmFZbUtoeU93a0pDZXpreVpPc1M1Y3Vjc3NkT25SSWJyNjdkKyt5eG8wYmF6ejJxbzVUU2M5VGJoNXpjM09WMDUyZG5WWHVWMVJVRkhOeGNTbVQ3NkRpNjB2end3OC84R1dQaW9vcTYrSVFRZ2doUkVjclY2NWtwcWFtckZHalJtellzR0ZNS3BXeSsvZnZzN3k4UEg2ZXJLd3N0bmZ2WHBhZm44L3UzTG5EcmwrL3pwNCtmYXEwTGdCczU4NmRTdSt2WDcrZWY4N0p5TWhnMTY1ZFkzZnYzbVd6WnMxaUFOano1OCsxbGpNek01TVpHQml3SlV1V0NOcXZ3c0pDRmhrWnlieTh2SmlSa1JFek5qWm00OGVQWjJscGFZd3h4bkp6YzluQ2hRdVpsWlVWQThCcTFhckZmSHg4MksxYnQrVDJwNlN2K1BoNHJldlNaT0hDaGF4R2pScjgzems1T1F3QUN3OFBWNW9YQUx0Ly83N0s5UVFGQlFsNjFnVEFXclpzcVhiNmhnMGI5UExjQ29BTkd6Wk0wTHdGQlFVTUFPdlZxeGR6Y0hCZy92NytyRTZkT3V6WnMyZGF0N0Z0MnpiK2J6OC9Qd2FBRFIwNmxCVVVGQlNyM0hGeGNVd2tFckg1OCtmTGJXZjU4dVVhZnljdVg3NWM4R2RHeDBCM2FXbHBMRFEwVk9ObmtweWN6RWFOR3NVTURBeVlvNk1qcTFDaEFsdTJiQmw3Ly82OTByeWF2bWVxaElTRUtHMWJIL3Vxci8yU1NxV3NaczJhYlBqdzRTd3JLNHM5ZXZTSXBhZW44OVAzN05uREFQRFhSMFdPam81czFxeFpldHN2enYzNzkvbDlhOU9tRGF0WnM2YmNPcm56TGpRMGxIK1ArNndmUEhqQTVzMmJ4eG8yYk1pc3JhMVpyMTY5R0FEMit2VnJ4aGhqTVRFeHpNWEZoWm1ZbURCL2YzKzU3WWFGaFRGalkyTzJZOGNPL3IzU09qYzVVcW1VTlduU2hBMGNPRkJwMnFKRmkxUWVZKzQ4bFAwT2FTSjdyMVVsUHorZmpSbzFpcFVyVjQ1dDNMaFJhYnEyYmNrZUwwMENBd09aZ1lFQlMwNU8xcmllaWhVcmFuM1oyZG1wM0thKzdxbjZ1clp4TGw2OHlINzk5VmRtYkd6TUtsYXN5REl6TS9scEN4WXNZQUJZMWFwVjJZUUpFOWlsUzVlMGJtUHo1czBhNTJHTXNYWHIxcW5jNzB1WExqRUFHcmV6ZXZWcUJvQS9IMjdjdU1FQXNIMzc5ckZmZnZtRk9UazVzZTNidHpPcFZNcGV2MzdOZ0tLNjFKU1VGTFoyN1ZyV3VIRmp0blBuVHZicTFTdld2bjE3Qm9DMWJ0MmFiZDY4bWIxNDhVSmxlYmpub3BMc3N5SmRueEYxNWUvdnp3Q3dkKy9lS1UyTGlvcGlBRmhpWXFMU3RQVDBkQWFBUlVSRWFOMUdTa29LYTlxMEtST0pSR3pYcmwxYTU1ODBhUkl6TVRGUmViMlNTQ1JzdzRZTnpOemNuRGs1T2JGNzkrN0pUVDk1OGlRek16TmpWbFpXYlAzNjlheXdzRkJ1K3Q2OWV4a0FabVZseFU2ZlBzM1dyRm5Ebkp5Y21LbXBLWnMzYng0L3Y3WnJRa20vWHdVRkJYbzlENTg5ZThhKy92cHIvcGpNbWpXTDllclZTK2xjVlhUKy9IbXRaWll0dTYrdnI5YjU5SG4vc3JhMlpydDM3MmJYcjE5bklwRkk3YldYRklFdXlycXd4U0hrQjZxK1g3b0dHRTFNVEZqTm1qVlpuVHAxV04yNmRWbXRXcldZc2JHeHp0dWRNMmNPbXpObkRtdldyTmtuMlU5N2UzdDI0Y0lGZHVIQ0JWYXVYTGt5K2F3LzljdlEwSkFsSlNXeHBLUWtObno0OEZMZGxxMnRMZnZxcTYvWTExOS96WnlkblpsSUpGSTdiM2g0T0FzUEQyZE9UazZDMSsvazVNUXZwMm0reFlzWHM4V0xGMnM4eGpWcTFHQmZmZlVWcTFPbkR2dnFxNitZcGFWbG1SOHIyZGVYaGdLTWhCQkN5SmZyekprenpORFFrRzNidG8wOWUvYU1WYXBVaWJtNXViRjkrL2F4Mk5oWTl2anhZeFlmSDgrU2twSlljbkl5ZS92MkxVdEtTbUxQbmoxakR4NDg0SU9OWEVVMm9EM0FHQjhmeno4N21KaVlzRC8rK0VOUVdVK2NPTUVBc01lUEgydWRkOHFVS1h6alJ5c3JLelpwMGlTVkZUK01GVlgrTEZ5NGtEazdPL1BsYXRteUpTc3NMR1FGQlFWcVg3bTV1UXdvcXVUV05COEhBSnM5ZXphN2YvOCsvNW85ZTdiYzgxOXdjRERyMTY4ZkN3c0xZN2R2MzJaSGp4NWxsU3RYWnYzNjllUG5VUXg4dkh2M2pyMTY5WXJGeGNVeEFPekpreWY4dkNkUG5tUW5UcHhnSjArZVpHNXVic3phMmxyUVovMHBBTUtEVzZkT25XSUFXTGx5NVppdnJ5L0x6YzFWT2QrclY2L1k0OGVQMmV2WHIxbE1UQXdEd1BiczJTTTNUMUJRRURNME5HUS8vZlFUeTg3TzFybmNuVHAxWXFhbXBuS1ZOMS9xcy82WGVnelVVVmZSZWYzNmRUWnk1RWhtWm1iR0tsZXV6TUxDd2xoK2ZqN3o5ZlZscHFhbXpNTENndlh0MjVjZE9uU0lYNGI3bnBYMHQ1dys5bFVmKzNYbzBDR052OWYrK2VjZkJvQk5talNKeGNYRjhkZW9lL2Z1c2JWcjF6SUE3UHo1ODNyZEw4VjlTMGhJWUJjdVhHQXBLU2tzSmlhR3hjWEY4WUdUdi8vK20xOG1QeitmSFQ5K25CVVdGaklYRnhlMmV2VnFkdmZ1WGVicTZzb0FzT0hEaDdQZHUzZXpxS2dvTm03Y09IYjI3Rm4yOU9sVDl2VHBVL2JvMFNOMjc5NDlkdXZXTGJaMTYxWjIrdlJwdWUreXZ2YnI2ZE9uYlBqdzRXemF0R2xzenB3NWJONjhlYXh6NTg1cTc1SGFBb3o2cmxOWXNXSUZXN0prQ1h2dzRBRTdmdnc0aTQ2T1ptdldyRkg1ZlpVbGU3eTRTbnhkWHR4OWtidGZhYnAzcXB0WEtwVXl4dlIzVDlYSHRlM2V2WHRzOXV6WmZDTjZGeGNYdG1MRkNybmdJdWZpeFl2c2p6LytZQTRPRGd3b2F0dzBhOVlzbHBPVG96UXZvRHJZOXVIREI1YWFtc3J5OC9OWmRuWTJjM2QzWjZhbXBrcnpDUWt3U2lRUzFyVnJWMlpnWU1DbVRKbkMrdmZ2end3TUROamJ0MjlaWVdFaCsvanhJejh2RjN4czE2NGRFNHZGVEN3V3M2NWR1N0s0dURoK25qMTc5dkRmUmNWN3BXeUE4ZVBIajNMSGpuc0JZUFBtelZNNVRSTmRuaEdGMkxwMUs1cytmVHFiTjI4ZTgvSHhZUTRPRHN6UzBsSXBFTWVZZmdLTVY2OWVaVFZxMUdBaWtZaXRYTGxTYVhwWVdCajc0NDgvMkp3NWM5aml4WXZab0VHRG1JR0JBZXZidDYvY2ZCS0poSVdIaDdNbVRab3dBS3hUcDA1cWcwMjNiOTltZGVyVTRjL0RGU3RXOEFFdVB6OC81dXpzekdKalkxbGlZaUt6dHJabXUzYnRZbEZSVWN6QndZSFZyVnVYelo4L240V0hoN09vcUNnV0V4UER6cDA3eDA2ZlBzME9IVHJFbnpmNitIN3A2enk4ZnYwNmMzQndZTTJhTldPclY2OW1ZckdZOWUzYmwrM2Z2NS9kdm4yYlBYandnRDE4K0pBOWV2U0lQWDc4bUQxKy9KZzllUENBeGNYRnNkdTNiN1ByMTYrelI0OGU2YVhlTnk0dVRxLzNMMGRIUnpadjNqd1dFaExDeEdLeDJzWkNwQWgwVWRhRkxRNTluS1Qwb2hlOXZ1elhsNFlDaklRUVFzaVg2L2p4NDZ4Ly8vNzgzNjlldldManhvMWpMaTR1ek1MQ2dvbkZZcTNQTHVYTGwyY2ZQbnpRdUIzRlhoVVNpVVJsSlkwbVBqNCtyRUdEQm9MbURRME5aUzFhdEdDYk4yL1dXalpPWVdFaE8zejRNUFB5OG1MLy9QT1BvUGtORFEzbEFucWFBR0RyMTYrWGUwL3hjNG1PamxiNmZMLy8vbnVXa0pEQXo2TVlZQXdJQ09EbnJWZXZubHhRMDkzZG5aOVdybHc1bFpWV1pRVVFIdHk2ZlBreWE5YXNHYnQ3OTY3RytiaGVXTnlyWnMyYUtpdFpkdS9lelNwVnFzUWVQbnlvVTVuejgvTlp2WHIxMkxScDArVGVCNG9hT3I1Ky9WcnRhL0hpeFovZHMvNlhlQXcwVVJXSVMwcEtZaFVxVkdCVnExWmwvdjcrU3RlRE4yL2VzTGx6NTdKNjllcXg2T2hvL24zdWU3WjI3VnFWRmQyS3IyWExscWs5dmlYZFYzM3MxODgvLzh5Ky8vNTdqZHZ4OGZIaGUzUXJYdVBIangrdjkvMVN0MjlQbno3bEd5d2JHUm14dm4zN01vbEVvclJzWGw0ZXExV3JGbnY3OWkxanJLaUg0S2xUcDlqNDhlT1ptNXNicTErL1BxdGN1VEt6dExSa3hzYkdUQ3dXTTBORFF5WVdpNW14c1RFek56ZG5EZzRPL1BMNjNLK2NuQnlsckVvV0ZoWnM4dVRKZklCTWxyWUE0OEtGQ3dXZGg0b0JObTBPSERnZ1Y4YjY5ZXV6akl3TXRmTXJCb1NGbEVreGVGVFMxNG9WS3hoaitydW42dVBhdG1MRkNtWnViczRHRGh6SVRwOCtyZklZS3lvb0tHRGg0ZUhzcDU5K1V2dmRCRlFIR0ZYdDEvRGh3NVhtRXhKZ1pJeXhqeDgvTWk4dkwzNWRnd2NQVmprZjEzdTRRWU1HYk5teVpVcmZIVm4zN3QxamtaR1JLc3NUSHgvUEIrWDBWVmVteXpPaUVMNit2bklkSnlwVnFxU3ljUUJqSlE4d1BuNzhtQmtaR1RGVFUxTVdIQnlzY3A0ZE8zWXdRME5Edmp6R3hzYk0wOU5UN3Y3NjZ0VXJWcTFhTlFZVUJReERRa0swN21kdWJpNmJQMzgrMy9GaTVzeVpqTEdpWjF5dXAyblBuajFabXpadCtPdHdSa1lHVzd4NE1XdmJ0aTJyWHIwNnM3S3lZa1pHUnN6QXdJQVpHUm14SmsyYThPdlg5N01EWThVL0Q2OWZ2ODVjWFYzNXdQK3RXN2ZZcjcvK3ltcldyTW5NemMyWldDeG1CZ1lHYXM4L2tVakVObXpZb1BOMVQ5WHIvZnYzZXIxL0hUMTZsRGs1T2JFS0ZTcXdkZXZXYVR2cy8zblFnVWpYQlQ0SHVnd0VUQWo1ZC9yU0xsMXQyN1pGZEhRMEFDQXFLZ3B0MjdZdDJ3SVJRZ2doUkNjNU9Ua3dOVFZWTzUweGhyeThQQlFVRkVBcWxVSWtFa0VrRXNIQXdBQWlrUWlHaG9Zd05qYld1STJzckN5OGZmc1dMaTR1eFM3bmdnVUw0T2pveUk5SDlxVjUvdnc1YkcxdFViNThlWTN6RlJRVTRPUEhqOGpQejRlcHFhblMvRktwRkh2MjdFSHIxcTNoNU9TRTdPeHN2SHo1RWlLUkNOV3FWWU9Sa1JFLzcvdjM3L0hod3djQWdMVzFOVDllMjc5VllXRWgwdExTd0JpRFNDU0NuWjJkMnZFdlAzejRBQXNMQzUyM2NlWEtGZFN2WDE5dTJjR0RCMlBRb0VGd2MzTlR1MXhVVkJTMmI5K09vS0FnbmJmNUpma1V4MENkL1B4OFBIcjBDQTBhTkpCNy84V0xGNmhTcFlwT1k2RktKQktzV2JNRzNicDFRNjFhdGJUTy8ralJJeHc3ZGd3VEpreFFPYjBrKzZxUC9VcE1URVJhV2hvYU5teFlyREtvVTlKaldGQlFnSmN2WDZKNjllcEswN2h6U0pObno1NmhaczJheGQ2K092bzZONlZTS2ZMejh5R1ZTbUZxYXFwMmY1S1RrNUdVbEtRME5wOVVLc1dCQXdmdzdiZmZxaHduVFZGQ1FnTHUzTGtqYUt3M0FNakx5OFBMbHkvQkdJT1JrUkdxVkttaThUT1hTQ1JJU1VsUk8xN2dwNlN2ZTZwUW1xNXQrZm41eU0vUEwvWTVVMUJRSUhmdjVreWZQaDBlSGg1SzQyWG01T1FnTWpLU2Z4YXJXTEVpdnYzMlc1WGpTSjg0Y1FJLy92Z2o3T3pzdEpiajhlUEhlUGZ1SGI3Ly9udTE1OEhseTVmUnJGa3pIZmJ1LzZXbnB5TTZPaHFkT25WU093NW1jWlhsTTJKYVdocXVYcjBLTnpjM3BlZmh3c0pDbkQ1OUdxNnVyckMzdDFlN2pxMWJ0NkpaczJiNCt1dXZOVzRyUHo4ZmhZV0ZNREV4VVhudFg3OStQV3h0YmRHclZ5OUI0N1p5c3JLeWNQcjBhZlRxMVV0cDJzT0hEMkZ1Ymc1bloyZkI2OU9WTHM4T1FQSFB3OXpjWEVIUHdoS0poQzhMOTN0SDMwcnIva1cwRStsd1FDbkFTQWo1SW4xcGx5NEtNQkpDQ0NHRUVFSUlJWVFRUWdqNW5Pa1NZQlRlTkkwUVFnZ2hoQkJDQ0NHRUVFSUlJWVFROHA5SEFVWkNDQ0dFRUVJSUlZUVFRZ2doaEJCQ2lHQVVZQ1NFRUVJSUlZUVFRZ2doaEJCQ0NDR0VDRVlCUmtJSUlZUVFRZ2doaEJCQ0NDR0VFRUtJWUJSZ0pJUVFRZ2doaEJCQ0NDR0VFRUlJSVlRSVJnRkdRZ2doaEJCQ0NDR0VFRUlJSVlRUVFvaGdGR0FraEJCQ0NDR0VFRUlJSVlRUVFnZ2hoQWhHQVVaQ0NDR0VFRUlJSVlRUVFnZ2hoQkJDaUdBVVlDU0VFRUlJSVlRUVFnZ2hoQkJDQ0NHRUNFWUJSa0lJSVlRUVFnZ2hoQkJDQ0NHRUVFS0lZQlJnSklRUVFnZ2hoQkJDQ0NHRUVFSUlJWVFJUmdGR1FnZ2hoQkJDQ0NHRUVFSUlJWVFRUW9oZ0ZHQWtoQkJDQ0NHRUVFSUlJWVFRUWdnaGhBaEdBVVpDQ0NHRUVFSUlJWVFRUWdnaGhCQkNpR0FVWUNTRUVFSUlJWVFRUWdnaGhCQkNDQ0dFQ0VZQlJrSUlJWVFRUWdnaGhCQkNDQ0dFRUVLSVlGOWtnTkhjM0x5c2kwQUlLVU1XRmhabFhRUkNDQ0dFRUVJSUlZUVFRZ2doNUQvcml3d3cxcXBWcTZ5TFFBZ3BRM1FOSUlRUVFnZ2hoQkJDQ0NHRUVFTEt6aGNaWUhSM2R5L3JJaEJDeWxEMzd0M0x1Z2lFRUVJSUlZUVFRZ2doaEJCQ3lIL1dGeGxnOVBiMlJ0V3FWY3U2R0lTUU1sQ3RXalZNbVRLbHJJdEJDQ0dFRUVJSUlZUVFRZ2doaFB4bmZaRUJSa3RMU3dRR0JwWjFNUWdoWlNBd01CRGx5NWN2NjJJUVFnZ2hoQkJDQ0NHRUVFSUlJZjlaWDJTQUVRQTZkT2lBVTZkT1VVOUdRdjRqcWxhdGl0T25UNk45Ky9abFhSUkNDQ0dFRUVJSUlZUVFRZ2doNUQvdGl3MHdBa1ZCeHRqWVdQajQrS0JodzRhd3NMQW82eUlSUXZUSXdzSUNEUnMyaEkrUEQySmpZeW00U0FnaGhCQkNDQ0dFRUVJSUlZUjhCa1NNTVZiV2hTQ0VrSCs3dG0zYklqbzZHZ0FRRlJXRnRtM2JsbTJCQ0NHRUVFSUlJWVFRUWdnaGhCQVpJcEZJSkhUZUw3b0hJeUdFRUVJSUlZUVFRZ2doaEJCQ0NDSGswNklBSXlHRUVFSUlJWVFRUWdnaGhCQkNDQ0ZFTUFvd0VrSUlJWVFRUWdnaGhCQkNDQ0dFRUVJRW93QWpJWVFRUWdnaGhCQkNDQ0hrLzlpNzc2aW9qcmNQNE4rbEl5REZMaFpBc2NRV3hWaEF3VzRTamFqUnhJYUtVUU94RS90UG8xR2pZc2NHVXNTQ3NZR0toVmhRc1JFTHBpZ3FkazFRUUVTYUlHV1hmZi9nN0gxWnRyQ0xDQ1Q1ZnM3aEhPN2NtYmx6eTk2WWZYaG1pSWlJaURUR0FDTVJFUkVSRVJFUkVSRVJFUkVSYVl3QlJpSWlJaUlpSWlJaUlpSWlJaUxTR0FPTVJFUkVSRVJFUkVSRVJFUkVSS1F4QmhpSmlJaUlpSWlJaUlpSWlJaUlTR01NTUJJUkVSRVJFUkVSRVJFUkVSR1J4aGhnSkNJaUlpSWlJaUlpSWlJaUlpS05NY0JJUkVSRVJFUkVSRVJFUkVSRVJCcGpnSkdJaUlpSWlJaUlpSWlJaUlpSU5NWUFJeEVSRVJFUkVSRVJFUkVSRVJGcGpBRkdJaUlpSWlJaUlpSWlJaUlpSXRJWUE0eEVSRVJFUkVSRVJFUkVSRVJFcERFR0dJbUlpSWlJaUlpSWlJaUlpSWhJWXd3d0VoRVJFUkVSRVJFUkVSRVJFWkhHR0dBa0lpSWlJaUlpSWlJaUlpSWlJbzB4d0VoRVJFUkVSRVJFUkVSRVJFUkVHbU9Ba1lpSWlJaUlpSWlJaUlpSWlJZzB4Z0FqRVJFUkVSRVJFUkVSRVJFUkVXbU1BVVlpSWlJaUlpSWlJaUlpSWlJaTBoZ0RqRVJFUkVSRVJFUkVSRVJFUkVTa01RWVlpWWlJaUlpSWlJaUlpSWlJaUVoakREQVNFUkVSRVJFUkVSRVJFUkVSa2NZWVlDUWlJaUlpSWlLVlVsTlRGY295TWpLUW41OWZBYU1ocW5nU2lhU2loMURwVmJiM0J0OVhSRVJFUkdXUEFVWWlJaUlpSWlJTkhEeDRFSzlmdnk2ei9xNWR1NFl1WGJvZ09qcGFZVjlHUmdZY0hCd1FGaFpXWWo4RkJRVllzbVFKbmoxN3ByTE9sU3RYc0g3OWVxMi9aRTlMUzBQanhvMnhhOWN1dWZKRml4YWhUWnMyRUl2RlN0dnQyN2NQdi8zMm0wSjVVbElTUWtORHRScUR6TmF0V3pGZ3dBQ3QyK1hsNVNFdUxrN2puOHpNVElVK0hqMTZoTnExYXd2YkowNmNnSVdGaGRwQVUzNSt2bHhmWmYzOFJFUkVvRjY5ZW9pUGp5OVYrN0llei91cWJOZEhsZVhMbDZObHk1Ykl5Y25SdU0zOSsvZWhwNmVudG81SUpFSmNYSnhjbVZRcVZhajNiMzV2QU1DclY2OXc2OVl0U0tWU1BIdjJUTzJQcHVOS1NFaEE0OGFOY2VUSUVhM09veks5eDRpSWlJZ3FJd1lZaVlpSWlJaUlTdkRtelJ0NGVIamc4ODgvUjFaV0ZnQWdNREFRSXBGSW81OGRPM1lvOUJrY0hJeWJOMi9DM3Q1ZVlkK0pFeWZ3MjIrL3lRVzFWRWxLU3NLT0hUdmc2T2lJMjdkdksrelB5OHZEaEFrVHNITGxTcng2OVVwdW40ZUhoOXB4VzFoWVlNU0lFZkR3OE1DOWUvY0FBQ2twS1FnSUNNQ1FJVU9VQmsweU16UGg3dTZPQXdjT0tPdzdjdVFJdnY3NmExeTVja1h0T1dWa1pDZ0UvbmJzMkFFZEhSMnRBb01BOE9USkV6UnYzbHpqbnhNblRpajBJUmFMa1pTVUpHem41K2NqUFQxZElRQ1VtcHFLQXdjT1lQVG8wYWhac3laV3Jsd0o0TU04UDQ4ZlA4YUxGeTlRdlhwMXRkZFNtUTh4bnZkUjJhNlBPcDA2ZFVKY1hCeFdyVnFsY1J1cFZDb1hqTDV3NFFJY0hSM3g3dDA3bFcweU16UFJ2bjE3aFVEaXYrbTk4Zno1Y3l4ZHVoUVRKMDVFMzc1OVViZHVYZFNxVlF0RGhneEJWbFlXYkcxdDFmNDhmdnk0eFBNRWdEcDE2cUJaczJhWU8zZXV4dG1ubGUwOVJrUkVSRlFacWY4VE9pSWlJaUlpSW9LVmxSVkNRMFBSdDI5ZmZQbmxsemgyN0JpR0RoMktMbDI2bE5pMmVmUG1DbVdabVpuWXMyY1B4bzRkaXhvMWFpanNEd2tKZ1oyZEhWcTBhSUcwdERTNWZXWm1adERWMVJXMjY5U3Bnd3NYTHNEWjJSbmR1blhEK2ZQbjBicDFhMkgva2lWTDhPREJBNXc1Y3diVzF0WnlmZjM0NDQ5d2RYWEY1NTkvTGdRQ25qNTlLcmU5ZlBseUhEeDRFTWVQSDBmejVzMnhmdjE2bUp1Ylk4NmNPVXJQTnp3OEhHS3hHS05HalZMSXlISjJkb2E5dlQyQ2dvSlFyVm8xaGJiTm1qVURBQnc5ZWhSdWJtNHErMWRtNzk2OUdEWnNtTko5Z1BKc3NPSkVJbEdKZFlwNi9mbzFZbUppY1BueVpady9meDQzYjk2RVJDSkJpeFl0TUdIQ0JBd2VQQmhBMlQ4L0FQRHk1VXRVclZwVjRma29pYm01K1FjWnovdW9iTmZIMk5oWTVmNGVQWHJBMWRVVnljbkpXdlZiVkwxNjlmRDc3Ny9qcDU5K3dySmx5NVRXV2JSb0VXN2Z2aTBYSVAyM3ZUZjA5UFJ3NGNJRjJOdmI0L1RwMHdnT0RrYjM3dDNSb0VFRElkQjg2TkFoZlBiWlp3cm5xdXdlNmVucGxSaEFWSlZKNnV2ckN3OFBEMkc3c3I3SGlJaUlpQ29UQmhpSmlJaUlpS2hTZWZqd0lmYnUzWXRidDI1OXNDa2NOMnpZZ0k4Ly9saXJOdDI3ZDhlS0ZTc3dhOVlzWEw1OEdkMjdkNGU1dWJuV3h5NGF4UEx6ODRPZm41K3dMWlZLRVI4ZmoxT25Ua0Vpa2NEUzBsS2gvYSsvL29wT25Ub0JnTndYMzVzM2I4YXlaY3VRbjU4dmxEOTkraFRlM3Q3NDl0dHZVYWRPSGFHOFdyVnFxRkdqQm1yVnFnVmJXMXNBLy8rbHVJeTl2VDBlUFhvRUFBZ0lDRUR6NXMzeDU1OS9ZdVBHalpnOWV6WVNFaElBQUkwYk41WnI1K3ZyaTlHalJ5TW1KZ2J1N3U1S3I4SDkrL2NSSEJ5c1VGNDhDS2hKVUZBc0ZrTmZYNy9FZXNXREJKcDQ5T2dSeEdJeG5qNTlxclNQT25YcVFGOWZINjFhdFVMbnpwMHhZOFlNZE92V0RiVnIxMFppWWlLMmJObUNSbzBhd2NMQ29zeWVINWtYTDE0Z0l5TURkZXJVMGFwZGNIQXd4bzRkVytiamVWK1Y2Zm9zWHJ3WXo1OC9MN0h1NXMyYlZlNlRTcVZ5bjBQZy81K2ZtalZyWXM2Y09WaTVjaVhjM2QzUnFGRWp1YmJYcmwzRHhvMGJNWFBtVERScDBnVEF2L085WVcxdGpjaklTT0djT25YcWhJWU5HOHIxcDYrdkR5TWpJNVhYdWJpbFM1ZGl5SkFod3JaWUxGWUlLa3FsVXVUbTVzcjFXenpyczdLK3g0aUlpSWdxRXdZWWlZaUlpSWlvVXNqSXlNQzBhZE93YytkT2piNlFmUi9hWmpYSmVIbDU0YU9QUGtMMzd0MDFDbGcxYmRwVWFmbThlZk9FN0RhZ01FdG54WW9WQUlCMTY5YkJ5c29LNTgrZmw4czRTa2hJUUk4ZVBXQmdZQ0NVS2N2ZWF0Kyt2VUxaMXExYnNYWHJWbUg3KysrL3g1bzFhOVNPUFRrNVdlazBqQUN3Y09GQ0xGeTRFSUQ4bCtjeE1UR0lqbzdHbmoxN1lHTmpnN0ZqeDZvOVJrbTB6U2hVcHpTWmQ1MDZkVUpLU29wQ0g3SzEzSzVjdVFJSEJ3Y1lHaG9xdEkySmljR3laY3N3ZWZKa29heXNuaCtnTUVQUHhjVkY2M1hscWxTcDhrSEdVeFlxeS9YcDJyV3JzTDVmUUVBQUFnTURjZTNhTlpWdCt2ZnZqNlpObTJMdDJyVnk1Y1dmT2RuMjZ0V3JNWHYyYkFRR0JtTDI3Tmx5YXlabVpXVmgxS2hScUZldkhuNzQ0UWU1OXYvVzkwWlpxbDI3dGhEMGpJdUxRNnRXclJTT0ZSY1hoN1p0MjZvY1EyVitqeEVSRVJGVkpnd3dFaEVSRVJGUmhVdE9Ua2JQbmoyVnJnVldtWWhFSW1HNlBrMENWcXJXMDJyUW9JSGNGL294TVRFQUNvTUIvdjcrbURObkRscTBhQ0hYUmhiRUtob29VUFVGK2JKbHk3Qnc0VUtJeFdLNVlJTTZ4YjhFcjEyN3RoQmtBWUN3c0RBTUd6WU1iOSsrVlJwUUF5QUVSR3hzYkFBVVR0bW9hb3JBNHBTZGl5enpTeDJKUktLUVJhbHAvOFVWdndheUROcTR1RGcwYjk1YzZFTjJ2MkpqWTFHalJnMkZkdW5wNlZpNWNpWGF0bTJMV3JWcXlmVmZGczhQVUJoQWMzQndnSVdGUlluOXFGS1c0eWtMbGVYNkZNMG9kSFYxeGJwMTZ5Q1ZTcFdPS1QwOUhjK2VQY1BreVpNVnN2bGt6OHZQUC8rTWtTTkhLanlEVzdac1VaaCt0RXFWS3BnK2ZUcnM3ZTNsZ3NIQXYrKzlzV2JOR3N5YU5VdllMbnA5WmZmMml5KyswR2djTXBjdlg4YUVDUlBVamxGWithVkxsNFFwZVN2emU0eUlpSWlvTW1HQWtZaUlpSWlJS3BSWUxNYkFnUU9GNEtLZW5oN2MzZDNScVZNbjJOallRRWRIcDh5UHFlMzBxRVhYOXRxOWV6ZEdqUnIxUVRKd3RtM2JCaU1qSTB5Yk5rMWhuK3hMKzZLQkFsVmtZOU1tYzZiNFdtcUE4dlhLREEwTmxaWmZ1SEFCdi96eWkxelpnQUVEaEg1TFEvWUZ2enBpc1ZpanZzb3lpNmg5Ky9idzhQREExS2xUa1p1YnE3QmZWMWNYSDMzMEVRSURBd0Y4bU9mbjVjdVg2Tk9uRDk2K2ZhdHhHeE1URTRoRW9uSjdualZWMmE1UFVZNk9qcWhldlRvT0hUcUUvLzN2ZndwdElpSWlJSkZJaE0rTU1rVXpGSUhDei9Mang0K0ZETXppVTZuMjdObFRLQzhldEZUbW4vcmVHRGR1SFByMzc0OWp4NDVoOXV6WmlJaUlFS1plMWRIUlFjT0dEYkZreVJKMDZOQkJvYjlQUC8xVTZaU2lEZzRPbUR0M3J0eVlpcitEbEpYTHBtYXQ3Tzh4SWlJaW9zcUVBVVlpSXRLSWJLMlMvUHg4RkJRVVZPaVhVRVJFVkdnSDk2Z0FBQ0FBU1VSQlZEWkVJaEYwZEhTZ3I2OFBRMFBEQ3B2R0xUZzRHTkhSMFFDQVdyVnE0Y3laTTJqVnFsV0ZqRVdWTzNmdUtNMWdVdmVsc0xJdjJVdXlhTkVpREIwNkZDdFdyRUN2WHIyRVFFUFJZNm5LSGl5cU5JR0NrZ0ladWJtNTBOSFJVWHBldWJtNThQRHd3Q2VmZklJYk4yNEk1VldyVmtYVnFsVTFIa054WmZsTWFoSWcwR1lhVlY5ZlgvajYraXA5Qm5SMWRlWEcvaUdlbjdkdjM4TEh4d2MrUGo0YWp6a3RMUTNtNXVibDlqeHJxckpkbitMSGNYTnpRMEJBQU9iTW1hTnczTzNidDZORGh3N0NXb25GSlNZbTR0aXhZd0NBeFlzWFk4S0VDY2pQejFmNnJDa0xVbXJ5Yis1LzZudkR5c29LVmxaV3dqMnl0YlVWK2t0TVRNVFZxMWRWOWl2Ymw1ZVhKeGM4TlRZMlZoaFQ4VFVjWmZXTDEvc252TWVJaUlpSUtoTUdHSW1JcUVSaXNSaloyZGtvS0NpbzZLRVFFVkVaa2txbGtFZ2trRWdreU12TFE1VXFWVDVvRUVHVmpSczNDci83K1BoVXV1QWlvSHF0TjJVWk5ETHFBZ05KU1VseWE4d2xKU1VCS1B3aXVsbXpab2lKaVlHdnJ5K3VYYnNtSEZ1V2lTUUxGT3pidDA5bC8zLysrU2RFSWhIMjc5K3ZzbzZ0clMwNmR1d29iTWZIeHl1TVJabmk1VGR1M0VCOGZEeGV2bnlKSTBlT29FZVBIc0sraXB4YU1ERXhFVUJoVnRxbFM1YzBtaXJ6MHFWTHFGMjdOaElURTZHam80T2FOV3ZLN2QrN2R5OXUzTGdCYjI5dlBINzh1TVQrbWpadENwRklWT2JQRHdBY1BYcFU0MytiSFR4NEVMdDM3NGFabVprd3JySWV6L3VvYk5lbnVCa3pabURyMXEzdzkvZkhkOTk5SjVSZnZYb1ZrWkdSK1Bubm4xWDI3ZXZyQ3pNek03eDU4d1pIang1RlVGQVFJaUlpU2h5L2JGcmVvdjV0N3czWmRLK25UcDBDVUxpT3BLdXJLL3IxNjRjNmRlcW9IRU5SNTgrZlI3ZHUzVlFlUnpabVRmenl5eStWN2oxR1JFUkVWSmt4d0VoRVJHcUp4V0t0cHBZaUlxSi9wb0tDQXJ4OSt4YW1wcWJsR21TTWo0OUhiR3dzZ01MTWt5RkRocFRic2N2S3FWT25ZR2RuSjJ3L2VmSUVmZnYyVmR0bThlTEZXTHg0c2RKOXVycTYyTDkvUDlxM2I0OEJBd2JnK3ZYck1EYzNGNmJpbEFVS2hnOGZYdUxZMU5VWk0yYU1YS0NnZnYzNmN2dUxaL3d0V2JJRWUvZnVSVkJRRUJ3ZEhZVnlHeHNiTkd2V0RMNit2Z3BCZ2ZlZFdqQW5KNmZFT3JLcE5ZdlRORUNoU3JWcTFiQnAweWJjdkhrVFY2NWNBUUNNSGowYUF3Y094UFBuenpWZUk5RFUxRlJ0bmRJOFA0RHliRGRWcmw2OWlxcFZxMm8wM1hCcHgvT2hWSWJyVTc5K2ZVeWJOZzN6NTg5SHYzNzkwTEJoUStUbDVjSFQweE50MjdiRjExOS9yYlJkU2tvS05tellBQThQRDZ4YXRRb1hMbHlBcTZzcm5KMmRjZkhpUmEzL21PTGY5dDRBZ045Kyt3MG1KaVpDMnoxNzl1RDgrZk5JVFUyVjZ5YzRPQmhlWGw0SzViTFBWMEZCQVNRU2lkS3BZSXNIL1pRRmJ3R2dWNjllbGU0OVJrUkVSRlNaTWNCSVJFUXFTYVZTWkdkblYvUXdpSWlvSEdWblo4UE16S3pjcG5UNysrKy9oZCtiTjI4T1hWM2Rjamx1V1dyUW9JRmM1b2ttYTJuNSt2ckN3OE5EMlBiejg0T25wNmV3YldWbGhmMzc5OFBSMFJIdTd1NDRkT2dROHZMeUFQeC9vRUJWQmxST1RnN3ExS21EdExRMExGcTBTR1ZBb3JqTXpFd0F3SU1IRCtEZzRLQXdmYURzQy9ZYk4yNWczTGh4Q3UxSGpCZ2hsMTBGQUdabVp1K1ZsYVBObEtYRkZRMUVQSHIwQ09ibTVxaFJvNFpRWm1scGlYWHIxc0hkM1YxbEg5YlcxbWphdENrYU5Xb0VBSGp6NWczTXpNenc2TkVqQVBKWldFWEZ4OGNyQkY1VUtjM3pvNjIwdERTTk1qakxhenphcUN6WFovSGl4VGg2OUNnR0RoeUlxS2dvekpneEEzZnYzc1hWcTFkVkJpWm56Wm9GQ3dzTGpCdzVFcXRXcllLWm1SbE9uRGdCUHo4L0dCa1pLWHhlaWxLVzlmWnZmRzhFQndkajBLQkJpSTJOeFpZdFcvRGRkOS9CMWRVVmp4NDlFZ0tQUU9FZm9BQlFlWi9TMDlNQkZHWXNGNzJ1dDIvZlZucWQ3OTI3cDdER3BhbXBhYVY3anhFUkVSRlZaZ3d3RWhHUlNybTV1WndXbFlqb1A2YWdvQUM1dWJrS2ExWjlLTExzR2dBcXB5ZjhyL3JrazArd1pzMGFtSmlZUUNxVkNsa3dKZDBiUHo4L3BLV2xZZmp3NFZpOWVqVkdqQmloY24yNG9tU1pRRldxVkJIS1pPdWIzYjE3RjMvODhRZGNYVjBSRWhLQ1pjdVdvVnExYWlYMmVmYnNXZlR1M2J2RWVvQjg0S05qeDQ0S3daUzNiOS9DeThzTEN4Y3VsQXZlU2FWU2JOdTJEUTBhTkpEcnIyZ2dZdlhxMVJDTHhRZ0xDNU9yazUyZGpiUzBOSVd4bUppWW9FYU5Hbmp6NWcwTURRMFJGeGVIME5CUWhXYzBJU0VCejU0OVUyZ3ZtNTYxckpVbThQL3UzVHVrcGFYQnlzcnFBNHlvY3ZtUTE4ZlkyQmhoWVdGd2RIUkVreVpOOE9yVksyemZ2aDF0MjdaVldqOGpJd083ZCsvR3JsMjdGTllJbkRGakJscTJiSWs3ZCs1b1BkNlMvSlBlRytucDZRZ0pDY0dOR3pld2RPbFNHQmdZSUN3c0RHZk9uSUZZTEZZNkhXeng0SjhzUUNqYlg3Tm1UYTBDZW1LeHVNUS9iS25JOXhnUkVSRlJaY1lBSXhFUnFTUmJzNFdJaVA1Yjh2UHp5eTNBK0c5UVBOTklrL1cyTkRWdDJqVGg5K3pzYkJnYUdxcWQ1dkxPblR0WXVIQWhCZ3dZZ0tDZ0lNVEV4R0RRb0VHNGZQa3lMQzB0MVI3cndvVUxlUERnQVc3Y3VBRUFxRnUzTG5yMDZJR1FrQkFzWHJ3WU5XdldSRWhJQ0ZxMmJJbEZpeFpoOCtiTkdwL0hyNy8raXVyVnF5dmRkK0xFQ1V5ZlBsM1lQbno0TUZhc1dJR0xGeS9pNU1tVG1EbHpKbUpqWTZHbnA0Zjc5Ky9EeGNVRmx5OWZSdDI2ZFFFVUJwV2FOR21DUG4zNjRNeVpNK2pjdWJOYy82OWZ2OGJSbzBleGZmdDJoV012V0xBQUN4WXNVQ2ovOHNzdkVSb2FLbVI5cVRKZ3dJQVN6NzBrMmp3L2UvZnUxYnAvQXdNRHZIbnpScU9Bc0xiaktRK1Y2ZnJvNmVtaFljT0d1SFhyRml3c0xHQnRiYTJ5YnRXcVZiRnQyellNSHo1Y2FRYWRiR3BvVlZSTjQ2bUpmOHA3WTh1V0xYQnljcExMRHF4VnF4WkdqUnFGd01CQVRKZ3dRZUY0eGErSkxLRDM0TUVEQUlDZG5aMVE1dWJtaGpObnppQXlNaEl0VzdZVTJqeDU4Z1I5K3ZUQmtDRkR0TXFhcjZqM1dFWkdCckt6czFHN2RtMk54MHBFUkVSVUhoaGdKQ0lpbFppOVNFVDAzOFQzZjhuUzA5T0ZMRFZ0MW5wN0g1bVptWEpaUXNYRnhzYWlUNTgrcUZxMUt2ejgvR0JzYkl5OWUvZWlhOWV1Y0haMnh2SGp4OUd3WVVPNU5qTm56c1N1WGJzQUFOMjZkVU9EQmcyRU92NysvbWpmdmozMjd0Mkxnd2NQWXV2V3JUQTFOY1htelpzeFlNQUFmUDc1NXhxZnU0Mk5qY292eDJ2VnFpVzN2WDM3ZHBpYm04UEl5QWhwYVdsQ2xwZVJrUkhDdzhQUnVYTm5USmt5QldGaFlZaU5qY1hvMGFNUkZoYUdMbDI2WU1DQUFZaUppWkU3ejVVclZ5SW5Kd2NIRGh4UVdGdHUwNlpOR0Q5K3ZNS1lOQTA2bEhhSzFOSStQOE9HRGRPNGJsSEp5Y2xxcDNoOG4rZjV4SWtUdUgvL1ByeTh2RW8xdHJJY3o0ZTZQdkh4OFZpMWFoVzJiZHNHUzB0TGJOMjZGWnMyYlVMZnZuM1J1M2R2eko0OUd6MTc5bFRJb0ZRMkpXaDVxOHp2RFZ0Ylc1WHJhWTRmUDE3dXN5bWJEbGJWRksvWHIxOUh6Wm8xaFlBZEFBUUZCZUhMTDc5RXQyN2RFQlFVQkZkWFZ4dzZkQWdUSmt6QXlKRWpzWExsU2cydTRQK3JpUGZZenAwNzhlMjMzeUkzTnhkejVzelJlc3hFUkVSRUgxTEpLN3dURWRGL2xxci9nU2Npb244M3Z2K1ZrNjM5ZHZqd1lUUnAwZ1RIang5SDA2Wk44ZVRKRTBpbFVvVWZkVHc5UFNFU2lZU2ZvdXVvcWZMWFgzOHBYWCtzb0tBQTI3WnRRNmRPbmFDam80UEl5RWpVcVZNSEFPRGc0SUR3OEhBOGVmSUViZHEwZ1orZkh5UVNpZEMyVDU4K1dMeDRNUzVldklpMHREUThmLzRjL3Y3K0FJRCsvZnNqSmlZRzd1N3U2TisvdnpETlgvLysvVEZwMGlSODlkVlhPSGZ1bkdZWFQwT1BIajFDUkVTRWNEMktCMndzTEN4dzh1UkpCQVlHQWdCdTNicUZXN2R1b1VhTkd0aTNieC9NemMzbGdreFhyMTZGajQ4UHZMeThjTzdjT2N5WU1VTnVEVDg5UFQwWUdSa3AvT2pyNjVmcGVRRmwrL3hvSXpzN0cvZnYzMWRZRzYrc3hoTWJHNHZ2di84ZTMzenp6WHV0ajFqWnJvOUVJc0hwMDZjeGJOZ3cyTm5ad2QvZkg1NmVucmgzN3g0OFBUM3grKysvWS9ueTViaCsvVHA2OSs0TmUzdDcvUERERC9qamp6L0tiR3pGL2R2ZUc4T0hENGVEZzhON1h4Y0FPSDc4T0Z4Y1hPVEtEQXdNY09USUVZd2ZQeDZEQmcxQ3k1WXRNWHo0Y0t4WXNRSWJOMjRzaytNcVU1YnZzUmt6WmlBNE9CZ3hNVEZZdFdxVk1CVXNFUkVSVVdYQURFWWlJaUlpSWlJTlJFVkZBU2o4SW52ZXZIbVlQSGt5dnYvK2U0VjZDUWtKeU1yS2dxbXBLUjQvZmd5Z2NFMi9vaFl2WG95dnYvNWEyTjYvZno4V0wxNHNiTy9ac3djblRwekF3SUVEMGJScFU3eDQ4UUtiTjIrVyt3SzlvS0FBUjQ4ZXhkS2xTL0hiYjcraFQ1OCsyTFZybDBJbVRlL2V2UkVkSFkydnYvNGFucDZlV0xObURTWlBub3hodzRhaFQ1OCs2Tk9uajlMelhiSmtDWDc4OFVkMDc5NGQrL2J0ay91UzNNZkhCOG5KeWVqYnR5K3VYTG1DRGgwNnFMMTJzc0JGU1FJQ0FtQnJhNHVCQXdjQ0FHclVxQUVBQ0E0T2xwc3k4TjI3ZDdoMzd4N1dyVnNISnljbllSMjRRNGNPQ2NHbk8zZnV3TlhWRmM3T3psaTFhaFcrK09JTERCbzBDSkdSa1VKbVZGSlNFaDQ5ZWlTY20wUWlnVmdzUm41K1BuSnpjNFcxK2M2ZlA2ODBDK3lUVHo3UjZMeUFzbjErbExsMzd4NnVYcjBLS3lzclZLMWFGY2JHeHNqTXpNVDY5ZXZ4OXUxYkRCbzA2SU9NWjg2Y09haGR1emErK2VZYkpDUWtJQ3dzRE1iR3hocGRrdzh4SGxXMHVUNnpaOC9HcmwyN2tKU1VCSE56YzB5Wk1nVXpac3hBdlhyMWhEcUdob2FZTjI4ZVBEMDk0ZXZyaTYxYnQyTHAwcVZZdW5RcG5KeWNjT0hDQlpXWnNKTW5UOGFXTFZ1MHVUd0EvanZ2alRWcjFtRFdyRmxLOXlsYlp6TXFLZ3AvL3ZtbjNIVEhVcWtVZi96eEIwNmNPSUhqeDQ5REpCSWhMeThQZVhsNTJMbHpKOTYrZllzZVBYcWdaY3VXME5QVDdLdXhpbmlQR1JrWjRmSGp4eENKUk5EVjFaVmJ6NU9JaUlpb29qSEFTRVJFUkVSRXBBRXpNek4wNnRRSlFVRkIrT2lqajFUV3UzejVNcjc2Nml0aDI4N09EcjE2OVpLclU2dFdMYm1NcWVKZjd0ZXZYeDk3OSs2VlcxT3VZOGVPOFBiMkJsQVlaT25jdVRPZVAzK09SbzBhWWUvZXZXcW5oMnpUcGczKy9QTlByRm16QnF0V3JjS01HVE9Rbkp5TW4zNzZTYUd1bnA0ZXFsV3JoZ1lOR21ER2pCbFlzV0tGUWthZmpvNE85dTdkQ3g4Zkg0MHlrQzVkdXFSeTdiS0lpQWdoa09UdDdRMHZMeTlodlRnWEZ4ZU1IajBha3laTndydDM3K1RhR1JvYW9tM2J0bktCbXRhdFd3TUEvdmpqRDNUcjFnMjJ0clk0ZVBBZ2RIVjEwYTFiTjl5OWV4ZnIxNjlIWUdBZ1RFeE04T09QUDhvRmFJcXlzTERBUng5OWhPam9hQUNRVzE5TkpqUTBGQzFhdEZBb1QwcEtRcmR1M2VUS3l2TDVVU1lyS3dzVEowNVV5Q0swczdORFFFQ0FjRzAreEhqR2pCa0RBd01EZUhsNTRlKy8vMGFUSmsxS0hHOXhsZW42T0RnNDRNcVZLMWkyYkJtR0R4K3VOb0JwWVdHQmVmUG1ZZmJzMllpSWlNQ2VQWHN3Zi81OHRkUHNMbHk0RUpNblQxWTczcWRQbnlwTUQvdGZlVytNR3pjTy9mdjNWN20vT0E4UEQ5amEyc0xGeFFWejVzekJuMy8raVd2WHJpRXRMUTMyOXZZWU5td1l4bzBiQnhzYkcxeThlQkhidDIvSGtpVkw4UDMzMzhQUTBCQ05HaldDajQ5UGljOVJlYi9IQUNBd01CQVRKMDVFVmxZV2ZIeDhTbHdUazRpSWlLZzhpYVNjLzRpSTZJUHIxcTBiTGx5NEFBQTRmLzY4d2hkT2xWVmFXbHBGRDRHSWlDcUlzaW4xUG9Tb3FDaDA3OTRkUU9HWHNMSXNwbjh5c1ZpTU4yL2VRQ3FWUWlRU29YcjE2c0lYelFEdzdOa3pWS3RXRFdabVptcjd5Yy9QUjFaV0Z2THk4bUJzYkt4UTM5ZlhGOVdxVmNQZ3dZTTF6c0FCZ0l5TURFUkdSbUx3NE1IYW5aZ0cwdFBUY2ZEZ1FTRkQ4T1hMbDRpSWlNRElrU05WWnJVOWVmSUU1ODZkVTdvV1ltbEpKQktzV0xFQ1U2ZE9SZFdxVlV1c0s1RklJSlZLNWRZZjFkWFZSWFoyTmpJeU1tQnFhZ29yS3l0aFgzWjJOczZkTzRldVhidkMzTnhjb2MrY25CeEVSa2Jpczg4KzAzZzlSNW1Tbmg5TjVPZm5JejgvSC9yNit1ODkzYXMyNDNuNzlxMlFoZldoVkxicm93bUpSSUxVMUZTVndTbGw4dlB6OGVMRkM5alkyQUQ0ZDc4M0FDQXhNUkUxYXRUUSt2TUNBSkdSa2NqSnlVSC8vdjNoNXVZR3FWU0t6cDA3bzFldlhtamF0S25TTmhLSkJEZHYzc1RWcTFmeCtQRmpyRjY5V3NnT3JDenZNU0lpSXFLS0lGSTJaWVNxdWd3d0VoRjllQXd3RWhIUlB3MERqRVJFUkVSRVJFVC9MZG9FR0xYN016OGlJaUlpSWlJaUlpSWlJaUlpK2s5amdKR0lpSWlJaUlpSWlJaUlpSWlJTk1ZQUl4RVJFUkVSRVJFUkVSRVJFUkZwakFGR0lxSnl4cVZ2aVlpSWlJaUlpSWlJaU9pZmpBRkdJcUp5VUsxYU5lSDN0TFMwQ2h3SkVSRVJFUkVSRVJFUkVkSDdZWUNSaUtnY1dGdGJDNzhuSkNSVTRFaUlpSWlJaUlpSWlJaUlpTjRQQTR4RVJPV2dTWk1td3U4M2J0eW93SkZRZVFnSUNORG9QdCs0Y1FNQkFRSGxNS0wvbDVHUjhjSDZQbnYyTEo0OGVhSnlmMHhNREs1ZnZ3NnhXS3h4bi9uNStTZ29LQ2l4M3R1M2J6WHVVNVdZbUJpbHg0cVBqOGZEaHcvVnRzM0p5VUZ1YnE3Sy9Ta3BLZTg5dmx1M2JpRXlNaEk1T1RtbDd1TkQzS09VbEJTOGUvZE9iWjNidDIvajVjdVhHdmY1VC9MZ3dRUGs1ZVZWOURDSWlJaUlpSWlJaU1xVlNNckZ3SWlJUHJqbno1L0R4c1lHQUZDalJnMGtKQ1JBVjFlM1lnZWxBVTduV2pxV2xwYVlQbjA2RmkxYXBMYmVqei8raUEwYk5pQTFOYlZjeHVYaDRZSFkyRmhFUkVTZ2F0V3FRcm0zdHpmeTgvTTE3cWR0MjdibzE2K2ZYRmxPVGc3czdlMWhZbUtDMjdkdlExOWZYNkZkLy83OThldXZ2K0xPblR1b1hidDJpY2ZKeTh2RHlKRWpZVzV1RGo4L1AranA2U210bDVPVEEyZG5aOWpZMkdEejVzMm9XYk9teHVjaWMvdjJiYmk0dUdEeTVNbFlzbVNKM0w0eFk4YmcyTEZqT0hMa0NKeWRuWlcyRHd3TXhOS2xTM0g3OW0yNWF3c1VCdlZHamh5SlBYdjJvR2ZQbmxxUFRjYmQzUjNIangvSDdkdTNOYnAreFgySWV3Um85cnhiV2xyQzNkMGQ2OWF0MDZqUDgrZlB3OS9mSHo0K1BxVzZuOFYxN3R3WmNYRnhXcmRMU0VpQWtaR1J5djA1T1RsbzJyUXBEQXdNY1B2MmJibTZscGFXc0xlM3gvWHIxMHMxNXNyQXdzS2lYSTRURlJXRjd0MjdBd0JjWEZ3UUZSVlZMc2NsSWlJaUlpSWlJbmtpa1Vpa2FWM2wzOVFSRVZHWmF0aXdJUndjSEhEejVrMGtKeWZqd0lFREdENThlRVVQcTFKYXVIQWgvUHo4Y09qUUlYVHQyclhFK3VmT25VTndjREJ1M0xpQmxKUVVtSnFhd3NIQkFWT21USUdMaTR2R3g0Mk9qb2FycXl1Ky9mWmJMRnUyVE90eEY4OXdTMDFOTFRIclRSWllMRnJQMk5nWTllclZBMUFZb0hnZnVycTZlUDM2dGJEZHFGRWo3TisvSDhPSEQ4ZWhRNGRnYUdnSUFGaS9mcjNhN0x2aTNOemNGQUtNSjA2Y3dOdTNiekY5K25TbGdhdlhyMS9qNnRXcjZOcTFxOGFCS3dNREE5amEyaUlnSUFBNU9Ua0lEZzVXMnZlS0ZTdnc4T0ZETkd6WUVOV3JWMWZZMzY1ZE96eDkrbFR0c1ZKVFV6RjA2RkJzMnJRSmpvNk8rUFRUVHdFQTE2OWZ4OUdqUjlHalJ3K1Z3VVVBQ0E4UFIrUEdqUldDaXdEZzVPU0VXclZxWWRhc1dmajExMStGNjY3T3JsMjc1TFlMQ2dvUUVSRUJPenM3bkQ1OVdtM2IwYU5IS3kwdnkzdVVsSlFFQXdPRDkzNUdsWG40OENFbVRwd0lVMU5UNk9ucElTb3FDb01HRGRLcUQyVkJlM2QzOXhLRC9qS0hEeC9HakJrelNxeDM0c1FKWkdSa3dNM05UVzBna29pSWlJaUlpSWpvMzRZQlJpS2ljako3OW14OC9mWFhBSUFmZnZnQmd3WU40aGZTeFJ3L2ZoeWJOMi9Hdkhuek5Bb3VBb0NucHljeU16UFJzbVZMTkczYUZQZnYzOGZaczJkeDd0dzUrUHY3WThpUUlScjE0K2pvaUhuejVtSHAwcVZvMzc0OUJnNGNxTlhZTzNUb0lMZTljK2RPN055NVUrdTJUazVPT0g3OE9BQ29EVUlmUDM0Y21abVphdXNVejVLZE5Xc1c0dUxpY09qUUlYaDRlR0Q3OXUwUWlVUklURXpVYUp5QVl0QXpQVDBkQUJBY0hBd0RBd01NSGp4WUtBTUFjM056QU1DQkF3Y2drVWpRbzBjUC9QWFhYd3I5R2hvYW9sYXRXZ3JsM3Q3ZXlNakl3UDc5Ky9ITk45OG9CTjZpbzZPeGVmTm0yTnZiSXlnb0NEbzZpck8vejV3NUU0Y09IY0xaczJleGZQbHlvWHorL1BubzJiT25rRlc0ZXZWcVhMaHdBVC84OEFQNjl1MExBUGpmLy80SE16TXorUGo0cUx3bVNVbEorUFhYWC9HLy8vMFB2cjYrU3V1MGJOa1N2LzMyRzdadTNhcjBjKy9rNUlUV3JWc0wyOU9tVFZQYXo0TUhEMVR1a3lrZVlQd1E5OGpiMnh1Ly9QSUw3dDI3cDFDditEMHFPdmJpKzdwMjdRcGJXMXRoKy83OSt4ZzhlRENrVWluMjc5OFBLeXNyMUs5Zkg1TW5UMWJvTHlvcUNyR3hzVXIzS1dOb2FDaWNhMG1xVkttaVVUM1paM3o4K1BFYTFRY0twLzFkdm53NXBreVpBaXNySzQzYkVSRVJFUkVSRVJGVkpwd2lsWWlvbkVpbFVuVHUzQm5YcmwwRFVCZ0UyTEZqQjdUSU9pOTM1VGxGNnR1M2IrSGc0SUNxVmFzaU9qcGFhWWFWTXZ2Mzc4ZUFBUU5nYkd3TW9ERFRhK25TcGRpd1lRUHExcTJMTzNmdWFEd0dpVVFDUjBkSHZIbnpCamR2M2xTYWphYUo4cGdpdFVPSERuajQ4S0hXYmJPeXN0Q3RXemU4ZVBFQ0Z5NWNnTDI5dlZidExTMHQ0ZWJtaG8wYk53cmI2c2pHVjlJVWxXM2J0c1c1YytlVTdoT0x4UmcxYWhTR0RoMktMNy84VWlqUHlNaUFrNU1Uc3JLeUVCa1pDVHM3TzVYOXIxeTVFdDdlM25MWHk5TFNFblBtek1IY3VYT0Zza3VYTHNIR3hnYjE2OWZIM3IxNzhkMTMzMkhUcGswWU5XcVV5cjY5dmIzaDdlMk4zMy8vSFI5Ly9MSEtldW9zWDc0Y25wNmVjbU1iUDM0OFZxOWVyWEVmczJiTlFtQmdvTUl6OFNIdTBaQWhReUNSU0hENDhHR0Y1MTJick1adDI3YmhxNisrQWxDWWpmek5OOTlBUjBjSGh3OGZsZ3U0S3VQbDVZWGc0R0NOUGdPZE8zZkcvZnYzbFFhZ2xaRktwU2dvS0ZBN1JXcE1UQXg2OSs2Tm5qMTdJalEwVkdHL3FpbFNaZmRweUpBaDViNEdxN1k0UlNvUkVSRVJFUkhSZnd1blNDVWlxb1JFSWhHMmJkc0dSMGRIWkdkblk5ZXVYYkN5c3NLYU5XditFZXN4Zm1oK2ZuNTQ5ZW9WbGk5ZnJuRndFWUNRRlNxam82TURMeTh2Yk5pd0FTOWZ2a1JlWGg0TURBdzA2a3RYVnhkejU4N0Z1SEhqc0huelpzeWZQMStyY3loS215bFN5NU9KaVFtMmI5K08xTlJVcllPTHFyUnMyUkt1cnE1eVplSGg0WWlOalFWUUdEaUtpNHZEd0lFRDRlam9xTkIrd1lJRkN2ZThldlhxa0Vna2NtV25UcDFTbVNubTRPQ2dVS2JOOVZVWEZKc3laUXFtVEprQ29EQ3JkT3ZXcmNJK3NWaU1IVHQyb0ZPblRtallzR0daM3RQMDlQUVNuNkhpOVZVcDYzdDA1ODRkSkNZbUN0ZHR3NFlOMkxCaEF3RGwxNzJrTlJoMzdkcUZHVE5td05yYUdtRmhZYkMzdDhlMWE5ZGdhMnRiSm1zd0FzRFlzV1BMZElyVXRXdlhBZ0MrLy81N2pjZmc1K2VId01CQU5HalFBTjdlM2hxM0l5SWlJaUlpSWlLcWJCaGdKQ0lxUjIzYXRNR3VYYnVFYVRzM2JOaUF1TGc0Yk5teVJXMzIxYitkUkNKQllHQWdhdFNvZ1FFREJyeDNmOW5aMlFBQWEydHJqWU9MTWw5ODhRVnExYXFGNE9CZ3pKNDlHM3A2cGZ0UHBUWlRwSmEzVnExYUNiOXJtbTAyZWZKa0xGMjZWT20rNXMyYlkrYk1tWEpsRHg0OEVJSlg2OWV2UjVVcVZiQm16UnBVcTFaTm9mM0NoUXNWMWlYMDhQQlFDRERLN051M0QybHBhZmoyMjIrMXpnQldOWDFuOFNEUmhnMGIwS3haTTJFdFJwazJiZHJJYlllRWhDQXhNUkVqUm93UXlzTER3N1VhMDZlZmZxcDBYY2FEQncvaTRNR0RXdldsU2xuZW84VEVSQ1FtSnNMRHd3T3RXclhDcEVtVDBMdDNiNjJuRlM3cTQ0OC9ScGN1WFJBVUZJVHExYXNMNnhycTZ1cml6ei8vMVBwelhGeTlldlZ3OU9oUkJBY0hhMVRmeE1RRXRyYTJLak1lbzZPamNmTGtTUUNGMlpHYTJMOS9QK2JQbnc5TFMwdGgrbGNpSWlJaUlpSWlvbjhxQmhpSmlNclpsMTkrQ1g5L2YzejMzWGNRaThVNGVmSWttalp0aWpGanh1Q3JyNzZDaTR1TDBtRER2OW5WcTFlUmxKUUVkM2QzcmJJWGxVbEpTUkV5ajJiTm1xVjFlejA5UGZUdjN4OUJRVUc0Y3VVS1hGeGNTalVPYmFaSUxROW56NTVGVGs2T3NOMnZYejhBbW1kZmFScEVLZTdreVpPNGZQa3lwaytmcmpSd0JSUUdtSXNIa0pZdFc2YXl6OGpJU0tTbHBXSDU4dVVhVDNrcG8ycjl3Z1VMRnNodGI5eTRFVzNidGxVb0x5bzNOeGRyMXF3QkFMbEE1OWl4WTdVYTAvMzc5NVZtNlpWMmlsUnRhWHVQWk5OWFRwbzBDZlhxMWNPa1NaUFFva1VMakJneEFyZHYzOGJ0MjdlVjl2SG16UnVsKyt6dDdkRzZkV3U1d093UFAveUE1T1JrZUh0N3c4REFBS2RPbmNMdnYvOHVONTF0U1Y2OWVnV3hXQXdBYXRmUVZPZjE2OWZDN3pWcjFvU2VuaDRrRWdsbXo1NnRWVDk3OXV6QjFLbFRZV0ppZ3REUVVEUnIxcXhVNHlFaUlpSWlJaUlpcWl3WVlDUWlxZ0FUSmt5QXZiMDloZ3daZ3BTVUZJakZZZ1FGQlNFb0tBaUdob2FvVzdjdWF0V3FWZUdCeGlOSGpwVExjUzVmdmd3QWNISnlLbFg3VWFOR0lUczdHeWtwS2JoMzd4N3M3ZTBSSEJ4YzZvd3FKeWVuOXc0d0ZwMHlzaktZTW1VS0VoSVNoRzNaTkpicUFtaGx3Y0xDQWoxNjlNQ01HVFB3OTk5L28zNzkrZ3AxeEdMeGUyZW9hYXI0R295cVNDU1NFck5YL2Z6ODhPTEZDNFh5WjgrZWFUVW1WV3Q5bHVVVXFlcG9lNDhPSHo0TWEydHIxS3RYVDZHZXM3T3p5dU9FaDRjcnplNk1qbzVHOCtiTmhlMHpaODVnNTg2ZCtPU1RUL0ROTjk4QUtKd2VOemc0V0tzQVkvLysvYlc2ZmlXUmpkUFB6MCtydFYxWHIxNk41Y3VYdzhyS0N2djM3MGU3ZHUzS2JFd2YwcUZEaDdTYS92VjlGRjN2OTlHalIrVnlUQ0lpSWlJaUlpSjZQd3d3RWhGVmtHN2R1dUgrL2Z0WXRtd1p0bXpaZ3Z6OGZBQ0ZXVkZQbno3RjA2ZFBLM2lFNWVmdTNic0FnQll0V3BTcS9mbno1NFZwVVVVaUVRb0tDdkQ3NzcramE5ZXVLak95MVBub280OEFBUGZ1M1N2VmVBQmd6Smd4bURScGt0bzZXN1pzVVRxTnFxYlRsbXBhOStMRml3Z1BENGRZTE1iYXRXc1JGaFltdC8vbHk1ZjQ2NisvVkxidjBLR0QxcG1DTXAwNmRVSllXQmk4dkx3UUhoNk95TWhJMk5yYUN2dGx6NzAyd1hUWjFLbWxIVk5KOHZMeVVGQlFvSFpNZi8zMUY3eTl2ZUhpNG9JTEZ5N0k3ZFAyRHdOVVRmTmFsbE9rcXFQdFBUSTNOMGVmUG4yVTluWG16SmtTajVlVGt3TTlQVDBoZ0Z2MFdQSHg4ZkQwOUFRQStQcjZhclErYmZGczF3RURCcUIxNjlhNGZ2MjZVRmJhNEt1cHFhbmNHTzdldll1bFM1ZkMzdDRldWJtNWFqODNBUER3NFVNc1g3NGM5ZXJWUTFoWUdKbzBhVktxY1ZTRXBLUWt1Y0JmZWNuS3lpcjNZeElSRVJFUkVSR1I5aGhnSkNLcVFOV3FWY1A2OWVzeFk4WU1IRGh3QUdGaFliaDI3UnFrVW1sRkQ2MWN5YkxBcksydFM5MWVLcFVpUFQwZGQrL2VSVWhJQ0RadTNJalEwRkNjUEhsU2FVYVdPblhyMWdWUUdIZ3JwSi9GeXdBQUlBQkpSRUZVTFV0TFM5amIyNWRZUnhrM043Y1MrdzhQRHhmV3FTdUpsWldWY0cyVkhmUEFnUVA0OGNjZlZiYVBqNCtIaVltSnl2MXhjWEVLMlpweGNYRnkyOE9HRGNQdTNic3hZc1FJUkVaR0N2M0pwckNVWmNjbEp5ZGozYnAxYXM4bk9Ua1pJcEVJOCtiTlUxc1BLRnpMc1dIRGhzTDJreWRQRk9wODlORkhjdG1kTXR1MmJjTzJiZHNVeWxOVFV4RVVGQVNSU0lRTkd6YWdiZHUyY3Z2cjFLbFQ0cmlLS284cFVzdnlIdm43KytQTm16ZHliYk96czNIaXhBbWNPSEVDVzdkdVZUdE9TMHRMdUxtNVllUEdqWExsR1JrWkdEWnNHRkpTVWdBQWpSbzFVdHVQek5xMWErVzI3ZXpzMExwMWE3a3lHeHNiamZvcTd1TEZpOEthcFZLcEZCTW1URUIrZmo0MmI5Nk15Wk1ucTJ3WEdSa3AvTzdpNG9LZ29LQlMvYkVERVJFUkVSRVJFVkZseFFBakVWRWwwS0JCQTh5Y09STXpaODVFZm40K0VoSVM4T0xGQytUbTVsYjAwTXJGMjdkdkFVQnRFS3NrSXBFSUZoWVdjSFIwaEtPakkycldyQWtmSHg4c1dMQkFhWmFnT2xXcVZBRUFJU3V5Sk1xQ2R0cE1rVnEwdmFHaElSSVRFMHRzYy9YcVZXUmtaQ2dFYWQ3SHVYUG41TGJEd3NLd1pjdVdFdHVwVzNkUHBrT0hEbGk4ZURFV0xGaUFTWk1tWWNlT0hRQWdQT05HUmtZQUNxZEs5UFB6MDJpOG10UnpkWFdWQ3pBNk9EZ28xUEh3OEVCR1JvYXduWlNVaEpDUUVGaGFXbUxjdUhFcSsyM2V2TG5Td0pXeW9LUTZxcVpJalkrUHg5bXpaelh1Sno0K1h1VytzcnhIUUdIUU9pTWpBNy84OGd1QXdxQ2p2NzgvbWpadEtnUWsxWkZLcFVJOWtVaUU3T3hzREIwNkZIZnUzSUdCZ1FIeTh2Sks3RU9tNkxTMzZxeGJ0dzd1N3U1eVpiNit2cGcvZjc1Q0h6RXhNZWpkdTdkY21VZ2tnclcxTmZyMTY0Y09IVG9vUFVaaVlpTG16cDByVEFWYnYzNTloSVdGYVpTSldkbjA3OThmeHNiRzVYS3NQLzc0UTNoUGF4cFlKaUlpSWlJaUlxS0t4UUFqRVZFbG82K3Zqd1lOR3FCQmd3WVZQWlJ5bXg1UE5sVmlmbjUrbWEwN09YYnNXUGo0K0NnRXpUUWhteEpTWDE5Zm8vcEZwMklFZ0xObnoyTCsvUGtZT0hDZ2tHVzNmZnQydEdyVkNwOTg4Z2t5TXpNeGZQaHdpTVZpK1B2N3k5MXJWZE5sbG9maW1YaFhyMTdWcU4zUW9VUGg3Kzh2VnpaeDRrU0Y2VDIvKys0N25ENTlHdUhoNFFnTURNVDQ4ZU9GUUpJc084N2UzbDV0d0NnME5CUVRKa3dBQUhoNmVtTDU4dVVhalZIbTJMRmp3dTlmZlBFRkFHRHExS2tLeHdnSkNVRmFXaHJHamgycmRLM0JkdTNhcVZ4TDc2dXZ2dEpxVEtxY1BIa1NKMCtlTEpPK3l2SWVIVDkrSEx0MzcwWlVWSlN3cjB1WEx2anBwNS9RdW5WcmphYnREUWtKUVVoSUNBQ2dhZE9tTURBd3dPM2J0N0Y0OFdMczJiT25UTmRPbEprNWN5Wm16Wm9sVnliTEZxOWV2YnBHZmZ6MDAwK3dzN05US0gvOStqVjhmSHdRRkJTRWQrL2V3ZEhSRWRIUjBUQXlNdnBIQmhlQnd1RG85T25UeStWWVVWRlJRb0RSMU5TMFhJNUpSRVJFUkVSRVJPK0hBVVlpSXFwd3NvQkVXbG9hYXRXcVZTWjl5cjZrTGlnbzBMcXRiSXBHVGFjMExEb1ZhbWhvS0JZdlhvd2VQWHJBejg5UENNcjQrZmxoOHVUSkdERmlCQUJnMTY1ZEdEaHdJQ1pObW9TQWdBQjA3ZHBWNjNIKzA0aEVJbXphdEFsT1RrNjRmLzgrZ01MMStBQm9uQ2tWRUJBQUhSMGRmUHp4eHdnS0NzS0lFU1BRc21WTGpjZlFwVXVYRXV1Y08zY094c2JHa0Vna0NBb0t3cUpGaXpUdUgxQS9WYWt5eWdLcUxWdTJSTisrZlJVeUtBOGZQb3lPSFRzSzAvZ1d0WDM3ZHB3NmRVcXJzUmFueVQwNmRPZ1F6cDQ5aTE2OWVtSFVxRkZ3YzNORCsvYnRoV2xKdDJ6WkFvbEVBcEZJcEhTZHpFbVRKc0hSMFJFalI0NEVBRmhZV0dEanhvMVl0R2dScGsyYmhqMTc5cnpYT2FpeVpzMGFsUm1NcjErL2xpdFhsc0VJUU9tMHgyS3hHSjkrK2lrZVAzNE1HeHNiTEZ5NEVJTUhEMVliYUpVRk5pdnlEd3FJaUlpSWlJaUlpTjRIQTR4RVJGVGg3T3pzY1BueVpUeDU4cVRNQW96bno1OEhBR0g5TkczSTF1bXp0YlhWdUUxT1RnNFdMVm9FZjM5LzlPelpFOXUzYjBkQlFZRVFuQUVBaVVRaWJMZHAwd2JCd2NFWU8zWXNCZzRjaURGanhtRGV2SG1vVWFPRzF1UDlKMm5Rb0FGdTNMaUIyclZyQS9qL2FXaUxUcitweXNHREIzSDkrblY4L3ZubldMaHdJWnlkblRGdTNEaWNPblZLbzZ3NVpWNjllb1ZqeDQ2aFVhTkcrT2lqajVDWm1ZbWpSNCtpZCsvZU1ESXlRa0JBQUR3OVBaV3VrVmdTSHg4ZnRmdERRME54NmRJbHViS2NuQnlzWHIwYTI3ZHZoNzI5UGRhc1dRTUhCd2QwNzk0ZHIxNjl3cG8xYTJCaVlvTERodzhyQkxzV0xGaUErdlhyWThtU0pmamhoeCswSHE5TVNmZG84dVRKK09tbm4xU3VOVGxnd0FDTUhEa1NUWnMyeGFwVnF4VDJUNW8wQ1kwYU5SS0M3UURRc1dQSEQ3NUdvWmVYRjd5OHZKVHVLKzN6QXhSbVlLOWR1eGJQbmozRHlKRWpoWXhzZFo0K2ZRcFhWMWRNbXpZTjQ4ZVBML1d4aVlpSWlJaUlpSWdxaXVLZmxSTVJFWlV6MlZTVE1URXhXclh6OC9ORFVGQ1FYQkFQS014QW16Tm5Eb0RDYVRTMWRmUG1UUUJBKy9idE5hb2ZFUkVCSnljbkJBUUVZT2JNbVRoNzlpd2FObXlJT25YcUNEOUFZYlpVMGJMaHc0ZkQzZDBkWGJ0MlJYQndNTnEwYVFNdkx5KzhlL2RPNnpHWGxtdzZXS0F3eUZMMFovNzgrUi9rbUxMQUZmRC82Mi9LMXIxVTVjOC8vNFNYbHhlTWpZMnhaTWtTTkd2V0RBc1dMTUREaHcveDVaZGZLbVNnRlNjN1QzOS9mM2g1ZWFGdjM3NEFnT0RnWUl3ZVBWcVlTbmZ6NXMzSXlzckM2TkdqTVhQbVRPVG01aXBNcTZtcDBhTkhxLzFwMnJTcFFwdUlpQWlzVzdjTzkrN2RBMUE0SmVmcDA2Y0JBRFZyMWtSWVdCalMwOVB4eFJkZnlFMGpHaElTZ3RUVVZOeS9meC9yMTYvSHBrMmJTalZtR1hYM3FGMjdkaXFEaTBEaFdxcVdscFlJQ0FqUWVCM1NEeDFjQklDbFM1ZmkwYU5IY2o4TEZpd0FBSVh5ME5CUXJmcDJjWEhCbURGak5Bb3VBc0NiTjI4UUh4K1BPM2Z1Q0dYNzl1MURzMmJOMEtoUkkvejg4ODlhSForSWlJaUlpSWlJcUx3eGc1R0lpQ3BjNzk2OUlSS0pjUHIwYVV5Wk1rWGpkbWxwYWZEMjlzYUNCUXZRb2tVTG1KcWE0dG16WjNqKy9EbEVJaEZtejU0TlYxZFhyY2R6NnRRcDZPam9vRmV2WGlYV3pjbkp3ZmJ0MnlHUlNIRG8wQ0YwNjlZTmJtNXVDdlhhdEdtRE1XUEdLR1JRVmF0V0RTWW1Kcmh3NFFLMmJ0MEtrVWlrOFhTaDcwTWlrV0RseXBXd3RyWVd5bFN0WnlpYjV2VkRrRTFIcXk3QWVPWEtGYmk1dVNFckt3dUJnWUZvMUtnUmdNSzFFeDg5ZW9UZHUzZWpaOCtlQ0FnSVFJY09IZVRhaXNWaXRHclZDb21KaVFDQU9YUG13TVRFUkpqTzg4c3Z2OFNjT1hQUXFGRWp4TWJHd3NmSEIrM2J0MGZQbmowQkZHYmIrZmo0WU5PbVRWbzltNlcxWThjTzFLaFJBNTk5OXBuUy9lM2F0Y09lUFh2ZzZlbUpOMi9lQUFDU2twSXdaY29VWEx4NEViNit2bmp3NEFFV0xWb0VXMXRiOU8vZi83M0hwTWs5S2tva0VzSFB6dy9QbnovSGtpVkxZRzl2ajM3OStyMzNPRW9qTlRVVkJRVUZDQWtKVWJwMm9pcU5HemRHU0VnSUxDd3NrSktTVXVZQlVGbVdkTU9HRFFFVUJ0Qy8rKzQ3T0RzN1F5S1JZT3JVcVhCd2NGQWFoQ1lpSWlJaUlpSWlxZ3dZWUNRaW9ncFh0MjVkOU9qUkErZlBuOGV6Wjg5Z1kyT2pVYnNSSTBZZ0pTVUZGeTVjUUd4c0xBb0tDbENqUmcwTUhqd1lFeVpNUUtkT25iUWV5K1BIajNIdDJqWDA3dDFibzJreGpZeU04UFBQUDZPZ29FQ1lRckpCZ3daSzY1cVptYW5jNStMaUFoY1hGNDNHbUplWGgrVGtaS1hyMjVWRWxzblhyMTgvWEx0MkRldlhyNGVscFNYczdlMUxsZTBKRkU1ZGV2RGd3VksxUFhQbURBQW92ZFo1ZVhsWXQyNGQxcTVkQ3dEWXVIRWpCZzhlTEZmSHg4Y0hWYXRXeFpZdFcvRFpaNS9CemMwTmMrYk1FVExzOVBUMDhObG5uMEZmWHg5dDI3WkZ1M2J0MExoeFkram82TURTMGhLTkd6ZUd2YjA5NHVQak1XellNQURBK3ZYcmhmN256NStQeTVjdlk5R2lSZERYMTRlSGgwZXB6bE1UdDI3ZHdxVkxsL0Q5OTk5RFgxOWZLQmVMeFhMMW5KMmQ4ZnZ2dnd1QjMydlhyZ0VvekxqVjFkVkZZR0FnWEZ4Y3NIRGhRdlRwMHdmQWg3dEhxaGdaR1dIWHJsMzQzLy8raDA4KytVUW9sMGdrQU1wdjdjRk9uVHJoMWF0WEpkWnIzTGl4MnYzSzFza3NpYjYrUHQ2OGVRT3hXS3lRMlJnZEhRMEFhTjY4T1FEZzRzV0xrRXFsMkxWckY2UlNLV3hzYkhEeDRrVUdHSW1JaUlpSWlJaW8wbUtBa1lpSUtvWHAwNmZqN05tejJMaHhJOWF0VzZkUm13WU5HbUQxNnRWbE9vNk5HemRDS3BXcVhLdE5HUU1EQTQzV2NOdThlVE0yYjk2c2N2LzQ4ZU9WbnMvYnQyL2g1T1FFYzNOekdCc2I0K1hMbDBoTFM5TnFqVWlnTUxnb0MydzhlUEFBTzNic0VESTh4NHdabzFBL09Ua1pCZ1lHTURZMmhyNitQcTVldlFvQUNobVdUWm8wRVFKWk1xZFBuOGFEQncrRWJiRllqSWtUSjZKS2xTb3dNaktDcnE0dUhqOStqTE5uejZKS2xTcm8ycldyM0RoRFEwT3hldlZxUEgzNkZIWHExSUcvdnorNmRPbWlNRWFSU0lSbHk1YkJ3Y0VCTTJmT3hNNmRPL0h6enovaml5Kyt3TmRmZncwWEY1Y1NuNmZmZi84ZEkwZU9SRUpDQWpadjNveVdMVnNLK3d3TURQRHp6eitqWDc5K21EZHZIdjc0NHcrc1diTUdwcWFtYXZzRXRGL1g3K2VmZjRhQmdRRW1UcHdvbE5XdVhSc25UNTVFMzc1OUZiTG9wRklwWHJ4NGdTVkxsa0FrRWdsWmx4WVdGdGkzYngrc3JLeUVJR1JaM3lOTjFLOWZIOEhCd1VoSVNFQjJkallNRFExeDdOZ3hBSVhUcUdyQzJ0cGFXQU1TVUg1TmxaV2xwcWJpNWN1WHdscXNxdXpldlJzclY2NlVtNnBVbVpjdlg2SmF0V293TkRUVWFOeEFZZFp5VEV3TUJnd1lnSGJ0MmdsQjFSY3ZYaUE4UEJ4bVptYm8zTGt6Z1ArZkl2YjY5ZXZRMWRXVkt5TWlJaUlpSWlJaXFvd1lZQ1Fpb2txaFM1Y3VHRFJvRUhidjNvMXZ2dmtHTFZxMEtQY3gzTHAxQzN2MjdNR1FJVVBRc1dOSHJkb0dCUVc5OS9GbFUzOFdaMnBxaXB5Y0hQejExMTlDV2NPR0RlSHQ3YTFWLzVtWm1VaFBUMGZIamgwUkhCeXNkaDA5QUpnN2R5NE9IVHFrVUY0OFVOV21UUnNzWGJwVXJpd3BLVWt1ZUtXbnA0ZlkyRmk1ZFFObDU3RjI3Vm9obUJJZEhZMXg0OFloS1NrSit2cjZtREJoQWhZc1dJQ3FWYXVxSGV1Z1FZUGc3T3lNVmF0V1llZk9uVGgwNkJCKytlVVhIRGx5UkdIYTFLTGV2WHNITnpjM0pDVWxZYzJhTlJnNWNxUkNuWm8xYStMRWlSUDQ2cXV2OE50dnYybTh6cDZQajQvYS9hR2hvYmgwNlpLd3ZYTGxTbno3N2JkeW1ZSUxGeTdFOU9uVE1YVG9VSlg5Nk92clk4R0NCWExQanl3elRxWXM3NUUyUkNJUk9uYnNLQmNrQktCeUN0amlKaytlakx5OFBLMlBDMENyZDRnbWRZOGRPNlkweUszS3BrMmJNSFhxVk1URXhPRFhYMzhWeW5WMWRkRzhlWE1zWDc1Y2VLNWRYVjJ4WWNNRzRUN2IyOXRyZkkySWlJaUlpSWlJaUNxQ1NDcVZTaXQ2RUVSRVZEbWxwYVdWNi9IZXZIbURidDI2d2NMQ0FxZFBueGFtSEMwUDc5NjlRNjlldlpDVmxZV29xQ2hZV0ZpVTI3RTFJWlZLSVpGSVVGQlFBSkZJSkRlRnBqYnUzYnVIeG8wYmE5VCswcVZMaUk2T2hrUWlnVlFxaFo2ZUhweWNuT1NDTEUrZVBJR3BxYWxHMDJkS3BWSmtaMmZqM2J0M0VJdkZNREF3Z0pXVmxWeWQvUHg4ZlBYVlY3QzF0Y1dVS1ZPMHp0SUVDZ05ud2NIQmFOKyt2ZHAxTk1lTUdZT0JBd2VpY2VQR2VQWHFsWkFCcUVwT1RnNysvdnR2Mk52Ynk1V3ZYTGtTam82T2NIWjJCbEE0cGVqTm16Y3hkKzVjdGYxcFd1L05temQ0K1BDaE1MMXRVWWFHaHJDM3QxZjd2SmIxUFNyTzB0SVMwNmRQeDZKRmk1VHVYN0ZpQmY3KysyOUlwVktZbXBxaVg3OSs2TmF0bThyK2dvT0RrWktTZ3Brelo1WTQzb3EwWU1FQ0pDUWtsTWtmRndCQWVubzZEaHc0QUpGSWhLRkRoOExjM0x4TStuMGY1ZlVlaklxS1F2ZnUzUUVVVGhjZEZSVlZMc2NsSWlJaUlpSWlJbmtpTGRhMVlZQ1JpSWhVS3U4QUkxQTRkZWZSbzBmUm8wY1B0R3ZYcnR5T0d4TVRnNmlvS0xpNnVpb0VrSWlJL29zWVlDUWlJaUlpSWlMNmI5RW13TWdwVW9tSXFGSnAwcVJKaFdRdXRXL2ZIdTNidHkvMzR4SVJFUkVSRVJFUkVSSDkwK2hVOUFDSWlJaUlpSWlJaUlpSWlJaUk2SitEQVVZaUlpSWlJaUlpSWlJaUlpSWkwaGdEakVSRVJFUkVSRVJFUkVSRVJFU2tNUVlZaVlpSWlJaW93aGdhR2dxL1oyWm1WdUJJaUlpSWlJaUlpRWhURERBU0VSRVJFVkdGcVYrL3Z2RDczYnQzSVpGSUtuQTBtc3ZPem9aVUtxM29ZUkQ5cCtUbjUxZjBFQlFVRkJSVTlCQUVsZkg2RUJFUkVkRy9Gd09NUkVSRVJFUlVZZXJWcTRlV0xWc0NBSEp5Y2hBYUdsckJJOUxNMUtsVDBhRkRoMUszdjNEaEFqNzk5Tk5LRlp3QWdIMzc5dUczMzM1VEtFOUtTaXIxdmRtNmRTc0dEQmp3dmtQN1YxbTZkQ21PSGoycWROL0hIMytNWjgrZWxlK0F5dGpjdVhPUm5KeXNjdi84K2ZPUmxKU2tWWjhKQ1FsbzNMZ3hqaHc1OHI3RDA5cUVDUk53N05neGhmS1JJMGRpK3ZUcHBlcHo2TkNoNk5ldjMvc09UVkNSMStlL3Jxdyt6L0h4OGVqZHV6ZCsrZVVYcGZzOVBUM2g3KzlmMm1FU0VSRVJsVG1SbEg5MlMwUkVLcVNscFZYMEVJaUlxSUpZV0ZpVTI3RUNBZ0l3Y2VKRUFFRE5talZ4NXN3WnRHN2R1dHlPcjYyTWpBelVyVnNYQ3hZc3dOeTVjMHZWeDc1OSt6QjgrSERrNStkRFQwOFBLU2twU0V0TFEzWjJOakl6TTVHV2xvYlUxRlFrSnljaktTa0pDUWtKK091dnY5Q3dZVU1FQndjREFOTFQwNUdRa0ZEcTgyalNwQWwwZFA3L2IwNHpNek5SczJaTlRKczJEU3RYcnBTcnUyM2JObnozM1hlNGVQRWluSnljVlBhWmtaR0JseTlmeXBXTkhqMGFkZXZXVmVoVHh0cmFHbVptWnFVK0QzVkVJaEdjbkp4dytmSmx0ZlU2ZGVxRXJsMjdZdlhxMVI5a0hFWGw1dWJDeXNvSzN0N2VHRHQyck1KK016TXozTHg1RTAyYU5KRXJGNGxFTURFeEtmUHhSRVpHb25mdjNscTN1MzM3dHZESEFjV0pSQ0xjdTNjUHpabzFVN3BmVjFjWE4yL2V4S1JKazlDL2YzL01temRQbzJQMjdkc1h6NTgveDUwN2Q2Q3JxNnYxbUVzakt5c0wxYXBWd3krLy9JTHUzYnZMN2R1eFl3ZmMzZDBSSGg2dVZSRDk1Y3VYYU5pd0ljYU9IWXVBZ0lBeUcydDVYeCtSU0tSUnZhSmZPNmxybzhuWFU4WGJxK3Ziek13TURSczJSTStlUFRGNThtUTBidHhZb3o2MUdWTlpmcDZIRHgrTzgrZlA0OWRmZjRXeHNiRlFycSt2ajcvLy9oc09EZzY0ZE9rUzdPenM1TnJwNit1aldyVnFhc2RKUkVSRXBDbVJwdi9JQTZEM0lRZENSRVQvYkNLUmlOTy9FUkg5QjJueC94Tmx3dDNkSFR0MjdFQjBkRFJldlhvRkJ3Y0h1THU3bzJQSGpyQzF0WlVMZ3BXVmp6Lyt1TlJCMUUyYk5pRXJLd3Z6NXMzVEtERGk0K09EcVZPbnFxMHpmLzU4SVRQRnlNZ0labVptU0U1T1JyMTY5VkMvZm4xWVdsckMydG9hOWVyVkU5b2NQbndZN3U3dXBUb0hBRWhOVFpXN0J1SGg0UkNMeFJnMWFoVGk0dUxrNmpvN084UGUzaDVCUVVGS3Y4aVdCWktPSGowS056YzNwY2NMRHc5WFdyNTM3MTRNR3phc3RLZFJKdUxqNDVVR2EzLzg4VWNrSmliQzE5ZTN6STUxK2ZKbDVPVGtZTWlRSVNvRHF3NE9EZ3BsaG9hR3lNbkpLYk54eURnNk91TGV2WHNLNVUrZlBzWG5uMytPME5CUXRHalJRbUYvMFNDSHNuZEc4K2JONWJhLy9mWmIrUG41Q2R1R2hvYnc5dlpHang0OW9LT2pnemx6NWdBQTlQVDBTcHdxV1U5UCtWY1p2cjYrOFBEd1VOdFdXMmZPbklHeHNURzZkdTJxc0cvczJMRzRmUG15MmdENUgzLzhnYlp0MnlyZEZ4Z1lpTURBUUkzR0lmczNlV1c2UHV2WHI1ZmJuakZqQm14dGJVdDgzMmxTUjkweE4yN2NpS2RQbnlvY3YzamZtWm1adUh2M0xvS0RnN0Y1ODJZc1diSUU4K2JOVS9xOGxuWk1aZlY1RGdrSndiNTkrd0JBSVlEbzRPQ0E2dFdybzZDZ1FPa2ZlTFJvMFFLeHNiRmFqNTJJaUlqb2ZUR0RrWWlJVk1yTXpQekhySVZGUkVSbFIxZFg5NE5sbEttU25KeU1uajE3NHZidDIrVnl2UFBuejZOYnQyNWF0MHROVFlXZG5SMisvZlpicGRrcXhiVnUzUm8rUGo3dzlQUUVVSGllS1NrcGlJaUl3UGZmZjQvWTJGam82dXFpUVlNR0VJdkZNREV4Z2E2dUxzUmlNZlQxOWJGNzkyNk1HaldxeE9NNE96dkR4TVJFNWRSNm1uQnlja0t6WnMzUXRXdFhyUU9Yc3YrdERBa0pnWnVibTBaL29DUTd4dzhaWU5RMGd6RXRMUTNHeHNZd05EUXNWWHR0ZUhoNDRPKy8vOGFKRXljUUh4K3ZzTDkrL2ZxSWlvcENvMGFORk1aaWJXMWRadU1vU1Z4Y0hKbzNiNDRiTjI2Z2ZmdjJKZFl0cW5uejVvaUlpSUN0cmExUVptbHBpVnExYWdFQWRIUjBjTy9lUFRSdDJoUVJFUkhvM0xrekxDMHRBUlFHeHhZdlhvd2hRNFlJYmNWaXNVTFFUQ3FWSWpjM0YwWkdSa0paN2RxMXl6ejdlc2lRSWJDd3NFQjhmRHhPblRxbFZWdlpHSjgrZlNxVWljVml1TGk0b0ZHalJ0aTFhNWZHZmNtQytKWHQraFNseWVlbExENVRYYnAwd1pVclZ4VGVNNnI2VGs5UHg1UXBVN0I3OTI3TW1qVUxxMWF0S3JNeGxjWG4rZXpacytqWHJ4OVdyRmlCRVNOR1lQNzgrVmk5ZWpXc3JLd0FBTnUzYjhla1NaTnc3OTQ5Yk51MkRUMTc5a1N2WHIyMEhpc1JFUkdSSnBqQlNFUkVaVUpmWDU4QlJpS2kveUI5ZmYxeVAyYU5HalZ3K2ZKbFRKOCtIVHQyN0tpMEdmU3paczJDUkNMQm5EbHpoSUNJT2hLSlJPNkxmMjl2YjZ4ZHUxYllsazB4K2I3bisvRGhRd3dlUExqVTdXTmlZaEFkSFkwOWUvYkF4c1pHbytDcE91V2RCZnUreW10SzRQejhmQnc4ZUZESVdxdFhyNTVDY0E0QXNyT3o4ZmJ0VzJIYnpzNE9CZ1lHWlQ0ZVpjZVdrUVhGbmo5L0RsTlRVNlYxOVBUMDBMaHhZNlZUb2RyYTJzcVZaMlptQ3NlVFNxVjQ5dXdacEZJcDdPenNrSlNVSlBkNXFsMjd0dEEyTGk0T3JWcTFVdmlNeE1YRm9XM2IvMnZ2enFOcnZoUC9qNzhTaVVUSW9vaHRsTkJZS3RNeDA1cHBMS1hHVm1OU1pxZ1NEVFBVY0JxalN0VlN0WXl4QmNmU0NFVWl3NW5TMnBWaExLMktuZHJIbGdTMVMrUklrQ0hiNS9kSGZybmYzTng3azAva3B0TE84M0hPUFNmM3M3enYrL1BPNXgzeWVlWDlmdit5Vkg5V3BLU2thUFBtemRxNmRhc2FOV3BrOVQyUnBMZmVla3RKU1VuNit1dXZIWmJoNGVGaDFRNnhzYkZLU1VsUlpHU2t3eWxraTFKVzJ1Zkh3dGZYVjdHeHNVcE5UVlZFUklTNmRldW1GaTFhbExoY1ovVG53NGNQS3lRa1JOT25UOWY3NzcrdmpJd01KU1ltcWt1WExvcUxpMU44Zkx5KytlWWJMVnk0VVBYcTFWT1ZLbFhVdFd0WDdkeTVVNjFhdFNyeE5RQUFBSlFFQVNNQXdDRVBEdzlsWkdRb0p5Zm5XVmNGQVBBRGNYVjF0Um5GOVVQeDhmRlJkSFMweG93Wm8xV3JWdW5VcVZOS1Nrb3FsYzk2bWtCcDU4NmRXclpzbWZyMTY2YzdkKzdvenAwN05zZlVyRmxUdnI2K2txU2NuQnpsNU9SWUJVT3paczNTckZtemJOWmdMUGhRT3U4UGZHN2R1bVd6ejhQRHcycGsyS05IajNUNzltMTVlWGtWR2hqbEtiajJvaVI5OHNrbmtxUjY5ZXBKK3IrUmlHYllDekR5ajloeUpEczcyK0dhYU01MitmSmxoWWVIYTgrZVBmTDA5RlNmUG4wMGUvWnNTNWhlY0FSVC9vQjAzNzU5bHZkNTE1cVRrNk5QUC8xVTBkSFJPbi8rdk1xWEw2K21UWnRxeVpJbER0Y2xsS1ExYTlZb0pTWEZNbjFvVmxhV3pWU2lrdFNsU3hlcjk0V3RaMWdTOWo2N29Qd2o1UXFxWHIyNmJ0KytyY3pNVE4yNGNjTnEzNDBiTjZ4R3orM2R1MWRoWVdHVzk1MDdkN1k2UHY5OUZCY1hwM2ZmZmRkcXY2UFFPdi8ydlh2M09qVjBpWXlNVkVaR2hzMzB4SkswYnQwNm5UNTlXbTV1YnFwWHI1N1Z0VHFTa1pHaHYvLzk3NnBmdjc2Q2dvS2VhZzFEcWV5MHo0K0ppNHVMcGs2ZHFrMmJOaWt5TXRJcEFhTXordk12Zi9sTGJkdTJUVFZyMWxSOGZMd2thZnIwNlRwNjlLaXVYTG1pVFpzMmFjV0tGZnJrazA4VUh4K3ZidDI2NmZIang2cGN1YkxpNCtQbDd1NnV1blhybHZoYUFBQUFuZ1lCSXdEQUlSY1hGM2w1ZWRuOHRUWUE0S2ZMeTh2cm1ZOCtDd3dNMVBqeDQ1OXBIUXE2ZnYyNlFrTkRWYU5HRGNYR3hpbzJOdGJ1Y1RFeE1aYlJmeGtaR1pKa2F1U1pvNkJuMUtoUkdqVnFsTlcyZ3V0dDVUMlV6Z3N2QytQaTRxTE16RXlyYlh2MjdMR1pXalVrSk1UdXVueG01UVdWaGNuS3lucnE4b3ZqL3YzNzZ0aXhvenAxNnFUZzRHREZ4TVJvd1lJRnFscTFxaVZZTFNodmJUZEhhOG9OSFRwVUN4Y3VWTWVPSGZYMjIyOHJQVDFkZS9iczBkV3JWd3NOR1BPUFhzM3YwcVZMRHNQVzB1eVB6aHJkbHBDUVlITVBGNXpDOGR5NWN6SU1RdzhlUEpDUGo0K09Ieit1WnMyYTJTM3Y1WmRmMXVqUm95WDkzMXFRQmU5SGU5dWRHYlNrcDZkcndZSUZkdmNsSnljclBEeGNiN3p4aG5idDJxVWpSNDVZMW1oTVNFalE3Tm16TlgvK2ZKdHBTK2ZObTZkTGx5NXB4WW9WYXRpd1lhRjliT2JNbVlxSmliRUpwNlN5MFQ0L1JrMmJObFhObWpXMWQrOWVwNVRualA3czd1NnUxcTFiRjluUEF3TURyZDduL1J0WnQyNWRYYmx5eFdTTkFRQUFuSXVBRVFCUUtEYzNOMVdxVkVucDZlbU1aQVNBbnpCWFYxZDVlWG5aUEJCSHJuSGp4dW5SbzBkYXUzYXRPbmZ1ck0yYk42dHIxNjVXeHhSOFFQemt5Uk5KTWpVaXRHRFFVNXcxR1BNQ3h2Lzg1eitGamtnYk1XS0VvcU9qVmE1Y09hczZEaDQ4V00yYk45ZVJJMGNzMjMxOGZPVGo0MU5rdlIxNTFpRjFmbWZQbnRXcVZhdlVxMWN2U1ZLZlBuMFVHQmlvenovLzNHSEErUDc3NzB2S0RSaHIxYXBsZVo5bitmTGxhdEtraWMyYWZJVk5MYjl0MnpZZE8zYk03cjRiTjI0OHM3NlhuSnlzYXRXcUZmczhlK0ZrWkdTa25qeDVvdUhEaDJ2Um9rV0tqNC9YckZtenJPNkhSNDhlU1pMT25EbmpNR0NzVUtHQ3pZak5naU1FODRMNzBoalpLVW5UcGsyekdla3I1WTVlN2R1M3J6SXpNN1ZzMlRMOThZOS8xSTRkTzlTNmRXc2RPblJJSVNFaDh2THkwdlhyMTYyQzl2ajRlRTJlUEZsUzdqM282dXBxdCs2UEhqM1M0TUdEdFhMbFNvMFpNMFpUcGt5eE9hWXN0RTlKUEhueXhDWVU4L1B6KzBHbUtxNWR1N1pPbkRoUjRqbzV1ejg3Q3Z1WEwxK3VQLzNwVDB4MUN3QUF5aVNlSGdBQWl1VG01aVp2YjI4OWVmSkVtWm1aeXNuSjRaZGNBUGdKY0hGeGthdXJxOXpkM2VYaDRWR21RcUd5NXVPUFAxYVBIajNVdEdsVDArZWtwNmRMeWgwVjZzaW5uMzZxZ3djUGF0V3FWVTlkdC9qNGVMbTZ1cXArL2ZxRkhuZnYzajFWclZyVmF0dS8vdlV2M2J4NVV4czJiRkM3ZHUwczIzOUtVNlRXcmwzYkVpNUt1ZXVmTldyVVNBa0pDVTlkWnRXcVZYWHQyalVkT1hKRXpaczN0MnpQSDk3bWw1MmRyWkVqUjJyWXNHR2FOMitlemY2MmJkcytkVjJjWmQ2OGVlcllzYVBsL2VQSGozWDc5bTM5N0djL3N3cExWcTllcllrVEo5b3RvMCtmUHVyWHI1OTY5ZXFsTld2VzZMUFBQck01NXU3ZHU1SnkxNTV6Rko3YisxbVVmMXJnMHBhZW5xNVpzMlpwNGNLRit2T2YvMnkxTHp3OFhOdTNiOWZDaFF0VnMyWk5kZTdjV2F0WHIxYmR1blgxM252dnFVV0xGdnJpaXkvd2VSMzFBQUFSazBsRVFWU3MrbHBXVnBiNjl1MXJtUlhFWG5BcDVmYmwzLzN1ZDBwT1R0YkdqUnNWRWhKaTk3aG4zVDRsZGZUb1VadjZUcGd3d1hKZjJSdVJaMlpVdEJtWm1abDIxeGt1cWs3NU9iTS9QM2p3d0daNjRmeHUzYm9scWZEMVVxV3lHU1FEQUlDZlBnSkdBSUFwTGk0dTh2VDBOTFcrREFBQVB6V0JnWUVLREF6VTlldlhKZVZPbVZyVUE5OEhEeDVJa2lwVnFtVFp0bno1Y3ExYXRVb0hEeDZVSkVWRVJLaERodzdLenM3V3BVdVhMTWM1V29PeGZ2MzZObE91eHNmSHEwNmRPa1dPbEx4Mzc1NnFWS2xpdGExOSsvYUtpb3BTelpvMXJiYVhkSXJVeDQ4ZkYzbE1ZYVA5bk1uZXRKQ1ZLMWUyVEdIN05LS2lvdFNuVHgvOSt0ZS8xdXV2djY2QkF3ZnFyYmZlY2pocUtTc3JTNisrK3FvaUlpTHNCaExQYW9yVS9HclZxbVVWVW16ZnZsMXZ2UEdHVGQycVY2L3VzSXkyYmR2cTVNbVQyclJwa3lTcFFZTUdWdmUxSkgzLy9mZnk4UEN3ckhlWlgwNU9qckt6cysxT0sxd3d5RDUvL3J5cE5TU2ZocGVYbDBhTUdLSCsvZnRiQWtiRE1QVEJCeDhvS2lwS1V1NDlKRWs5ZS9iVWhBa1ROR2pRSUkwWk0wYVRKazJ5Q1pxSERCbWlRNGNPcVhIanhvWCszRGg0OEtBdVhyeW9xMWV2NnZubm43ZlpYMWJhcDZTYU5HbWlxVk9uV20zTGYrL1pDMHVkOGNlTk9UazV1bkxsaXQzeWk2cFRmczdzejl1M2IxZlBuajJMckh0UjMwdisrQk1BQUR3TEJJd0FBQUFBVUV4RGhnd3A4cGo3OSs5TGtueDlmUzNiamgwN3BtclZxcWw3OSs1YXZueTVybDY5S2pjM055VW5KOXQ5Z0Z4d0RjWno1ODdaUFBST1NFaFE5ZXJWaXd3OGI5NjhhUk1rVnFwVVNYMzY5TEU1MTl2YnUwU2pDOHRTc0dFdm9DdHBhTmVsU3hkZHZueFp5NVl0MDlLbFN4VWFHcXEvL2UxdjJycDFxOTN3d3NQRFEwdVhMblZZWHNIMTFjcUN0TFEwU2RZQmVWRjI3ZHFsaHc4ZnFsNjlla3BJU0pDWGw1Zk45S3RuejU3Vm0yKytxWFhyMXVudTNidnk5L2UzN0V0TlRaVWtWYXhZMGVxZVBIMzZ0TjM3Kzl5NWN6cC8vbnlwak43S1B6WHBreWRQRkJZV3BwVXJWMnJ5NU1sV1UrczJhZEpFYmRxMFVVWkdodDNwVEhmdjNxMmxTNWVxVjY5ZUNna0pVV2hvcUFZUEhxekZpeGM3L0d4N29iaGhHR1dxZlVyaXVlZWVVN2R1M1J6dVg3OStmYWw4N3Q2OWU1V2FtcXArL2ZvVnUwNzVPYk0vOStqUm8xamhvSnVibTZLam94VVdGbWI2SEFBQWdOSkN3QWdBQUFBQXhXUnZEY2FDamg4L0xpbDNpczQ4Q3hZc2tDU3RXclZLeTVjdnR6a25LU25KWmhyVFBJNUNzYlMwTkIwN2RzeFVxR2Yyb2ZTdVhidlVvVU1IVThmbWZ6aittOS84UmxGUlVSbzhlTEJsMjhPSEQvWEJCeDlvL1BqeHFsT25qdFY1aXhjdnRqdFM2OGVnY3VYS0dqbHlwRWFNR0tFRkN4Wm8yTEJoR2o5K3ZGYXVYRm5zc3I3NTVodTdvWkwwN0thK1RFaElrS2VucDFVQVdKVDhvMmdyVnF5b2loVXIyaHh6NE1BQnRXdlhUb21KaVZxL2ZyMys4cGUvV1BiZHVYTkhrdVR2NzErc2tEb3JLOHZoOUxUT01IMzZkSzFkdTFaTGxpeFIzNzU5YmRidUhEOSt2TnEzYjYvVnExZGJUY2NyU2UzYXRkT0NCUXMwWk1nUWZmbmxsNUtrU1pNbTJhenJLZVgrWEJrMWFwVEQwY05sdFgyY3pXelFWeHhaV1ZrYU0yYU0zTjNkRlI0ZTd2VHk4eXR1Znk3cWowUHl5ODdPMW8wYk42ek9hZENnZ2QxcFh3RUFBRW9iQVNNQUFBQUFPTUdLRlN2MDhPRkRlWGw1NmU3ZHU1bzVjNlphdEdpaDU1NTdUdjM3OTFmTGxpMzE3cnZ2T3Yxemp4NDlhdW80ZjM5L2grR2xJd2NPSEhCNHpwWXRXNnhDa3ZYcjEydmF0R242OXR0dnRXM2JObzBjT1ZKbnpweVJtNXViTGx5NG9EWnQyaWd1TGs2MWF0V1NsQnVZTm16WVVCMDdkdFNPSFRzVUhCeGNyTHI5RU1xWEw2OTc5KzdaYkw5MTY1WmxOS2lMaTR2Q3dzSTBiTmd3SlNVbC9kQlZMQldHWVdqZHVuWHk4L1BUL3YzNzFhcFZLMVBuZVh0N1c3NnVVYU9HSk92UmFJOGZQOWJ1M2JzMVljSUVKU2NuS3lZbXhpcGd2SGp4b3FUY3FZRHpndXQzM25sSE8zYnMwTTZkT3hVVUZHUTVOakV4VVIwN2RsU1BIajFLUFR3TEN3dlRrQ0ZEOU5wcnI5bWQvdmUzdi8ydC92Q0hQMmpRb0VINitjOS9yaGRmZk5GcWY4RkFxM3IxNm5hbm1zM3J5NDVHSEpiVjlpbnJrcEtTTkdEQUFCMDRjRUJ6NTg0dGN5T0dpenZpZSt6WXNSbzdkcXpsZmY0cFdkUFMwcFNlbm03cGZ3QUFBS1hKL3NyaUFBQUFBSUJpMmI5L3Y4TER3OVcvZjMrTkhqMWFUWm8wMFQvKzhROUowdGRmZjYxVHAwNDlzN29aaHFHVWxCU2JOUmlMVXE5ZVBiM3d3Z3QyWHdVRGt1am9hUG42K3NyVDAxUDM3OS9YMmJObkpVbWVucDdhdUhHalBEdzhOSFRvVUVuU21UTm45S3RmL1VvQkFRRnExYXFWUWtKQ2RQWHFWVW01d2VXY09YT2NjTlVsOS9MTEwrdjgrZk1hTkdpUVB2endROHYyRjE1NFFiMTc5OWFNR1RNMGRlcFV5MmpQcDUyMnNHM2J0Z29JQ0xEN3NzZVpiZVRyNjZ2Tm16ZGJRc1NjbkJ4OStPR0hPbkxraUx5OXZkVzZkV3MxYk5oUTA2Wk4wODJiTjlXL2YzK0hRZXFEQncrVW5Kd3NTYnA5KzdZZVBIaWczLy8rOTViOUd6WnNrSmVYbDVvMWE2WmV2WHJwMEtGRDJyZHZuMlgvNGNPSDVlL3Zid21oSlduWnNtVnEzcnk1MnJadHE0MGJOMHFTMXExYnArYk5tNnRMbHk2YVBuMjZUVDJjZlE4RkJBVG90ZGRlczlsdUdJYWlvNk8xZXZWcUxWcTBTTDYrdm1yZnZyMisrKzQ3cDMxMmZtVzFmWDVJYytmTzFjMmJOeTFmRjNUejVrM05uVHRYYytmTzFlVEprOVd6WjA4RkJBVG8zLy8rdHhZdFdxUmh3NGFWZWgyTDI1OE53N0M4N3Q2OXErN2R1K3Z3NGNOVzIvTmVraFFURTJPMUxTOWNqSTJObGIrL3YycldyS25SbzBlWCtuVUNBQUFRTUFJQUFBQ0FTYTZ1dWI5Q3BhZW4yK3lMaW9wU2RuYTJNakl5bEptWnFXKy8vVllOR2pUUTlldlg5ZjMzMzZ0WnMyWk9yY3Y1OCtkTnY0NGVQYXJzN0d4bFptWmF0bDI3ZHMxcGRZbVBqOWZXclZzdGExTVduTTdWejg5UDI3WnRzNnhiZHVyVUtaMDZkVXJWcWxYVHFsV3I1T3ZycTdmZmZsdFNidmc0WXNRSURSZ3dRRmxaV1U2cjQ5T0lpb3JTU3krOXBKaVlHRXQ0STBtOWUvZFdYRnljeG8wYnB4a3pacWhpeFlyYXNHR0RRa05EbitwekxsMjZaRGRNY0xRMm16UGJ5TjNkWFYyN2RsWFZxbFcxZWZObUJRY0hhL2JzMlJvOWVyUXVYcnlvSTBlT3FFMmJOcG95WllxZWYvNTVoWWFHNnN5Wk0zYkxxbFNwa21WYTFJb1ZLNnBTcFVxVzBYTTVPVG1hTVdPR1FrTkQ1ZUxpb3FaTm15bzRPRmlqUm8yeVhPZFhYMzJsTm0zYVdKVlp2bng1YmRpd1FRTUhEbFQzN3QwVkZCU2szcjE3YTlxMGFaby9mMzZwdDA5Qk9UazVrcVFUSjA2b1ZhdFdHalJva05MUzBsU3RXalZ0M2JwVm1abVphdDI2dFNJaUlweisyVCtHOWlsdHc0Y1AxK1hMbHkxZkYzVDU4bVVOSHo1Y3c0Y1AxNXc1YzVTUWtLQ2hRNGNxSVNIQmFyUnNhU3B1Zjg3UHo4OVAxYXRYVjZ0V3JmVFpaNThWNjNPSER4K3VtSmdZSFQxNlZETm56clJNcVFzQUFGQmFtQ0lWQUFBQUFFenk5L2VYbjUrZkprMmFwTlRVVkZXb1VLSFE0MU5UVXhVZEhTMDNOemQxNk5CQmlZbUpTazlQVjF4Y25DcFVxQ0EzTit0ZnlhcFZxMmE2THNXZFZrK1NKazZjcUlrVEowcktuZFp4NTg2ZGhSNmZOdzFvVVpZc1dhS0FnQURMMm1sNTF4RVRFMk0xOWVsLy8vdGZuVHQzVG5QbXpGSExsaTFWcVZJbFNia2pydklldm4vMDBVZXFVYU9HQmd3WW9GdTNibW50MnJWRnRyTWpqaDdveDhYRm1UcnVGNy80aFU2ZVBHbXpQUzhvTFluejU4OHJPenRiVXU1MGxvVUZQWG1CU2tCQWdEdzhQSnpXUnJ0Mzc5YXBVNmUwZi85KzdkcTFTeWtwS1dyYXRLblZHcU92dlBLS1hubmxGYzJjT1ZOTGx5N1YvUG56OWZycnJ5c29LRWdmZmZTUit2YnRhN2Zzakl3TVpXVmw2Y2FORzVKeVI3aWVPblhLc2c2aEpJMGVQVnB2dnZtbVpzMmFwZURnWUowOGVWSWZmL3l4WmI5aEdEcHg0b1MyYk5taXI3NzZTaTR1THNySXlGQkdSb1ppWTJQMThPRkR0V3ZYVGtGQlFWWjl5Wm4zVUVGSGpoeVJKTTJZTVVNdFc3YlVkOTk5cDVkZWVrbVNGQlFVcEgzNzlxbGJ0MjdhdG0yYjNRQ3NvR3ZYcnNuVDAxTStQajQ2ZS9hc3ZMeTg3QjRYRnhkWDV0dkhUSUJtNXBpblBmOXB5eTVwbmFTUzllZjgzTjNkRlJVVnBVYU5HaWsxTlZVWExselE1Y3VYNWVYbFpSa0ZiMjl0VXlsM3RIaENRb0pjWEZ4VXJsdzVsUzlmdnNUWEJRQUFVQ2dEQUFBQUFHRGErdlhyallDQUFNUEZ4Y1dRVk9pclhMbHlSdVBHalkwdnZ2akNNQXpEbUQ1OXVpSEo4UFQwTktaTW1XSXBNeWtweVpCa0hEaHd3RGgzN3B6ZGx5VGozTGx6cFhKTmVlWG4yYkZqaHlISjJMdDNyOFA2eko0OTIrcWMyN2R2Vzc3T3lzb3l3c0xDakFvVkt0aTBpWWVIaC9IcXE2OGFwMCtmTHJSTy8vem5QNDBhTldvWUZ5NWNjUDRGUDBONTM4ZWk3aDE3citQSGoxdVZWZEkyNnRldm4rSG01bVkwYTliTUdENTh1TEYzNzk0aXo4bk16RFJXckZoaEJBVUZHUkVSRVlaaFdOOC9PVGs1eHVuVHA0M282R2hMdmJ0MDZXTDg5YTkvTllZTUdXSlRYb2NPSFl4eDQ4WVpiZHEwTVFJQ0FveTdkKzhhbzBhTk1qcDE2bVQ0K2ZrWmtvekF3RUJqL1BqeHh1WExsdzNETUl3OWUvWVkvZnIxTTN4OWZTMzMxSXN2dm1qczJMSERxZTFqR0laTnYxdThlTEhoNmVscExGaXd3TWpKeWJGN1RucDZ1cEdTa21Lei9mUFBQN2ZxTTRaaEdJTUhEN2EwazR1TGl6RjI3Rmk3WlpiVjl2bGY1OHorYk0rNmRldXN6bW5hdEtseC8vNTl1OGR1MmJMRnFGMjd0dUhuNTJkRVJrWTYrMUlCQU1EL2lPTGtpeTdGUFFFQUFBQUE4SFN5c3JMMCtQRmplWGw1V2FaYmxYSkg5a1ZHUnVxOTk5NXpPSkpvN3R5NTZ0ZXZueXBYcnV6MGVxV21wdXJMTDcvVXdJRURKZVd1WTdaMTYxYUZob1k2ckU5aVlxSjI3OTV0T2FjMFBIejQwRExLOGFkaTRzU0pDZzhQVjlXcVZaMVNYa25hS0QwOVhlWEtsYk1aUldXRzhmK25mSFIxZFZWR1JvWVNFeFBWdUhGankvNk1qQXdsSlNYSjA5TlRWYXBVVVhaMnRoNDllaVFmSHgrcmN0TFMwdVRqNDZPZE8zZnE4ZVBINnRxMXE5NTU1eDBaaHFIZzRHQzFiOTllalJvMXNsdUg3T3hzSFR0MlRBY1BIbFJDUW9JaUlpSnNSbTJWOUI1YXMyYU5PblhxSkc5dmI4dTJ4TVJFMWE5ZnY5aGxQWHo0VUxkdjM3YXNtU2ZsOXYyMHREUmxaV1hKMjl2YnBuM3lsTlgyK1YvbjdQNWMwSk1uVDNUanhnMFpoaUYzZDNmVnFWUEhaZ3BxQUFBQVozSXB4bjgyQ0JnQkFBQUFBQUFBQUFDQS8zSEZDUmhkaXo0RUFBQUFBQUFBQUFBQUFISVJNQUlBQUFBQUFBQUFBQUF3allBUkFBQUFBQUFBQUFBQWdHa0VqQUFBQUFBQUFBQUFBQUJNSTJBRUFBQUFBQUFBQUFBQVlCb0JJd0FBQUFBQUFBQUFBQURUQ0JnQkFBQUFBQUFBQUFBQW1FYkFDQUFBQUFBQUFBQUFBTUEwQWtZQUFBQUFBQUFBQUFBQXBoRXdBZ0FBQUFBQUFBQUFBRENOZ0JFQUFBQUFBQUFBQUFDQWFRU01BQUFBQUFBQUFBQUFBRXdqWUFRQUFBQUFBQUFBQUFCZ0dnRWpBQUFBQUFBQUFBQUFBTk1JR0FFQUFBQUFBQUFBQUFDWVJzQUlBQUFBQUFBQUFBQUF3RFFDUmdBQUFBQUFBQUFBQUFDbUVUQUNBQUFBQUFBQUFBQUFNSTJBRVFBQUFBQUFBQUFBQUlCcEJJd0FBQUFBQUFBQUFBQUFUQ05nQkFBQUFBQUFBQUFBQUdBYUFTTUFBQUFBQUFBQUFBQUEwd2dZQVFBQUFBQUFBQUFBQUpoR3dBZ0FBQUFBQUFBQUFBREFOQUpHQUFBQUFBQUFBQUFBQUtZUk1BSUFBQUFBQUFBQUFBQXdqWUFSQUFBQUFBQUFBQUFBZ0drRWpBQUFBQUFBQUFBQUFBQk1JMkFFQUFBQUFBQUFBQUFBWUJvQkl3QUFBQUFBQUFBQUFBRFRDQmdCQUFBQUFBQUFBQUFBbUViQUNBQUFBQUFBQUFBQUFNQTBBa1lBQUFBQUFBQUFBQUFBcGhFd0FnQUFBQUFBQUFBQUFEQ05nQkVBQUFBQUFBQUFBQUNBYVFTTUFBQUFBQUFBQUFBQUFFd2pZQVFBQUFBQUFBQUFBQUJnR2dFakFBQUFBQUFBQUFBQUFOTUlHQUVBQUFBQUFBQUFBQUNZUnNBSUFBQUFBQUFBQUFBQXdEUUNSZ0FBQUFBQUFBQUFBQUNtRVRBQ0FBQUFBQUFBQUFBQU1JMkFFUUFBQUFBQUFBQUFBSUJwQkl3QUFBQUFBQUFBQUFBQVRDTmdCQUFBQUFBQUFBQUFBR0FhQVNNQUFBQUFBQUFBQUFBQTB3Z1lBUUFBQUFBQUFBQUFBSmhHd0FnQUFBQUFBQUFBQUFEQU5BSkdBQUFBQUFBQUFBQUFBS1lSTUFJQUFBQUFBQUFBQUFBd2pZQVJBQUFBQUFBQUFBQUFnR2tFakFBQUFBQUFBQUFBQUFCTUkyQUVBQUFBQUFBQUFBQUFZQm9CSXdBQUFBQUFBQUFBQUFBQUFBQUFBQUFBQUFBQUFBQUFBQUFBQUFBQUFJQm42UDhCK2t6MGlxQTFlSllBQUFBQVNVVk9SSzVDWUlJPSIsCgkiVGhlbWUiIDogIiIsCgkiVHlwZSIgOiAibWluZCIsCgkiVmVyc2lvbiIgOiAiIgp9Cg=="/>
    </extobj>
    <extobj name="C9F754DE-2CAD-44b6-B708-469DEB6407EB-4">
      <extobjdata type="C9F754DE-2CAD-44b6-B708-469DEB6407EB" data="ewoJIkZpbGVJZCIgOiAiMTU5MzI5MjA4ODQzIiwKCSJHcm91cElkIiA6ICI1NzA5NDQ1MjciLAoJIkltYWdlIiA6ICJpVkJPUncwS0dnb0FBQUFOU1VoRVVnQUFCdFFBQUFOdENBWUFBQUFBUnA5N0FBQUFDWEJJV1hNQUFBc1RBQUFMRXdFQW1wd1lBQUFnQUVsRVFWUjRuT3pkZVZ4TitmOEg4TmR0VVdpM2hoR1NVRWIyYlZBVHN1L0xaRGRpUXFnUkJvbkUyTXFFeUI0cFM1UWxZcXpoYSt4a25ScDdURVVrbGJUZjN4Lzk3cGx1ZCtsR3lmSjZQaDQ5SHAxelB1ZHpQdWZlYzI2YzkzMi9QeUt4V0N3R0VSRVJFUkVSRVJFUkVSRVIwVGRFSkJLSlZHMnJWcElESVNJaUlpSWlJaUlpSWlJaUl2clNNYUJHUkVSRVJFUkVSRVJFUkVSRXBBUURha1JFUkVSRVJFUkVSRVJFUkVSS01LQkdSRVJFUkVSRVJFUkVSRVJFcEFRRGFrUkVSRVJFUkVSRVJFUkVSRVJLTUtCR1JFUkVSRVJFUkVSRVJFUkVwQVFEYWtSRVJFUkVSRVJFUkVSRVJFUktNS0JHUkVSRVJFUkVSRVJFUkVSRXBBUURha1JFUkVSRVJFUkVSRVJFUkVSS01LQkdSRVJFUkVSRVJFUkVSRVJFcEFRRGFrUkVSRVJFUkVSRVJFUkVSRVJLTUtCR1JFUkVSRVJFUkVSRVJFUkVwQVFEYWtSRVJFUkVSRVJFUkVSRVJFUktNS0JHUkVSRVJFUkVSRVJFUkVSRXBBUURha1JFUkVSRVJFUkVSRVJFUkVSS01LQkdSRVJFUkVSRVJFUkVSRVJFcEFRRGFrUkVSRVJFUkVSRVJFUkVSRVJLTUtCR1JFUkVSRVJFUkVSRVJFUkVwQVFEYWtSRVJFUkVSRVJFUkVSRVJFUktNS0JHUkVSRVJFUkVSRVJFUkVSRXBBUURha1JFUkVSRVJFUkVSRVJFUkVSS01LQkdSRVJFUkVSRVJFUkVSRVJFcEFRRGFrUkVSRVJFUkVSRVJFUkVSRVJLTUtCR1JFUkVSRVJFUkVSRVJFUkVwQVFEYWtSRVJFUkVSRVJFUkVSRVJFUktNS0JHUkVSRVJFUkVSRVJFUkVSRXBBUURha1JFUkVSRVJFUkVSRVJFUkVSS01LQkdSRVJFUkVSRVJFUkVSRVJFcEFRRGFrUkVSRVJFUkVSRVJFUkVSRVJLTUtCR1JFUkVSRVJFUkVSRVJFUkVwQVFEYWtSRVJFUkVSRVJFUkVSRVJFUktNS0JHUkVSRVJFUkVSRVJFUkVSRXBBUURha1JFUkVSRVJFUkVSRVJFUkVSS01LQkdSRVJFUkVSRVJFUkVSRVJFcEFRRGFrUkVSRVJFUkVSRVJFUkVSRVJLTUtCR1JFUkVSRVJFUkVSRVJFUkVwQVFEYWtSRVJFUkVSRVJFUkVSRVJFUktNS0JHUkVSRVJFUkVSRVJFUkVSRXBBUURha1JFUkVSRVJFUkVSRVJFUkVSS01LQkdSRVJFUkVSRVJFUkVSRVJFcEFRRGFrUkVSRVJFUkVSRVJFUkVSRVJLTUtCR1JFUkVSRVJFUkVSRVJFUkVwQVFEYWtSRVJFUkVSRVJFUkVSRVJFUktNS0JHUkVSRVJFUkVSRVJFUkVSRXBBUURha1JFUkVSRVJFUkVSRVJFUkVSS01LQkdSRVJFUkVSZnJhU2tKRVJFUkVBa0VoWDZjK0xFQ1dSbVpnby9KMDZjS0hTZmpoMDdTdTJUbVptSmpoMDc4bGc4Rm8vRlkvRllQQmFQOVEwZEt5c3JxN1QveVVORVJKK0FSbWtQZ0lpSWlJaUlxS1JFUmtiQ3hzWkdwYmJKeWNsSVRFeVVXaTVNVmxhVzFENlNkVHdXajhWajhWZzhGby9GWTMwN3h5cFRwZ3lNakl3SzNZZUlpTDVzSXJGWUxDN3RRUkFSRVJFUkVaV0VpSWdJcVlCYVNFaUl3cmFXbHBiUTA5TVRscE9UazNIbnpoMmwvZXZyNjhQQ3drSnEzZDI3ZC9IMjdWdWwrL0ZZUEJhUHhXUHhXRHdXai9WMUhNdmQzUjMzN3QyRGhvWUdmSHg4WUdWbHBYUS9JaUw2dkloRUlwSEtiUmxRSXlJaUlpS2lyMVgrZ0ZxYk5tMFFHaHBheWlNaUlpS2lyMG4vL3YxeDRjSUZBTURwMDZkaGJXMWR1Z01pSXFJaUtVcEFqWE9vRVJFUkVSRVJFUkVSRVJFUkVTbkJPZFNJaUlpSWlPaXJaV1ZsaGRPblR5TWxKUVhseXBVcjdlRVFFUkVSRVJIUkY0b0JOU0lpSWlJaSttb1pHQmpBMnRvYWlZbUp5TXpNTE8zaEVCRVJFUkVSMFJlS0pSK0ppSWlJaUlpSWlJaUlpSWlJbEdCQWpZaUlpSWlJaUlpSWlJaUlpRWdKbG53a0lpSWlJcUt2VmxKU0VpSWpJNFU1MUN3c0xFcDdTRVJFUkVSRVJQUUZZa0NOaUlpSWlJaStXcEdSa2JDeHNRRUF0R25UQnFHaG9hVThJaUlpSWlJaUl2b1NNYUJHUkVSRVJFUkVSRVJFOUFFOFBUMlJscFlHWFYxZFdGbFpsZlp3aUlpb0JER2dSa1JFUkVSRVJFUkVSUFFCTEN3c1VLWk1HUmdaR1pYMlVJaUlxSVNwbGZZQWlJaUlpSWlJaUlpSWlJaUlpRDVuREtnUkVSRVJFUkVSRVJFUkVSRVJLY0dTajBSRVJFUkVSRVJFUkVRZjRPN2R1MUp6cUJrWUdKVDJrSWlJcUlRd29FWkVSRVJFUkVSRVJFVDBBZWJPbllzTEZ5NEFBRTZmUGcxcmErdlNIUkFSRVpVWUJ0U0lpRWdsWXJFWUdSa1p5TXJLUW01dUxzUmljV2tQNmFzbUVvbWdwcVlHVFUxTmFHbHBRU1FTbGZhUWlJaUlpSWlJaUlpSXZsa01xQkVSVWFHeXM3T1JscGFHM056YzBoN0tOME1zRmlNbkp3YzVPVG5Jek14RXVYTGxvS0hCUDl0RVJFVmxZR0NBamgwN0lqczdHdzBiTml6dDRSQVJFUkVSRWRFWGlrL21pSWhJcWV6c2JLU21wcGIyTUw1cHVibTVTRTFOaFk2T0RvTnFSRVJGWkdWbGhZaUlDQ1FtSmlJek03TzBoME5FUkVSRVJFUmZLTFhTSGdBUkVYMit4R0l4MHRMU1Nuc1k5UC9TMHRKWWFwT0lpSWlJaUlpSWlLZ1VNS0JHUkVRS1pXUmtzTXpqWnlRM054Y1pHUm1sUFF3aUlpSWlJaUlpSXFKdkRnTnFSRVNrVUZaV1Zta1BnUXJnZTBKRVJFUkVSRVJFUlBUcE1hQkdSRVFLTVR2dDg4UDNoSWlvYUNJakkyRnRiWTNldlh2RDNkMjl0SWREUkVSRVJFUkVYeWdHMUlpSVNDSE8xL1g1NFh0Q1JGUTBTVWxKT0hQbURNNmZQNDg3ZCs2VTluQytHUmtaR2Z5YlJmVC9pbm92dkh2M0RrZVBIbFc0UFRFeEVmdjI3Uk4rejhuSithanhmZWx5YzNPUm5KeU03T3pzMGg3S1o0SFh6NmRuYVdtSmR1M2FvV1BIampBd01DanQ0UkFSVVFsaVFJMklpSWlJaU9nVDJyUnBFOXEwYWZQQlpYeHpjM014WThZTXRHblRCbEZSVVVYZS8vWHIxNWcyYlpxUTlaeC9IR2xwYVJnMWFwVFM0T09USjAvUW9rVUxwY2VvVmFzV0hqNThXT1N4a1hJeE1URm8wcVFKK3ZidHExTDdzTEF3SkNZbWx1aVlPblhxaEUyYk5uMVVINW1abVVoTVRGVDZrNW1aS2JQZjlldlgwYnQzYjF5NWNrVm1XMHBLQ3JwMDZZTERodytyTkFZL1B6OGtKU1Y5MUhuSTQrYm1odkhqeHhkcG43aTRPSXdaTTBiaDlpZFBuc0RaMlJrQU1HVElFS3hZc1VMbHZ0ZXNXWU5Ka3lZVmFUekZhZno0OGZEejh4T1dzN096MGFaTkcvajcrd1BJK3hKRVhGeGNrZnI4OTk5L1lXNXVqci8rK2t1bDlsbFpXZGkxYTVmU3lnL2J0MjlILy83OVA2ZzZSR25mcHlWNS9RQjU3MWxxYWlwZXZYcUZaOCtlSVNvcUNsZXZYa1ZFUkFSZXZIZ0JBSGovL2owZVBIandVVDlma2dVTEZ1RGd3WU9JaUlpQWxaVlZhUStIaUloS2tFWnBENENJaUlpSWlPaGJrcGlZaUNkUG5uelF2dS9mdjhma3laTngvUGh4ckZtekJrWkdSbmo1OHFYY3RwVXJWeForUDNmdUhOYXNXWU9nb0NBa0p5ZGp4NDRkV0xwMEtjUmlNUVlPSEFoemMzTXNXN1lNTjI3Y3dMRmp4ekIzN2x5Rlk4ak96c2J6NTgrRlpVVVB2eE1TRWxDK2ZIbXBkVG82T2dDQWJkdTJZY0tFQ1ZCWFZ3Y0EzTHg1RTEyN2RsWHBOVGg2OUNnYU4yNHM5VkQrUTQwZVBScGx5NWI5Nkg0K2haeWNIRGc3T3lNeE1SSHg4ZkhZdjMrLzBnZjJTVWxKbURGakJtclZxb1dRa0JDVUsxY09RVUZCY0hWMVZlbDRQajQrR0RKa1NLSHQ3dDY5S3p4RVZ5WTFOUlh4OGZGeXQxMjdkazE0d0YrVThlemF0UXUzYnQxQ25UcDFaTnFmT0hFQ3QyL2Zscm9QbEZtd1lBRTZkKzRzWkpjWUd4dXJ0TSs0Y2VPVUJrTk1URXl3ZWZObUhEMTZGQzFidHBUYlJsTlRFN3E2dWlxTkV3RFUxZFdGUUkrTGl3dkdqeDhQR3hzYk5HL2VIR2xwYVlpTmpWVzRyN2EyTnZidDJ3ZDdlM3RVclZwVllidTZkZXVxUEI1VlBYdjJESWNPSFVLclZxMkVkUm9hR29pSmljSHIxNjhCQU83dTdqaDkralEyYnR5STFxMWJDKzNFWWpFU0VoTGs5aXZaOSszYnR3by9ENEgvUGhPdlg3K09hZE9tNGQ2OWUxaXdZSUhjdGhZV0ZwZ3hZd1oyN2RxRm9VT0hxbnlPbit0OW1wK3k2d2ZJZXgzdDdPeVFuWjJObkp3Y1pHVmxJU3NyQzVtWm1jak16SlFKTW9wRUlwUXRXeGJseTVlSGg0Y0grdlhyaHhzM2JtREFnQUZGR2xkQlJRMnNFaEVSZlFvTXFCRVJFUkVSRVgxQ2t2SnZJcEdvU1BzOWZ2d1lEZzRPdUhmdkhnQmczTGh4U3RzL2VmSUVXbHBhQUlBR0RScmc3dDI3V0wxNk5mcjA2U08wOGZiMnh1M2J0K0htNWdZQU9ILytQSXlNakdCcWFxcnl1Sm8yYlNwM2ZmLysvV1hXT1RrNTRjY2ZmOFNTSlV2dzZORWptY3lJYmR1MnlRMk9BSGxaSDhPR0RST1dGVDBJTDRvQkF3WjhNUUcxaFFzWDRzS0ZDMWkzYmgxQ1EwTXhmZnAwV0ZoWXdNek1URzU3QXdNRGJOcTBDZmIyOWhnN2Rpd0NBZ0xRcTFjdnFXQ0dJdTNidDVkWloyeHNqR25UcHFuOG9OL0x5d3ZlM3Q3Q1EvR0lpQWlGMTZ5UGp3K0F2T0NjUEJZV0ZqTHJVbE5URVJvYWlpRkRocUJDaFFveTIwTkNRbUJpWWdKemMzTWtKeWRMYlN0ZnZqelUxZFhScVZNbitQdjc0N3Z2dmhQNmxMUTlkKzZjMFA3TW1UUHc4UERBaVJNbm9LYjJYNkdmU3BVcUtSeGZRY295aHF5dHJiRno1MDRoS3ljbUpnWUFoR1V0TFMxaGpFQmVFRW9TN09qZXZUc2NIQnlFb05MNTgrY3hjdVRJUXNjemFOQWdwZHRMSXBnUkZCUUViVzF0REJ3NFVHcTl0cmEyVUs1eDBhSkZjSEJ3d09EQmcrSGw1WVhCZ3djREFONjhlWVBHalJzcjdiK3dURURKT2JWcTFRb1RKMDZFcjY4dkxDd3NNR1RJRUptTUtEMDlQZlRwMHdlNXVia3kyelEwTkZDclZpMjV4eWpOKzdRNHJoOEEwTmZYeDd4NTh5QVNpYUNwcVlreVpjcEFTMHNMWmNxVVFYeDhQTWFNR1lNclY2NmdiTm15d2svQnYyZHQyN2FWdVlhU2s1TmhibTZPbXpkdkNzRk5ZMk5qbkR0M3JrUUN1RVJFUkNXQkFUVWlJaUlpSXFKUFNESmZqU1E3cXpCaXNSamJ0bTJEcDZjbkdqVnFoR3ZYcmdtWlh2bTlmLzhlczJmUHhyRmp4K0RtNWlZRTB3Q2dZc1dLV0x4NHNmQ2dGY2dyZS9iMzMzOGpJQ0JBS09FWUZoYUdSbzBheVpSckxGZXVIS3BWcXlhMUxpZ29DSU1HRFVKMGREVGV2WHNudGExcDA2WUlEUTJWZWVnc3lmcVpOMjhlM04zZFVibHlaZnoyMjIvQzlwbzFhNnI4WUZYWkEzOWpZMk9NR0RFQ3k1WXRVNm12ejUyZm54L1dyVnVIbjMvK0dYMzY5RUdIRGgzUXBVc1gyTnZiWS8vKy9haFJvNGJjL2RxMWE0ZlpzMmRqd1lJRnVIejVNdHExYXdjOVBiMVBQUG84UFh2MkZONHpZMk5qK1ByNkNoa3N1M2Z2QmdBWUdSa0JBRFp1M0lpT0hUdWlYcjE2Y3Z2S256MFdFQkNBZ0lBQVlUa3VMZzV4Y1hHSWlJaEFUazRPek0zTlpmWS9kT2dRbWpWcmhydDM3eUlqSTBOWTM2MWJONmwrSkE0ZlBneFRVMU9GNDdsNzl5N0VZckZNVUNFdExRMzkrL2ZIVHovOWhOR2pSOHZkRjhqTFVBTmtBeVNTWlFzTEM2eGJ0MDVtZS83M2ZmMzY5WEIwZE1TOGVmT0VzWXZGWXJtbE1oWEovNWxSM042OWU0ZXRXN2RpOE9EQjBOZlhsOXBXdm54NTRUTkVWMWNYZ1lHQmNIQndnSitmSC9yMDZRTXRMUzBZR2hvaU9qcGFidC9QbnorSHJhMHQvUDM5MGJadFc1WEdNMlBHREp3OGVSSnVibTZ3dGJXVkcwUUdnQU1IRHNpc3ExR2podHd5bzZWOW54Ykg5VE5zMkRDRnIwVitoWlg5all1TFExWldsbFJXYWtwS0NnQWdOalpXNnI2TGk0dVR1ZmJ5QndDSmlJZytKd3lvRVJFUkVSRlJxY25JeU1DaFE0ZHc1TWdSUEh2MlRPb2hXM0hJUHlmUzNidDM1V1pORmNiVDAxT2xESlQ4bEpVZFMwbEpnWnFhbXNMeVpVQmVzSzFDaFFxNGNlTUczTnpjY09QR0RUZzRPR0RtekptSWpJeEV1M2J0cE5wZnVYSUZMaTR1eU03T1JtaG9xTXpEenZ3QkNFOVBUd0FRTXNHT0hqMEthMnRydUxpNENIUFh5SHN3R3h3Y2pHSERobUhzMkxFQWdDTkhqdURjdVhPb1dyVXExcTlmTDNNTzhsNXJ5WVArY2VQRzRkcTFhMWk1Y2lYTXpNeVluYUNFSk5Pclc3ZHVRbGFlb2FFaGR1ellnVDU5K3FCWHIxNElEQXhVZUkzKzhzc3ZxRmV2SHRxMWE2ZlN2RVJGeVU0c0tlN3U3dkR4OFZFWXdBS0FLVk9tb0h2MzdzSnllSGc0VnExYUJRQll0MjRkREF3TUVCSVNJaFc0ZnZIaUJRWU9ISWd5WmNySTdmUEFnUU5DRURnckt3dFBuejRGQUVSR1JzTFkyRmptOVpOY3Q3ZHUzY0x5NWN1eFpjc1dWS2xTQlVEZVhJZS8vZlliOVBUMDRPRGdnUExseXlNZ0lBQ0RCdzhXU3FIdTM3OGZodzhmeHRxMWF3SDhkMzlJN3NIOFFUM0pzYytkTzRla3BDVDA2dFVMZS9mdUZZNEg1RjBYK1QxOCtGQ2w0SWpFczJmUG9LRlJNbytKQWdJQzhQYnRXN25sRC9YMDlLUStxelUxTmJGcDB5YWtwS1FnTlRVVmFtcHEwTlRVeFB2Mzc0V2dUSDZTN0txa3BDU0ZuNzBGUDJNME5UV3hmdjE2YUdwcW9tTEZpb1ZtNUIwOWVoUVBIanpBeElrVHBiSVVKVDZIKzdRNHJoOERBd1BjdkhsVDRYR2ZQSG1DUG4zNktHMGo4ZlRwVTduWFgvN0FOUUFoQzFIZXVYd3AzTjNkY2UvZVBXaG9hTURIeDRmenFCRVJmY1VZVUNNaUlpSWlvbEp4K1BCaE9EazVmZkI4WWtXVm5KeU1DeGN1RkhtL3QyL2ZGbm1md2txVEZkYW1hdFdxdUhIakJ2YnUzWXVYTDE5aTU4NmQ2Tml4SS9idjN3OG5KeWY0K2ZtaFY2OWVlUEhpQlpZc1dZSzllL2RpNU1pUm1EMTd0c3k4WmNCLzVldGV2bnlKQ1JNbTRPWExsd2dLQ2tMTm1qVUI1R1dJdUxxNlFpUVM0ZEdqUjlEVzFnYVFWeEt4ZHUzYThQTHlRbXBxS2s2ZE9vWEpreWNEQURaczJJQWxTNWJBMWRVVjgrZlBsenFlS21XOGxpMWJodGpZV0RScDBrVHVRL0xpRUI4ZnIzU2VxTS9adTNmdjRPcnFpdjM3OTZObno1NVl1M2F0VkhESXpNd01JU0Voc0xlM1I4K2VQVEYzN2x5TUdUTkdKa3RLSkJMaHh4OS9CQ0MvbEdOQnFqek0veHhVcjE1ZDZoNlNQT0IvOGVJRkFnTUQ0ZVRrSkpPZEpnbWtTVExDQ2pJeU1oSkswU2tLTE9jbmVlamZvRUVEcEtlbm8xZXZYdGl6WncrcVY2K09hZE9tNGVIRGh3Z09Ea2Jac21VeFo4NGNoSVdGd2NyS0NsWldWdkR4OGNIeTVjdmx2bWZLMUsxYkYxbFpXUUR5TWsvcjFxMkxuSndjcFJtdmlqSzdKR0ppWXRDNWMyZVZ4MUJVU1VsSldMbHlKUURwMS83MTY5ZUlqWTJGbXBvYWJ0KytEVTlQVDhURnhTRTJOaGJ4OGZHSWk0dERabVltRGg0OGlCWXRXdUQzMzM5SGNIQ3d3dU80dUxnbzNDWXZRRk93REtPUGp3OGFOR2dBT3pzN3FmVTVPVGxZdkhneEtsZXVEQ2NuSjZsdFg5cDlxc3IxSTdrSEpHVTQ4M3Z6NWcyQS83SkpDNUlYa0pXODlxcVVmSlIzMzMwSjd0eTVJL3o3SW45d21JaUl2ajRNcUJFUkVSRVIwU2ZuNStlSFNaTW1DZk9KZlcwa0plemsrZU9QUDNEcDBpVnMyN1pOWVlrMVNVQnIvdno1bURObkRzcVZLd2NBNk51M0w2S2lvdURrNUlUVHAwOWozNzU5YU5La0NjTER3OUdvVVNPRng2eGJ0eTcrL3Z0dnVMaTRvR2JObWtKZ3pjN09Ea3VYTHNXNWMrZHc2dFFwQUVCaVlxSlEzakUyTmhZZE8zWUVrRGVIbTQ2T0RpcFdyQWdncnd4azA2Wk5GYzROcE9paHFPVGhxcDZlSGc0ZVBBZ0FLbVU3Rk5XOWUvZlFxbFVyOU92WEQzUG56cFU3ejlibjZ0S2xTM0J4Y2NIang0OHhjZUpFekprelI4aUthZEdpQmZyMjdZczVjK2FnUVlNR09ITGtDTWFPSFlzNWMrWmc5KzdkbURWckZxeXRyVkdqUmcyaHZLaWt2R0pwWjMwOGZ2eFkrRDBoSVFHUEh6OVdHQWdxNmh5REV0dTNiNGVXbGhZY0hCeGt0a2tDQkdYS2xNR2pSNDhBUUtvTWF2N2ZKZG15OGw2emdnLzlxMVNwZ24zNzltSHc0TUhZdDI4ZktsZXVqT0RnWUtpcnE2Tng0OGJJeWNsQmd3WU5FQjRlRGhNVEU1dzhlUkxyMXEyRHI2K3ZrTWtaRnhjbmxEMHNPQWRXUVpxYW10RFgxOGVyVjY5Z2JtNk9IajE2d05uWkdWMjdkcFhiUGowOVhjR3JKWDJ1SldYWnNtVlNYMHlZTUdFQ3dzUERwY3BSYW1wcW9telpzakEyTm9hbHBTVTZkZXFFYXRXcXdkallHQTBhTkFBQXJGeTVVZ2pNNWZmczJUTzBiTmtTdTNmdlJvY09IWlNPWmVQR2pYQjNkeGVXODcrL09qbzZjSEJ3Z0pPVEU2WlBueTdjYzl1MmJjUDkrL2Z4eHg5L1NQWDFPZDJueFgzOUZCYllVbFNTc1NTekhJbUlpRDRIL0N0SFJFUkVSRVNmMU9IRGg2V0NhWTBhTllLOXZUMHNMUzJocTZ0YnJNZEtUVTNGZ3djUGtKYVdCaTB0TGRTdVhidklmVmhhV2haNUgyVVBkUmN1WEFpeFdBd2RIUjIwYWROR2FUK2FtcHBDUm9kWUxNYkZpeGZ4N05relpHWm1Jam82R3Q3ZTNyaDI3UnIyNzkrUEJnMGF5SDJRS1ptRHpjUERBMTI3ZHNXdnYvNktEaDA2WVBQbXpSZzNiaHp1M0xrRFMwdExOR3JVQ0RFeE1iaDM3eDZxVmF1R2QrL2VJU1ltUnNnY3VIdjNMdXJYcnkvVmQ3ZHUzWW8xR0JZVEU2UHdZV3orWUljcWF0V3FoYVpObTJMTGxpMDRldlFvNXM2ZGk2RkRoMzV3b0tZdzU4K2Z4NGtUSno2Nm4renNiR3pldkJuNit2cllzbVdMVEhtMDU4K2ZJekV4VVZnMk5qYkdnUU1INE9Qamc5V3JWOFBlM2g3cjFxM0RtVE5uSUJhTFpSNkt5OHM2a1Nqc1FiaTN0emU4dmIxbDF2djYrc0xYMTdmUWM4cy92NVdIaHdjOFBEeWdwNmNubE1nRElHVFBmT2hEK1duVHBxRlhyMTVZdlhvMTJyZHZMM1grK1FOcWtyS3B3NFlORTdibi85M0h4MGVxMy83OSsyUDE2dFdvWHIyNjNPUHE2ZWxoLy83OWlJK1BSMXBhR3E1ZXZZcWNuQnpNbURFREZTdFd4T3paczNIMTZsV1ltSmpBd3NJQ2ZuNStRa1lTa0RlblY4SHJKLy9ZSlZtbUV0V3FWVU5jWEJ3dVhicUVtemR2S3B5ZkMxQXRZN2FrWExod0FWdTNia1dYTGwxdzdOZ3hBSGtsL3V6czdGQzllblZVcTFZTi92NytDQWdJd0pFalJ4VDJveXdqU3hLQWlvMk5WZHJPeE1RRWd3Y1BobzJORFU2ZVBDbVRXZXZnNElBYU5XcGd3b1FKdUhYckZ2ejgvSkNRa0lCRml4Wmg2TkNoYU5xMHFkQjI3dHk1bjlWOVdsTFhUOEhnbnJ4eWtrQmVzRnpSL0hYNVN3NERzdGZqbDVpUlJrUkUzeTRHMUlpSWlJaUk2SlBKeU1pQWs1T1RFRXliTW1VS3ZMeThGSlpnS3k2SmlZbFMyUkNsSlNrcFNaaG41Y2lSSTRVRzFMS3pzM0hseWhVY09YSUVodzhmeHN1WEwyRm5aNGZRMEZEbzYrdkR3Y0VCcWFtcFdMMTZ0VXpwVEhWMWRkU3VYUnZCd2NGd2MzT0RxNnNycGs2ZEtyUnIzYm8xd3NMQ01HWEtGRXlaTWdYcTZ1cVlQbjA2TGw2OGlFNmRPdUhHalJ2SXpjMUZzMmJOQUFCdDJyUVJTa1JLYUdscElUazVXYVVIb241K2ZqTHpKOTI1Y3djTkd6WVVsa2VOR2xWb1A2b3FWNjRjRml4WWdBRURCc0RaMlJtdXJxN1l1M2N2dkwyOWhmbmppdFAxNjlleGJ0MjZqKzdIeThzTFhidDJ4ZUxGaTZYbU4xSkdVMU1UMDZkUFIvLysvUkVRRUlCZXZYckpuZWNKVUp4WkFpaWZ0NmpnQTNtSjl1M2JZOWl3WVhCMGRKUmF2MzM3ZGdRR0JrcXRlL2JzbVRDR1ZhdFdvVisvZmhDSlJOaTdkNi9RUnBMSkpNbktWQ1FoSVVFcWVDS1prMUFrRXFGdTNicTRlZk1tdG0zYmh2RHdjR0crS1Vtd3JreVpNc0w4YU1CL3dZRDgyVFVGQXpNWExsekErL2Z2Rlk3bjBhTkhXTDE2TlVKQ1F2RHJyNytpYXRXcThQSHhnWXVMQ3dZT0hJZ25UNTdBemMwTnIxNjlnb0dCQVp5ZG5kRzJiVnZNbVRNSGpSbzF3dmJ0MjZYNmsxY0tMejhURXhNOGV2UUkrL2J0US92MjdhVUMvMkt4R0ptWm1haFVxUkoyNzk2TlZxMWFLWDB0MDlQVGNmbnlaV1JuWnlNbkowZGg1dXlIV0xKa0NSbzJiSWhKa3lZSkFUVWJHeHVwTnVibTVraEpTVUZjWEp4TThFVkNsYzhZWlNVZkFlRHk1Y3Y0N3J2dm9LK3ZqenQzN3NodDA3VnJWNkdFcmlSSVZyVnFWWm5nVy8zNjlUK3IrN1E0cjUvODhuOCtBeEN5NlFxdXo4M05WVGpleTVjdkE4ajdlelp2M2p3NE96dWpVcVZLY3RzK2VmSkU3cHhxUkVSRW53c0cxSWlJNkpOSlRrNkducDVlaWZVZkhSMk51M2Z2Q3FWemlJam84M1BvMENFaG9OT29VYU5QRWt6N25JU0ZoU0UzTnhmT3pzN1l1blVyZnZ2dE40V0Jnd2NQSHFCSGp4NUlUazVHbzBhTk1HN2NPUFRyMXc4VktsVEFtalZyc0dMRkNpRkkrTk5QUDhuc2IyaG9pSHYzN21ISWtDRm8yYklsYXRldWpUTm56bUQyN05tSWpvNkdob1lHNnRhdGkvRHdjR0dmSDM3NEFidDM3NGFibXh1T0hqMEtVMU5UNFdHeGlZa0pURXhNRkdhQVNCNmF5dE95WlV1WmRhbXBxZWpkdXpjbVQ1Nk1NV1BHd05mWEY1MDdkOGFwVTZjd2NlSkVQSC8rSERkdTNFRFBuajF4N3R3NVZLbFNCY2VPSFlPSmlZbmlGMWlPeG8wYjQ5aXhZMWkrZkRuV3JGa0RXMXRieko0OUd3NE9Ec1dhclRaNThtUmhmcm1QbFQ5VHFpaE1UVTNoNGVGUmFMdGR1M1pKQlVkalltTGtYa1A1S1pzUHo5RFFVR2E3SkFNdHYveVpOV3BxYW5JemJTUkJOMFZ6TkVsNGVYbkJ5OHRMN2paMWRYV3NYNzhlZG5aMkdEbHlKSTRjT1FJOVBUM2hmcEVFakJ3ZEhkR3RXemQ4Ly8zM3dyNWlzVmhoTnFTODZ5VTFOUlZPVGs0NGZ2dzRxbFdyaHNEQVFPemV2UnRMbHk2RnRyWTJaczJhQldkblo0aEVJdWpxNm1MKy9Qbll0V3NYamh3NUFrZEhSOWpaMmNIQndRRUxGaXpBNDhlUE1YRGdRRnk3ZGszcHVaODVjd2IxNnRWRGFHZ29ZbUppY09qUUlZakZZbUY4RHg4Ky9LaXNuK0lzRGRxdFd6ZDA3dHhaNmJ4U0ZoWVdBSURJeUVpRkFUVkZZNW83ZHk0Q0F3TlJ0V3BWZE9yVUNaNmVubExiMDlMU2tKS1NvbkxRQ3dDYU5XdUc0T0JnMk5uWklTY25CNzYrdnREUjBaRnFNMnpZc00vdVBpMnU2eWUvZS9mdVNTMUxNdFFLcnBlWG9WYXJWaTFjdjM1ZGVFK0Rnb0lRRVJHQldiTm1LUXdZR2hzYjQvcjE2MHJIVDBSRVZKb1lVQ01pb2svQzBkRVJkKzdjUVhoNHVGUlFiZW5TcGNLM2hWWFJwRWtUOU9qUlErNjJzTEF3TEZxMFNDcWdkdkhpUlpYN2J0MjZ0Y3B0aVlqb3crUXY2V1Z2Yi85TkJkT3lzckt3ZHUxYS9QampqM0IwZE1TbVRadXdaczBhVEo4K1hXNzd1blhyWXRXcVZiQzB0QlRLekowN2R3NGVIaDU0OXV3Wi92ampEN2xmSXZIeThvSzN0emNtVHB3SVFIYk9JQ0F2SXlRL3ljUHFuajE3WXVuU3BUaDA2QkJDUWtJd2R1eFlsYyt2ZlBueUtyY0ZnSU1IRHlJOVBSMzkrdldEZ1lFQkJnd1lBQUI0OWVvVjlQWDFaVEkzZEhWMWhUWkZwYW1waWRtelo4UFcxaFlUSmt6QTZkT241YzZ4OWEyb1hyMjZWUGxUU2RhSkltRmhZWEJ5Y3NMWnMyZFZEbWcrZi80YzdkcTFnNit2TDNyMTZxWHkyQ1FsUkVOQ1FsQzNibDJGZ2JXbFM1ZGk1TWlSd25KQVFBQm16cHdwTEJzWUdHRDkrdlhvMWFzWG5KMmRzV1hMRnFrTXRlVGtaSVNIaDhzRVJYYnMySUdaTTJkS1pTU2xwYVVKK3hXa282T0RGeTllWU9qUW9aZzNieDUwZEhUdzk5OS9vMHlaTW1qZXZEbk16TXp3M1hmZm9YTGx5bEJYVjhma3laTngrZkpsT0RzNzQ4aVJJM0J5Y2hMdW5aU1VGTHgrL1Zyb1d4TFkwOURRRU42akJRc1c0TnExYTNCMGRNU3FWYXZ3MDA4L29XblRwcGd3WVFLYU4yOHVkYzhXdFJ6cmt5ZFAwS2RQbnlMdFV4aEo1cUt5SUkrNXVUbDBkWFZ4NGNJRm1kS0ppdVRtNXNMVDB4UGJ0bTNENXMyYklSYUxNVzdjT0l3Yk4wNElRaDA3ZGd4dWJtN1EwdExDbjMvK1dXaldvMFJ5Y3JMd21WbTFhbFdoYktka1BzbFBwYWozYVhGZlA0QnM2VWxKUHdYWEY4eFFVeFFZQlNCVjZsUVpkM2QzVEpnd1FhVzJSRVJFbndvRGFrUkU5RW1ZbXBwaTkrN2RzTGUzUjJob3FQRE40RzZQcHNzQUFDQUFTVVJCVkQvKytLTklFNkdQR0RGQ0NLZ2xKeWNqS0NnSTNidDNsL3R3SnpzN1crWC9sQVBBbXpkdlZHNUxSRVFmUnBKOUFuelkzR1JGbFpTVWhNaklTS1NrcEtCY3VYSkNKa1JwOFBiMnh0T25UK0hyNndzOVBUMk1HemNPcTFldmhxMnRyZFRjUFBuWjJka0JBSzVjdVlJVksxWWdJaUlDWGJ0MnhmYnQyMUdoUWdXcHRoa1pHWmd4WXdiMjd0MExEdzhQakI4L0hnQ0VPWU0yYk5pQXMyZlBJaUFnUUFoV0xWbXlCQThmUGhUNnFGdTNMdHExYXllVTVSdzZkS2pLNTFmVTF6WWdJQUEyTmphb1ZhdVcxUHFvcUtnU0tja0lBSzFhdGNMSmt5ZVJtNXRiWW5PcGZZMXljbktRbVptcHRLeGJRWkt5ZzRVRkFZQzg2MjdNbURFQThvTHU5ZXJWUTBCQUFNYU5Hd2NqSXlOczNMZ1JWbFpXUlI2M2xaVVYzTjNkVWE1Y09ZakZZcVNucHdQSXkxQ1RmTW1yYmR1MlF1QWhPam9hSGg0ZXFGT25qakRIR3BBWGNCYUpSQXJMMU8zWnMwY3FnK21YWDM0UmZyOTgrVEthTm0wcWxOOWJzbVNKRUVEVDBkR0J2NysvTUs1WHIxN0IwTkJRMkZjUzdLdFJvNFpRenZEbXpadnc5L2ZIb2tXTEFFRElyb3VPamthOWV2V2t4bFc1Y21VQS8yVVZLU0laVzNKeXNzSTJKVWxkWFIzdDJyWERpUk1ucE9iVFUrVHQyN2VZTkdrU1RwNDhpVzNidHFGejU4NEFBR3RyYTB5WU1BSHo1OCtIbDVjWHpwMDdCenM3TzB5ZE9sWGxZTnFkTzNjd2Z2eDRQSC8rSE92V3JVT3paczB3Y09CQWpCZ3hBcjYrdnVqZHUvZEhuV3RKS3U3ckIxQmNlbEpaU1VwQXRrVHNiNy85aHFTa0pKbXl1Ty9mdjhmUW9VT1JtWm1KSFR0MlFGOWZYOWhXc1dKRnBjY2dJaUlxRFF5b0VSSFJKekY5K25SRVJVVWhORFFVam82TzJMSmxDMFFpRWVMajQxWHVJLzkvRUlHOC96VE9uajBiZGVyVWtRcW9TYjZacWE2dUxsTit5dGJXRnJWcTFjTG16WnMvNG15SWlPaEQ1ZjhTaGE2dWJva2ZMekl5VXBpdnAwMmJOZ2dORFMzeFk4cXpiOTgrckZxMUNxTkhqeGJtSkpzeVpRb09IRGlBTVdQR0lEZzRXQ1pyREFCaVkyUGg0T0NBR3pkdW9HSERodGk1Y3llc3JhMkZySXdEQnc3QTBOQVFrWkdSY0haMlJteHNMUHo5L2RHbFN4ZWhEMzE5ZmFTbnAyUHYzcjNvM0xrenFsYXRDajA5UFp3L2Z4NUhqeDVGUUVDQTFER0hEUnVHOCtmUG8yL2Z2cWhXclpySzUxaHdEcmY4Q2diTmJ0eTRnWnMzYjhvY095c3JDOGVQSDhlZ1FZTVU5dlhQUC8vQTFOUVU2dXJxS284dHY0TC9udmdXRlN4cHFLakVZVW02ZmZzMmJ0KytqVC8vL0JPN2QrL0c3Ny8vanF0WHJ3cFptUG16S252MjdJbmp4NDhqTlRVVjlldlhMOUp4eG8wYkoveisvdjE3bENsVEJtcHFhZ2dPRGtiLy92MmxycU9SSTBjaVBUMGRxMWV2bHNxZXZYanhJdXJXclF0dGJXMlovdi82NnkrVk1pY0xLOEVZRnhlSFI0OGVJVDA5WFppckxmOGNXRE5tekVDdlhyMndaczBhckYyN0ZtRmhZZWpac3llV0xGa0NjM056UEh6NFVKZ3JUaEY1R1d1Tkd6Y3VkT3lmUXMrZVBYSDA2RkZjdm54WnFrVHM4dVhMMGFsVEp6UnAwZ1FBRUJvYWl2bno1d3RaZy9rclRIaDdlNk5idDI3bzNiczN1blhyaHRPblQ4djlYSlVuT1RrWksxZXV4SVlORzJCb2FJZzllL1lJYzgrRmhvWmk0TUNCbURCaEFsSlNVajY0MUdOUkZmVStMYzdyUjE5Zkh5TkdqTUN5WmN1a2ppRUp6aFlzd1ptWW1BZ3ZMeS9oeXhyNVM4QWVQSGdRNTgrZng0Z1JJNkN0clkwYU5Xb0F5UHU4SHo5K1BKS1NrdUR2N3kvOGJaUW5KU1VGNzkrL0Y0TEVSRVJFcFlVQk5TSWkrbVJXclZxRlc3ZHU0YzgvLzhTREJ3OWdabVpXSXNlUi9BZXVkdTNhVWpYNG56NTlpcFNVRkxScjE2N0VqazFFUkZSUVlHQWdaczJhaFJZdFdrak5tNk9scFlXdFc3ZWlSNDhlNk51M0wzeDhmSVNNTklscTFhcWhlZlBtY0hKeVFyZHUzWVNzcXQ2OWUyUGp4bzBZTldvVVRFMU5FUndjak5hdFd5TXdNRkI0V0psZmxTcFZFQlFVaE1XTEY2TjU4K1lZUEhnd2dvT0RNV0hDQktueVd5OWV2TUNTSlV1Z3BxYUc4UEJ3WExseUJTMWF0RkRwUEFzR3paVHg4L05EalJvMVlHdHJLN1YrMWFwVmVQWHFsZEo1Z3ViTW1ZUEtsU3RqelpvMUtoL3ZZOWphMnFKczJiSTRkT2pRSnpsZVNVbE9Ua1pDUWdLQUQ1K2o3V05rWkdUZ3pKa3p3cHg5Njlldmg0R0JBWHIwNkFFZEhSMGtKaVppOHVUSk1ETXp3NmhSbzJUS2xCNDhlQkJSVVZFNGZ2ejRCNC9oM2J0M0tGdTJMTEt5c3ZEOCtYTXNYTGdRQUZDaFFnV1ltNXNqT2pvYUsxYXNRT1BHamZINDhXTlVxbFFKV1ZsWjJMQmhBeDQ4ZUFCM2QzZk1uajBiNnVycVFyWmFreVpOWkxKeDhydDE2eFltVFpxRW9LQWdxZm13NUxsNTh5YlMwOVBoNCtNanMwMFMyUEQxOVlXM3R6Y0NBZ0xRdW5WcjlPL2ZId01HRElDMnRyYk1IRllscWJqdml4NDllbURldkhudzhmSEJqaDA3QU9SbFJxNVpzd2E1dWJtSWpZMFYvaS9Sc1dOSHVMbTVDWmxwRWhVclZrUkFRQUNHRHgrTzZPaG9xZktIQmVYZkZoMGRqZDY5ZXlNNU9SbTllL2ZHb2tXTHBMS2pxbFNwZ3BDUUVBd2NPQkJ6NXN5QnJhMHRxbGF0V2l6blhkREgzS2ZGZWYxSU10ZTJiOTh1OTFpS1NqcStmZnRXNXJPNVZhdFdtRGR2SHZidTNZc1dMVnJBeXNvSzNicDF3NGtUSjNEMzdsMXMzTGdSblRwMVVuaGV3Y0hCbUQ1OU9qSXpNK0hrNUlRNWMrWW9meUZLZ2Flbko5TFMwcUNycS90QjJiUkVSUFRsWUVDTmlJZyttZkxseTJQTGxpMTQ4K1pOaVFhMDl1N2RDd0FvVjY0Y1hyeDRnWmN2WHdJQXpwNDlDd0NvVktrU2J0KytMYlZQbzBhTlNtdzhSRVQwYlVwS1NzTGN1WE94ZCs5ZXRHelpFb0dCZ1RKenh0V3RXeGNoSVNHd3Q3Zkg2TkdqMGFOSEQ4eVlNVU9xOUZiQkVtaTV1Ym00ZGVzV3FsYXRpdlBueitQZmYvL0ZxbFdyMEw5L2Y2VmxETnUwYVlOZHUzWmg5T2pSMkx4NU0wUWlFVkpUVS9IMDZWT1ltSmdnSmlZRzl2YjJlUDM2TmZidjM0L3AwNmRqMkxCaDJMSmxDMzc0NFlkQ3p6YzZPbHJodHZ4WklvOGVQVUo0ZURobXpKZ2hOVS9hcGsyYjRPM3RqUWtUSmtobE54U1VtSmhZNUN5bEQ1V1Nrb0tvcUtqUDhnR3VLaVR6SElXSGgyUCsvUG1ZTkdrU1RFMU5zV1BIamtLRE84WHQzTGx6R0RWcUZIUjBkREJ3NEVEMDY5Y1A3ZHUzaDZhbUptSmlZakJ5NUVpOGVmTUcrL2Z2bHp0WDJhdFhyNlF5Sm1mT25DazFaNW9xbmo5L0RuMTlmV2hxYXVMa3laUFExdFpHWW1JaVJvMGFoZWpvYU15ZlB4LzI5dllBOHI2WWRmbnlaVXljT0JGUG56N0ZrQ0ZEc0dYTEZwdzZkUXErdnI2NGRlc1dBS0JzMmJLRlhxOEFVTE5tVGFYdGNuSnlFQkVSQVRjM041bXllUGsxYmRvVUd6WnNnTFcxTlFEZ3dJRURpSWlJZ0ltSlNhRWw4Z3JMUmhPTHhVcTNTNVRFZmFHdHJRMFhGeGU0dWJraE1EQVF3NGNQeDcxNzk1Q1JrWUZHalJyaDhPSERlUG55SlZhdFdvV0JBd2NLUVNjZzd6VStjT0FBZHV6WUFVZEhSNFNIaDJQeTVNa1lNR0FBV3JWcWhVR0RCc0hhMmxwcUxrcFBUMDhBd01xVkt6RjE2bFNNR3pjT0hUcDBrTXFPeTY5eTVjb0lDUWtSUG51TFUzSGNwOFY5L1NqS09INzQ4Q0ZzYlcwVmJpODQ5eVdRRjVCMGRIU0VvNk1qOXU3ZGk5OSsrdzJSa1pFQThzcFJYcjkrSGZyNittamV2TG5jZVZYZDNkM2g0K01EVTFOVGRPM2FGZVBIajFkWWZyVzBXRmhZb0V5Wk1ncm5mQ1Fpb3E4SEEycEVSUFJKNVE5Y3FWcHl5Y25KU2ZoUHJ5cnlmOXZkdzhORDVsdWFucDZlTXYxeC9qUWlJaW91NmVucDJMSmxDOWFzV1lQRXhFUU1HellNaXhjdmx2dWdFTWliUys3RWlSTndkbmJHNGNPSEVSNGVqdmJ0MjJQTGxpM0NYRXZ4OGZHNGRPa1N6cDA3aDJQSGppRWhJUUZtWm1idzh2TENvRUdENUFZZ0pMS3lzbkQ5K25VY09uUUllL2JzUWJseTVlRHY3NCtFaEFTc1dMRUNpWW1KR0RSb0VLWk1tWUtNakF3RUJnYWlSWXNXMkxsekovcjE2d2Q3ZTNzNE96dGoyclJwU3M5YlQwOVArRDArUGg2dlg3OUcyYkpsOGZUcFV3QVF6bVg3OXUxUVUxTVQ1bWRMU0VqQW5EbHpFQllXQm50N2U2bUg5Skt5b1AvNzMvOEE1SlhGdTMvL1BuNysrV2VsWXlrdTE2NWRRMjV1YnBIbVpQMmMvUFhYWHdDQTQ4ZVBZOHFVS2ZqNTU1L2g2T2dvMCs3Rml4ZElTMHREK2ZMbGhmZEwzcHhUaWpLZ2ZIMTk0ZXZycTNRc3RyYTIyTFp0R3pwMjdDak1wWnVibTR1Z29DQXNXTEFBWmN1V1JYQndzQkFzMWRQVHc5R2pSOUcxYTFmRXg4ZmoyclZyVXUrN3E2c3IrdlRwSXl3Zk9IQUFYbDVld25Kb2FDaE9uRGlCcmwyN3d0VFVGUEh4OGZEMzkwZWJObTBBNUFWd0xsNjhDQ2NuSjd4Ky9ScSt2cjVTcFJ1UEh6OE9EdzhQWVM2dHJsMjdZc3lZTVhCMWRVWHYzcjB4ZmZwME9EazVGZHRjZkljT0hjS2JOMi9RdDI5ZnRHL2ZIc09IRDhmVXFWTmhiMitQUm8wYVFVOVBEK3JxNnNMY1ZVK2ZQa1Z1Ymk1eWMzTmhZbUtDckt3czNMdDNEdzBiTnBUcHUzTGx5bGkwYUpIYys4YmYzeDhQSGp6QTI3ZHZjZmp3WWFuN1dKR1N1aS9HakJtRE0yZk9ZT2JNbVhqOCtESGk0K09ocHFhR1ZxMWF3YzdPRHBtWm1TaGJ0aXlBdkdzV0FNYU9IWXVMRnk4Q0FHeHNiR0JwYVlrcVZhb2dPRGdZWVdGaDhQWDFoYXVySzdTMXRYSDU4bVU4ZWZJRW8wYU5nbzJORGZyMTY0ZEpreWJoK3ZYckdEUm9FTXFWSzRlSER4OUNVMU1UWmNxVWdhYW1KalEwTkpDWm1ZbU1qQXhrWm1iQzJOZ1lrWkdSTURVMUxiYXl4Y1Z4bnhiWDlXTm1ab2FVbEJTRlk1V1VrM3ozN3AzU2M5TFYxY1h6NTgveC9QbHpSRWRINC9idDI4SVhRQm8wYUlDSkV5ZWlaczJhT0hUb0VQYnQyNGZWcTFkRFIwY0hQL3p3QTJ4dGJkRzdkMi9oV3RUVzFzYlRwMDhoRW9tZ3JxNnU5TzhkRVJGUlNXTkFqWWlJU3R6Smt5ZUZ5ZGFCdkpJdUFBcDlNQ2NoZWZEeE1VNmRPaVYzL2NhTkc3Rno1ODZQN3ArSWlFZ2lKeWNId2NIQjBOWFZ4Y3FWSzVXV3NwS29VcVVLZHU3Y2llUEhqOFBYMXhlalJvMUMrZkxsaFVDVEpCdWpUcDA2Nk51M0wvcjE2eWZNS1ZTWW5UdDNZdWJNbWFoVHB3Nm1UWnNtekdNREFJTUdEVUo4ZkR4Kyt1a25hR3RyWTlldVhVS3BMMk5qWTRTRmhjSEJ3VUZxN2p0VlhMMTZWV3J1S2pNek15RVlJeW1aVnJGaVJhU25wNk5yMTY1SVNVbkI4dVhMTVh6NGNLbCt6TXpNTUhqd1lIaDRlQ0E5UFIwYUdocG8wYUlGZXZmdVhhVHhmS2pMbHkramZ2MzZxRjI3OWljNVhuSFQwZEZCczJiTnNHTEZDcW1zeDRJdVg3Nk04ZVBIQzhzbUppYm8wS0dEc055aVJRdjQrZmtWNmRpdlg3K0dtNXVic0N3U2lhVG05Z1B5eXRDdFhMa1N0cmEyV0xGaWhkVDhTTE5temNMaXhZdXhhTkVpYUdwcW9sbXpaaGc3ZHF5d3ZWS2xTbElaWHdVelZxcFZxNFo5Ky9aaDM3NTl3cnFtVFpzS1kvcjExMStGNnowd01GQUk1TjI0Y1FNdUxpNklqbzVHczJiTnNINzllbGhZV0FESUs0TVhIaDZPbFN0WFl0bXlaY2pOemNYVXFWT0w5TG9vY3VYS0ZYVHAwZ1VWS2xSQWhRb1ZjUHIwYVFRRUJDQTRPQmllbnA1SVRrNHV0SStCQXdkaTllclZNdXYxOVBRVUJxRVBIejZNOCtmUEE4aWJmL2kzMzM0cjlEZ2xkVitvcWFsaC9mcjFjSEZ4d2RxMWF3RUFRNFlNUVlVS0ZRQkFDS1lCZVpsU1FGN21vcHViR3dZT0hDaTBrK2pWcXhkNjllcUYrL2Z2SXpZMkZwVXFWY0xObXpkaGFXbUpkZXZXUVV0TEM2YW1wdkR6ODRPSGh3ZGV2bnlKek16TVFzZXBwYVVsWkNnV2grSzRUNHZyK3VuZHV6ZEdqaHhaYUZ2SlBhRklWRlFVK3ZUcGc0U0VCR2hwYWNIS3lncERoZ3hCOSs3ZHBmWnQyYklsRml4WWdGdTNiaUVzTEF5SER4OUdaR1NrVkhEYjI5c2JycTZ1U0V0TGc2ZW5KL1QxOVFzZEh4RVJVVWtSaVZYTjZTY2lvbTlPVWxKU3NmVFRzR0ZEcVltclB6UWJ6TkRRRUNOR2pNQ3FWYXN3ZCs3Y1FyOEpEUURPenM3dzhmRVJqbm5xMUNuODlkZGZ3c01VU1FiYmw1U2habUJnVU5wRElDTDZZTmJXMWpoejVnd0E0UFRwMDBMWnFaSVNFUkVCR3hzYkFIbGYwQWdORFMzUjQwbThmUGtTQmdZR0gvMU4raXRYcnVENDhlT3dzTEJBOCtiTmhaSmxSU0VXaXhFVkZZVUdEUm9vYlBQeTVVdVVLVk5HN3QrWW5Kd2M1T2JtQ2hsMmFXbHBPSC8rdkRCL1VYcDZPbTdkdWlWVktpMHJLd3V2WDcrR1dDeUdob1lHS2xhc3FEQ1Q1K3JWcXpBeE1TbldFbDdIang5SGpSbzFsSjZ6S2xhdVhJbktsU3NMWlFDL1Z0bloyVWhLU29KWUxJWklKSUtSa1pIYzBtM0ZMU3NyQ3hjdlhrVDc5dTJMdE4relo4OWdhR2dJSFIyZFF2dC8vLzQ5TWpNem9hMnRMZFYreTVZdDBOYld4azgvL1NSMXJ0bloyZmo5OTkvUnJsMDcvUGpqandxdjJ4czNic0RBd0tEUW9GSlVWSlJRc2k1L3ljcUNFaE1Ua1pDUUlGVWV0U0RKdlppYm13dXhXQ3oxQTBESXFzckl5RUJVVkZTaEpSNkJ2UHY1L2Z2M3lNM05oWTZPamxUUVNwRVB1UzhTRXhOeCt2UnAyTmpZcUZRVzc5R2pSM2p6NWcyYU5tMnE4RDI0ZHUwYW1qVnJwdklZSkpLVGs1Vm00bVZsWlNFN094dloyZGx5eTJDcXFha1ZldTJWQkdYM2FYRmVQOFhsd1lNSEVJbEVxRldyRnRUVjFWWGVMeWtwNll2Ny84N2R1M2VsNWxENzBzWlBSUFN0RXhXaDVBQURha1JFcEZCeEJkVHUzNytQN094c2VIdDdJeVFrUkNwNEZSc2JpNWlZR0lYN3RtelpVdmlQWXY2QTJyVnIxM0QzN3QxQ2ovMzQ4V09wZ0ZuQkFCb0Rha1JFbjlhM0VsQWpJaUtpYjBQLy92MXg0Y0lGQUovbTN6WkVSRlM4aWhKUVk4bEhJaUlxY1dabVpnRGt6NWtXSEJ3TUR3OFBoZnMrZi81Y21ITWx2MmJObXNsOEkzWDgrUEc0ZmZ1MjhKOFpBRXI3SmlJaUlpSWlJaUlpSWxJRkEycEVSUFJaS0RqSFdVaElDTmFzV1ZQb2Z1N3U3bWpTcEFuNjlldW4wbkdZbUUxRTlHMHhNREJBeDQ0ZGtaMmRqWVlORzViMmNJaUlpSWlJaU9nTHhZQWFFUkY5RnBvMGFTSzFmUEhpeFVMMytmZmZmK0hyNjR0ZmYvMVZKcUFXSGg2T3JWdTM0cnZ2dnBOYW41S1NBaTB0clk4Zk1CRVJmUkdzckt3UUVSR0J4TVJFWkdabWx2WndpSWlJaUlpSTZBdFY4ck1NRXhFUmxaQ2dvQ0FBa0prUVBTTWpBKzd1N2toSVNKQ1pNRHd1TGs2bGlkQ0ppSWlJaUlpSWlJaUlKQmhRSXlLaUwxSm1aaWI4L2YzUnNXTkhtSnFhU20yYk5Xc1duajE3aHBVclYwSk43YjgvZFdLeEdOZXZYNGU1dWZtbkhpNFJFUkVSRVJFUkVSRjl3Vmp5a1lpSVNrMVdWcGJ3dTZHaFlaSDIzYkZqQitMajQrSHI2eXVzMDlmWFIweE1ES0tpb3JCa3lSSjgvLzMzMkxkdm43RDkxS2xUZVBIaUJmcjM3Ly94Z3ljaUlpSWlJaUlpSXFKdkJnTnFSRVQweWVYazVHREpraVdvWHIyNnNPNzMzMytYMjdaTW1USnkxMXRhV3VLWFgzNkJyYTJ0c0s1V3JWcDQvLzQ5SEJ3YzhNc3Z2d0FBdW5idGlzcVZLeU0xTlJXelpzMENBUGo1K1NFaElRR2VucDdDZGlJaStqcEZSa2JDMmRrWjJkblphTml3SVJZc1dGRGFReUlpSWlJaUlxSXZFQU5xUkVUMHlVZ3kwbnIwNklGTGx5N2hqei8rZ0tHaEljek16REJod29RaTlkVzhlWE0wYjk0Y0FKQ2NuQXdYRnhlRWhvWmk3Tml4V0xac21kQ3VWYXRXTURFeFFiOSsvWEQvL24wc1hib1U3OTY5dzlLbFMzSDA2RkhNbWpWTENMNFJsU1N4V0l5VWxCVG82ZWtWUzM4NU9UbFFWMWN2bHI3b3l5SVdpeUVTaVVwN0dGK01wS1FrbkRsekJnQ1FtNXRieXFNaElpS2lyNDJscFNYVTFOU2dvYUVCQXdPRDBoNE9FUkdWSU02aFJrUkVuMFJXVmhiKyt1c3ZBTUEvLy95RHJWdTNZdlRvMFJnMWFoUXVYNzRzMHo0aElRRnYzNzVGWm1ZbXhHSXhMbHk0QUFBb1c3YXMwQ1kzTnhlQmdZRm8wYUlGd3NMQ3NIRGhRbmg1ZVFrUG10UFQwK0huNTRmV3JWdmo2dFdybURWckZzYVBIdzhYRnhlY1BYc1c5ZXZYeDV3NWMyQnJhNHZidDI5L2dsZUJTc3FlUFh2dzZ0V3JqKzVuNTg2ZGVQNzh1YkQ4NnRVcmxYOHlNaktVOW4zeDRrVVlHUm5oMUtsVEh6M08zMy8vSFphV2xraFBUMWQ1bitqb2FHaG9LUDh1bFVna1FsUlVsTlE2c1Zpc1V2L3o1ODh2bGlDUGxaVVZWcTFhOVZGOVpHUmtmTkQ3ZGVuU0pmend3dy9DWjFWK3ljbkphTmFzR1VKQ1FsUWFnNWVYRnhJVEV6L3FQT1NaTW1VS0JnOGVYT3o5RWhFUkVkR0hXYkJnQVE0ZVBJaUlpQWhZV1ZtVjluQ0lpS2dFTWFCR1JFU2ZSRXBLQ3Q2K2ZZdFdyVnJoL1BuejZOT25qOUwydi8zMkcyclZxb1VxVmFyQXlNZ0kzYnQzQndCMDZkSUZBQkFSRVlIbXpadGo4dVRKcUZDaEFvNGNPWUpKa3lZSisrL2J0dy9mZi84OVpzK2VEWDE5ZmV6WnN3Y3pac3dRdHRlclZ3OUhqeDdGdEduVGNQdjJiZlRvMFFOdjNyd3BnVE9ua3BhWW1BaEhSMGQwNzk0ZDc5NjlBd0JzMnJRSklwRklwWit0VzdjQ0FONjhlUU5YVjFkMDZOQUJqeDgvQmdCVXFsUko1Wi90MjdjckhXZFFVQkIwZFhYUnRtM2JqejduMXExYkl5b3FTaW9ic3pCaXNSZzVPVG5DOHBrelo5QzJiVnU4Zi85ZTRUNHBLU2xvM3J5NTNBQlRTYmw1OHlaaVkyTUxiWmVTa29Lb3FDaTVQenQzN2l6MC9kcTVjNmRNbi83Ky9yaDI3UnJNek14a3RoMCtmQmpYcjE5SDFhcFZWVHFQNmRPbjQrWExsOEt5S3RlaWo0OFBBT1dCM0RwMTZtRHYzcjA0Y09DQXdqYkp5Y2txalpHSWlJaUlpSWlJVk1lU2owUkU5RWtZR1JsaC8vNzlxRnUzTGpRMU5RdHRQM3IwYU5TclZ3ODVPVGtRaThYUTBOQkF1M2J0OE1NUFB3QUFHamR1akFvVkt1Q1hYMzdCenovL0xOTm4rL2J0VWI5K2ZjeWFOUXZEaGcyVE94ZWJ1cm82M056YzBLRkRCN3g0OFFLR2hvYkZjN0wwU1JrWkdXSHYzcjJ3czdQRGdBRURFQllXaGtHREJnblhpaklOR2pRUWZqYzBOTVRKa3lmUm9VTUhkT2pRQWFkT25VSkNRb0t3L2UrLy8wYUhEaDF3NjlZdEdCc2J5L1NscTZzci9LNHNVeXQvbHFVaTVjdVhSMnBxcXNMdFAvNzRJL3IwNlNNMXZxS3FVYU1HYnR5NGdVV0xGbUhod29WeTI4eWJOdyszYjk5R3hZb1ZQL2c0aW9oRUlzeWJOdy96NTg5WHFmMzgrZlBoNGVFaFpNejkrZWVmR0RSb2tOeTIvdjcrQUtEdzlhbFVxWkxNdXBTVUZBUUZCV0gwNk5GeXR3Y0dCcUpPblRxd3NMQkFVbEtTMURaZFhWMm9xNnZEeXNvSysvZnZSNjFhdFlRK0pXMy8vdnR2b2YzeDQ4Y3hiZG8wUkVaR1FrM3R2KyszVmFsU1JlSDRDdXJidDYvQ2JYWjJkamg2OUdpaGZSQVJFUkVSRVJHUjZoaFFJeUtpVHlaLzhLSXc3ZHUzUi92MjdSVnVOelEweFBIanh4VnVyMWl4SWc0ZVBLalNzVHAwNktEeXVPanpaR05qZzhXTEYyUDY5T240My8vK0J4c2JHK2pyNnhlNW4vcjE2eU1zTEF5REJ3OUdURXlNVktiU3ExZXZvSzJ0RFV0THkwSkxHK1lQbmdEQTRzV0xzWFBuVHB3OWUxYWxlUlhVMU5SUXExWXRQSDM2dE5DMnZyNitDcmVKeFdLaGhLTWs2MDZ5WExseVpjeWNPUk5MbGl6Qm1ERmpZR3BxS3JYdnBVdVhzR3JWS3JpNnVxSmV2WG9BZ0xTME5JWFpUNUlBWUh4OHZOenRlbnA2S0ZldVhLSG5vNnFCQXdjS3dUV1JTSVR0MjdkaitQRGhBQ0JrSFVvQ2dUNCtQdWpTcFFzYU5td290Ni84NytlNmRldXdidDA2WVZrc0Z1UDU4K2Y0ODg4L2taT1RJemZ3ZnVIQ0JiUnUzUm8zYjk2VUtzUFpzbVZMcVg0a1FrTkRZVzV1cm5BOENRa0pjdWRKZS9mdUhheXRyVEZtekJoTW5EaFI3cjRBNUg2QmdJaUlpSWlJaUlnK0RnTnFSRVJFOUZYNDlkZGYwYkJoUTlqWTJNak1BeWFQdWJtNTNQV3RXclhDdzRjUG9hR2hnWWlJQ05qWTJFaHR6NTlSSkhILy9uM1VyVnRYV0s1ZnY3N3dlMEpDQWtKRFF6Rm8wQ0MwYnQxYVdKK1JrWUhidDIvRHpNeE1idkR2NU1tVHlNcktBZ0JzM0xnUm16WnR3cVZMbHhTZVQ4K2VQV0Z1Ymc1dmIyK3A5UVVEMlpMbDVjdVhZOGFNR2RpMGFSTm16SmdoTlRmWXUzZnZNSHo0Y05Tb1VRUHU3dTdDK2cwYk5zREZ4VVhoR0FESXpkNERnRC8rK0FQT3pzNUs5eTBwTGk0dThQZjNWeGpBQW9CWnMyYWhmLy8rd25Kb2FDZ1dMMTRNQUZpeFlnV01qSXh3K3ZScHFLdXJDMjNpNHVMdzQ0OC9LZ3hnblR0M1RyZ3VNak16OGVqUkl3REE1Y3VYVWFOR0RabnJWSExkWEx0MkRmUG16Y08rZmZ1RTF6TTNOeGNUSjA2RWdZRUJwa3laQWwxZFhheGJ0dzZqUm8yQ2pvNE9BR0RYcmwwSUNRbkJqaDA3aXZUNkVCRVJFZEdIYzNkM3g3MTc5NkNob1FFZkh4L09vMFpFOUJWalFJMklpSWkrQ2lLUkNOMjZkUU9nV2paa1NrcUt3bTBhR25uL1JHclpzcVdRYmVibTVvYWtwQ1NwakxDY25CeFlXbG9xUFk2N3V6dFNVMVB4NjYrL1NxMS85dXdaV3JSb2diQ3dNUFRzMlZObXYvd1pZMzM2OU1HS0ZTc2dGb3ZsbnR2YnQyL3g1TWtUT0RrNVNRWHpnUDh5bzNiczJJRmh3NFpKWlVvQndKbzFhMUM5ZW5XcGRlWEtsWU96c3pQTXpNemtacFhKbTI5d3laSWxXTHAwcWR4dFgwSTUxWm8xYTZKNTgrYkM4dFdyVndIa0JjMDJiTmlBbVRObndzTENRbW9mTFMwdEFJb3p3aXBXckNqTXVSWVZGU1h6M2hVc3l5aDViNzcvL251OGYvOGViZHUyeGNtVEoxR3paazA0T0RnZ09qb2FKMDZjUVBueTVURjU4bVRzMmJNSExWcTBRSXNXTGJCdzRVTE1temNQa3laTktqU0Rrb2lJaUlpS3o1MDdkM0Rod2dVQWtDa05Ua1JFWHhjRzFJaUlQak9abVptSWk0dERiR3dzTWpJeVNuVXMvR1lkZlFrME5EU1FrNU1EQUVMWnY0SkJvdy90cDF5NWNrS0FLams1R2ZYcjE1Y0tXR1ZuWnl2dDg2Ky8vc0w2OWV2UnYzOS9OR3ZXck1oamttamJ0aTBxVnF5STBOQlF6Smt6UjJaN2VIZzRjbkp5MEwxN2Q0Vjk1TTlBQTRDc3JDdzhmUGhReU5RcldCclMxdFpXV0Y4d1NDZXZiS1cydHJiQ2JTWGx3WU1Id3U4dlhyekFnd2NQcERMSTh2dlFJTlA2OWV1aHJhMk5xVk9ueW15VFpCQ1dLVk1HLy96ekQ0RC9YcitDdjB0S1FjcTdOZ3NHMjR5TmpYSG16QmwwN3R3Wk8zYnNnTEd4TWJadDJ3WjFkWFVZR3hzakp5Y0hqUm8xd3FWTGwxQ25UaDJFaDRkanhZb1YyTDU5TzRZTkcvWkI1MGxFUkVSRVJFUkV5akdnUmtUMEdZaUppY0h1M2JzUkVoS0N5NWN2ZjFBd29DVEl5elNoMGpWcjFpeVorYm0rTmtVdGszTDM3bDI1bVZ2S2dsMlNETFRDK25ueTVJbncrK1BIajlHa1NST3BkWklBM0wvLy9nc05EUTNvNitzTDJWZ3BLU2tZUFhvMHhHSXhGaTFhcFBMNUtCcnZpQkVqc0hIalJzeWNPVk5tL0Z1MmJFSExsaTJGdWM0S2lvK1BSMWhZR0FCZy92ejVHRGR1SExLeXN1Um11OGtMeXBYVVo1S0hod2M4UER4azFpOWR1aFJMbHk0dGRQLzhjOXk1dXJyQzFkVVYrdnI2OFBIeEVkWm5abVlDa1ArZXEyTGV2SGtZTkdnUUZpOWVqRTZkT2dtQlJ1Qy9hMHhMUzBzSVRPWi8vZkwvN3Uvdkw5V3Z0YlUxQWdJQ1VMTm1UYm5ITlRBd3dObXpaeEViRzR0Mzc5N2g2ZE9ueU1uSmdhT2pJeXBYcm96ZmYvOGRGeTVjUUowNmRXQmxaWVVkTzNZSUdab2ZvdUMxWFpMeWYzUDd3WU1Ic0xhMkx0SGpXVmxaNGZUcDAwaEpTU25XZWZ5SWlJaUlpSWpvMjhLQUdoRlJLWHI5K2pVOFBUMnhkdTFhSWRPQlNKbmJ0Mi9qL1BuenBUMk1FbFhVTWltSzVrTFQxTlJVdUkrOEFKRzhmbXJYcmkyMXZHelpNaXhidGt5bW5TUWdNRzNhTkhoNWxiNFJJUUFBSUFCSlJFRlVlUUVBeG84ZmovdjM3d1BJbXh0citQRGhDQW9La3RtM1Y2OWVLbzNQeGNVRmE5ZXV4WVlOR3pCeDRrUmgvY1dMRjNIaXhBbWw4MmI1K2ZsQlYxY1hpWW1KT0hqd0lEWnYzb3p3OFBCQ0EyWHl5aFFXRjBXQjRRWU5HbURjdUhFeUpUSTNiTmlBRFJzMlNLMlRmRzVxYW1waTI3WnRHRHAwS0VRaUViWnYzeTYwa1Z4UDVjdVhWenFlRnk5ZVNNMXA5dUxGQ3dCNW1XMzE2OWZIMWF0WDRlZm5oMHVYTGduWGl1VDRXbHBhUWdZYWtCY2tNak16UTFaV2xoRElLemhmMnBrelo1Q1dscVp3UFAvODh3K1dMRm1Dd01CQXVMdTdvM3IxNmxpNGNDSG16cDJMRVNORzRNR0RCNWd5WlFwZXZud0pRME5EL1B6eno3QzJ0c2JpeFl2UnRHbFRwZWNxejVNblQwcWxSRkZxYW1xSkg4UEF3QURXMXRaSVRFd1VBcXhFUkVSRVJFUkVSY1dBR2hGUktUbDkralFHRFJxRTE2OWZTNjNYMHRKQzllclZVYmx5WldGK0hpTDZNSC8rK1NmcTFLa2pMRDk2OUFoMmRuWXE3Ly8rL2ZzaUhVOFNQRm13WUFGMjdkcUZxbFdySWo0K0hnQ3dmUGx5dUxtNUNXMWpZbUpnWjJjSFB6OC9sVEowdnZ2dU8weWRPaFd6Wjg5R2p4NDlZR0ppZ3N6TVRFeVlNQUZObWpUQmtDRkQ1TzczK3ZWcitQajR3TkhSRWN1V0xjT1pNMmZRcDA4ZmRPalFBV2ZQbmtXalJvMktkSTZBYkhBSUFGNjllcVZ3bXp3Rnkwam1aMlJrSkxOOXhZb1ZXTEZpaGRTNi8yUHZ2dU5yUFA4L2pyK3pCeEd4dGRRbWlLSzBObEcwU3UwOVlvOHEybEFyZG1tdHhxZ2FVWlNLMUE1cVZkWDJ0V29UbzJqc1NLaVFHTm5uOTRkSHpzOXBrcFBFT3NycitYamswZHozZmQzWDlia1RJajN2YzEzWGs3UE9ySzJ0azUyRmxqanJLbHUyYkdickdUMTZ0RWFQSHAzc05Sc2JHeTFidGt6bHk1ZFh3NFlOZGZEZ1FibTZ1aHFYNVUzOFdkMjZkV3MxYWRMRVpIbFBnOEZnc3ZUams1SmJoakl5TWxMdDI3ZlgrdlhybFRkdlhtM2N1RkVMRml6UWlCRWo1T1RrcE42OWU2dHo1ODZ5c3JLU3E2dXJ2dnJxSzIzZXZGa0hEeDVVNjlhdFZiNThlWDN4eFJjbXMvUUFBQUFBQU1DekkxQURBQXVZTzNldVB2LzhjK055WWJhMnR1cllzYU5hdFdxbDZ0V3J2ekpCR2hzcXYzckdqeDl2WEdid2RmVTg5KzU3NTUxM1ZMaHdZZU54YW51ZS9adWpvNlBpNCtQVHRQeHBZbUR6eHg5L2FOU29VYXBSbzRiYXRtMnJuajE3U25xOEwxYnUzTG1ON1JQRG56eDU4cGdObDU0MGV2Um8vZnJycjJyY3VMRjI3TmloZnYzNjZmVHAwOXEvZjcrc3JhMlR2V2Znd0lIS25EbXoyclZycDBtVEpzbkZ4VVViTm15UW41K2ZIQjBkelFaZ0tRVkI1bWF0cFdWRzI0b1ZLK1RsNWFYVHAwK2JCSjdtWEw1OFdjV0tGWk8vdjc5YXRHaVJwbnNrNmRDaFE1S2tnSUFBdWJ1N3B4aXN6WjQ5VzU5OTlwbngyTS9QVDcxNjlUSWVaOG1TUmN1V0xWUGx5cFhWdVhObkJRWUdHbWM3T1RnNDZONjlld29NREZUMzd0MU4rcDAzYjU1NjllcGxFZ1krZVBEQWVOKy91Ymk0S0NRa1JOMjZkWk92cjY5Y1hGeDA0c1FKT1RnNHFGS2xTaXBldkxqeTU4K3YzTGx6eThiR1JoMDZkTkNlUFhzMGZQaHdIVHg0VU8zYnQ1ZUxpMHVhdno1UFBtOUlTRWk2NzNzYS9mcjFNMzcrNU45UEFBQUFBQUJlWlFScUFQQ1NyVnExU2oxNjlEQWUxNjFiVnpObnprenppOHA0czVVcVZVcVpNMmUyZEJsdmxQUG56NmNwSkVwY1ByRnk1Y3BxMGFLRjVzMmJwOERBd09kYWk1T1RrMWF0V3FYS2xTdXJhTkdpQ2dzTDAwOC8vYVN5WmNzbTJ6NGlJa0wrL3Y1YXRHaVI3TzN0VGZycDE2K2ZQRHc4RkJRVWxPYnhjK2ZPclFvVkttai8vdjFKcm8wZVBWcGZmLzExc3N0SVZxeFkwU1JNakkrUFYzUjB0QklTRXRJOHRzRmdVSFIwZEpvQ1pYZDNkL1h1M1Z1U3RIcjFhcFVvVVVKK2ZuNzY4c3N2bFMxYk5xMVlzVUx2di85K21zZE85UDc3Nzh2WDExY1pNbVNRd1dBd0x2UG82T2lvd01CQTQ5S0NpVUZrVUZDUUJnd1lvS0pGaTZwbXpackdmcTVkdXlZckt5dmx6Smt6MlhHMmJ0MXFFb285dWZ6bG5qMTdsRGR2WHAwNWMwYnU3dTZhTld1V01tYk1LT2x4R0xkbXpacDB6NnlVbE9JTXh4ZGh6Wm8xMnJsenB5UVphMytSN3Q2OXEyUEhqbW52M3IyS2o0OVh5WklsazdSeGRYVk5jajRvS0VqMzd0MHoyN2VIaDRjeVpjcGtQSTZJaU5DcFU2Zk0zc05Zak1WWWpNVllqTVZZcjk5WUFJQTNBNEVhQUx4RXg0OGZWNGNPSFl6SC9mcjEwM2ZmZlNjYkd4c0xWZ1c4dnY0OXd5cWxHVmRwY2V2V3JXVFBYN2h3UVpVcVZUSWVPenM3YS9ueTVVODlUbXBzYlcyVkwxOCtuVGh4UXBrelo5YmJiNytkWXR0TW1USnB6cHc1YXRPbVRiSXowVko3Z2VIZmU2aTFhdFhxcVlLWDVBSzQ1KzNvMGFNNmV2U28xcTVkcXkxYnRtakdqQm5hdDIrZnRtN2RxcWxUcDhyYjI5dll0bm56NWxxL2ZyMGlJeVBsNGVHUnJuRysvUEpMNCtjUEh6NlVnNE9EcksydGpYdTRQZm56dkVHREJvcUtpdEtpUll0TTl2VGJ0V3VYM04zZDVlVGtsS1QvSFR0Mm1JUnZLVWt0NUUxdGY3dzN5YkZqeDFMOW1sYXFWQ2xKQUQ1aXhBanQyN2ZQN0gySkFYZWlVNmRPcVZtelpvekZXSXpGV0l6RldJejFobzBGQUhnekVLZ0J3RXRpTUJqVXMyZFBQWHo0VUpMVW9VTUhUWjQ4T2RrOWRBQTh2WHYzN2huM0xhdFhyOTVUOTdOdjN6NnRYYnRXblRwMWtwVHlIbHlKZTRlOWFOZXVYZE9rU1pNMFo4NGN1Ym01YWRhc1dmcmhoeC8wOGNjZnEwNmRPaG8wYUpCcTFhcVY1R2RLbHk1ZFhrcDlMMXRVVkpTMmJObGlmQUZreXBRcHlwSWxpNW8yYlNvWEZ4ZmR2bjFiWGw1ZUtsNjh1RDc3N0RPVFFFMlNsaTlmcmxPblR1bklrU05QWFVOa1pLU2NuWjBWRXhPank1Y3ZhL3IwNlpLazdObXpxMlRKa2dvS0N0TDgrZk5Wdm54NVhiaHdRVGx6NWxSTVRJeW1UWnVtczJmUHl0dmJXK1BIajVldHJhMXh0dG9ISDN5Z00yZk9wRGpta1NOSDFLNWRPMjNjdUZFRkNoUjQ2dHJmSkdtWkJXZG5aNmNzV2JJa09aZWFUSmt5bWR5WGxuZXFNeFpqTVJaak1SWmpNZGJyTmRiMzMzK3ZlL2Z1eWRiVzlya3VYdzhBZVBVUXFBSEFTN0ppeFFvZE9IQkEwdU05WStiTW1VT1lCanduaVh1anJWNjlXbDk5OVpVR0RScWtZc1dLYWRPbVRla0tIUktYeXBzOWU3WU9IRGlnZ1FNSFBwZjZRa05Eayt6RGR1WEtGVW1QZzdMa1pvKzV1N3NyUGo1ZVc3ZHUxVTgvL2FUQXdFQlpXMXVyVjY5ZUdqVnFsTnpjM05TbFN4ZE5tVEpGRXlkT1ZKMDZkVlNvVUNHMWJkdFdUWnMyZmUzL1ozN3IxcTFxMkxDaFhGeGM1T1hscFRadDJxaDI3ZHF5czdOVGNIQ3dHalJvb0R0MzdtalhybDNKN2xVV0ZoYW1QSG55R0k5NzllcGxzbWRhV2x5NWNrV1pNMmVXdmIyOWpoOC9MaWNuSjkyK2ZWc05HelpVVUZDUUprK2ViQXcwQ3hjdXJPRGdZTFZyMTA1Ly8vMjNPblhxcEJrelp1aTMzMzZUdjcrL01RUjJkblkydTZkZVlvQmJvRUNCTk8rOTk2WXJWNjZjdnYvK2U2MWR1emJGSlVQTGxDbGpzaXlxSkpVdFd6YlZmNmV6WmN0bWNsKzJiTmxVbzBZTnMvY3dGbU14Rm1NeEZtTXgxdXMxMXRNc0pRNEErRyt5TXJBZURBQzhGT1hMbDlmaHc0Y2xTYi84OG92YXRHbGo0WXBTZC9mdVhVdVhnR1N3aDFwU2YvenhoK3JVcVNON2UzdjUrUGpJeDhjbjJSQWxKQ1JFRHg0OFVNYU1HWFh4NGtWVnJWcFZ5NWN2VjRzV0xTUkpBUUVCYXQrK3ZiSmx5NmE1YytlcWNlUEdTWlk5VEVseXYxSXRYTGhRblR0M1ZzK2VQVFZuenB4MFBkUEFnUU8xYU5FaWhZYUd5dFhWVlYyN2RsVy9mdjFNUXFCRWQrL2UxZXpac3pWcjFpeGR1M1pOa2xTbFNoWHQzTG5UdUFSaDRuTWsxdG1uVHgvTm5Ea3pUYldrNWRkRmMzdW8vZHZTcFV1ZittZmdraVZMMUxwMWF4a01CcTFmdjE1MTZ0U1JvNk9qSkNraElVRS8vZlNUQmd3WUlHZG5aNjFidDA3bHlwV1Q5UGp2alkrUGp4bzFhcVFiTjI2b1NaTW02dHUzcjc3NTVodFpXVmxwOU9qUkpzdFpMbHUyVEtOSGp6WStUMEJBZ0RaczJLREdqUnVyV0xGaXVuNzl1cnAzNzY0YU5Xcm9sMTkra2ZSNEtVY3ZMeS9kdW5WTFAvNzRvOXEzYjIvc2IvMzY5Um93WUlBdVg3NnNwVXVYcWxHalJqcDgrTEI2OU9paGt5ZFBhc3lZTVJvOGVIQ3FMOTdzMmJOSDFhcFZNKzZoOWwvazZlbHAzRU50Ky9idDh2VDB0R3hCQUFBQUFJQTNsbFU2Wmp3d1F3MEFYb0xMbHk4Ync3VHMyYk9yWmN1V0ZxNEllTDI0dUxpb1lzV0ttajkvdmtxVUtKRml1ejE3OXBqOC9TdFlzS0JxMTY1dFBQN2dndy8wMFVjZjZhZWZma3F5TjFsS3kvQUZCd2VudUxSa3hvd1psUzlmUHZuNStjblB6eTg5ajZSbHk1YnBmLy83bjc3NTVodTFhZE5HR1RKa1NMRnRZbGcwYU5BZ2JkeTRVUUVCQVJvNmRLalovUmxIakJpaFBuMzZtSzNCM0xNOWk4cVZLMnZKa2lYcHV1ZldyVnY2NG9zdmpNZFdWbFpxMEtDQlNadVJJMGZxMjIrL1ZiMTY5VFIvL256bHlwWExlRzNjdUhFYU5teVloZ3daSW50N2UxV3NXRkY5Ky9ZMVhzK1pNNmRKUUpXNEJHT2l2SG56YXNtU0pTWjFWNmhRUVJNblRwUWtkZTNhVlFzV0xGQzVjdVcwWWNNRzQ5NXNCdzhlVkpjdVhSUVVGS1NLRlN0cTJiSmxLbDI2dEtUSE02Y09IRGlnYjcvOVZpTkdqRkJDUW9LR0RoMmFycThMQUFBQUFBQjRPWmloQmdBdndZd1pNNHd2M0hicTFFa0xGaXl3Y0VWcFk0a1phaU5HakpDZm41OENBd05WclZvMXMyM2QzTnpTM08rVHkrMmxkdCsvbCtiN3Q3MTc5NnBSbzBicTJiT252dm5tbXpUWDhMd3dRKzNweGNYRjZjNmRPeklZRExLeXNsSzJiTmxrYlcxdDlwNEhEeDVvOSs3ZHFsdTM3bE5kZjFYRXg4Y3JQRHc4eGIzZ2toTWJHNnZyMTY4cmYvNzhxYmJkdjMrLzl1L2ZuMlN2c3BjcE5qWld1M2J0VXExYXRkSjEzNlZMbDVRMWExYTV1TGlrMnYrREJ3OFVFeE1qSnljbmsvWXpac3lRazVPVE9uZnViUEpuS2k0dVRqNCtQcXBaczZZKytlU1RGR2VnSFR4NFVGbXlaRkhod29YTjFuRHExQ2w1ZTN0cndZSUZ5cHMzYnpxZTh0WEJERFVBQUFBQXdLc2lQVFBVQ05RQTRDWDQ0b3N2OU1NUFAwaVNaczZjcWM4Ly85ekNGYVhOeXc3VTFxOWZMeTh2TCtOTW05UTBiOTdjNURnK1BsNDdkdXlRcENRdnFLOWN1ZEw0ZVdLZzV1bnBtZXdNbmlmYnBtVEtsQ2thTzNhc0ZpeFlvTWFORzZmYS9ua2lVQVB3WDBhZ0JnQUFBQUI0VlJDb0FjQXJwbG16WmdvTURKUWtCUVlHcWttVEpoYXVLRzFlWnFCMi8vNTlsU3RYVHBreVpkTGV2WHRsWjJlWDdqNGVQSGhnM0YvSzNDeXp4RUR0MnJWclpwZlJNeWMrUGw2VksxZlduVHQzZFBqd1lXWEtsT21wK25rYUJHb0Evc3NJMUFBQUFBQUFyNHIwQkdybTF6Z0NBRHdYLy96emovRnp3cERrK2ZuNUtTd3NURU9HREhtcU1PMWxzN0d4MFpBaFEzVDc5bTNObURIRDB1VUFBQUFBQUFBQWVJRUkxQURnSlV2SG14N2VHUEh4OFpvM2I1NnlaOCt1aGcwYldycWNOR3ZRb0lGeTVzeXBCUXNXS0M0dXp0TGxBQUFBQUFBQUFIaEJDTlFBQUJhM2YvOStoWWFHNnROUFAvMVB6RTVMWkd0cnEwOC8vVlMzYjkvVy8vNzNQMHVYQXdBQUFBQUFBT0FGSVZBREFGamNuajE3SkVsVnFsU3hjQ1hwbDFnemdSb0FBQUFBQUFEdytpSlFBd0JZM09uVHB5VkpKVXVXZktuajVzbVRSMjV1YmlZZkV5Wk1TRmNmSlVxVWtDU2RPWFBtUlpRSUFBQUFBQUFBNEJWZ2Era0NBQUM0ZnYyNkpPbnR0OTkrcWVONmVuckt4c2JHNUZ6QmdnWFQxY2RiYjcwbFNicHg0OFp6cXdzQUFBQUFBQURBcTRWQURRQmdjZmZ2MzVja1pjaVE0YVdPdTNqeDRtY2UwOW5aV1pMMDhPSEQ1MUVTQUFBQUFBQUFnRmNRU3o0Q0FDek8xdmJ4K3p0aVkyTXRYRW42SmRac1oyZG40VW9BQUFBQUFBQUF2Q2dFYWdBQWkzTnpjNU1rM2IxNzE4S1ZwTjgvLy93alNjcWFOYXVGS3dFQUFBQUFBQUR3b2hDb0FRQXNMbkhmc3IvLy90dkNsYVJmWXMwRkNoU3djQ1VBQUFBQUFBQUFYaFFDTlFDQXhiMzMzbnVTcEVPSERsbTRrdlE3ZlBpd0pLbDgrZklXcmdRQUFBQUFBQURBaTBLZ0JnQ3d1RHAxNnNqS3lrcS8vLzY3cFV0SnQ4MmJOOHZhMmxxMWE5ZTJkQ2tBQUFBQUFBQUFYaEFDTlFDQXhiMzExbHY2OE1NUHRYZnZYbDI2ZE1uUzVhVFp4WXNYZGVEQUFkV3VYVnM1Y3VTd2REa0FBQUFBQUFBQVhoQUNOUURBSzhIYjIxc0pDUW1hUG4zNlUvZVJJVU1HaFllSEt6dzgzR3k3eERZWk1tUjQ2ckVrYWZyMDZUSVlET3Jmdi84ejlRTUFBQUFBQUFEZzFVYWdCZ0I0SlZTdFdsVk5talNSdjcrL2dvS0NMRjFPcWs2Y09LR0FnQUExYjk1Y0ZTcFVzSFE1QUFBQUFBQUFBRjRnQWpVQXdDdkQxOWRYdVhQblZxOWV2UlFWRldYcGNsTDA2TkVqOWVyVlMzbnk1TkYzMzMxbjZYSUFBQUFBQUFBQXZHQUVhZ0NBVjBhV0xGbTBjdVZLTld6WVVLZFBuN1owT1NrS0NncFNreVpOdEdMRkNtWE9uTm5TNVFBQUFBQUFBQUI0d1d3dFhRQUFBRThxV3JTb0Jnd1lZT2t5ekNwZnZyektseTl2NlRJQUFBQUFBQUFBdkNUTVVBTUFBQUFBQUFBQUFBRE1JRkFEQUFBQUFBQUFBQUFBekNCUUF3QUFBUERTT0RnNEdEK1BqSXkwWUNXV1pUQVlGQkVSWWVreVhvcW9xQ2pkdkhuVDBtVVlSVVZGeVdBd1dMb01BQUFBQVA4eEJHb0FBQUFBWHBxOGVmTWFQejkxNnBRRkszazZMVnEwVVAzNjlaKzVuLzM3OXl0TGxpemF0bTNiYzZqcTJRUUhCOHZEdzhQazNOOS8vNjNDaFF1bjZmNnpaOC9LeXNvcXhlc3JWNjVVN3R5NW43cSt4UEFydFhFazZlTEZpOHFmUDcvWk5rNU9UanAzN3R4VDF3TUFBQURnelVTZ0JnQUFBT0NsK2VTVFQ0eWZMMW15UkxHeHNSYXNKbjF1M0xpaE5Xdlc2SzIzM25ybXZnSUNBdVRpNHFMS2xTcy9oOHFlVFhSMHRJS0Nna3pPeGNURTZPTEZpeWJuNHVMaVRJNmZ4eXl2Mjdkdnk4cktLc1VQU1NwY3VMQisvUEhITlBVWEd4dXJ5NWN2RzQrdlhidVc1RU9TUWtORGs1eVBpSWhRUkVTRUprNmNxUGo0ZUdNZmh3NGRNbHZqa3grSERoMTY1cThKQUFBQWdGZVRyYVVMQUFBQUFQRG0rUFRUVDVVL2YzNWR1blJKSjArZTFJQUJBK1RyNnlzN096dExsMmJpMkxGaktsdTJiTExYNXMyYnAzbno1cVdwSDRQQllIWldsWk9UVTZwOVpNaVFRZmZ2MzAvVGVHbVZMVnMyN2QrL1A4MnowTUxEdzlXOGVYTlZxbFJKMzN6empTVEozOTlmVTZaTTBkS2xTMDNhWHIxNlZROGVQREFlaDRTRVNIbzh3K3hKN3U3dWNuTnowNWt6WnlSSkZTdFcxSmd4WS9UUlJ4OFoyd1FIQit2dnYvOVduang1MHYrUU1wMFIrU1JQVDg4azV3WVBIcXhQUHZsRXc0WU4wMTkvL2FYNTgrZWJYUC8xMTE5VnBFaVJaUHNMRGc1V3ZYcjFucXBHQUFBQUFQOE5CR29BQUFBQVhob0hCd2ZObURGRERSbzBrTUZnMFBUcDA3VjkrM2ExYnQxYUhoNGV5cFFwMHdzWnQweVpNc3FjT1hPYTJ4Y3ZYdHdZOUVpUFoyZlZxRkZEaFFvVjBxSkZpOUkxOXBQOVNOTDQ4ZU8xWk1rUzdkcTFLMDAxV1ZzLy80VkYvdm5ubnlRenp2NGRlQ1U2ZE9pUVdyVnFwWHYzN3FsdjM3N0c4eGN1WEpDTGkwdVM5cDA3ZDliV3JWdVRuQzlldkxqSnNjRmdrSTJOamR6ZDNYWHIxaTNkdTNkUDFhdFhsN3U3dTdITnJGbXpKRWt1TGk0S0RnNU9VbWVHREJtU0RjM216cDJyRGgwNjZPN2R1MG4yNnN1Yk42OTI3TmloUW9VS21aeFBETzE4ZlgzVnIxOC81YzZkMnhnZVNsS0JBZ1ZNYWdNQUFBRHdaaUZRQXdBQUFQQlMxYTlmWHpObnpsVHYzcjFsTUJoMDh1UkpuVHg1OG9XT3VYMzc5bVJuSmFYRXdjSEJKRHo1K2VlZmRlZk9IYzJjT1RQZG9jcVQ3Vy9kdXFYQXdFQzFhTkZDRlN0V05KNlBqbzdXeVpNblZhUklFYm02dXFhci8rZmx5Y0FyTVFRY09YS2tKa3lZb0NaTm1tajY5T25LbVRPbnNjMlJJMGUwWjg4ZTQzMkpNL0dPSGoycU1tWEtHTnN0WHJ4WVhsNWVacGVJUEhueXBHeHRiWk9FYml0WHJwUWtWYTllUGRrNmE5V3FwVC8rK0VPU1ZLOWVQV1BndDJiTkdtM2R1bFZ2di8yMnBreVprbVM4NVA0c0pOYm43ZTJ0L2Z2MzY5dHZ2NVc3dXpzaEdnQUFBQUJKN0tFR0FEREQzQkpWc0F5K0p3QmVGNzE2OWRLNmRldVVQMzkrUzVlU3FwaVlHSDM3N2JjcVdMQ2dQRHc4MHJ5ZlZuSkdqaHlwKy9mdnEzLy8vaWJucjE2OXF2ZmZmMSs3ZCs5K0dZK1VMSVBCWVB4STlNY2ZmMmpMbGkxYXRteVpjdWJNYVp6VkZoc2JxOTI3ZDh2WDExY2JOMjZVOURpRU8zUG1USkpRTEMyMmJkdW11TGc0T1RvNnlzcktTaDRlSHJwNjlhcDI3dHdwWDE5ZkdRd0dZOGozWkoySllWcGtaS1EyYmRxa0RCa3lTSktXTDErdVhMbHlhZlRvMFNidEU1L3R6Smt6eVo1UE5HZk9IRldwVWtVZmZQQkJ1cDhGQUFBQXdPdUpHV29BZ0JSWlcxc3JQajdlMG1YZ0NTOWkyUzhBc0pUNjlldXJkdTNhMnJCaGd6WnQycVFyVjY0b09qcjZoWXlWbnVVZS8rMzc3Ny9YK2ZQbjVlL3ZyNkpGaXlaWnd2RkpreVpOMG9JRkM1TGRUMnZ2M3IyYU0yZU9talp0cW5MbHlqMTFQUy9UM3IxN1RZNDlQVDMxNmFlZnlzUERReEVSRVdyZXZMa2VQWG9rNmZGTXZQWHIxNmNZcUNVWE1pWUdXYi8vL3JzR0RCaWdybDI3NnZ2dnY5ZkpreWZsNHVLaUdUTm1xRVdMRnFuV2VmNzhlYm00dUNoSGpoeVNIaThGV2JGaXhSU1hFRTJweHNSNlhGMWR0V2ZQSGttUGw3d0VBQUFBQUFJMUFFQ0s3T3pzQ05SZU1YWjJkcFl1QVFDZUt3Y0hCelZ0MmxSTm16YTFkQ25KdW5EaGdzYU1HU05KYXR1MnJheXRyWk5kQXZEQmd3ZjY3TFBQdEhqeFl2bjQrSmpzdlNVOW5rSFZxVk1uR1F3R2ZmdnR0K211WS92MjdkcXdZY1BUUGNRVGZIMTl6VjUvOE9DQnpwMDdsK0liT002ZVBhdjY5ZXZMMXRaVzVjcVZVNzU4K1V6Mk5LdFpzNmJad0RFcUtrcDJkbmF5c2JFeDZmUFBQLy9VenovL0xIZDNkNFdIaDZ0SWtTS3l0YldWbDVlWEpPbisvZnQ2K1BDaDhmTW5PVG82NnZqeDQvTHc4REE1MzdoeFk0V0VoSmg5M3ZRSURnNldyVzN5L3d1ZHVMOGJBQUFBZ05jWGdSb0FJRVVPRGc2S2lZbFJRa0tDcFV1QkhzOU9jM0J3c0hRWkFQREdpSXVMVS92MjdZMEJUa29oMDRVTEYxUy9mbjNkdm4xYmE5ZXVWY09HRFpPMDZkR2poODZmUHkvcDhVeXU5dTNiS3lBZ0lFbTdCZzBhSkRsbk1CaDA0TUFCVFo0OCtWa2VSOUxqUU8zdTNidVNwTldyVjh0Z01PajA2ZE9TcEx4NTgrcjY5ZXV5dGJVMXpzNWF2WHExU3BVcUpZUEJvQzFidHVpZmYvNVJwVXFWNU9ucHFVcVZLcG4wdlhYclZpMWR1bFJUcGt5Umk0dExzdU5iV1ZscHdZSUY2dFNway9IY2p6LytxQW9WS2hqM1p6dDI3Smo2OU9tVFloLy9QcjlreVJMVnFGRkRCUW9VTURudjZPaW91M2Z2cG1rSnlpVkxscWgxNjlZbTU0NGVQYXJTcFVzYmo1UDd2Z0lBQUFCNGN4Q29BUUJTWkdWbEpXZG41eVR2QklkbE9EczdzNGNhQUx4RXZYcjEwb0VEQitUdTdtNHlDK3ZmOXUvZnI3Lysra3VYTDEvV08rKzhrK1Q2bURGanRIVHBVdVhLbFVzM2I5NlVKSDMzM1hjYVBueTRzYzJWSzFmMDhjY2ZhL2JzMmZMMDlFelN4NUFoUXpSa3lKQm5mcVpodzRacDNMaHhrcVFSSTBhb2NPSEM4dkR3ME1pUkkrWGg0YUVTSlVxb2FOR2lzck96azdlM3R6cDI3S2pJeUVoSmtwdWJtNzc2Nml2VnFGRkQwdU5sRVlPQ2dqUnYzanhKVXUzYXRWVytmSG1kUG4xYVdiTm1UYkdHc0xBd1hiaHdRZExqZjl2OC9QdzBmUGh3NWN1WFR5TkdqTkM1YytkVXJWbzFYYjE2MVhqUGd3Y1BWS3RXTFYyL2ZsM3QyclhUaEFrVGpOZXlaczBxSnljbkZTeFlNTVh2azdrWlpQOE80cVRITXdxclZxMnFJVU9HcUhmdjN2TDM5MWVEQmcyMGFkTW10VzNiVm5GeGNUcDQ4S0FxVmFxa00yZk82SzIzM3RLdnYvNnFnZ1VMcGpnT0FBQUFnUDgyQWpVQWdGbTJ0cmJLbURHakhqNTh5RXcxQzdHMnRwYXpzM09LeTB3QkFKNi9iZHUyYWQ2OGVXclZxcFVhTm15b2R1M2E2YlBQUHRPY09YTlN2Q2Rmdm54SnptM1pza1dqUm8xU2pSbzExTFp0Vy9YczJWT1NsRHQzYnVYT25kdllMdkZuZko0OGVaSmRVdko1YWRxMHFZb1ZLNlpTcFVxcFJJa1NabWMrVDUwNlZWT25UazMyMm9FREI5U2xTeGVkUG4zYU9HUHMzTGx6S2xxMGFLcHYvaGc4ZUxBR0R4NHNTVHA4K0xCS2xTcWxJVU9HS0cvZXZPcmV2YnZ5NTg5dk1qTk1rcnAxNjJhY1FmZm5uMzhxT2pwYWhRb1ZTdk56Wjh5WU1jMXRKV241OHVWNjlPaVIyclp0cXl4WnNxaDkrL2FTSG9lQmJtNXVTV1lyWnNxVXlkZ0dBQUFBd091SlYrWUFBS215dGJXVmk0dUxvcU9qRlJzYnE0U0VCQmtNQmt1WDlWcXpzcktTdGJXMTdPenM1T0Rnd013MEFIakpQdnp3US8zd3d3L3ExYXVYVnF4WUlVbjYrdXV2NWUzdG5hVHR1blhyTkdqUW9HVDNEbnZublhmVW9rVUx6WnMzVDRHQmdTKzg3dFNVSzFkTzVjcVZVMmhvYUxyMy9Yb3k2TE95c2xMKy9QbjF6VGZmcUhEaHducjMzWGRWdEdoUlNWSnNiS3dPSERnZ0Z4Y1hsU2hSd3FRUE96czd6WjgvWHgwNmRKRDArSGVNYmR1MnlkcmFXbTNidHRYWFgzK3RqaDA3bXR6ei9mZmZhLzM2OVFvTURGU1ZLbFhVcjE4L2RlalFRYnQyN1RMWmk4MmM3Tm16cCt0Wi9mejhWTGR1M1NTaDNjbVRKMVdrU0pGMDlRVUFBQURnOVVDZ0JnQklFeXNyS3prNk9zclIwZEhTcFFBQThGTDA2ZFBINURobnpwekdmYjZlZE9qUUlVbEtjV2JaOHVYTG4zOXh6MmpzMkxHYU9YTm11dTU1OHMwMEgzendnVFpzMkNCSlNaWlp0TEd4MGNDQkEzWDU4bVh0M3IwN3lUS0kxdGJXSnJPdU0yVElJRWxhdUhDaFFrTkRqYlA0Sk1uZjMxK0RCZzNTNzcvL3JpeFpza2g2UEZ0dDl1elo2dDI3dC96OC9OSlUrNk5IajFLODV1VGtaSEo4OE9CQkhUcDBTT3ZXclRNNUh4TVRvL1hyMXh2RHdPU2NQbjFheFlvVlMzUFFCd0FBQU9DL0kvbGR0UUVBQUFBQXI2MFpNMmJJWURDazZ5T3RyS3lzdEdiTkdqazRPS2h1M2JxNmZmdDJxdmZjdkhsVEF3Y08xTUNCQTVValJ3NUpqMmVtZGVyVVNiTm16VEx1MnlZOW50VzJjT0ZDTFZxMFNIMzc5bFY4Zkh5cS9UczVPYVg0OFcrK3ZyN0tseStmNnRXclozSisvUGp4Q2dzTFUrZk9uVk1jcDIvZnZrbG0yQUVBQUFCNFBUQkREUUFBQUFCZW90RFFVSVdIaDV1Y3UzTGxpaVRwMnJWclNXWjhTU25QZm50VjVjaVJRMnZYcnRYUFAvOXMzR010TGk1T2twSXNZeHdkSGEybVRac3FiOTY4R2pKa2lCSVNFdFNoUXdjdFdiSkVNMmJNVU5ldVhaUDBYN1pzV2ZuNys2dE5temJLbkRtenhvNGRhN2FlZjMrOW4rVG01bWI4L0srLy9sSmdZS0RHamgxcnNrL2E5T25UOWZYWFgydkFnQUZtdnhlM2I5K1doNGVIMlZvQUFBQUEvRGNScUFFQUFBQkFPbDI5ZWxXT2pvN0tsQ21UZ29LQzVPenNuT1o3UjQwYXBUbHo1aVI3clZldlhzbWVmMTU3bDU0NmRVcWxTcFY2cGo1Mjc5NnRxbFdycHRxdVZLbFM4dmIyMXFwVnErVHE2cXFEQnc5S2tuSHBSa2w2K1BDaG1qWnRxci8rK2tzSERoeVF2YjI5Sk9uamp6OVdpeFl0MUtoUm94VDdiOWFzbVhidDJxV3laY3VtV2t2bXpKbU5uOSs0Y1VOaFlXRnlkbmJXMzMvL0xVbkttREdqSk9uSEgzK1VqWTJOTWNRTERRMVYzNzU5dFdMRkNuWHAwa1VUSmt3dzlwTXBVeVl4ZHU5N0FBQWdBRWxFUVZSSjByWnQyeVJKMTY5ZjE5bXpaOVczYjk5VTZ3RUFBQUR3MzBPZ0JnQUFBQURwTkc3Y09PUCtYVlpXVnZMeDhVbjFub3daTXlwZnZuenk4L05MODk1ZnoxdlJva1YxNXN5Wlorb2pYNzU4YVc0YkV4T2pkdTNhR1krclZhdW1PblhxR0kvdjNidW42T2hvL2Y3Nzd5cFVxSkR4dkplWFY1cjZyMWl4WXBwclNiUjM3MTYxYU5IQ2VGeThlSEY1ZW5wS2tpWk1tS0I2OWVvcFI0NGNldlRva2Q1Ly8zM2R1M2RQYytiTVVZOGVQVXo2S1Y2OHVEcDI3S2dCQXdibzBhTkhzclcxVlpVcVZkU3laY3QwMXdRQUFBRGcxV2RsZUY1dmRRUUFwTWpUMDFNN2QrNlVKRzNmdnQzNG9nMEFBSGoxM2I5L1h6ZHYzbFRod29XTjV4NDllcVNJaUFqRnhjWEp4Y1hGT0Z2cFRSUVZGYVZUcDA2cGZQbnl5VjRQRFExVmJHeXNIQndjbEQxNzlxY2VKelkyVnBjdlh6YjVQdnpiZ3djUHRIMzdkbjM2NmFlU0huK2ZEaDgrYkRLakxqWTJWcmR1M1ZKQ1FvTHM3T3lVSTBlT0pNdFFKdHEzYjU4S0ZpeW9uRGx6UG5YZEFBQUFBRjVkVmluOXowQnliUW5VQU9ERkkxQURBQUFBQUFBQWdGZExlZ0kxNjlTYkFBQUFBQUFBQUFBQUFHOHVBalVBQUFBQUFBQUFBQURBREFJMUFBQUFBQUFBQUFBQXdBd0NOUUFBQUFBQUFBQUFBTUFNQWpVQUFBQUFBQUFBQUFEQURBSTFBQUFBQUFBQUFBQUF3QXdDTlFBQUFBQUFBQUFBQU1BTUFqVUFBQUFBQUFBQUFBREFEQUkxQUFBQUFBQUFBQUFBd0F3Q05RQUFBQUFBQUFBQUFNQU1BalVBQUFBQUFBQUFBQURBREFJMUFBQUFBQUFBQUFBQXdBd0NOUUFBQUFBQUFBQUFBTUFNQWpVQUFBQUFBQUFBQUFEQURBSTFBQUFBQUFBQUFBQUF3QXdDTlFBQUFBQUFBQUFBQU1BTUFqVUFBQUFBQUFBQUFBREFEQUkxQUFBQUFBQUFBQUFBd0F3Q05RQUFBQUFBQUFBQUFNQU1BalVBQUFBQUFBQUFBQURBREFJMUFBQUFBQUFBQUFBQXdBd0NOUUFBQUFBQUFBQUFBTUFNQWpVQUFBQUFBQUFBQUFEQURBSTFBQUFBQUFBQUFBQUF3QXdDTlFBQUFBQUFBQUFBQU1BTUFqVUFBQUFBQUFBQUFBREFEQUkxQUFBQUFBQUFBQUFBd0F3Q05RQUFBQUFBQUFBQUFNQU1BalVBQUFBQUFBQUFBQURBREFJMUFBQUFBQUFBQUFBQXdBd0NOUUFBQUFBQUFBQUFBTUFNQWpVQUFBQUFBQUFBQUFEQURBSTFBQUFBQUFBQUFBQUF3QXdDTlFBQUFBQUFBQUFBQU1BTUFqVUFBQUFBQUFBQUFBREFEQUkxQUFBQUFBQUFBQUFBd0F3Q05RQUFBQUFBQUFBQUFNQU1BalVBQUFBQUFBQUFBQURBREFJMUFBQUFBQUFBQUFBQXdBeGJTeGNBQVBodk1CZ01pbzZPVm14c3JCSVNFbVF3R0N4ZEVpekV5c3BLMXRiV3NyT3prNE9EZzZ5c3JDeGRFZ0FBQUFBQUFQQkNFYWdCQUZJVkZ4ZW5odzhmS2lFaHdkS2w0QlZnTUJnVUh4K3YrUGg0eGNURXlOblpXYmEyL0VvQkFBQUFBQUNBMXhkTFBnSUF6SXFMaTlQOSsvY0owNUNzaElRRTNiOS9YM0Z4Y1pZdUJRQUFBQUFBQUhoaENOUUFBQ2t5R0F4NitQQ2hwY3ZBZjhERGh3OVpCaFFBQUFBQUFBQ3ZMUUkxQUVDS29xT2ptWm1HTkVsSVNGQjBkTFNseXdBQUFBQUFBQUJlQ0FJMUFFQ0tZbU5qTFYwQy9rUDQ4d0lBQUFBQUFJRFhGWUVhQUNCRnpFNURldkRuQlFBQUFBQUFBSzhyQWpVQVFJcllFd3Zwd1o4WEFBQUFBQUFBdks1c0xWMEFBQUFBQUtTRnQ3ZTNqaDA3WnJiTnRHblRWS1pNR2VQeHNXUEg1TzN0YmZhZU1tWEthTnEwYVl6RldJekZXRW5Hc3JHeFVhTkdqZFMzYjE5WldWbVo3UWNBQUFDdk53STFBQUFBQVA4SlI0OGUxYTVkdTh5MnVYMzd0bUppWWt5T2QrN2NhZlllZzhGZ2NnOWpNUlpqTWRhVFkyM2J0azBsU3BSUTdkcTF6ZllEQUFDQTF4dUJHZ0FBQUlEL2hQajQrRlRiUkVSRTZNNmRPeWJIcVltTmpUVzVKL0VjWXpFV1l6RldvdkR3OEZUN0FRQUF3T3ZOeXNDR0p3RHd3bmw2ZWhyZjVicDkrM1o1ZW5wYXRxQTB1bnYzcnFWTHdIOU01c3laTFYwQ2dOZll6cDA3OWM4Ly81aHQ0K0hob1V5Wk1obVBJeUlpZE9yVUtiUDN1THE2cW1USmtpYm5nb0tDZE8vZVBjWmlMTVo2ZzhkcTFxeVo4ZHgvNlhkNEFBQUFwSjFWT3RiMUpsQURnSmVBUUExdkNnSTFBQy9TblR0M2tpem5CZ0F2U3RPbVRiVnYzejVKLzYzZjRRRUFBSkIyNlFuVXJGOWtJUUFBQUFBQUFBQUFBTUIvSFlFYUFBQUFnRmZhc1dQSDVPbnBxWVlORzJya3lKR1dMZ2NBQUFBQThBYXl0WFFCQUFBQUFHRE8zYnQzalVzbkp5UWtXTGdhQUc4S0R3OFBXVnRieTliV2xtV3RBUUFBUUtBR0FBQUFBQUR3YjJQR2pKRzl2YjJ5Wk1saTZWSUFBQUR3Q21ESlJ3QUFBQUFBQUFBQUFNQU1BalVBd0VzVEZoYVc0clhmZnZ0TlVWRlJ5VjQ3ZS9hc3pwMDdsNjZ4REFhRDFxOWZyNkNnb0hUZDl6S2NPM2RPZ1lHQkwzU00rUGg0TFYrK1hCY3ZYbnloNHdBQUFBQUFBQUJ2QWdJMUFNQkxFUkFRb05LbFMrdlFvVU5KcnAwOWUxWnQyN1pWbno1OWtseUxpWWxSbHk1ZFZLMWFOWjAvZno3TjR4MDZkRWhlWGw3Njhzc3ZaVEFZMGwzdjJMRmpsUzFidGxUYitmajR5TTNOTGNsNWMyT3VXN2RPWGJ0Mk5UbTNmLy8rTkgra3hhbFRwOVNyVnk4TkdEQWdUZTBCQUFBQUFBQUFwSXc5MUFBQUwwV3RXclhrNHVJaUx5OHY3ZHk1VXpseTVEQmVjM2QzMStEQmd6Vmh3Z1M5OTk1Nyt2enp6NDNYUm84ZXJUTm56bWpFaUJFcVVxUkltc2Q3Ly8zMzFiaHhZNjFaczBiKy92N3EwS0ZEdXVwTlNFaFFmSHk4OFRnNE9GamR1M2ZYOE9IRDVlbnBhZmJlTTJmT3FGT25UcG84ZWJLcVZxMnFpSWdJQlFRRXFGNjllc3FYTDErUzluRnhjZnJrazAvU1hGdDRlTGcyYk5pUWFydXlaY3RxeDQ0ZG1qNTl1Z29WS3BSaXU2SkZpNmJyYXdzQUFQQW1HRGx5cEU2ZlBpMWJXMXRObXpaTlpjcVVzWFJKQUFBQXNDQUNOUURBUzVFclZ5N05uVHRYVFpvMFVjK2VQYlZxMVNwWlcvLy9ST21CQXdmcTZOR2p5cDA3dC9IY3NtWExOSHYyYkhsNWVhbC8vLzdwSG5Qa3lKRTZmUGl3Ykd4c25ybiszTGx6S3lJaVF0MjZkZE91WGJ2MDFsdHZwZGgyeUpBaHVuanhvbHhjWENSSnQyL2YxdENoUTFXd1lFR1RRTzJmZi82UkpOblkyT2pnd1lNbWZkU3FWVXY1OCtmWC9QbnpreDJqZmZ2MmFhNTkxS2hSWnE4UEhqeFlRNFlNU1hOL0FBQUFiNEpUcDA1cDM3NTlrcVM3ZCs5YXVCb0FBQUJZR29FYUFPQ2xxVkdqaG5yMTZxVlpzMlpwejU0OTJydDNyeVpPbkdqU1p2UG16ZXJTcFl2Sk9YOS9mL243K3h1UHc4UEQxYTVkTzIzY3VERk40L2JwMHlmWjVTU2ZGQjRlcnNqSVNFVkdSa3FTOGI4M2J0d3d0cGs3ZDY3cTFLbWp6cDA3YThPR0RiSzFUZnJQNklvVks3UnIxeTcxNzk5ZnBVdVhOanRtNGNLRkpVa0ZDaFRRa1NOSGpPY3ZYNzZzeU1oSVZhbFNKY1daWThlUEh6ZmI5OUtsUy9YOTk5OXI5dXpacWI2YjJ0WFYxZXgxQUFBQUFBQUE0RTFIb0FZQWVLbEdqQmloYXRXcXFYcjE2cksxdFUwMmxOcTBhWk9PSERraUh4OGZrMWxzVDJyWXNLR0tGaTFxUEY2NmRLa2VQWHFrenAwN214MS8rL2J0T243OHVEcDA2S0FzV2JLWVhKc3laWXFtVFp0bWNxNWt5WkxHejhQRHc5V3ZYejlObWpSSjQ4ZVAxNGdSSTB6YWhvV0ZhY2lRSVNwVnFwUUdEeDVzdGc1SldybHlwU1RKMmRsWm9hR2hDZ3NMa3lUdDJyVkxrcFE5ZTNhZFBIblM1SjVTcFVwSmtpSWlJdFM5ZTNmNStQaW9ZY09HSm0wQ0F3UDEzWGZmNmNzdnYxVERoZzBWR3h1clJZc1dxWG56NXNidzdQNzkrL3JzczgvVXNHRkR0V3paTXRWYUFjQ1N5cFFwbyszYnR5c3lNbExPenM2V0xnY0FBQUFBOEFZaVVBTUF2RlNPam82cVc3ZXVKS2x5NWNxcVhMbXlIang0SURzN085bmIyMHQ2UEN2c3lKRWo4dmIyTnA2TGlZbFJiR3lzTW1USUlFbHExYXFWU2IrM2I5L1cwcVZMTldqUUlEazVPYVU0L3JGangyUnZiNjlKa3liSndjSEI1RnE3ZHUxVXRXcFZTZExFaVJQMTU1OS9Ha092UkY5OTlaWDI3ZHVuL1BuekorbjczcjE3eXA4L3YyYlBubTJzMjV4YXRXb1pQLy82NjYrVGhIbGp4NDdWMkxGalRjNkZoNGRMa3ZMbXphdTMzMzViSFR0MlZJOGVQZlR0dDkvSzJ0cGFreWRQMXBRcFUvVEREeitvWmN1V2V2andvYnAzNzY3ZmYvOWRibTV1YXRxMHFZNGZQNjd1M2J2cjZ0V3JhdFNvVWFwMUFvQ2xaYzZjV1o2ZW5ycHo1NDVpWW1Jc1hRNEFBQUFBNEExRW9BWUFzTGc4ZWZMSTI5czd5VjVmQm9QQitQbllzV00xWThZTVk2RDBielZyMXRUaXhZdTFhOWN1ZmZ6eHg4bTJpWTZPMW9FREIxU2hRb1VrWVpyMGVBbkd3b1VMS3o0K1h0MjdkNWRrR25wSmtyMjl2WDc5OWRkayt5OVNwSWkyYnQyYThvT213Ylp0MjVJOVAzZnVYQzFac3NSNDdPcnFxbVhMbG1uZ3dJR2FPM2V1UEQwOWRmNzhlWTBiTjA3VzF0YnEwNmVQZXZYcUpVbHljbkxTNHNXTDlmSEhIK3Ztelp1cVY2K2Uzbjc3YlczZXZGbnZ2dnZ1TTlVTEFBQUFBQUFBdkFrSTFBQUFMOXphdFd2VnFWTW40N0dYbDVlbVQ1K2VZdnVFaEFSSmtvMk5UWnJIcUZPbmpod2RIYlZ5NWNvVUE3V3RXN2ZxMGFOSHFsZXZudG0rOXUzYlp3enVqaDA3cHRLbFN5czZPbHE1YytkTzhSNDNON2NrNThMRHd6Vml4QWpObURGRGt0UzZkZXNVNy9IMjlwWWtsUzFiVnRMallHM3YzcjBhUG55NEpDbG56cHhKK3JleHNkR1VLVlBVcmwwN2xTdFhUaFVxVkZDdVhMbVVKMDhlUlVWRnFWKy9mb3FLaXRLU0pVdFV2SGh4U1ZLdVhMbTBldlZxbFNwVnl1eE1QZ0FBQUFBQUFBRC9qMEFOQVBEQ3VidTdHL2NVbXpoeFlxcnRZMk5qWldWbGxleithaWx4Y1hGUjA2Wk50V3JWS3QyOGVWTzVjdVZLMHVibm4zK1d2YjI5bWpWclpyYXZnSUFBNCtkMTZ0UlJtelp0TkhueVpJMFpNeVpOdFd6YXRFbjc5dTJUSkRWdTNGaEZpaFJKOVo3ZzRHQ1Q0OTI3ZDJ2YXRHbkdRTTBjUjBkSE5XalFRQTBiTmxUMzd0MTE2TkFoZGV2V1RibHk1ZExpeFlzVkZCU2tNbVhLR0FQRmJ0MjZxVisvZnVyWXNXT0tlOVFCd0t2azd0MjdPbmJzbUhFUHRTZjN0d1FBQUFBQTRHVWdVQU1BdkhERmloWFRrQ0ZESktVdFVJdUtpcEtqbzJPNngvbmlpeSswZE9sU1RabzBTVk9tVERHNWR2ejRjVzNac2tWdDI3WlY5dXpaVSt6am4zLyswZHExYS9YdXUrL3F4SWtUNnRldm43Nzc3anZaMk5obzZ0U3BhYXJqeG8wYnhrQ3RYTGx5S2xldW5NbjFIajE2Nk9USms4WTIwdU05MU5Mcit2WHJHajkrdkpZc1dhS3NXYk1xYTlhc21qSmxpaVpNbUNBdkx5L2p2bW9lSGg2eXM3T1RsNWVYL1AzOVZiaHdZZlh2MzEvKy92NmFObTBheXo0Q2VPVWRPM1pNTld2V2xDUlZxbFJKZ1lHQkZxNElBQUFBQVBDbUlWQURBTHdTRGh3NElGOWZYMG5TeVpNbkpjbDRMRWwvL3ZsbnFuMFVLMVpNYmR1MjFjOC8vNnhXclZxcFFvVUtrcVQ0K0hnTkhEaFE5dmIyR2pSb2tOaytaczJhcFV5Wk1xbEdqUm82Y2VLRWhnNGRxaHMzYm1qaHdvVXFVcVNJUHYvODg2ZDZ2cEVqUjZwczJiSnEwcVJKbXRvL3VYL2N2OFhIeDJ2SWtDSHk5L2RYZEhTMDJyVnJwN0ZqeDhyTHkwdi8rOS8vWkdOam96VnIxbWp4NHNXS2lZa3gzbmY5K25YTm56OWZxMWF0MHZUcDB6VjI3RmpWcWxWTHc0Y1AxNWRmZnZsVXp3VUFBUEM2R2p0MnJCNCtmQ2dYRnhlVktWUEcwdVVBQUFEQXdnalVBQUN2aEgzNzlwbk0ySktrYjcvOU50MzlmUDMxMTlxOGViTzZkZXVtclZ1M0trZU9IQm8vZnJ6Ky9QTlBEUnMyVE8rODgwNks5NGFFaEdqT25EbnEwNmVQb3FPamplZW5USm1pSERseXFHUEhqdW11UjNvY1pNMllNVVA5Ky9kUEVxaHQzTGhSQ3hjdVZONjhlVTNPUjBaR3lzSEJJZG4rYkd4c2RQYnNXZVhKazBkVHAwNVZ0V3JWSkQyZXRlSGs1S1JpeFlycG5YZmVVZTdjdVpVOWUzWmx6WnBWcnE2dUdqZHVuSDcvL1hjTkd6Wk1YMzc1cFR3OFBOUzVjMmM1T3pzLzFYTUJBQUM4emtxV0xDbDdlM3RseVpMRjBxVUFBQURnRlVDZ0JnQ3d1UER3Y09Qblo4K2VWYVZLbGRTM2IxK1RQY3RHakJpaEdUTm1wTnBYbGl4WjVPZm5weFl0V3FoRml4WnEyclNwSmsrZXJDcFZxc2piMjl2c3ZkOTk5NTBNQm9PNmQrOXVNcGE5dmIxR2poeXBqaDA3NnRkZmYwMzM4eVh1eWRhbVRSdVQ4OUhSMFJvNWNxUmNYRnhVdkhoeGsyc2hJU0ZtWDd5Wk5tMmEzbjc3YlpPbE1ZY05HMmJTNW9zdnZwQy92Ny94Nit2ajR5TW5KeWZqM25TMWF0WFM5dTNibFQ5Ly9uUS9Fd0FBQUFBQUFQQW1JVkFEQUx3eURBYURoZzhmTGtscTBhS0Z5YlZSbzBZbENZeFM4dUdISDJyczJMRWFObXlZVHB3NG9hSkZpMnJSb2tYR0lDa2w3NzMzbnJKbHk2YXNXYk1tZTcxVHAwN3k5UFJNZGZ3MWE5Wm8xNjVka3FTWW1CZ3RXTEJBTldyVVVLRkNoVXphK2ZqNDZPclZxOXF5Wll0V3IxNXRQRzh3R0hUa3lKRWtJVnVpcUtnb2hZU0VLQ1FreEd3ZE4yL2VsQ1R0MmJQSGJMdVFrQkJWclZvMTFlY0NBQUFBQUFBQTNsUUVhZ0NBVjBKQ1FvSUdEQmlnclZ1M3FrMmJOaXBWcXBUSmRWdGIyMVFEc1VSbno1N1YyclZyamNjaElTRmF2WHExT25YcUpCc2JteFR2YTlxMHFheXRyVk84WHJObXpUU04vOWRmZnhrRHRWOSsrVVUzYjk0MG1mSG02dXFxSzFldTZPelpzNW93WVlMZWZmZGRrMEJ0MjdadENnME5WZE9tVFpQdFB5d3NUQTBhTkVoVExaTFMxUGJKV1lJQUFBQ1Fnb0tDVFBaUXk1dzVzNlZMQWdBQWdBVVJxQUVBWHByNzkrOG5lLzdHalJ2cTNidTNkdXpZb2ZMbHk4dlgxL2VwK2c4T0R0YlVxVlAxeXkrL0tENCtYcDA2ZFZLRkNoVTBaTWdRRFJnd1FMTm16VktmUG4zVXFsV3JaUGNOZXhGN2lYbDRlS2huejU2cVZhdVc4VnorL1BuMTZORWpkZXZXVFQxNzlwUWsxYTFiVnpseTVORDkrL2ZsNCtNalNabzllN1p1M2JxbHNXUEhHcTlMVXE1Y3VZeUJuVG1USmszUyt2WHIwOVFXQUFBQXBrYU1HR0hjNDNmNzl1MXBXcWtBQUFBQXJ5OENOUURBU3hFV0ZtWmN4bkhUcGswNmMrYU1paGN2cnFpb0tIM3l5U2U2Y3VXSzZ0V3JweDkvL0RGZHdWWjhmTHkyYmR1bWhRc1g2cmZmZmxOQ1FvTEtsQ21qY2VQR3FWS2xTcEllTHdINTlkZGZhK25TcGVyZnY3OUdqaHlwUm8wYXFVbVRKcXBXclpyczdlMWZ5RE5MVXZueTVWVytmSGxKVWtSRWhQcjE2NmZBd0VCMTdkcFZreVpOTXJhclVLR0M4dVhMcHlaTm11ajgrZk9hT0hHaUhqeDRvSWtUSitxMzMzNlRqNCtQTVh5enQ3ZFBNb012T1c1dWJwS1Vwclo0czhUSHh5c3NMRXk1YytkT3NVMU1USXorK3VzdmVYaDRQSmN4cjEyN3B0eTVjNXVkSlFvQUwwcDBkTFFlUG54by9MZnhkUkliR3lzN083dm4zcS9CWUpDVmxkVno3eGNBQUFENHIwcDVYU3NBQUo2VHk1Y3ZxMjdkdWdvS0N0S1VLVlBrNnVxcW1qVnJhdFNvVVRwNzlxeW1USm1pR1RObUtDQWdRQmt5WkVoeXY4RmdVRXhNakI0OGVLQzdkKzhxSWlKQysvYnQwOENCQTFXOGVIRzFiTmxTR3pkdTFIdnZ2YWVBZ0FCdDM3N2RHS1pKVW80Y09UUno1a3p0Mzc5ZmJkcTBVVXhNakFJQ0F0UzhlWE1WTGx4WVBYcjBVRnhjbk5sbjhQSHhrWnViVzVvKy9QejhUTzVOU0VqUTRzV0w5Zjc3NzJ2ZHVuWDY1cHR2NU92cmEzeVJLaW9xU3JObnoxYkZpaFYxNk5BaCtmajRxRWVQSHVyWHI1OTI3ZG9sZDNkM0RSczJUTFZxMWRMSmt5ZWZ3M2NFTDlPS0ZTdDArL2J0Wis1bnlaSWx1bmJ0bXZINDl1M2JhZjZJam80MjZhdFZxMVpxMTY2ZDJmSCsvdnZ2NXhiR0dnd0c1YzJiVjhIQndTYlA4Q0ljT0hCQVZhdFcxZDY5ZTVOY2k0aUlVTGx5NWJScTFhcFUrN0d5c3RMU3BVdGZSSW1TcExpNE9FVkdSaW9zTEV5WExsM1NxVk9udEcvZlBtM2V2RG5WL1JIZlJKa3paMWFOR2pWVXBVcVY1eGJ5UHF0NTgrYXBVcVZLaW8yTmZhWitac3lZa2U1WkwxdTNibFhac21XZitzL0t1blhyZE9mT25hZTY5MG1yVjY4MnFlSE9uVHRwL29pSmlVblMzNUVqUjlTd1lVUDkrZWVmU2E1RlJrYnFvNDgrMG9ZTkc4eldGQlVWcFg3OSt1blFvVU1tNXdNQ0FwTDhUQXNPRGxibnpwMlQvYmwwNzk0OVhiaHdJVjBmOSs3ZE0xdmI3ZHUzZGZyMGFSa01CbDI5ZXRYc1Ixci9YSVdHaHFwU3BVcjY3YmZmMHRUZW5JTUhEeXAzN3R5NmV2V3FUcDA2cFNwVnFtak5talZtNzBuOEhTMGlJa0loSVNFNmYvNjhqaDQ5cW0zYnRtblZxbFdhTzNldXhvMGJwNzU5KzZwRml4WmF1WEtsOGQ2SWlBZ0ZCd2VuMlBmUW9VTzFlL2Z1WjM0dUFBQUE0SGxoaGhvQTRJVTdlL2FzZ29PRDlmMzMzNnREaHc2cVg3KytCZzRjcUI5KytFSFRwMCtYOUhpUHRINzkra21TeWJ1aDQrUGpGUjhmYjlMZnFGR2psRFZyVnMyYk4wK09qbzVxMWFxVnVuWHJacHdKbHBJaVJZcG8xcXhaR2oxNnRINzU1UmN0WHJ4WUZ5OWVWTjI2ZFZQZG42MWV2WHA2NjYyMzB2Uzhtelp0TWk0UHRHUEhEdlh2MzEvQndjRXFYcnk0ZnZubEY1VXJWODdZZHZYcTFSbzhlTEJ1M2JxbGQ5NTVSL1BtelZQdDJyV04xNHNXTGFyZmZ2dE40OGVQMTlTcFUxVy9mbjBkUDM3OHRYeUgvZXZvenAwNyt1eXp6MVNvVUNGdDM3NWRHVEprMEx4NTg5UzllL2MwM2I5Z3dRSjE2dFJKNGVIaEdqQmdnQndjSExSMTYxWVZLRkJBMmJOblQzTWRjK2ZPVmJkdTNZekhMVnUyVkt0V3JmVG5uMy9xL2ZmZlQvZHp4Y1hGcFRnYklpRWhRZWZPblRNNTk4NDc3MGlTOXU3ZHF5Ky8vRkxuenAwekxtRXFTVGR2M2pRN1d5NGxCb01oeWJrRkN4Ym84T0hES2xLa1NKSnJHelpzMEpFalI1UXJWNjUwajVXV1dSbzJOamJHY0Q0OFBGemx5NWRYWEZ5YzR1TGlGQnNicTVpWUdNWEV4Q2c2T2xvSkNRbEorbmQyZGxiR2pCazFkZXBVdFduVEp0MDF2czdLbENtakhUdDJwQmpFV01LZE8zZDA2ZEtsWis0bkxDd3N5ZCtaMUZ5NmRFazNiOTVVbGl4WjBqM2UzYnQzTldqUUlPWFBuMStyVnEyU3M3T3pBZ0lDTkdEQWdEVGRQMjNhTkxWcTFVcjM3dDNUbURGalpHOXZyeFVyVnVpZGQ5NVJ5WklsMDF5SHI2OXZrbUIvNmRLbE9uSGloQW9XTEppay9SOS8vS0dUSjArYS9PeElUbXhzckI0OWVxUkdqUnFwUjQ4ZUdqSmtpQndjSEpLMDI3QmhnL3IzNzY5TW1UTHB4bzBieXBNbmo4bjE1Y3VYYStUSWtXbCtIa2thTTJhTThlZjd0V3ZYdEdMRkNsMi9mbDNYcmwzVDJiTm5GUm9hcW9JRkMrcjMzMy9YQng5OFlMYXYzYnQzcTNEaHdxbU9tVE5uVGhVdVhGamZmUE9ONnRTcDgweXpnQjBkSFNVOS90MnJXTEZpYXRLa2lmcjI3YXZWcTFmcnA1OStNdWw3OWVyVjZ0dTNiNUxmMFJMWjJkbkp4Y1ZGcnE2dXlwUXBrekpuenF3Y09YTG8wYU5IeGpZQkFRRWFNMlpNaXNId2dnVUxsRGR2WGxXclZ1MnBud2tBQUFCNG5nalVBQUF2M01jZmY2eFpzMllaWHlET2tTT0hmdjc1WjkyNGNVUDc5KzlYU0VpSW9xS2lGQnNiYXd6UURBYUR5VkpEVmxaV3NyR3hrYTJ0clRwMjdDZzNOemZsekpsVEZTdFdWS1pNbWRKVlQ0NGNPZVR0N1MxdmIyK2RQMzgrMlJmZU0yYk1hUEtpWGJWcTFkTDhnczZ0VzdkMDVNZ1JTVkxwMHFXVk5XdFc5ZXpaVTEyNmRFa1NRbFNyVmszdTd1N3k4ZkZSdTNidGtsMSswc2JHUnNPSEQxZjE2dFVWR2hxYTVqQXRXN1pzS2xDZ1FKcmE0c1hJa2lXTFZxNWNxWTgvL2xqTm1qWFR1blhyMUtKRkMxV3RXalhWZTRzWEwyNzgzTTNOVFZ1M2JsWDE2dFZWdlhwMWJkdTJUYmR1M1RKZVAzUG1qS3BYcjY0VEowNGtHMHk1dUxpWUhEZHIxa3o1OCtmWG9VT0hqSUhhMmJOblRkb2t6aHA0OHJ5dHJhM0pDN3liTjI4MmhtWEJ3Y0dxVjYrZUhqeDRZRks3OUhqV2d5UlZxbFJKcFV1WDFvZ1JJelJuemh6amRWZFhWeTFZc0VEUzQyWFo3TzN0a3cyd0xsNjhLRjlmWDBWRlJhbFJvMFpKcmtkR1Jpb2dJRUNkT25WS05uQmN2SGl4Q2hZc3FKSWxTK3J1M2J0SnZrYm1Yb2hldlhxMW1qUnBvcDkrK3Nsa0Jtd2lIeDhmN2RtengzanM1dVptbklscWIyOHZCd2NINDhlTkd6ZlV1SEZqWGJwMFNjN096c1lQbGxiN2Iwa01kQzN4ZlFzTkRaV0xpMHVxTTZMK0xUSFltRGR2bnRxMGFhT3VYYnRxMGFKRmF0Q2dnU3BVcUpEcS9VLytPK2pxNnFvVksxYW9jZVBHYXR5NHNWYXVYS21nb0NEajlmUG56NnR4NDhiYXRtMmJjdWJNbWFTdmpCa3ptaHpmdjM5ZmdZR0JhdFdxbGJKbXpacWsvYXBWcTVRdlh6NFZLMVpNRVJFUkp0Y3laTWhnL1B2cjR1SWlQejgvVmE1Y1dXdldyRkZjWEZ5U1FDMHVMazZUSjA5V2l4WXQ1T1Bqayt6cytFUlhyMTVOOVUwM2twTDg3TFcxdGRXK2ZmdFVvRUFCN2R5NVU5T21UVk9WS2xYMDl0dHY2K0hEaDVLa24zNzZTUjkrK0dHU3Z2TG56NS9rWEo0OGVWSU1yNTVzazV5SkV5ZXFRNGNPcVQ2RGs1T1RwUDkvMDhUQWdRTlZxMVl0QlFVRkpmbjVtSkNRb1BqNGVQMzY2Njl5ZEhTVW82T2puSnljbENGREJtWE1tUEdGTEVHWjZQNzkrN3A1ODJhYUFrY0FBQURnZVNKUUF3QzhGTW5OdG5qcnJiZlV0R25UcCs3em80OCtlcGFTSkNuWk1FMlN2dnJxSzMzMTFWZFAxZWVZTVdNMFpzd1lTWTlmVk4reVpVdUtiYk5seTZaZmYvMDFUZjFXcjE0OVhYV01IRGt5M2UrdXgvTlhzMlpOalI4L1hnTUhEdFNlUFh0VXMyWk51YnE2cHJzZmQzZDNyVnUzVGkxYnR0U1ZLMWRNL3V6ZXZuMWJqbzZPOHZEd01QdmkvcFVyVjR3djVQNzg4OC9La1NPSHpwNDlLM2QzOXlRaFdLSW56MmZMbHMwa3lDdFlzS0J5NWNwbDhtSjB4b3daazUwNUpqMStBZGJiMjF2RGhnMVRkSFMwOFVWdUp5Y25kZXJVU1pMVXVuVnJoWVdGYWVIQ2hjYXdMalkyVnI2K3Z2TDE5VlhXckZuMXd3OC9xRW1USmlaOVAvbmNmbjUrSmt1dkdnd0dYYnQyVFpzM2IxWjhmSHl5b2ZTK2ZmdFV2SGh4UlVaR0dzL2R1WFBIdUJSYzR0OC9LeXNydWJ1N0o3bi81czJiS2xHaWhLVEhJV1JLWDg4bkpmZWkrWk5TK2pyaTFaQVlibGhpWDhDUWtCQkZSa2FxZE9uUzZib3ZjWFpabFNwVk5IVG9VSTBaTTBZSER4NVVsU3BWMHYzbUZFa3FYTGl3RmkxYXBCNDlldWo2OWVzbU04dnUzTGtqQndjSHVidTdweG82UGhsR0xWcTBTSXNXTFRJZWg0U0VLQ1FrUkR0MjdERE9uUHEzOWV2WHExeTVjc20rb2VEZm9jdVRiYzZjT2FQNTgrY2JqeTlkdXBUc2JMWW5MVnUyVE8rKysyNnFmOGR6NWNxbDVjdVhHNStwWExseVNRSXZXMXZiVk1kNzB1REJnL1hwcDU4YWorUGk0cEtFZllsTE1EN1o3NU52RUVyTGJPRGsza0EwYU5BZ2t4bDRpWjVtbHZPemlJcUtVb2NPSFJRVUZLUTllL2FrYTdZMkFBQUE4S3dJMUFBQUFGNncvdjM3cTBTSkVxcFpzMmFTbVdESlNlNEZZMG1xVUtHQ0xsNjhLRnRiVyszWXNVTTFhOVkwdVc1dG5YUjczUFBuenh0ZlVHN2J0cTMrOTcvL0pXbVRHTnljT1hQR0dCWWxoa0tKMS9yMjdhdS8vdnJMNUw2NHVEaTV1TGpvekprenhuUDM3OTlQdG5Zckt5dEZSa2Jxd3c4LzFQNzkrMU44Z1gzbzBLRnEzYnExM24zM1hjMmNPVk1GQ3haVWp4NDlkUHIwYVgzKytlY2FOMjVja2hsM2lYeDhmRXhDK3NEQVFJMGZQMTZTTkdYS0ZHWEpra1hidDI4M0NVQkNRa0wwNFljZnl0N2VYbVBIanRYa3laT04xM3IzN3EzZXZZY01Td0VBQUNBQVNVUkJWSHNidjBiWnNtVkw5dnNYRnhlbjQ4ZVBxMWV2WHBJZUIvWG05cmE2Y09HQ3FsV3J4bDVwL3dGaFlXRXBYb3VNakpTMXRiVkp5UHh2TmpZMkpyT3Q0dUxpVkw5K2ZYWHQybFV0VzdaTTlwNVpzMmJweXBVcm1qQmhRb3I5SnU2YnRYRGh3dFFmNGdtSk01QWtxV2ZQbmlwYXRLaXFWS21pQ3hjdXBIcHZvVUtGa2ozLzNudnZhZi8rL2JLMXRkWGV2WHZWckZremsrdkpMWmU4ZCsvZUpET292L2ppQzlXclY4OTR2SEhqUnVPeTBINStmc3FjT2JOV3JWcGw4dmMzTkRSVXpaczNONW5kN2VQalk5SlBXbXpkdWxXalI0OU9VMXR2YjI4TkhUbzBUYUg1ODVZOWUzYmp6L01MRnk2b1pzMmFTWDZPWExod1FiVnIxemI3ODJYQWdBSEp6dks5Zi8rK1B2bmtFODJjT1ZQdnZ2dHVzdU5iVWtSRWhMeTh2SFQwNkZIOStPT1BGcThIQUFBQWJ4NENOUUFBZ0Jmcy85aTd6NmlvenE5dDRCY2RhUUpLYkZpaVJvMHRZQmNiUm8wVnhSWUxZc1ZZL2hqQjNrV3dDeGFDWFRFS0toaEFzV0REZ0Jyc0JRdFc3S0tnaUlnVUJZWjVQL0RPZVJpbU1LQVU4ZnF0NVZxWjArNTd5cGtNWjUrOXQ1cWFHcnAzN3c0QUtsMkV6WmtsbFpza0c2RkZpeFpDSUd2ZXZIbElURXlFbDVlWHNKMUlKRUxEaGcybDlzMVprbEFzRnFORGh3NHFYWkFVaThVSUR3L0hraVZMOHR4V1ViQUxrTTVrbURwMUt0emQzV1cyYWR5NE1hNWN1WUkvLy93VHc0WU5Bd0EwYk5nUTU4K2Z6N1BuVUxWcTFhUjZLVjY1Y2dWQWR0QnN5NVl0bURsenBreVBKMGtXaDdhMk5wWXVYUW9YRnhmczI3Y1BZOGFNd2Q5Ly95MFZITEN3c0JES3VlWjArZkpscEtXbENhVThOVFEwaEQ1dGtwNXFPYjE3OXc1QWRzYWZQS3FVbC92ZVJFWkd3c25KQ1ptWm1haGZ2NzZRQlZ6WVZNa0FVN1pOeFlvVmNmMzZkZUZ4YUdnb2J0NjhxVFFyNmRPblQ5aTFheGVHRHg4dVpEM21GaHNiaThhTkd4Y29xMHhDVFUxTktEZW9Ta2xqWlVFM3lXZlcwdElTWjgrZUJRQXNYNzRjU1VsSldMcDBxYkNkU0NTQ3RiVzEzR05VcVZKRjZyVzhjZU1HZ095Z21hK3ZMeHdkSFdWdU5wQUUwbktXRjZ4UW9RSXFWNjRzbkdkNUtWZXVuTnlTbFBKSWJqQ1FkL05DYmhzM2JwVDZuT1o4alNXdnBTcGxHSE82ZE9tU1RLODdSUmxuT1pjSEJ3ZExmWC9tRE16bGxKR1JBU0M3WExHcTVSUlZDY2JtSk8rNGtoTERFdXJxNnFoZXZiclVzc2VQSDJQVXFGR0lpWW1CajQ4UE9uVG9rSzl4aVlpSWlJaStCdjYxVGtSVXdxU25wK1AxNjlkNDllb1ZQbi8rWEt4enNiQ3dLTmJ4NmR0eTY5YXRQUHU3Zk9zc0xDeGdiR3lzOHZhYW1wckNhK0xqNDROaHc0WVZxSXlmdk9QbzZla0oyV1JKU1Vtb1Y2K2VWQ2xDZVlHY25GYXVYSW5Iang4ak1EQXd6L0hWMU5SdzgrWk5sWHBGdlhqeFF2aHZTZjg0UTBORDFLOWZIMzUrZmtMV2c3TEFtNTZlSHJadDJ3WnJhMnRNbURBQlZhcFV5VE9ZcHN6bXpadWhxNnVMeVpNbnk2eVRYRURXMXRZVy9vV0ZoUUhJZnQzZnZuMHJaTkpZV1ZsaHpabzF5TWpJa0xxQUh4SVNBbTF0YlhUcTFFbnEySG1WZmxUVVl5Z2pJNk5BUWJYSXlFaVozbkNsUldSa0pFNmZQZzBBU0V4TXhMbHo1L0o5aklZTkcrWTdBT1h2NzY5dzNabzFhM0R4NGtYczNMbFRZWUJNVjFkWDVuaEdSa2JvMXEyYnd1T09IVHNXVzdac3diSmx5K0RqNHlOM203aTRPSmlhbWlJbEpVV0ZaNUZOMHFjdlp5OHVMeTh2OU8vZnYwRFprdktPVTZaTUdTRmdrcHljak5xMWEwc0ZVUEw2WHBMSHg4Y0hPam82Y0hCd2tGa25PWjRrc0dadmI0OWF0V3JoeElrVFFzWm9Yalp1M0lnZmYvd1I5dmIyZVpidlRFOVBCNkQ0M00xcHlKQWg2TktsQzA2Y09BRTNOemZzM3IxYktHT3JycTRPYzNOenpKZ3hBNWFXbG5MM2xmY2QwTGh4WTB5YU5BbEFkZ2xmT3pzN0lZQXBJVys1b3Q1cXVXbHBhVUZIUjBmcWUrVHg0OGR3YzNQRC9QbnpwVXA2U3FqYVgxWkNYazg2S3lzcnFjZmEydHA0OXV5WjhQanc0Y09ZT25VcTlQWDFzWC8vZmpScTFDaGZZMzZKaGcwYlFsMWRIWnFhbXZuNi96OFJFUkVSbFU0TXFCRVJsUURQbnorSHY3OC9BZ01EY2VuU3BSTFROK2Y5Ky9mRlBRWDZoc3llUFZ0dU9jSFNKQ3dzVEdGMmhUeFJVVkVRaThVeVFSVmxGNVhsWFVTVmQ1eW5UNThLLy8za3lSTllXbHBLTFpOYzZJNkppWUdtcGliS2xpMHI5QTRMQ2dyQ25EbHpFQkVSZ1lpSUNLR25tN3pnanlTSVZxVktGYUdmbUx4dEpOOWJPUy9jT2pzNzQrN2R1ekEzTjRlK3ZqNE1EQXhrTHV5cUVxUTdmdnk0M08wME5EUlV1a0MvY09GQ0RCdzRFTXVXTFVQbnpwMmxBbCtTL1NVQmtkVFVWQncrZkZqWUx6NCtIc2VPSFVPclZxM1F0V3RYdUxxNklqdzhIRjI2ZEJHTzRlL3ZqOTkrKzAxaHNDYjNkM3J1Y3BvUzBkSFJDdnM2cXNMSnlVa0lPcFZtVVZGUk1tVUZWUkVZR0NoejRUNHZ5bnBYTGw2OEdHS3hHQVlHQm1qZHVuV2V4NHFKaWNISmt5Y3hZc1FJcFJscWhvYUdjSEJ3Z0llSEJ5NWZ2aXkzUjFWS1NncTJidDJLclZ1M3F2WkVBTnkvZng5R1JrWTRmZm8weEdLeFRDQWt2OTlMOG82VE02RCsvUGx6Tkd6WVVHcVo1SHNwTmpZV21wcWFNREl5eXJPbjVOU3BVMkZqWTRPLy92b0w3ZHExa3hvdmQwQnQ1Y3FWQUNCOFYrVVZLSlJrY2YzeXl5OHFaU04rK1BBQlFIYXZ5THdZR3h2RDJOaFllSStxVmFzbUJCZmZ2SG1ESTBlT0tOeFhzaTUzOEY1WFYxY213eXYzWjBteXZiSU1zNWt6WjJMbXpKbFN5eVQ5MFV4TVRCQWZIeThzOS9iMnhxbFRwNlF5RFhONi9mbzFObS9lakpVclYrTDY5ZXR5dndmRllqSGF0bTBMQXdNRHVaK2xuSjhSUVByL0M5N2Uzbmo1OGlWYXRXcUZyVnUzS3N6c0xTeXVycTdRMXRhR3FhbHBrWTVMUkVSRVJDVVRBMnBFUk1YbzNidDNjSE56dzRZTkc0UXNDU0lxUFJUMVFsT1czU0F2b0M3dk9MbjdENjFjdVZLNG1KeVRKQUFvS2JHNGI5OCtEQnMyREZsWldiaDQ4U0pjWEZ5d2E5Y3VBTm1aVm5QbnprV2RPbldrK2dtdFg3OWVxbXlkdk9janlkeUlqbzVHMjdadEVSc2JLN1dOa1pHUjNPd3BaUUdCKy9mdnc5M2RIYk5uejViSmpEaHg0Z1JDUTBPbGxzWEZ4VW4xT0l1TGl3T1FmWEcyWHIxNnVITGxDalp1M0lpTEZ5OEtyNm5rdTFkeVVkcmYzeDlObWpUQnYvLytpOW16WjhQUHp3OWR1M2JGdi8vK2kxYXRXc0hjM0J5N2R1MFNBbXFob2FGNCtQQWhWcTFhcGZCNTVMNEFMQWtxNUY2ZWxaV2w4QmhVc2lRbUp1TE9uVHZRMU5URTBhTkhWUXFvN2RxMUN5S1JDQ05Hak1oejI3Rmp4Mkx6NXMxWXRtd1pnb0tDWk5idjNMbFQ1Yy9Mb1VPSEVCQVFJQVNCRlBWQ3ExcTFxc0pqeUF0TXlUdE83a3pTOWV2WFkvMzY5VExiU1hvZGpoOC9IZ3NYTGdRQXZIMzdWcXA4b0tRM25acWFHbXJYcm8wYk4yNWc1ODZkQ0FrSkVjYk9tV0VxajZKeWlBVVZFeE1EQUVKSlYxV0VoNGNEeU80RDE2MWJOM1R1M0ZtbDRCMGdHd1NXZDJOQmZySjNKYS9YM0xsenBiSWtyYTJ0b2FlbkJ5QzdaT2FyVjY4QVpMOEh1M2Z2eG9BQkEyUmV5NHlNRENHanIwK2ZQbkJ6YzRPL3Z6L0dqaDByTTI1b2FDZ2VQMzRzVlpZNEoyVVp1YTlmdjhiVXFWUGg3T3ljWndZaEVSRVJFVkZoWTBDTmlLaVloSVdGWWVEQWdUSTlQblIwZEZDbFNoWDg4TU1QU3U5Z0p5cHBHalZxVk9wN1AzM05jay9IangrWENoSTlmdndZWGJ0MlZYbi90TFMwZkkybnFhbUo1Y3VYWTg2Y09iQzJ0a1pZV0JpY25aMHhhZElrOU9yVkN3RHcwMDgvb1hQbnpnZ09EcFlxSDNuMTZsVzVjNU5jbkRVd01FQkNRZ0tBN0l3UlNTQUx5TDRBYldSa2hITGx5a2t0bDVCWHhrMGlQRHdjN3U3dTZOMjdOMXExYWlXMWJzK2VQVExaZ2k0dUxsS0J3SncwTkRUZzcrK1BaczJhb1hmdjNyaDA2UkxLbGkwcmxOYlYwZEZCVmxZVzNOM2RNVzNhTlB6Nzc3L1ExOWZIb1VPSDBMdDNiMnpac2dXYk4yK0dnNE1EbGk1ZGlxVkxsNkpxMWFwd2MzTkQzYnAxWVdOam8vQjU1TXoyQVA0dlF5MzM4aS9OVUN2TlpYb1RFeE9GbmxwR1JrWXl2ZkJVa1ZjbVZINGNPblFJV1ZsWmNISnl3dDkvLzQxWnMyWUpBUWw1a3BPVHNYUG5UclJyMXc1MTZ0UlJhYTUyZG5iWXZIa3pMbDY4aUpZdFcwcXR6MTFlVkptclY2L0MwTkJRcGI1ZmZuNStRbGxDSUR2TGJQRGd3U3FQbFROTFZoVTVBeVR1N3U1eSt5cEt0dHU4ZVRPNmR1Mks0Y09INCtqUm96QXlNaElDK1lwK0wxMjZkRW40NzZDZ0lDeGZ2bHhxV1g1THlkNjVjMGM0Ym9VS0ZmTDhITjY2ZFV2NFhEeDgrQkJCUVVFSURBekUvZnYzcGJiejgvUER3b1VMWlpaTDlzM0t5b0pJSkpJYk9Nd2Q3SXlPamxaWWhsSHkvNDJhTldzS0dXeVptWmtRaVVRb1U2WU1nT3pBcXFTbjJZb1ZLeUFXaTJYNnRnSFpXWktTa3FZVksxWkUzNzU5NGVucGljR0RCMHVWOU0zSXlJQ3JxeXQrL3ZsbjJOcmF5cDJYTXM3T3pwZzZkV3ErOXlNaUlpSWlLZ3lsKzZvWEVWRUp0WFhyVmt5Y09GRW9WYVNwcVlrUkkwWmcwS0JCYU4rK2ZZa0pwSlhXWGp4VU9KWXRXOGIrSXZtUXMvd1hrUC9lUXJxNnVoQ0pSQ3FWWnBWa1FrVkZSV0hreUpHWU5tMGFHalJvZ0xsejUyTDM3dDFDNlM4OVBUMzgvdnZ2V0xWcUZTSWlJdENtVFJ0RVIwZmp3b1VMOFBiMmxqbnV1M2Z2b0tHaEFWTlRVeUdnbGx2bnpwM1JvRUVEMUsxYlY2YXNWMEc5ZlBrU3AwK2Zsc2wyMkxoeEk4YVBIeTg4M3JScGsxUWZKVk5UVS9qNys4UEt5Z3FqUm8xQ1VGQ1ExQVg1WGJ0MklUWTJGb01HRGNMbzBhTUJaTC9Pd2NIQlFqREMwZEVSYTlhc3dZd1pNMkJyYTRzelo4N2duMy8rVVJxc3lQM2VTakxVRkMwdnFMVnIxMzdSL2lWWmVIZzRPbmJzQ0FCbzBLQ0IzS3l0b3BLUmtZRU5HemJnMTE5L3hmang0N0Z0Mnphc1g3OGUwNmRQVjdqUHpwMDc4ZUhEQjB5Y09GSGxjY2FOR3dkdmIyOTRlSGhnMzc1OUJaNXZVbEtTeXIzanFsU3BJcFg5bXQvUHBJNk9Ea1Fpa1ZBYVVabmNKZlJXckZpQjRjT0hDNDkzN2RvbFZaYlEyTmdZbXpkdmhvMk5EWnljbk9EdDdhMHdRNjFaczJidzh2S1N5cnFUbEx6TnVjekx5d3ZObWpWVCtmbjkrKysvcUZpeEl0YXRXNGV5WmN2bUdWRHo4L05EOSs3ZGNlL2VQU3hidGd5elpzM0N5SkVqY2Y3OGVha0FyQ1F3cGVoOSt2anhJNERzNytpY1dYeGhZV0ZTanlYT25qMkw2T2hvbWJLUGtpQyttWm1ac0N3MU5SVUFvSyt2RHlDN1ZPUytmZnR3NmRJbDdOMjdGMDVPVHFoY3ViTE1HRy9mdmtXNWN1V0V4OU9uVDhmaHc0Zmg0dUlDRHc4UFlmbUtGU3Z3Nk5FakJBUUVGQ2pEVEZtZ21vaUlpSWlvcURHZ1JrUlV4TTZjT1NPVU53S0FidDI2WWYzNjlYSWJ2Uk1SS2ZQdzRVTzVmYzl5azVTUlhMSmtDYXBXclNwa1FiaTR1T0Q2OWV1SWlvcUNtcG9hek16TVVMbHlaYlJxMVFvdUxpNDRlZklrVnExYWhYYnQya2xsckVuY3YzOGYxYXBWVTVxWmVQZnVYZFNyVncvVHBrM0R3NGNQQy9oTXBUMS8vaHd0VzdiRWI3LzlsdTk5bXpkdkRuZDNkK2pyNjBNc0Z1UFRwMDhBc2k5b1g3MTZGWk1uVDVhNWdDdkozQUNBY3VYS1lmSGl4WmcwYVJJT0hqeUluajE3WXNDQUFVckhWRlRpVTFucFR5cTVQRHc4OE96Wk0zaDVlY0hJeUFoang0N0ZYMy85aFU2ZE9xRkpreVl5MnljbEpXSERoZzFvMEtCQnZub3dWcXBVQ1RZMk5nZ0tDc0tWSzFlVVprRXE4dlRwVTN6NDhLRkliM1o0OHVTSndneXBuUExxYnlhUGhZVUZGaXhZQUQwOVBhbnpOK2VOU0RsTEV6bzZPc29jUTFFWnlORFFVS2tBV2NXS0ZkRzhlWE9oek9LTEZ5K0VIbmpidG0yVDJiOVBuejZvVmFzV1ltTmpVYkZpUlNRbEpTRWdJQURIamgzRG1qVnJvSzJ0amUzYnQrUE1tVFBJek15VVc5NHlkM0JNRWhDVHJDOWZ2cnhLcjYzRXk1Y3ZwWUpZejU0OUF5QWRWRXhLU2dMd2Y4RThDd3NMckYyN0ZnNE9EcWhWcXhZbVQ1NHM5OWhQbmp5Uk9rNjFhdFhnNHVLQ1diTm13Y0xDQXZiMjlnZ01ETVQ2OWVzeGVmTGtmUGN2ek12RGh3Ky9LS05YVlFzV0xCREt1NjVkdTdaVVp3SVRFUkVSVWQ0WVVDTWlLbUk1bTdvN096dGoxYXBWN0FsQjlCMlNsTlJTOURnL0pCZGJjNHVPanBicTdaU3psQnVRWFVidDBLRkRDQTRPUm8wYU5ZUUFqNGVIQjlxMWE0Y3BVNmJBMjlzYkowNmNrTm52Nk5Hak9INzhPT0xpNHJCMTYxWU1IejRjdDI3ZFVqakhldlhxNGNpUkl3Q3l5elZXcWxSSnlEaktMeXNySzV3N2Q2NUErd0tRdWtDY21wb0tIUjBkcUt1clkrTEVpVEt2a1R4ZHVuU0JycTR1VWxOVHBmb1E1V1ppWW9KeDQ4WmgwNlpOVXNzbEpSOXo5OHVMajQrSGk0dUxTcVg1cUhqczM3OGZucDZlR0RseUpKbzJiUW9BK1BQUFB4RWNISXhSbzBaaDM3NTlNajBQLy83N2J5UWtKRWhsN2FocTNMaHhDQW9LUWxoWUdEWnUzSmp2L2JXMHRKQ1ltQ2lURGFiSTgrZlBsVDdPajZpb0tMbkxueng1SXBTWkxZaWNQYnJTMHRLZ3JhMHRjODdNbno5Zkp1QWVIQndNZDNkM25EMTdWbXA1ZEhRMFJvMGFKVE9PalkyTkVNVE16TXlFczdNejFOWFZNWGJzV0xrQk5jbDUzcjU5ZTNUdDJoVUdCZ1pvMGFLRlZNYWZtWmtaK3Zmdmo5MjdkOHN0bzVnN1dDWUpPajU2OUFoQTluZTRaSm1qb3lQT25EbURmZnYyU2QzdzhPelpNd3dlUEJpOWV2V1MrWDE1OCtaTm1KaVlTUFdBay96L1F4SjBiZFdxRmRUVjFmSHg0MGY0Ky9zTDJYL2J0MjlIbFNwVmhPKzh5TWhJbVZMQUkwYU1RRlJVRkdiT25JbHIxNjVoMzc1OTZOV3JsOUxzVFhrZVBIaVFaMm5VbmoxN3dzN09UdW9tdGNKdysvWnRuRDkvSGdBck54QVJFUkVSQTJwRVJFVk8wcTluK1BEaDhQRHdrTnRnbm9oS3B3OGZQaUEyTmhZQTBLTkhqd0lmNS96NTh3Z09Ec2JJa1NNQi9GOUp4OXh5OStpU1IwMU5EYWRPblpMcUpXUmxaWVU1YytaZzhlTEZHREJnZ0V6Z1MwMU5EUjA3ZHNTWU1XTXdkdXhZekprekI0Y09IY0xmZi8rTk4yL2VTRzJibVptSm16ZHY0cWVmZnNLOWUvY1FGeGVIRXlkT0lDc3JxOEFCdGEvcDQ4ZVBRa2FhS3RsK3djSEJHRDE2Tkl5TmpWR2pSZzM4K2VlZmVQNzhPZHpjM0dUSzlVb3VXbS9ldkZudXNSUjkveWNtSnNMWDF6Yy9UNE9LZ0srdkwyYlBubzNtelp0ajBhSkZ3bklkSFIzOC9mZmY2Tm16SjJ4dGJiRjI3VnFwUU1QRWlSTmhibTZ1TlBpcVNPUEdqUkVSRWZGRldlenYzcjJUQ3Vya2xwU1VKQVJWN096c0Nqek9sU3RYY1B6NGNRd2FOQWlBYkVsSENVWGxZUXNpSlNWRktvTlVva0tGQ2pMbERpVmxEbk12bC93dVUrVHo1OC80My8vK2g0aUlDQ3hidGl6UG9QdmJ0MitocWFtSmF0V3FLZnlPczdPemszcXRKZVV0RldYdFhiOStIZVhMbDVjS2hLMVpzd1pqeG94QnYzNzlzSHIxYW5UcjFnMGhJU0dZT25VcSt2ZnZqN2x6NThvY0p6dzhIQzFidGtSOGZEemk0dUpnYUdpSTNidDNRMWRYRnovKytDTkVJaEhtelp1SHJLd3NsQzFiVmlvRDdlREJnMEpBN2ZIangzaisvTGxNYjBzZ081aDU2dFFwK1BuNXdkVFVGTXVXTFZQNXhySHc4SENzWHIwYXFhbXBDQTBOVmJqZDU4K2Y4ZkhqeDYvYUY1R0lpSWlJU0JXOC9aV0lxQmpVcmwwYm16ZHZaakNONkRzZzZaTzFmLzkrMUtsVEI0Y1BIMGJkdW5YeCtQRmppTVZpbVgrS3BLV2xBY2p1RTlhdVhidXY5djN4NmRNbitQbjVTUVg0d3NQRHNXdlhMdWpyNitQNDhlTnkrMVV0V3JRSVpjcVVnYnU3TzI3Y3VJSDM3OTlqeElnUlF1YVlnNE1EQU1EUzBoSy8vUElMeXBjdkR6TXpNL2o1K2VIWnMyZW9YcjE2bm5PVFhPVFAzUjlKa1FrVEprQk5UVTM0bDdOL21pTFBuejlYcVJ4ZVRFd003T3pzWUd0ckN6TXpNL3ozMzMvNDk5OS9NWERnUUt4YXRRcU5HalZDUUVBQXNyS3loSDNTMHRMay9ydHg0NGJTOVR0MjdGRHArWDVQTEN3c0VCWVdob01IRDhMTnphMUl4MDVNVE1Ta1NaTXdmZnAwTkduU0JMNit2akxsT212WHJvM0F3RUJvYW1waTVNaVJjSEJ3d0lNSER3Qms5MG50MTYrZnd1TkxlbGdwOGlYQnRMUzBORHg2OUVnbWlDVDVYZ29KQ1VHYk5tMXc4dVJKMUtwVkN4Y3ZYc1RyMTY5bC9pa2lLYm00YytkTzJOcmFmdEgzMHN5Wk0xR3BVaVhoWDg3K2FZcThmUG15UUVHVnBLUWszTGh4QXc4ZVBFQklTQWdBeUQzT3paczMwYjE3ZDRTRWhHRE9uRG5DVFF3QTVINWZKeVVsSVRFeEViVnExVUxmdm4zUnVISGpmTTlObnREUVVLbHNZeUE3KzNESGpoMndzN1BENk5HallXMXRqZkhqeDJQdTNMbFl2SGl4ekRHZVBuMktpeGN2b2tlUEhvaUxpMFBuenAzUnNtVkxCQVFFWU9IQ2hjakl5TURZc1dNUkdCaUlDUk1tSUNFaEFWT21USUZJSklKSUpNTGR1M2ZSc0dGREFObTk0Y3FVS1NOVndqUXpNeFArL3Y2d3RyYkdtemR2MEw5L2Y2U2xwYUY5Ky9idzlQU1VtOTBsZVEwUEhUcUVybDI3WXNpUUlWQlhWNWZLM3N2NW5Tb2h5WnpNL2JrbUlpSWlJaXBzekZBaklpb0dycTZ1UWdONklpcmR3c1BEQVFDSER4L0c3Tm16NGVqb2lLbFRwOHBzOS9yMWE2U2twTURBd0VBbzc2V3ZyeStzbHdTMUhqeDRnSUNBQU5qYTJ1TGV2WHNBRkdjNnFXTGR1blhJek14RS8vNzljZXZXTGJpNXVlR2ZmLzdCMEtGRDRlWGxoZkhqeDZOLy8vN28yYk1uRml4WWdCWXRXc0RYMXhmTGx5L0hvVU9Ib0ttcGljcVZLeU1zTEF6Snlja3dNek9EdHJZMm9xS2lNR1hLRkZoWldjSEt5Z3FWS2xYQzhPSERNWFBtVEdSbVpzb05kZ1VIQnlNNk9ocjYrdnBJVDArSHA2Y245UFQwWkVyb0tlTGk0aUpreHdDQXY3OC9YRnhjaE1lN2QrL0drU05IWUd0cmk3cDE2eUltSmdaZVhsN28wS0dEd21QR3hjWEJ3OE1ER3pac1FFcEtDb1lQSHc0dkx5OFlHaG9LWTNUdTNCblRwMC9Id0lFRDhmUFBQK1BNbVROSzV5a0pvQ1FuSnl2ZFRsSG00ZmZJMk5nWTF0YldTRWhJUUhwNmVwR00rZW5USjNoN2UyUDkrdlZJU0VpQW5aMGRsaTFicHJEM1hjT0dEUkVhR2dvbkp5Y2NPWElFSVNFaGFOZXVIYnk5dmFYTzVXdlhybUgzN3Qwd01qSkNXbG9hZ29LQ0ZQYjFVdFhEaHc5eDllcFZHQnNidzlEUUVMcTZ1a2hPVHNhV0xWdVFrcEtDN3QyN1MyMHZDWHlmUEhrU2YvNzVKMGFQSG8zeDQ4ZkxIRGN1TGc2cHFhblExOWNYK20vbDdERW9DVVk5ZXZRSTI3WnRRN2R1M1lRK1lQbDlUdE9tVFVPZlBuMkV4NUlTalJKQlFVRUlEUTFGdDI3ZGhGNWxPM2Jza0FrMHFlTERodzlDeHFDT2pnNGNIQnhnYm00dXJILzgrREhXclZ1SGdJQUFtSm1ad2NmSEI1MDZkUkxXbHl0WERxR2hvZWpRb1lPUW1Tb1NpYkJueng0QTJiMGFGZG00Y1NOY1hWM2xycFAzbWdVRkJTRXFLZ3BPVGs3Q01yRllqS2lvS0lTR2h1TGt5Wk5RVTFORFJrWUdNakl5c0cvZlBxU2twS0J0Mjdhb1c3ZXUwT055MmJKbE1ERXhnWTJORFhSMWRSRWRIWTIwdERRWUdSbmh6WnMzNk5xMUsxNjllZ1V2THkvMDY5Y1BkZXZXeFpRcFUyQmpZNE1xVmFyZzQ4ZVBhTldxRmQ2K2ZZc2RPM2JnOTk5L2g1NmVIbDYrZkluQXdFRHMzcjBiTDE2OGdJV0ZCYnk5dmZITEw3L2c2ZE9uV0xSb0VaWXRXd1ozZDNlMGJkc1dIVHQyUkxObXpXQnBhWW1JaUFnQXdQang0MkZqWXdOM2QzYzBhdFJJZUo2bXBxWUlEdzlIcDA2ZGhPZVJtWm1KVFpzMlFWMWRIYzJhTlZQeUxoTVJFUkVSZlgwTXFCRVJGUUhKSGR4QTlrWEIzMy8vdlJoblEwUkZ5ZERRRUsxYXRjTDI3ZHRSdjM1OWhkdjk5OTkvVXQ4Tk5XdldST2ZPbllYSExWcTB3RysvL1FadmIyOVVxVkpGYXQrN2QrL0tQZWFUSjArVWxwYk15c3JDaGcwYk1HdldMS3hidHc1ejU4NUZ6Wm8xRVJRVWhMNTkrd0xJRGhpMWFkTUdzMmZQeHRtelozSDM3bDIwYTljT0N4Y3VSTStlUFlWamFXcHF3dGpZR0JFUkVmamxsMTlreWg4Q3dMeDU4M0Q2OUdsOCt2UkphbCtKNk9ob3Fjd0VVMU5UYk5teVJTb1lvVXlGQ2hXa2VnbFZxRkJCYW4zVnFsV3hkKzllN04yN1YxaldzbVZMckZpeFF1RXhZMk5qc1gzN2RsU3JWZzFyMTY2VjZjc0VaUGQwc3JHeGdZdUxDeG8zYm93TEZ5NEl2WmVVa1pTZ1UwUlp4aUlWUHBGSWhIMzc5c0hRMEJEcjFxMlRPaDhWcVZDaEF2YnUzWXVUSjAvQ3k4c0xJMGFNa1BuODZ1bnB3ZC9mSHlLUkNBQlFwVW9WcWY2cUJaR2Ftb3JwMDZjTG1XY1MxYXRYaDd1N3U4eDNqNEdCQVpvMmJZclZxMWNyN1ZWMTZkSWwvUEhISDFMSGE5Kyt2ZkRZd3NJQ0hUcDB3TnExYTZYS0VRS1E2VlVtOGZ6NWM3bWxKYzNNektReWpuS2ZINVVyVjhiKy9mdXhmLzkrWVZtVEprMHdiOTQ4cWUyVVpkUkpWSzFhRlRFeE1SQ0x4VExsQ0k4ZlA0NVJvMFpCVjFjWEV5ZE94SjkvL2lrRTBDVVdMMTZNUllzV1NYMG0xTlRVVUtGQ0JTeGR1bFJwQnU2UUlVUFFwVXVYUE9jb01XUEdERlNyVmcydFc3Zkc0c1dMRVJVVmhXdlhyaUVwS1FrMWE5WkVuejU5TUdUSUVGU3RXaFVYTGx6QTNyMTdzWHIxYXJpNHVFQmJXeHMxYXRTQW01c2JEQXdNTUhQbVRPR0dMbjE5ZmVHeldibHlaWFR0MmhVREJ3NFVQaXVEQmcxQ3BVcVZzR3paTW9TRmhXSHc0TUZvMHFRSnZMeThJQmFMNGVUa2hNV0xGMlA5K3ZVQWdLWk5tMkxCZ2dYbzJiT25jSk5IalJvMXNHUEhEdHkrZlJ0YnQyN0Z3WU1IRVJZV2hpbFRwc0RTMGhLV2xwWklTa3FDaDRlSDNNL2huRGx6NE9ycUtsTTYwOHpNREV1WExwWDV6QkVSRVJFUkZUWTFNZjlTSnlJcWRELzk5Sk53eDNhM2J0MXc5T2pSWXA2UmFvcWorZnI4K2ZPeGFkTW1CQVVGb1YyN2RrcTNOVEV4a1ZuMi92MTdoZXZWMU5TZ3A2ZUhHalZxb0hYcjFoZzZkQ2dzTFMzemRYeEZZOGx6N3R3NTlPblRCK1BHalpOYmZxazBVcVYwSHNtWG1abUpoSVFFaU1WaXFLbXBvWHo1OGxCWFYxNmRPeVVsQldmUG5sWFltMG5SK29TRUJHelpzZ1d6WnMzQ3BVdVgwS1JKRTd4Ly94NUhqeDdGa0NGRDVHYmd4TVRFSURvNldtazIxNWZLek14RVNrcUtFR2d3TmpiTzh6V1FlUHIwS2NxVkt5ZHo0VHUzakl3TXBLU2tJRDA5SFdYS2xGRzQvYkZqeDJCaFlZR0tGU3ZpeVpNbnFGYXRtc3A5Z0tqd0ZHV0dHZ0M4ZWZNR3hzYkdLcGNkelE5Sm1WZFZQK09xeXNqSVFHWm1KalExTlJWbTA2a3FNek1UaVltSnd2ZVNxYWxwbnZOTlRVM0Z4WXNYRmZZUGs3Zit4WXNYTURFeGdZR0JnZEpqWjJSa0lDMHREZW5wNmREVjFjMXorNXcrZnZ5SStQaDRwZjNrSlBidDI0ZE9uVHFoWExseUtoOWZtVGR2M3FCY3VYSUYrZzQ1YytZTVBuLytqQzVkdXNEUjBSRmlzUmpObWpWRCsvYnRVYXRXTGJuN2lFUWkzTHg1RTFldlhzV3paOCt3WU1FQ2lNVmlhR2xwZlhHNTRJeU1ERnkrZkJsV1ZsYUlqNC9IOXUzYjBidDNiNVY2VUthbXB1TDA2ZFBvMHFXTFZNYVo1TDlMb243OSt1SDgrZk1BZ0xDd01La3lsMFJFUkVSVU9xamw0MGN5QTJwRVJFWEEzTndjTVRFeEFBQW5KeWVzV2JPbW1HZWttcUlPcUIwK2ZCajI5dmFZUFhzMlpzeVlrZWYyQXdZTWdFZ2tFa3JxZGVyVUNRRUJBY0o2U1VETTJ0b2FHaG9heU1yS1FtSmlJaDQ4ZUlDVWxCUUFRTy9ldmJGbXpScVltcHJLSEQvMy9ybmxIRXVSMWF0WHc4M05EVHQyN0lDdHJXMmUyMy9yR0ZBam9zS1FtSmlJeU1oSWZQejRFWHA2ZW1qUW9FRnhUNG1JRFlnV2JnQUFJQUJKUkVGVXZnTU1xQkVSRVJHVmZneW9FUkdWTUdabVpvaVBqd2VRM1Q5dC92ejV4VHdqMVJSbFFDMDVPUmxObXphRmtaRVJ6cDA3cC9KZDlTa3BLVUxmazl3Wlk1S0EyTXVYTDZWS2JrbUNjTXVYTDhlVksxZFFzMlpOSERseVJLWjBrS0w5ODBNa0VzSEt5Z29KQ1FtNGV2VXFqSXlNQ25TY2J3VURha1JVR01MRHc0V01wdGF0V3dzOUJZbUlDaE1EYWtSRVJFU2xYMzRDYWwrM3ZnZ1JFY21WczZkSmZzb1RmVTgyYmRxRU4yL2VZTmFzV1Y5Y29pb3ZHaG9hNk5TcEU0NGRPNGFoUTRmaThlUEhHRDU4T0xLeXNncGxyRm16WmlFK1BoNWVYbDVmL2ZoRVJFUkVWRGpjM055RTNtOFdGaGJGUFIwaUlpSWlLbVlNcUJFUkZiRXY3VjFSR29sRUltemJ0ZzFtWm1ibzNidDNrWTJyb2FHQmRldlc0YWVmZnNMbHk1Y1JIQnhjS09QWTJOaWdRb1VLMkxGamgxUndsWWlJaUloS3JnWU5HcUJObXphd3RyWm1GajRSRVJFUk1hQkdSRVRGNzhLRkM0aUxpME92WHIwS1BUc3ROMDFOVFl3ZlB4NEE4TTgvL3hUYUdMMTY5VUo4ZkR3aUlpSUtaUXdpSWlJaUlpSWlJaUlxUEF5b0VSRlJzZnZ2di84QUFHM2F0Q21XOGEyc3JBQUExNjVkSzdReEpNK05BVFVpSWlJaUlpSWlJcUp2ajJaeFQ0Q0lpT2pPblRzQXNzdnFGSWNmZnZnQkFQRHUzVHU1NjgzTnpXV1d6Wnc1RTdObXpWSjVqUHIxNndNQTd0NjlXNEFaRWhFUkVWRlJpNHFLUW1wcUtnd05EV0ZoWWNHeWowUkVSRVRmT1FiVWlJaW8yTVhFeEFBQXFsU3BVaXpqWjJSa0FNanVxU2FQdGJXMXpMcWFOV3ZtYTR6S2xTc0RBRjY5ZWxXQUdSSVJFUkZSVVpzL2Z6N09uejhQQUFnTEM0TzF0WFh4VG9pSWlJaUlpaFVEYWtSRVZPeVNrNU1CQVByNitzVXkvb3NYTHdBQTFhcFZrN3ZlMTlmM2krZW1wNmNIQUVoTlRmMmk0eEFSRVJFUkVSRVJFVkhSWTBDTmlJaUtuYVptOXYrT01qSXlvS09qVStUamg0V0ZBUUJhdFdwVmFHTklzdUMwdExRS2JRd2lvdExLMk5nWUhUcDBRR1ptcGxCQ2w0aUlpSWlJaUtnb01hQkdSRVRGenNURUJBQ1FtSmlJQ2hVcUZPbllIejkreExadDJ3QUFkbloyaFRhT3BEOWJ1WExsQ20wTUlxTFN5c0xDQXVIaDRVaElTRUI2ZW5weFQ0ZUlpSWlJaUlpK1ErckZQUUVpSWlKSlA3TEhqeDhYNmJpZlBuM0NtREZqOE9iTkcvVHQyeGN0VzdZc3RMRWt6KzNISDM4c3RER0lpSWlJaUlpSWlJaW9jRENnUmtSRXhhNUpreVlBZ0N0WHJoVEplQmtaR1FnSkNjR3Z2LzZLa3lkUG9tblRwdkQwOUN6VU1hOWV2UW9BYU5hc1dhR09RMFJFUkVSRVJFUkVSRjhmU3o0U0VWR3g2OUtsQzlUVTFIRGl4QWxNbWpSSjVmMEdEQmdBa1VnazlUZ2dJRUJtdTJIRGhrRkRRd01pa1FpSmlZbTRmLzgrMHRMU29LYW1oaEVqUm1EWnNtVW9VNmJNVjNrdWlody9maHpxNnVybzNMbHpvWTVEUkVSRVJFUkVSRVJFWHg4RGFrUkVWT3dxVjY2TVgzLzlGV0ZoWVhqNjlDbHExS2loMG42blRwMVMrbGdpUER3Y0FLQ21wZ1lEQXdQVXJWc1g3ZHExdzdCaHcxQ25UcDB2bWJwS0hqMTZoSXNYTDZKTGx5NzQ0WWNmQ24wOElxTFNKakl5RWs1T1Rzak16RVQ5K3ZYaDZ1cGEzRk1pSWlJaUlpS2k3d3dEYWtSRVZDSTRPVG5oMUtsVDhQVDB4T3JWcTFYYTUvMzc5MSswL2t1UHJ5cFBUMCtJeFdKTW1UTGxxeHlQaU9oN2s1aVlpTk9uVHdNQXNyS3lpbmsyUlBTOWFOaXdJZFRWMWFHcHFRbGpZK1Bpbmc0UkVSRVJGVE1HMUlpSXFFUm8yN1l0K3ZidEN4OGZINHdaTXdZTkdqUW83aWw5RlRkdjNzVHUzYnN4WU1BQXRHelpzcmluUTBSRVJFUXFjblYxaGJhMk5reE5UWXQ3S2tSRVJFUlVBcWdYOXdTSWlJZ2szTjNkVWFsU0pVeVlNQUdmUG4wcTd1bDhzYlMwTkV5WU1BSG01dVpZdFdwVmNVK0hpSWlJaUlpSWlJaUlDb2daYWtSRVZHS1ltcG9pSUNBQUJ3OGV4SjA3ZDlDa1NaUGludElYaVlxS1F0KytmZEduVHgrV0NTSWkra3JPbnorUGMrZk9vV0hEaGpBeU1oS1dKeVVsNGZidDIwcjNMVnUyckV3R2RGUlVGRDU4K0tCMFA0N0ZzVGpXOXp0V3VYTGwwS0ZEQjZYYkVCRVJFZEgzUVUwc0ZvdUxleEpFUktXZGlZa0pFaE1UQVFCcjFxeUJrNU5UTWM5SU5aSTVFNm1LZ1VNaUtnemg0ZUhvMkxHajFMTEF3RUJZV1ZrSmo4K2RPNGYrL2ZzclBVN3IxcTBSRkJRa3RheGZ2MzQ0Zi82ODB2MDRGc2ZpV04vdldHM2F0TUYvLy8ybmRCc2lJaUlpK25hcHFhbXBxYm90TTlTSWlJaUlpS2hFTXpBd2tGbG1aR1FrMWRjb1o5YUpJbHBhV2pLOWtMUzB0UExjajJOeExJNzEvWTZsb2FHUjV6WkVSRVJFOUgxZ1FJMklpSWlJaUVxMHBrMmJZdDI2ZFFnT0RvWklKQUlBbEM5Zkh0cmEyc0kyNWN1WHo3TXNtNFdGaGRRK0FHQnBhWW04Ymtqa1dCeUxZMzNmWXhFUkVSRVJBU3o1U0VSVUpGanlrYjRYTFBsSVJFUkVSRVJFUkVUZml2eVVmRlF2eklrUUVSRVJFUkVSRVJFUkVSRVJmZXNZVUNNaUlpSWlJaUlpSWlJaUlpSlNnZ0UxSWlJaUlpSWlJaUlpSWlJaUlpVVlVQ01pSWlJaUlpSWlJaUlpSWlKU2dnRTFJaUpTS0I4OU9ZbjRlU0VpSWlJaUlpSWlvbEtMQVRVaUlsSklYWjMvbXlEVjhmTkNSRVJFUkVSRVJFU2xGYTk4RVJHUlFscGFXc1U5QmZxRzhQTkNSRVJFUkVSRVJFU2xGUU5xUkVTa2tJNk9Eck9PU0NYcTZ1clEwZEVwN21rUUVSRVJFUkVSRVJFVkNsNGxKU0lpaGRUVTFLQ25wMWZjMDZCdmdKNmVIbnVvRVJFUkVSRVJFUkZScWNXQUdoRVJLYVdwcVFrREF3Tm1xcEZjNnVycU1EQXdnS2FtWm5GUGhZaUlpSWlJaUlpSXFORHc2aGNSRWVWSlUxTVRob2FHK1B6NU16SXlNcENWbFFXeFdGemMwNkppb3FhbUJuVjFkV2hwYVVGSFI0ZVphVVJFUkVSRVJFUkVWT294b0VaRVJDcFJVMU9EcnE0dWRIVjFpM3NxUkVSRVJFUkVSRVJFUkVXSzlidUlpSWlJaUlpSWlJaUlpSWlJbEdCQWpZaUlpSWlJaUlpSWlJaUlpRWdKQnRTSWlJaUlpSWlJaUlpSWlJaUlsR0JBallpSWlJaUlpSWlJaUlpSWlFZ0pCdFNJaUlpSWlJaUlpSWlJaUlpSWxHQkFqWWlJaUlpSWlJaUlpSWlJaUVnSkJ0U0lpSWlJaUlpSWlJaUlpSWlJbEdCQWpZaUlpSWlJaUlpSWlJaUlpRWdKQnRTSWlJaUlpSWlJaUlpSWlJaUlsR0JBallpSWlJaUlpSWlJaUlpSWlFZ0pCdFNJaUlpSWlJaUlpSWlJaUlpSWxHQkFqWWlJaUlpSWlJaUlpSWlJaUVnSkJ0U0lpSWlJaUlpSWlJaUlpSWlJbEdCQWpZaUlpSWlJaUlpSWlJaUlpRWdKQnRTSWlJaUlpSWlJaUlpSWlJaUlsR0JBallpSWlJaUlpSWlJaUlpSWlFZ0pCdFNJaUlpSWlJaUlpSWlJaUlpSWxHQkFqWWlJaUlpSWlJaUlpSWlJaUVnSkJ0U0lpSWlJaUlpSWlJaUlpSWlJbEdCQWpZaUlpSWlJaUlpSWlJaUlpRWdKQnRTSWlJaUlpSWlJaUlpSWlJaUlsR0JBallpSWlJaUlpSWlJaUlpSWlFZ0pCdFNJaUlpSWlJaUlpSWlJaUlpSWxHQkFqWWlJaUlpSWlJaUlpSWlJaUVnSkJ0U0lpSWlJaUlpSWlJaUlpSWlJbEdCQWpZaUlpSWlJaUlpSWlJaUlpRWdKQnRTSWlJaUlpSWlJaUlpSWlJaUlsR0JBallpSWlJaUlpSWlJaUlpSWlFZ0pCdFNJaUlpSWlJaUlpSWlJaUlpSWxHQkFqWWlJaUlpSWlJaUlpSWlJaUVnSkJ0U0lpSWlJaUlpSTZKdVVtSmlJOFBCd3FLbXA1Zmt2TkRRVTZlbnB3ci9RME5BODkrblFvWVBVUHVucDZlalFvUVBINGxnY2kyTnhMSTdGc1RnV3g1S3pUV21uV2R3VElDSWlJaUlpSWlJcWlNaklTSFRzMkZHbGJaT1NrcENRa0NEMU9DOFpHUmxTKzBpV2NTeU94YkU0RnNmaVdCeUxZM0VzYWUvZnY4L3pPTjg2TmJGWUxDN3VTUkFSbFhZbUppWklURXdFQUt4WnN3Wk9UazdGUENNaUlpSWlvbTlmZUhpNFZFQXRNREJRNGJZTkd6YUVrWkdSOERncEtRbTNiOTlXZXZ5eVpjdWlRWU1HVXN1aW9xTHc0Y01IcGZ0eExJN0ZzVGdXeCtKWUhJdGpmUTlqOWUvZlgxZ1dGaFlHYTJ0cnBjY3BpZFRVMU5SVTNwWUJOU0tpd3NlQUdoRVJFUkhSMXhjWkdRa25KeWRrWm1haWZ2MzZjSFYxTGU0cEVSRVJFWDAzK3ZYcmgvUG56d1A0UGdKcUxQbElSRVFxRVl2RitQejVNekl5TXBDVmxRWGVqMEgwZGFpcHFVRmRYUjFhV2xyUTBkRkJQbjdIRVJFUmZmY3NMQ3dRSGg2T2hJUUVwS2VuRi9kMGlJaUlpS2dVWTBDTmlJanlsSm1aaWRUVVZHUmxaUlgzVkloS0hiRllESkZJQkpGSWhQVDBkT2pwNlVGVGt6L1JpSWlJaUlpSWlJaEtFbDZ0SVNJaXBUSXpNNUdjbkZ6YzB5RDZMbVJsWlNFNU9Sa0dCZ1lNcWhFUkVSRVJFUkZSaWRhd1lVT29xNnREVTFNVHhzYkd4VDJkUXNjck5VUkVwSkJZTEVacWFtcHhUNFBvdTVPYW1ncERRME9XZnlRaUlpSWlJaUtpRXN2VjFSWGEydG93TlRVdDdxa1VDZlhpbmdBUkVaVmNuejkvWnBsSG9tS1FsWldGejU4L0YvYzBpSWlJU3J6SXlFaFlXMXVqZCsvZVdMQmdRWEZQaDRpSWlJaEtNV2FvRVJHUlFoa1pHY1U5QmFMdlZrWkdCblIxZFl0N0drUkVSQ1ZhWW1JaVRwOCtEUUM4RVl5SWlJaUlDaFV6MUlpSVNDRmVsQ0FxUGp6L2lJaUlpSWlJaUloS0RnYlVpSWhJSWJGWVhOeFRJUHB1OGZ3aklpSWlJaUlpb3BKc3dZSUY2TjI3TjZ5dHJSRVpHVm5jMHlsMExQbElSRVJFUkVSRVJFUkVSRVJFK1hMNzltMmNQMzhlUUhZcDd0S09HV3BFUkVSRVJFUkVSRVJFUkVSRVNqQ2dSa1JFUkVSRVJFUkVSRVJFUktRRUEycEVSRVJFUkVSRVJFUkVSRVJFU2pDZ1JrUkVSRVJFUkVSRVJFUkVSS1NFWm5GUGdJaUlpSWlJaUlpb0lDd3NMQkFXRm9hUEh6OUNUMCt2dUtkRFJFUkVSS1VZQTJwRVJFUkVSRVJFOUUweU5qYUd0YlUxRWhJU2tKNmVYdHpUSVNJaUlxSlNqQ1VmaVlpSWlJaUlpSWlJaUlpSWlKUmdoaG9SRVJFUkVSRVJFUkVSRVJIbGk1dWJHMUpUVTJGb2FBZ0xDNHZpbms2aFk0WWFFUkVWbWFTa3BFSTkvdjM3OXhFVUZGU29ZeFRVbXpkdkZLNDdkdXdZUG4zNkpIZmR2WHYzY1AvKy9YeU45Zm56Wjh5Y09SUGg0ZUg1Mms4WnNWaU13NGNQSXlvcTZxc2Q4MnNwaXZkZEpCSmgzNzU5ZVBUb1VhR09RMFJFUlBtVG1KaUk4UEJ3UkVSRWxNamZLVVJFUkVTbFdZTUdEZENtVFJ0WVcxdkQyTmk0dUtkVDZKaWhSa1JFUldMOCtQRzRmZnMyUWtKQ1lHUmtKQ3hmc1dJRk1qSXlWRDZPcGFVbGV2YnNLWGZkb1VPSHNHVEpFdlRyMTA5WWR1SENCWldQM2FwVks1VzN6WS9kdTNkajJyUnBPSFRvRUpvMWF5YTE3dDY5ZXhnNmRDajY5ZXVIYmR1MlNhMUxUMC9INk5HakVSMGRqWWlJQ1B6MDAwOHFqZmZmZi85aHk1WXRFSWxFc0xhMi9pclA0Y3FWSzdDM3QwZlRwazF4OHVSSnFLbXA1ZnNZMTY1ZHc0UUpFekJod2dTTUhEbFM0WFltSmlZWU9IQWd0bXpab3RKeGkrSjl2MzM3TmlaTW1JRDI3ZHRqLy83OUtoK2JpSWlJQ2xka1pDUTZkdXdJQUdqZHVuV0p2Ym1LaUlpSWlMNTlES2dSRVZHUnFGV3JGdno5L1RGa3lCQUVCUVZCUjBjSEFMQm16UnA4L3Z4WjVlUFkyOXNMQWJXa3BDVHMzcjBiUFhyMFFQWHExV1cyemN6TVJQZnUzVlUrOXZ2MzcxWGVOajg2ZGVvRVEwTkQyTnZiNC9UcDAvamhoeCtFZGZYcTFjUE1tVE94ZlBseU5HblNCQk1uVGhUV3ViaTQ0TzdkdTVnL2Y3N0t3VFFBT0h6NE1JRHMxK3ByYWQ2OE9XeHRiWEhnd0FINCtQaGcrUERoK1Q3Ry92Mzc4ZURCQXhnWUdBakx6cHc1Z3p0MzdxQi8vLzR3TXpOVDZUaUY4YjRmT1hJa3orMHNMUzBSSGg0T1QwOVAxS3BWUytGMmRlclV5ZGY3UlVSRVJFUkVSRVJFSlI4RGFrUkVWQ1NtVDUrT2UvZnVJU2dvQ09QSGo0ZTN0emZVMU5RUUd4dXI4akZNVEV5a0hzZkh4MlBPbkRtb1diT21WR0RsM2J0M0FBQU5EUTFjdW5SSmFwOU9uVHFoUm8wYTJMNTkreGM4bS95cFdMRWl0bTdkaXI1OSsyTGN1SEVJREF5RXV2ci9WVjJlUG4wNnJsKy9qa3FWS2duTC9QMzlzWEhqUnRqYjIyUEtsQ2x5ajd0NDhXSzV5dzhlUEFnOVBUMGNPblFJaHc0ZFVqcTNwazJicWh4OFdyQmdBYTVldlFvTkRRMlZ0czlKTEJZak9EZ1lSa1pHNk5Xcmw3RGN4OGNIQVFFQnNMYTJWam1nVmhqdis3Qmh3MVIrTGdzWExsUzZmdWJNbVpnMWE1Ykt4eU1pSXFKdlYwWkdCclMwdElwN0d0OFZzVmlNNU9Sa0dCb2FGdmRVQ29WSUpDclE3KzNjeEdJeFJDSVJORFY1NmU5clNVbEp3ZG16WjlHdFd6ZTU2eE1TRW5ENjlHbjA3ZHNYQ1FrSktGdTI3RmQ1TDc5bkplVjhUMDFOaFo2ZTNsYy9Mcy8za292bnUrcWlvcUtrZXFpVjlyS1BQTXVJaUtqSWVIcDY0dWJObXpoKy9EaWlvNk1MTFl1bmR1M2FBSUFmZi93UjE2NWRFNVkvZS9ZTUh6OStSSnMyYllvOGc2aERodzZZTUdFQ05tellnUC8rK3cvbnpwM0RpaFVycExZNWZ2dzRSbzhlTGJYTXg4Y0hQajQrd3VPY1dYUWVIaDVLeDh4clBRQ01HalVLM2J0M2g1MmRIVUpDUWxSNUtuQjBkSVNqbzZQU2JYSm4rNFdGaGVIRml4ZVlNR0VDZEhWMUFXVC84UkFlSG80ZmYvd1I5ZXJWVTJsc1piN2tmYjl4NDRiU1kvdjUrV0hkdW5YWXVIRmpuazEyeTVZdG04K1pFeEVSMGJlcWE5ZXVhTnk0TWRhdVhWdmdZNGhFSW56NDhDSGYrNW1hbWhaNHpQeDYvdnc1K3ZUcGcrclZxK1BBZ1FONWJuL28wQ0cwYWRPbVVPWjQ5ZXBWMk5yYXdzL1BEMjNidHYzaTQ1MDRjUUw3OXUyVEtiK2VsNnlzTEN4Y3VCQmR1blJCKy9idFpkYTd1cnJDME5BUWt5ZFBscnFaVHBsMTY5WWhJQ0FBb2FHaFFrV1BnZ29LQ29Lam95TmV2SGp4UlJmWjNkM2Q0ZUhoZ2RldlgzL1JmRHAzN296Qmd3ZkR3Y0dod01kSVQwOUhjbkt5MG0wTURBeWdyYTB0dGV6YXRXdHdjWEhCL1BuejBieDVjNmwxSHo5K1JQLysvVEY1OG1TRnJRVWtYcjkralZHalJpbDhMWjQrZlFvbkp5ZjA3ZHNYZ3dZTndtKy8vWWJwMDZjclBXWldWaFptelpxRnMyZlBZc2VPSFYvbDc2S1M3dG16WjJqZnZqMzI3Tm1ETm0zYUtOMzJTODczYytmT1lmbnk1UWdNREZSNjQ4UFpzMmV4YXRVcUhEeDRVT0UyZ3djUFJ1WEtsYkZwMHlhWmRaVXFWY0xhdFdzeGFOQ2dmTTJQNTd0eXBmRjhsNmhVcVJLbVRwMkthZE9tcWJSOVNUZC8vbnljUDM4ZVFQYTFuNi9WZXFTa1lrQ05pSWlLakw2K1ByeTl2ZkgrL2Z0Q0RXZ0ZCQVFBQVBUMDlCQVhGNGMzYjk0QXlDNHZDQUJtWm1hNGRldVcxRDZOR2pVcXRQbEl6SjgvSCszYXRVUDc5dTJocWFrcDk0ZnUwYU5IY2UzYU5jeWVQVnVsUDd4SGpScUYxYXRYRjJnK09UUCtldmZ1alRwMTZnaVAvZno4a0phV2hsR2pSaWs5UmxoWUdHN2N1SUhodzRjcnZXQWl1VUF4ZHV4WVlWbDRlRGppNCtOUnMyWk5iTnk0VVdyN2h3OGZ5aXpyMHFXTEVEU1Q1MHZlOTZTa0pJd2RPeGF6Wjg5Rzc5NjlwYllKQ2dyQ3FsV3JNSG55WlBUdTNSc1pHUm5ZdFdzWEJnd1lJQVRQa3BPVE1YNzhlUFR1M1J1Ly8vNjd3amtTRVJGUjZaR1ZsWVhIangvanQ5OSsrNkxqUEhueUJPM2F0Y3YzZmw5NndWTlZJcEVJVGs1T1NFaElRR3hzTEE0Y09BQmJXMXVGMnljbUptTEdqQm1vVWFNR0FnTURvYWVuSi9RVVZrVmVGNmFEZ29LZ3I2OHZjNkUwTHhFUkViaCsvYnJNaldHUEhqMlNXLzc3ekpremVQRGdnY0lMd3VycTZraEtTc0s0Y2VNUUZoYUdpaFVyQ3V2T25qMkxUWnMyWWZqdzRTb0gwNERzNmhITGx5L0grdlhyRlZhcCtGWkZSVVVoTGk0dXorMlNrNU1WVmpHNWV2VXFuSnljbE80djcvUGo1K2VIbXpkdm9tYk5takxiaDRhRzR0YXRXMUpsK1F0S1EwTURXVmxaQUFCbloyZjg4Y2NmNk5peG8wd2ZiWW0wdERSTW1qUUpKMCtleFByMTYyRnFhaXI4RFpQYjE1aGZiZ2NPSE1DRUNSTUt0Ty9HalJ0aGEyc0xzVmlNUjQ4ZXlkMm1WcTFhY250dloyVmxJVDA5SFNLUktNOXhDbnErQTlrWlJKY3ZYeGJlRTBYZXZYdUh5NWN2SzF3Zkd4dUxLMWV1WU9yVXFmbWVnekk4Mzcrdjg1MUtEd2JVaUlpb1NPVU1YT1V1NGFpSW82TWozTnpjVkI2alU2ZE93bjh2V3JSSTVvNWhOemMzbWVNVlZ2KzBuSFIxZFlWeUFWWldWckN5c2tKS1NncTB0TFNFdTZwZXZYcUZhOWV1d2NuSlNWaVducDZPakl3TTZPdnJGOXJjY3Y4SWpZK1BoNStmSDJiTW1JRXlaY29vM0M4eU1oTGEydHBZdVhLbHdydnFIajkrak9QSGp3UEl6aDZUMkwxN053RGcwcVZMTWlVYUl5TWpFUmtaS2JXc1FvVUtTZ05xWC9LK1Y2MWFGVldxVk1HSUVTUHd4eDkvWU1tU0pWQlhWNGVIaHdkV3IxNk52Lzc2QzcvLy9qdFNVMU14ZHV4WW5EaHhBaVltSnVqWHJ4OXUzTGlCc1dQSDRzV0xGK2pUcDQvQytSRVJFVkhwOHZUcFUzeisvQm4xNjllWFdlZnY3Ni93UXFDWGx4ZjY5Kzh2c3p3cUtrcnE4WVVMRnpCbXpCaEVSRVJJbFU5Njh1U0pWQW50d3JaNDhXS2NQMzhlbXpadFFsQlFFS1pQbjQ0R0RSb292RUhPMk5nWTI3WnR3NUFoUXpCbXpCanMyclVMTmpZMmFObXlaWjVqNVE0czVpeUpubHVOR2pYeVBKNmVucDV3c2YvZXZYdFlzbVFKUG43OGlObXpaeXZkNzlHalJ4ZzNiaHdxVjY0TU96czdsQ2xUQnVucDZYaisvTG5VZGlOSGprUm9hQ2hPbmp5SjFxMWJDOHYvK3VzdjFLOWZIeU5IamtSMGRMVFVQc3ArejdadDJ4YmR1blVUU3BsL2kvS2JlWkU3SXlZOFBGenFKcnljSkwvdmM1OHJFZzBhTkpCWmxweWNqS0NnSUF3YU5Bamx5cFdUV1I4WUdJanExYXVqYnQyNlNFcEtrbHFucjY4UERRME40VDJVdlArU3h6bzZPcWhhdGFxd3ZhYW1Kakl6TXlFU2lkQ2pSdzg0T0Rnb2ZDK2ZQSGtDQndjSDNMbHpCd0FVUG1lSnAwK2ZmbkVXa3lKbno1N04xL1k1ejlQMDlIU0ZOd1RrZDg1ZjYzelBmUnhWOXMwNXZyMjlQVmF1WENrc2w5eTQrZnZ2dnlNK1BoNm5UcDFDejU0OXBYcURGd1RQOSsvbmZQZno4ME9MRmkza0J2a2lJeU94YU5FaWJONjh1VkFDNS9UMU1hQkdSRVNGN3RTcFUvajA2WlB3V0pKYXIrb2RYam4vT0Myb2YvLzlWKzd5clZ1M1l1L2V2Vjk4L0lJeU56ZUhrNU9UVEY4dXNWZ3MvTGVibXh1OHZMeUtKT2duMGJGalIvajYrdUxNbVRQbzJyV3IzRzArZi82TWl4Y3ZvbVhMbGtyL1VGcStmTG5NWFlFdlg3N0V3WU1IMGJwMWE1bFNreVltSmhnNGNDQzJiTm55eGM5RDFmZTliTm15OFBmM3gvVHAwN0YxNjFaWVcxdmo0Y09IV0xwMEtkVFYxZUhvNkNqY3ZWbW1UQm40K3ZxaWE5ZXVpSTJOUlk4ZVBWQ2xTaFVjUDM0Y2pSczMvdUk1RXhFUlVjbDI2ZElsZlBqd1FiajU1OTI3ZHpoNThxU3d2a3VYTHNKLzU3NVFyU3dUTFhlMnYrUmlyYkd4c2RTNmhJU0VnazgrbnpadTNJaE5telpoOU9qUjZOT25EOXEzYjQvZmZ2c05RNFlNd1lFREIyQnViaTUzdnpadDJtRE9uRGx3ZFhYRnBVdVgwS1pOR3hnWkdlVjcvTnl2bjZlbkp3NGNPSUQ5Ky9lclZHWTdaM2JZbURGamtKeWNqT1hMbDBOTFMwdmhCZURZMkZnTUdUSUVSa1pHMkxObmozQnoyY09IRDlHNWMyZTUrOHlZTVVQdThvNGRPOG9zTXpjM3g4dVhML09jdTdlM3Q4SjFrb3ZSeWdJUUVqa3ZBT2ZXcDA4ZmJOcTBDV2xwYWZqNDhhUGNiVkpTVWdCQVllYVVvYUdoMGh2dzhxdFhyMTVTenk5bkFOcmYzeC9BLzUwclc3ZHVSWWNPSGFRcWJlU1U4L1hadFdzWGR1M2FKVHgrL2ZvMVhyOStqZkR3Y0loRUl0U3RXMWRtLzhPSEQ2TnAwNll5NTYza2NZTUdEYkJwMHlhWjlUblBpODJiTjJQOCtQSEMzM3Rpc1JnN2QrNkVtNXNiR2pWcWhLdFhyOG9OektTbHBXSE9uRGs0Y2VJRTVzMmJWMmpCTkVCNWtGZFZPZCtud01EQVBGc0V5UE8xem5mSmNjTER3ekYvL255Y09uVktwaXhnVHFkT25ZS0xpNHV3WDg2eFJDSVJkdTdjaWM2ZE82TnExYXE0ZE9rU25KeWMwS0pGQzZVQnRjVEVST2pyNjhQS3lvcm51eEtsL1h3SHNvUG5VNmRPeGJoeDQ3Qmd3UUtaY1UxTVRQRHc0VU1NSFRvVSsvZnZML1orZ1pRM0J0U0lpS2pRVFpvMFNhb2tqU1F3TkcvZXZBSWZjLzc4K2ZEeThnS1FYYzg4cDV5WmI1STdneTB0TFFGa0Ixak9uVHNuakYyaFFvVUN6MEVWd2NIQkdEbHlwUERZM3Q0ZW5wNmVDcmVYQko0SzBzdzI1MnVpaUtwQnVTNWR1a0JYVnhjQkFRRUtBMnFuVHAxQ1dsb2FldlRvb2ZBNDkrN2RRMkJnb016eTFhdFhReVFTNFgvLys1OUs4NUVvelBkZFEwTURxMWV2aHAyZEhabzJiWXFXTFZ1aVlzV0tNRGMzeDZkUG4rRHM3SXhQbno1aDc5NjkrUG5ubndFQUZTdFd4UDc5KzlHb1VhT3Yrb2NGRVJFUmxWeno1OC9IelpzM2hjZHo1c3lSV3AvemQyOStMbFFydWxncTd5NzhvaURKSk9qZXZUdGNYVjBCWlAvZTJyTm5EL3IwNlFNYkd4djQrdm9xbk4rNGNlTlFwMDRkdEduVFJpWkxTNTVhdFdySkxNdjUrcjE3OXc0aElTR3dzYkZCMDZaTmhlWHA2ZW00ZS9jdWZ2enh4enlEZHBNblQ4YXJWNi9nNGVHQkgzNzRBY09IRDVkYUh4c2Jpd0VEQmtBa0VpRXdNRkRxTjJPREJnMitTcG5OcDArZklqTXpFd0RnNit1TFBYdjJLTzFsYkc5dmoxcTFhc0hGeFVWbW5hTE1vbWZQbnNIZTNoNWlzUmhObXpaVjJPTlBFaER3OWZXVmU2RTNwMTkrK1VYdWNsZFgxenl6cXdyTGdnVUxzSGJ0V29VWDJBSGd6ei8vbFBwN0pTUWtSUGg3Yk5PbVRUQTJOa1pnWUtEVTMxOXhjWEVZTUdDQUVJU1J2Ty9SMGRGbzE2NmQxT2RBOHRrK2UvWXNFaE1UWVdOamc0Q0FBS25QanVUdmxPdlhyMlBldkhtNGZ2MDZIQndjTUhQbVRFUkdSc3IwRWJ0OCtUS2NuWjJSbVptSm9LQ2dBcFU3ekM5VnpsRUFxRnk1c3NySGZQTGtpZHlnc2tUT0tpbXZYNy8rYXVlNzVEajM3dDBEa1AzZG9pd2dlZnYyYmFuOWNqcHk1QWhldm55Sk5XdldLTndmeU02aVdyOStQVzdjdUlFYk4yN2crZlBudUhyMUt2NzU1eCtlNzEvSnQzYStTMnpldkJtYW1wb1lOMjZjM0RsWHIxNGRPM2Jzd0lBQkF6QnExQ2pzM2J0WGFjOC9LbjRNcUJFUlVhRUxEZzVHWm1ZbVBEdzhaSUlycjE2OWtpbWRrbE9MRmkzazloMnd0YlZWcVEvYmt5ZFBwQjZmUFhzV2E5ZXUvYUpnWG43VXExY1BNMmZPQkFDc1dMRWl6KzB6TWpLZ3BxYjJSWTJFYzJlN0FjQ3hZOGR3OGVKRmxZOWhhR2lJZnYzNklUQXdFTEd4c1ZJOUlTUjI3dHdKYlcxdHVTV0xnT3k3TDUyZG5hR3VybzRtVFpyZ3lwVXJBTEovc1ByNCtLQlJvMGJvM3IyN3luTUNpdVo5MTlYVmhZMk5EWHIzN28yeFk4Zml5cFVyY0hCd1FNV0tGZUhyNjR1b3FDaFlXRmdJQVVVSEJ3YzRPenRqeElnUitlcVJRVVJFUkYvTzJOZ1lIVHAwUUdabXB0elNpNFVoT0RnWUlwRUk5dmIyS0ZPbWpKQlZ2MjNiTm16WXNLSEF4ODE5c2ZUS2xTdHdkbmJHNGNPSHBUSW1uajkvRGpzN3V3S1BrNWVVbEJSTW16WU5CdzRjUUs5ZXZiQmh3d2FwaTQ4Ly9mUVRBZ01ETVdUSUVQVHExUXZ6NTgvSHFGR2paSG9scWFtcDRkZGZmd1dnUEROUElxOEwraXRYcmtSS1Nvck1SY21ZbUJoMDY5WU51M2J0a3NvT1ZHVEpraVZJVDArWEc2VEl5c3FDdWJrNVZxeFlnZXJWcTh1c1Y5WXZDc2krTUNydlF1aVJJMGN3ZS9aczNMeDVVNnI4WExkdTNiQjU4MmFJeFdLNXYzR1RrcEx3NHNVTGpCNDlXdTdGZmtVQjJ4VXJWcUJDaFFxSWpZM0ZxMWV2a0pDUWdCWXRXaWljdDhUOSsvZGxsdjMxMTEvdzh2SjgzUGJ0QUFBZ0FFbEVRVlNTdTA1ZWxrZEpVNlZLRmFuZ3dJMGJOd0JrLzAzaTYrc0xSMGRIbWVjaHViQ2VuNHZhdFd2WFJrWkdCZ0NnZlBueXFGMjdOa1Fpa2RTNUV4QVFnRGR2M21EdjNyM28wS0VERGh3NEFFZEhSMnpjdUJFMk5qYUlpNHZEOHVYTEVSQVFnT0hEaDJQT25EbUZXdlpmSWpNelUrVStqam16ZnZKaWJtNHVOd2dVRXhPRHdZTUhZODJhTlFyN1RYMnQ4eDNJTHVHcUxFTk5VYTh2a1VpRVZhdFdBY2d1ejVqVGdRTUg4UExsUzF5OWVoVUFzR2ZQSGpSczJCQ05HemRHeFlvVnNYWHJWdWpxNmtvRklIbStGNzZTZEw0RDJkZTc5dXpaZzJIRGhpbTltYnQ1OCtaWXQyNGRKa3lZQUNjbkozaDVlY250UDBnbEF3TnFSRVJVNkNRL0Z1WDFUTnUzYng4V0xWcWtjTitYTDEvSy9TT2lhZE9tVW5lcUFjQWZmL3lCVzdkdTRmejU4OEl5WmNmT3J3RURCc2hkTHFtcExrL2R1blV4YTlZc0FLb0YxRDU5K2dSZFhkMkNUZkQvazlldkl5NHVMbDhCTlNENzdpNC9QeitzWExrU3ExZXZsbHAzNDhZTm5EeDVFa09IRG9XWm1abmMvZmZ1M1lzTEZ5N2dmLy83SDVLU2tvU0FXb1VLRmZEMzMzL0R5TWdvM3dHb3duemZZMkppc0d6Wk11emR1eGZseXBWRHVYTGxzSHIxYWl4ZnZoejI5dlpDWDdXR0RSdENTMHNMOXZiMjhQSHhRZTNhdFRGbHloVDQrUGhnN2RxMUxQdElSRVJVaEN3c0xCQWVIbzZFaEFTa3A2Y1h5Wmk2dXJvUWlVUzRlZk1tbkoyZGhkK3FzYkd4S3ZmcWtTZjN4ZEpYcjE0QnlPNUJtN3NjWkdHNWVQRWluSjJkOGVUSkUweWNPQkZ6NTg0VmZxODFiOTRjdHJhMm1EdDNMbjcrK1djY1BYb1VZOGFNd2R5NWMrSHY3NC9aczJmRDJ0b2E1dWJtRUlsRUFQNnZETnlYWm5aZHZud1pQajQrNk5HalI0RitheVVsSlVtVk1KTlVTWWlPamhaNjNrZ0Nlb3NYTDBaR1JvYnd1SHo1OGtJUE8yWDlvb0Rzb0dqdDJyVmxNaHMrZmZxRXQyL2Z5bXpmckZrem1KcWFJaVFrQkpNblQ1WlpmK3JVS1loRUlxbGV3WGs1ZGVvVXdzTENNRzNhTkN4YXRBaFRwMDdGbkRsemNPellzVHh2MnBPWDhTUEo3Q2xJeWM2Q3lubHozTnUzYi9Ia3lST0ZGVHdLZXRIWng4Y0hPam82Y0hCd2tGa255U2pTMXRiRzY5ZXZoVEo0dVhzcTVhYWxwWVd5WmNzaVBqNGVkZXZXUmMrZVBlSGs1Q1QwMFhaeGNjSGN1WE9ocDZjSElQdG13WHYzN3NIUjBSRmhZV0hZdjM4L0xDMHRFUklTSXRWN3ZMQnBhbXArbGV6TDNMUzB0T1FHZ1NUdlplWEtsZVd1LzlMelBiZjhuRDg1N2RtelIzaXZQMy8rakFFREJnalpiQUVCQVdqUm9nWEdqaDJMYWRPbVljbVNKVUxHM2ZIang3RjE2MWFaQ2lZODMrVXJyZWM3a0YyWlIwTkRRKzc3blp1dHJTM3UzcjBMVDA5UFZLMWFWYmlPUkNVUEEycEVSRlFpNU81MUZSZ1lpUFhyMStlNTM0SUZDMkJwYVltK2ZmdXFORTdPM21UNWRlclVxUUx2cTh6Rml4Zmg3dTRPQUxoMTZ4WUFDSStCN0Q4b2lrUGR1blV4ZE9oUTdOeTVFNE1HRFJJYXlZdEVJa3lmUGgzYTJ0b0srMFVBMmVVUWE5ZXVqYmx6NXdwWmVoS1NQbm9GOVRYZmQ1RkloRm16WnNISHh3ZWZQMytHblowZDNOemNZRzl2ajRpSUNHaG9hT0RBZ1FQdzlmV1Z1bEFYRXhPRDdkdTNJekF3RUo2ZW5uQnpjME9uVHAwd2I5NDhsWDR3RXhFUjBiY3JLaW9LS1NrcFVyMSs3OXk1STVTRkxvaUNsbnlNaUloQWFHaG9nY2VWeU16TXhQYnQyMUcyYkZsNGUzdkxWQko0K2ZLbFZQKzJTcFVxSVRnNEdHdlhyc1ZmZi8yRklVT0dZTk9tVFRoOStqVEVZckZNNEVseTBWSWVaUmQrazVPVDRlVGtCTEZZak5telp4Zm91UjA0Y0VEbTkyaHVpZ0psQ3hZc0VIcnBTdXpZc1VQcW9pbWdXbitqM0RRMU5URmd3QUQ0K3ZyaWYvLzduOHpyNE9mbkIwdExTOVNzV1ZPbDQ3MS8veDdUcGsyRGs1T1RjTk9icERleHA2Y25wa3laa3U4NUZvU0hod2M4UFA0ZmUyY2VWdFAyLy9IMzBTUkRLV1RxeXBCTVhSZUYxSTNNa2FRdTRyb2xEVGNVaWtoUkdpZ2xDa1dFTk1pY0lnbTVSWVlHSVg1bXBZR0tRaXFWcHZQN28rZnM3OW1kc2NtNFhzL2pjZmJlYTYrOTl0NW5uZlplNy9WNWYzWndyUGYzOXhkb1VROEE2dXJxMUdkWFYxZTR1cnBDU2txS3NoNEZRRVdITk5mWlkrM2F0ZERWMWNXZVBYdWdxYWxKdS8vc0ErenIxNi9uNkYvc1pSdEhZUFh1M1JzRkJRVklTVWxCUmtZR0xiK1NtSmdZRlFYRFpES1JuSnlNdkx3OFZGZFg0OW16WjlpeFl3ZlMwOU1SRlJXRm9VT0h0c2kxcERuVTFOUWdKeWVINTNaK0ZyWnYzNzZsaEFmMmlLOTM3OTdCMTljWG16ZHZGbXJpYUd2MDk4WmtaMmZ6dFh5TWlvcmk2T052Mzc3RmxpMWJNSERnUUdSbVprSkNRZ0o2ZW5yUTF0YkdsaTFiRUI0ZWp2Nzkrd01BUno1R1Z2NzR4dWRMK2p0M2Z0YisvdWpSSXh3N2RnelcxdFpDcHhxeHQ3Zkg0OGVQc1d2WExvd2VQUnJUcDA5djhya1MyaDRpcUJFSUJBTGh1NENWNjRwRmNuS3l3SDNldkhrRGYzOS9yRm16aGtOWWlZMk54WkVqUnppUzhwYVZsVFU3b2JPdytjZWF5dTNidDJuUlZVQ0RGYzMzZ0t1ckt5NWR1Z1J6YzNOY3ZYb1Zjbkp5OFBUMFJGcGFHalp1M0lpK2ZmdnkzSGZTcEVtMFJPNHNHdWVWNDhhcFU2ZHc2dFFwanZVZlAzNXM5ZnN1SWlLQ3AwK2ZRbDVlSHI2K3Z0UUQ4L2p4NHlFcEtZbkJnd2VqYjkrKzZOV3JGN3AzNzQ2dVhidENXbG9hSGg0ZXVIejVNalp1M0lqVnExZERXVmtaUzVjdXBXYWNFZ2dFQW9GQStIbEpURXhFbHk1ZE1ITGtTQUFOZzMwUEhqeUFnWUZCayt0cTE2NGR4TVhGT1NadjhiSjh6TXZMb3oxTDNiMTdGNEdCZ2MwN0VUWjhmSHlncmEwTlQwOVBvUWYveE1URXNHN2RPaGdZR0NBME5CUzZ1cm84SFFnYVA1K3h3eTg2WnQyNmRjakt5Z0xRTUtCdlpXV0Z5TWhJam5LTjg2R3gxMnRzYk14MXV5QjRpV1FGQlFWQzU1d1NoS1dsSlk0Y09ZTHc4SERhZlUxUFQ4ZjE2OWVGdGhGbE1wbXd0clpHMTY1ZHNXelpNa1JIUndObytINTVlM3RqL3Z6NVVGZFhoNXFhV3F1MG14ZTg4anhwYW1waThlTEZXTFpzR1cxOVdGZ1l3c1BEYWV2eTh2SUFOSHhuZHUvZURYMTlmVEFZREpvenlLZFBud0JBNExOM1VWRVI3VjZ4SWdVWkRBWVVGUldSa1pHQmtKQVF4TWJHVW5uOFdJUDM0dUxpQ0FzTG85WFhxMWN2S2hJUjRJeGVVVkJRUUZaV0ZzNmVQUXROVFUwb0t5dFQyMnByYTVHV2xvYUxGeS9pd29VTGVQZnVIV2JNbUlISXlFaElTMHZEM053YzVlWGwyTE5uRDdLenMybjFpb2lJVUFKT1c1R1RrOE0zQXBOZlAzVjNkNGU3dXp2SCt0TFNVb1NIaDZObno1NUNUVHBzamY3ZW1PWllQdjczMzM4UUZ4ZUhsNWNYNVZSamJtNk8xTlJVZ2VkUVhsNE9TVWxKcnRGVXBMLy9HdjJkeVdUQzBkRVJYYnQyeGNxVksvbTJtWVdMaXd1NmR1MktnSUFBN04yN0YxcGFXa0x0OXoyZ3JLeU1kdTNhUVZSVWxJcm8vcGtoZ2hxQlFDQVFmbGlPSGowS0FGaTBhQkZ0L1pjdlgrRHM3SXpPblR0enpCSXVLQ2o0YXBZNXdzQXUwajE5K2hUang0L0h5cFVyYWJPeG5KeWNoSnJaeFlKbEQ4UU95N2FncWNqS3lpSXdNQkR6NTgvSC9QbnpZV0JnZ0IwN2RrQkRRNE9ydFNRN0RBYURxemY4NzcvL0RnOFBENTc3T1RvNll1VElrVml3WUFIWDdXMXgzLzM4L05DblR4L2FMTUtOR3pmU3lxeGF0UXBoWVdIVVBYTndjSUNrcENRMVMyN0tsQ2xJU0Vob2tkVVRnVUFnRUFpRUg0T0VoQVNNR2pXS0VvK3VYNytPcXFvcW9mTVFzVE5nd0FDdVVTRzhMQjhWRlJWcDVWZXVYQ24wZ0owZ21wdWJiZURBZ1VKWmJoOC9mcHcySVNzM054Y0xGeTdrV1g3bnpwMklpb3FDbkp3Y1pkbm83T3dNVzF0YnFnd3JINU9YbHhjdDBxRXRjWFIwYkxXNmV2ZnVEUXNMQzNoNmVtTHExS21RbDVkSFRVME43TzN0b2F5c0REMDlQYUhxMmJwMUsyN2R1c1hWNm0zY3VIRXdOVFdGdWJrNVltSmllRDZ2Y2hNSldWR0p3Z3FJL0tLWVpHUmtPTGF6SWxMWVlXOC9hNUMyTWF4QmVFSHZkajQrUGpUM0QzWkVSRVN3Zi85K3pKZ3hBOGJHeHJoNDhTS2twS1FvVndyV2hMeFhyMTVoM3J4NVZMNHNYbHk3ZGcxS1NrcUlqSXhFYm00dVltSml3R1F5d1dBdzhQTGxTK2pvNktDMHRCUy8vLzQ3TEN3c29LK3ZUdzJnNzl5NWt6b3V0ejRoSXlPRHg0OGY4ejErYTlGWW1HSlptUEtEWmU4S05Mak5XRnRiQTJqNFBoZ2FHc0xmM3g5R1JrWjg3MWRiOWZmbVdEN3E2T2hBVVZHUmE5b0tiakNaVEh6OCtCR2RPblZDU2tvS1R6R2U5UGRmbzcrSGg0Y2pOVFVWdTNmdlJxZE9uZmpXQXdDQmdZSFl2Mzgvek16TUlDVWw5Y1BaUGJxNXVVRmNYUHk3R210clM0aWdSaUFRQ0lRZmt1cnFhZ1FIQjJQaXhJblV6Q0lXRGc0T3lNdkx3NVVyVjNEMjdGbHFQWlBKeE4yN2QxdGt4ZE5XTUpsTWJOcTBDVUNEVFFNN216ZHY1aEIzK0NISUZxaXBUSjQ4R2U3dTd0aTRjU01lUEhnQUpTVWxoSWFHTnR0dVljQ0FBUnlXR3V3NE9qcGkwS0JCWE11MHhYMnZxcXBDUVVHQndMd0JoWVdGQUlBYk4yN3dMVmRRVU1DUnRKcEFJQkFJQkVMYmNQLytmZGpZMktDMnRoYkRoZzJqVFVwcVN6UTBOTEJ6NTA2NHVMakF5Y2tKeDQ4Zng1QWhRNFMyNm1JaGpFMGd2MmU3Z1FNSENudzIrWjdvMDZjUExjcUdsV3VORzlldlg4ZjI3ZHN4ZnZ4NEdCZ1lZTjI2ZFFBYTh2R3lSOUN4Y3UzMDZ0V0w3K0J1VVZFUlg5dkpwdEJhbG84czdPenNjT25TSlppWW1DQXlNaEtiTjIvRzgrZlBFUnNiSzFUTzRlRGdZQVFFQkdEUG5qMFlQSGd3MXpJT0RnNUlTVW5Cb2tXTGNPYk1HZlR1M1p1akREL1JSQml4K1B6NTg3QzJ0c2IxNjllaG9LQWdzRHpRWUNXcW9hRUJmMzkvNk9ycUNyVVAwSkRUR1dnUWJ4UVZGWGtPNUhwNWVkR2ltVUpEUTJuMm4xMjZkTUgrL2Z1aHE2c0xHeHNiSEQ1OG1CYXhBalM0WGJCeTdRSC95NjBrS2lwS2ZZZmQzTnlRbnA2T1pjdVdZZmZ1M1ZpNGNDRkdqeDZONWN1WFExVlZGV1ptWnRpOWV6ZVVsWlhScDA4ZkFBM1JQYTZ1cnNqTHk0T3ZyeS9YQ0ZjZkh4L3MyTEVESzFhc0VQcmFmRy9ZMnRyaTVNbVQ4UGYzaDdPek05Y3lyZDNmMldtTzVhT1VsQlRHakJranRMREVZRENncWFtSjkrL2ZnOEZnOER4UGdQVDNYNkcvejVzM0Q1OC9mK1lZMitIR25qMTc0T0hoZ1prelp6WXJGenpoNjBNRU5RS0JRQ0I4TTFnUExnQ0Vudm5GSWlJaUFvV0ZoYlRJTFdscGFlVG01dUxwMDZmWXRtMGJSb3dZUVJOVy92dnZQN3g5KzdaWlZqeHRTWDE5UGV6czdIRDE2bFVzV3JTSUl3RzFxS2hvazhTci9mdjN0MnI3bmo1OVNsbElBQTJDMGRteloyRmlZc0l6V1hCYjBSYjMvZDI3ZDAxNm1CZW1iRnZaZ3hJSUJBS0JRS0JUVWxLQ2E5ZXVBV2g0cHZwYTJOblpZY2lRSVZpNWNpWHUzcjJMOVBSMGJObXlwY24xY0xQTGV2SGlCVmF1WEluZmZ2c05UNTgreFlBQkF5QW5KNGR0MjdaeFBIdnhzekg3MFJrelpneDBkWFd4WThjT3hNYkd0cmcrZlgxOVpHWm10a0xMV3RmeUVXakl0WFRvMENIbzZ1cENRME1EeGNYRjhQWDFwZGtGOHVMNDhlUFl1SEVqckt5c0tHczZia2hJU0NBME5CU3paczJDbnA0ZWpoNDlDaVVsSlFDQW5Kd2NSbzhlalFzWExuRHN4eEowdUUwKzA5SFJnWnljSExWY1YxZUg2dXJxSnZWRkpwT0o2dXBxdnVJcUMwVkZSU3hkdWhRQWNQSGlSV3FpbjRXRkJXUmxaUkVVRkVUWnNEYUZrU05Id3RuWkdSMDZkQUNUeWFSeVlMRkVtT0xpWXRyN0tpdVNVMTVlbm9xZXlzaklRSEJ3TUdYZFAyTEVDQURBczJmUHFPczhZOFlNQUEwNXNuZnUzSW5FeEVSb2Eyc2pMQ3dNWGJ0MnBiWHB5NWN2V0w5K1BVNmZQZzFYVjFmOCsrKy9UVDZ2NzRVK2ZmcGd4NDRkVUZWVjVWbW10ZnA3ZVhrNU5SR1M5Yit3bG8vc2ZWcFlzWTZkdUxnNFZGUlVvRnUzYmlnc0xNVG16WnV4ZXZWcUR2R0g5UGVmdjc5TFMwdHoyRjJ5azUyZGpacWFHcXhjdVJLblQ1L0duRGx6RUJBUThOWEhWd2pOZ3docUJBS0JRUGpxMU5YVllkdTJiZFRNUEFBOExRQjVQZmdxS3l2RDB0S1NadC9RcjE4L1ZGWld3dHpjSEphV2xnQUFiVzF0eU1uSm9ieThuRXBxdkcvZlBoUVZGY0hkM1ozYTN0YVVsNWR6WForZm53OHJLeXNrSmlaQ1ZWV1ZwejJCTUtpb3FNREl5SWluVldKVGVmWHFGWHg5ZlJFUkVZRzZ1anFZbUpoZzNMaHgyTEJoQSt6czdMQjM3MTVZVzF2RDBORHdxK1VOYTR2NzNyTm5UMXkvZmwzZ3NiMjl2UkVURXlOVVdRS0JRQ0FRQ0Q4L3MyZlBSdmZ1M2FHdnJ3OG1rOW1zZ2IzR2c3YlhybDNEbWpWck1ISGlSUHp6enovNCsrKy9jZURBQVN4ZHVoU2VucDd3OC9QN29mT1RzR2I2ODFwbVIxSlNFZ2NPSEdpMVkxKzVjcVhKb2l1dlFmWFd0SHhrSVNvcUNubDVlVHgrL0JoU1VsSkNSYnlGaElUQXdjRUI4K2JOZzZXbEpVMFFZSWtFbVptWnRFSGFpSWdJeko4L0g3cTZ1dkQxOWFVRzNJVzFtbU9IMjRCOGEvUHc0VU04ZlBnUWx5NWR3b2tUSitEaDRZRTdkKzVRMFYzc2tVQ3paOC9HbFN0WFVGNWVqaUZEaGpUcE9CWVdGdFRueXNwS2lJdUxVOUZDV1ZsWnFLcXFRbVZsSlFEUWNpcXRYNzhldXJxNlZONmo4K2ZQWS9iczJkaTJiUnNHRHg2TXpNeE15bGtqUHo4ZjV1Ym11SGZ2SG9ZTkc0Wmp4NDVCUzBzTElTRWhPSFRvRUtLam95RWpJME5GM3VibjV5TTRPQmpUcDA5djBUVnNLaTJKdHVTRm9FaWQxdXJ2aVltSnRIc0pDRy81eUI2VkpjaTloQnZ5OHZMVTU5VFVWQnc0Y0FELy9QTVAxMmdxMHQrNTh6UDFkMzdjdVhNSDY5ZXZ4NnRYcjdCNjlXcXNYNzllcU9oRXd2Y0JFZFFJQkFLQjhOVmdSYVRwNk9nZ0pTVUZ2cjYra0pHUjRXbnZ4dzlWVlZWcWhsdHBhU2xzYlcwUkdSa0pNek16ZUh0N1UrWEdqUnNIQlFVRjZPdnI0OFdMRi9EeThzTG56NS9oNWVXRnVMZzRPRGc0VUNKTVcvSHUzVHZxQmVMaXhZdDQ4dVFKaGc0ZGlxcXFLc3ljT1JPNXVibVlOV3NXRGh3NDBDSmhhdTdjdVpnN2QyNkwybHBYVjRmLy92c1BSNDRjUVZ4Y0hPcnI2ekZ5NUVoNGVIaGcvUGp4QUJvc0lGMWRYWEg4K0hHc1diTUd6czdPME5QVGc3NitQalExTmR0MHBuUmIzSGR4Y1hHT3FFQnVzR2FwQ1ZPVzhIWEl5c3JpYWEyVmxKU0U4ZVBITjl1YTlIdWlycTZ1VldZck1wbE0xTlhWL1JUWGhNQ2Zzckl5ZE83Y21XTjlkWFUxR0F3R3hNVEV2a0dydmoyMXRiVmY1ZnRmVlZXRmtwSVM5T3paczgyUFJmaTIxTlRVSUNnb0NLS2lvdWpUcHcvKyt1c3YrUGo0MEtMaWhiVVkvUHo1TTdadjM0NERCdzVneVpJbDJMSmxDMjdldkFtZ1lYRDc3Tm16K1B2dnZ6Rng0a1E0T1RsaDd0eTVQOHp2ZVdscEtZcUtpZ0EwUDBkYmF5QXBLZGxxZFFteWZCUVJFVUgzN3QyRnFxdWdvQUFCQVFFSURRMUZseTVkc0czYk5odzZkQWdMRnk3RXhJa1RzV0xGQ21ocWFvTEJZTkQyeThuSmdadWJHK2JNbVFOZlgxKzR1cm9pS0NpSW8zNHRMUzJPNDUwN2R3NExGeTdFZ3djUE1HdldMQ0hQK3V2dzVjc1hYTHQyallwUzJyOS9QN3AwNlFJZEhSMTA2dFFKSHo1OHdNcVZLekZvMENBc1diS0V3MXJ2M0xsemVQcjBLYTVjdWRMc05ueisvSm4yZmNuSXlFQlZWUlg4L1B3NHlyTGVRZno5L2JGanh3NkVob1pDVFUwTkJnWUcrT3V2djlDK2ZYc3ExMWZ2M3IyaHFxb0thMnRyekp3NWs3cW5jK2JNUVZCUUVKWXNXWUtCQXdmaTVNbVRVRk5UUTNoNE9FMmtFWVlwVTZaQVVsSVNNVEV4elQxOXJwR3pnckMydHFieXBuMUxacytlelNHR0ZSY1g0K0RCZzdDMXRhVlpQMTY4ZUJHNXVia3dORFJzMFVRRmUzdDdqbmZFdkx3OGlJaUljRmdoa3Y1TzUyZnU3OXg0OU9nUmZIeDhFQmNYaDE2OWVpRXNMS3haT2Y1WXRFWi9idzJjblozeCtQRmppSXFLd3MvUHIxa1RqSDRrZm95bkx3S0JRQ0Q4OE5UVTFPRFdyVnNBZ09mUG4rUElrU1BVcktnbFM1WndsQzhxS29LNHVEZ2tKU1VoSmlhRzVPUmtBUFFYNGZyNmVrUkVSTURkM1IwZlAzN0VsaTFiWUdWbFJXMnZxcXBDY0hBd3ZMeTg4T25USnpnNE9GQldHVG82T3JDeXNzTEdqUnR4OHVSSjdObXpwMDJFa3B5Y0hPanI2eU0zTnhjN2QrNUVRRUFBSmsyYUJFdExTK2pyNjJQbnpwMG9MQ3prT2JqQVpESlJVMU5EL1d2WHJoMmtwS1NhM0k2cXFpcVVscFpDU2tvS0VoSVNWSlJWKy9idEFRQzNiOTlHWkdRa29xT2pxUUVQVlZWVjJOcmFjangweThuSklTQWdBRFkyTnZEMTljV1pNMmR3OU9oUkhEMTZGSjA3ZDRhMnRqYjI3dDNiWm9NOFA4SjlKN1E5YVdscEdEdDJMT0xqNHpsZVF0TFMwcWgrRmhBUTBLUjZLeW9xTUd2V0xPVGs1Q0F1TG81blhvS3ZoWWVIQjhMQ3duRHYzajJxdnphWG8wZVB3c2pJQ0RVMU5TM3FueTR1TG5CMWRRV1R5UlJZOXRTcFU1ZzBhUks2ZGV2VzdPT3hrNUtTZ3JWcjE4TGIyNXZqWmJXMHRCU1RKazJDbzZNai92cnJyNi9TSHFEQkdzZlUxTFJGU2JoalkyUHg3Ny8vSWprNXVja0RaNDA1Y3VRSVBEdzhrSnljek5FbVoyZG5SRVJFSURFeGthc1kvZTdkT3p4Ly9weHZIc2pBd0VEazVPVEEwOU96Mlcyc3JhMUZaV1VsS2lzclVWRlJnZkx5Y3BTVmxhRzB0QlFqUm94QXIxNjlVRkZSd1RkeVJSallaeXNuSnlkai9QanhlUFhxRmZyMTY4ZTFQSVBCUUZCUUVNek56Zm5XKy9UcFV3d2RPcFJuSHpoOStqU01qSXlFNmlOcjFxeUJrcElTek16TWZsbWg4MGZsdzRjUFdMWnNHWktUazdGdjN6NU1tREFCMXRiV3NMS3lRbDVlSGlXby92YmJiM3pycWFtcHdjbVRKN0Y5KzNaVVZsWml6NTQ5WEgvRCt2VHBnd3NYTHNEUjBSRXJWNjZFbDVjWC92NzdiMHlmUHIzVjgrZTJCaXdoTVRZMkZpNHVMckN5c3NMQWdRTVJFUkdCdm4zN05ydmVvcUlpZlByMGliYnV6WnMzQUhqYk1EYkh1cTJsOU8vZkh3OGVQS0NXRzl1YjFkWFY0Y2FOR3poMjdCaGlZMlBCWURCZ1ltS0N0V3ZYUWxwYUdvc1dMVUpnWUNBQ0FnSmdhR2lJZnYzNlFWOWZIem82T3RUOVZsQlF3T1hMbDlHdlh6K0lpSWpBemMyTmxrUHd6Smt6c0xhMlJsNWVIc2ZmL2I1OSt5SStQdjZydVV3MGhhU2tKQ3hac2dTZE9uWEN2SG56cUVsN1ltSml5TTNOaGJHeE1UNSsvSWlvcUNpdUUvbUtpNHRwK2FMczdlMXBPWlNFNGZYcjE1Q1dsZ2JRY0s4U0V4T3hhZE1tQkFZRzh0eG45T2pST0hEZ0FDVm9SRWRISXpFeEVRb0tDclRuanNaNUh1dnI2L0hnd1FQMDdOa1ROMi9leEpzM2I3Qjc5MjRZR0Jod2lDcUNLQ3NydzlPblQ1dVVmNXNkMXZlaU9YM0d5Y21KaXFTN2ZQa3kzTjNkZVpabFRiUVZGSkhUMHY1ZVhGeU1vS0FnSEQ1OEdFd21FK3JxNnBnd1lRSzEvYi8vL3NPeFk4Zmc2ZWtKQXdNRG1KbVpDZnc5WmJYNXk1Y3YxRG9iR3h1T2NrK2VQTUdBQVFNZ0xpNU8ranNmZnZiK0RqUUlkcGN1WFVKNGVEaHUzNzROQ1FrSnJGaXhBalkyTmx3bndBbExTL3Q3YS9KLy8vZC91SDM3Tm9BR0srNmZIU0tvRVFnRUF1R3JVRlpXaGsrZlBtSGN1SEVJRGc0V2FHbXdZY01HUkVaR2NxeG5QYVFuSmlaaXpabzFlUFhxRllZT0hZcUlpQWlvcUtoUTVjNmVQUXQ3ZTNzVUZSV2hiOSsrT0hqd0lLWk9uVXB0VjFKU1FseGNIRHc5UGVIcjZ3c2RIUjFrWkdRME9aZWJJSjQrZllwWHIxNWgxNjVkTURZMmhvNk9EdGF0VzRjOWUvWmc5KzdkQUJyc0hsaGUzT3d2VFhWMWRSd3YzNXMzYitiNndDNklOMi9lY0hqV014Z015c2YvNWN1WE9IandJTnEzYnc5RFEwT1ltNXZ6OWJnSGdFR0RCbUh2M3Ixd2NYRkJSRVFFd3NQRGtabVpDVzF0N1RZVDAzNlUrMDVvZTd5OXZmSEhIMzlnOHVUSkhOdkdqQmtEYjI5dmVIdDd3OG5KU2Vnb2ticTZPaXhldkJqSnljbm8wS0VEVnExYWhaaVlHTDZEM051MmJXdjJPZnorKysvUTBkSGhXMFpOVFEwYk4yNkV0N2MzMytUbTN5T3N3ZWFCQXdjaUlTRUJIVHQyeE1HREJ6bHNlSGdSSEJ3TUV4TVRqblhwNmVrWU5HZ1FSL2tMRnk3Zzd0MjdQTzkzVzdRSEFOYXRXNGZaczJkVDRwVXdnMSsrdnI2MDMvTE16RXk4ZWZPbVZZUytCUXNXd052Ykc2R2hvYlJqcEtXbHdjZkhCNnRXcmVJWjJlbmg0WUhEaHcvajVzMmIxR1NENHVKaVdwbTNiOTlpMjdadDBORFFnSnFhR20wYnEvMGZQMzZFcXFvcWFtdHJVVnRiaTVxYUdsUlhWNk82dWhwZnZuemhzRnhqTUJqbzBLRURPblhxQkY5Zlh5eGF0QWlwcWFtWU5HbFNpNjZGTUlMV25EbHo0T1RraERGanhnaFZYMU1ITi9teGE5Y3UrUHI2UWx0YkcrYm01a0xYdlhIanhtYmw2aUswSG5GeGNkaXdZUU9xcXFvUUZoYUdpUk1uQW1qNG5kaTllemQwZEhTUW5wNE9BTlNFTWhic2t3RUtDd3N4YytaTUZCWVdZczZjT1hCMWRlWDdONnRUcDA3WXZYczNEQTBONGVYbEJXOXZiMXk1Y2dXUmtaRXRublRSMnJETys4cVZLMWkxYWhWTVRVMjU1cE41Ky9ZdEtpb3EwTEZqUitUazVBQUEzMEhmN2R1M0l5d3NqT3MyWG9Pb0JRVUZHRFpzV0p2a3VDMHBLY0dYTDErb0FVVDJaK0JyMTY1UnZ4c25UNTZrQm16ZDNkMXg2dFFwRkJVVlFVcEtDcWFtcHJDMHRLUzlING1MaTJQVnFsVXdNVEhCa1NOSGNPVElFZmo2K3NMWDF4ZGp4b3pCMmJObklTSWlJcFMxR0MvYWNuQ2RWNFNHdjc4L0xSY3lONlpNbVlLUWtCQk1uRGlSaWlhcXI2L0gwYU5INGVibUJrbEpTWnc4ZVpLYU5DRWxKWVc0dURob2EydWpzTEFRNmVucE1EVTFwZXF6czdPajJkdEZSMGZUYlBZakl5TVJIeDhQYlcxdERCdzRFSVdGaFFnT0RxYmNPV0ppWXZEeDQwZk1uVHNYbXBxYStPZWZmN0I2OVdvcTk3V1VsQlJFUkVRbzhUd25Kd2YxOWZXb3I2K0hnb0lDYW1wcThQanhZd3diTm93NlptRmhJVkpTVXBDVWxJVExseStqcUtnSWd3WU5nbytQRCtiUG45OXN4NC8wOUhUVTE5ZGo1c3laemRwZlhGeWNxNkJVVkZTRXRMUTBTRXRMVS8yMFU2ZE90REk5ZXZTZ3hLeU1qQXphdHBxYUdnUUVCRUJXVmhidDI3ZW5vcEVFUGFNM3Q3K25wYVVoUER3Y1VWRlJFQkVSd1pJbFMyQnRiYzJScDI3Nzl1MndzYkhCa1NOSEVCNGVqbVBIamtGRFF3UFcxdFlja1Y0cyt2ZnZEMUZSVWZqNysyUEZpaFVjOTRvbGtFWkZSY0hNekl6MDkxKzB2MWRWVlNFNU9SazNiOTdFalJzM1VGMWREVmxaV1ZoYlc4UE16S3hWWEF4YTJ0OEp6WWNJYWdRQ2dVRDRLc2pLeWlJcUtncUtpb3BDemNBMk1UR0JrcElTNnVycXdHUXlJU29xQ2cwTkRXclcvQjkvL0lHdVhidkMwdElTcHFhbUhIVnFhbXBpeUpBaGNIQnd3T0xGaTdtK2xJaUlpR0RUcGsyWU1HRUMzcjU5MnlhaXlvd1pNN0IzNzE0c1dyUUlRRU4wVjBoSUNQTHo4NUdjbkl5Q2dnSlVWVldocHFhR0V0Q1lUQ1p0MEk3QllFQkVSQVNpb3FLMGFMNmxTNWZ5dFJOZ3AzLy8vdGk4ZVROcWEydFJWMWNIY1hGeGFHcHFVcUtaa1pFUmV2VG9BVFUxdFNaSHdNbkp5Y0hHeGdZMk5qWjQ4ZUlGMTRIdTF1SmIzdmR1M2JxaGYvLytyWEllaEphUmtaR0JNMmZPVURNOEFkNGlSbVB4L3NtVEoxdzk5bXRxYW1Ca1pJVG82R2hFUkVSQVhsNGUwNlpOZzdHeE1VSkNRbmdPYkxCeTlEV0hKVXVXQ0JUVUprK2VERDA5UFNweTlFZENWbFlXcDArZnhvd1pNL0RYWDMvaC9QbnptRDkvUHQvb0p4WkRodzdsV0ZkV1ZvYWpSNC9DeE1TRXE0MVdlSGc0Qmd3WWdPSERoM1BNakEyMkh1SUFBQ0FBU1VSQlZPemN1WE9ydG1ma3lKR0lpb3FpSXAzS3lzcW9ZejU1OG9RcWQrWEtGYXhkdXhiMzc5K256Y0x1MGFNSHJiNzgvSHhJU1VrMWVVYW50TFEwR0F3R1Z4c3pXMXRiYXJJR082d0JHblpZd3BPbnB5ZXVYcjBLZlgxOXBLV2xRVXhNaktkbG1hNnVMc2M2VmoweU1qTHc4ZkVCZzhHQXVMZzRKQ1FrcUgvNStmbVlPM2N1c3JPejBhRkRCK3BmNHo2c3BhWEZJWWlWbEpSQVJrWUdCUVVGMUVBRWc4SGcyYThGOGVMRkM1dy9meDVPVGs1Q2xROExDOFBPblR0eC9QaHgydnE4dkR4OC92eVpXbVpaVFQxOStwUldqcjJOZS9mdWhhMnRMZFRWMVhIcTFDbUlpb3JTdmp1cy9mWDE5WEh1M0RuYTM5YldqTEFrTkkrM2I5OWk2TkNoOFBIeG9lVUVidGV1SFUzSTNycDFLOGV6UTBSRUJEV3czck5uVDJ6ZXZCbDkrdlFSU3RSbG9hR2hnWFBuenVIUm8wZm8xcTNiZHllbUFRMkQ3U29xS3RpNWN5ZVVsSlI0bGt0TlRhV2NCSUNHS0F6MkNCSVdIVHQyaEx5OFBEVmhwcWxjdUhDQlk2S2FNTERuVk9KR2RIUTBObXpZQUtCaHNobDdsREhMUWgwQXhNVEVxTithRVNOR0lDMHREZmIyOXREWDErYzcwQzBsSllWVnExYkJ5c29LVjY5ZVJXUmtKRmF0V3RVcVZ0QnR3Wmd4WTdCdjM3NG03ZlArL1h0czJyU0pXbVl3R0J3NXc3eTl2YkZyMXk1TW1USUZPM2Z1cE9YQWRuQndnS2VuSjdadTNRb3hNVEdvcUtqQXpNeU0ydDY5ZTNkYTFGTGp2MnU5ZS9mRzJiTm5jZmJzV1dyZDZOR2pxVGFscGFWaCt2VHA2TnExSzdwMjdZcUVoQVNFaG9iaTVNbVRjSGQzUjJscHFjQnpuRGR2SHZiczJZT05HemZpL1BuejFIUGRnQUVETUhmdVhPanI2MlBVcUZIQ1hDNitwS2FtWXNpUUlhMyt6bEpaV1VtN3BzT0hENmZlUThYRnhSRWRIVTBUZS9UMTlURjc5bXhLSUJFVEUwTklTQWdLQ3d1cFpYTnpjNTZSY0MzcDc0OGVQWUtlbmg1TnZPRG5JdENuVHg5czNMZ1JOalkyQ0E0T1JtQmdJUHo4L0hnS2FsMjdkb1dYbHhlMmI5K09NMmZPY0MwakpTV0Z1WFBuWXMyYU5iaDgrVExwNzJ6OEt2MjllL2Z1MkxkdkgrVGs1REJuemh6bzZPaGc4dVRKclpvZW82MzZPMEV3REtZdzAvWUlCQUtCMENKa1pHU29RYkxHczlLL1ozNkZVRzNDMTRFMWErdEh5Zlh4dmRBU0wvK2ZtVm16WnFHdXJnNlhMbDNDalJzMzBMVnJWd3diTmd5eHNiRjhYeWlHRGgzS2RlRDkvZnYzV0xCZ0FSSVNFbkRnd0FISzd1M1NwVXVZTzNjdXhvNGRpOGpJU0k1WnJVMmxxcW9LR3pac3dPN2R1eUVySzR2ZzRHRG82dXFpWDc5KzFHemY1c0o2cEc5cDlJeWhvU0dPSHorT2lvb0tuaStNUGo0KzJMRmpCODlrN1ZKU1VyVEJnaDA3ZG1EZHVuVzRldldxMEJGSERBYURGaEhHNzd5WVRDWmV2MzZOZnYzNjhSd3N2WDM3TmhWTjFWcnRZWDJYR3JlTi9mWEt3OE1EeDQ0ZHc4T0hEL25XYjJ4c3pITUdOaitDZzRPeFpNa1NQSHYyRENVbEpTZ3BLYUd1ZzdLeU1pNWR1a1JacXcwZE9wVFdSMWgycVF3R2c5WW5IajU4aURGanhzRFgxeGRHUmtibzNMbXpRTUdLM1FLUjlibWxzQ3lQV2RaT1FJT3Q1eDkvL0lIVTFGUnFnS1IvLy82SWo0L25tTFhkMk5hUlpmbW9wcVlHUjBkSEtxRzhzN016M3IxN0J4RVJFWUdXajg3T3praElTRUJRVUJETjhuSHExS200ZXZXcVVPZFVXMXVMOWV2WHc5ZlhGNU1tVFVKMGREUlB1NS83OSs5ajFLaFJlUGp3SVpTVmxRWFcvNnVTbUpoSTllWHg0OGR6ZFRqNFVTa3FLc0xObXplaG82UHowMXFDMXRiV29xU2toSnBNSmlzcks5QUc3bXVTbnA0T2VYbDVhaUpFZlgwOXpwMDdCelUxTmZUczJST1ZsWlVvS0NnQWc4R0F2THc4N1Q2Vmw1ZFRZbnVYTGwxb3VadStCcm01dVVoTFMydVdkU0E3NmVucHVIdjNydEFSM1cxQlRVME5rcE9UQlFxY2pjbkx5NE9NakF4SE5CVzMraXNySzFGZFhZMzI3ZHZUeW4vNDhBRkZSVVY4YmNEcjZ1cW85eDNXNUVqV1A2QkJkQklURTBOYVdocXVYTG1DNGNPSFExVlZsU2JJdHdhN2R1MkNuSndjTlpsVEVLV2xwY2pQenhkcVVrcFZWUldxcTZzQm9Ga3BDSUQvT2JDSWlvcTJhVCsvZWZNbXhvNGQyNnpmemNyS1NwU1VsRkNUOGo1Ky9JaVFrSkR2Zmd5SDlQZnZxNy9YMU5TZ3NMQ1FweXRFYTlEVS90NldHQmdZVUphUENRa0pQQVhwN3hsR0V6b09FZFFJQkFMaEswQUVOUUtCMEJ5SW9NYkp1WFBuTUcvZVBEeDQ4QUNLaW9vWU9uUW9sSlNVa0pPVGcvUG56L01WMUpTVmxUbktKQ1Frd05qWUdPL2Z2MGQ0ZURnTURBeG8rOXk0Y1FOejU4NkZoSVFFL1AzOW9hK3YzNngycDZlbnc4aklDRStlUE1IQ2hRdXhlL2R1U2hESXpNeWtja2tFQlFYaDRNR0RTRWxKNFZuWDdObXpNWGp3WU96WXNZTmF4eG9JYVJ3Und5SXJLd3V6Wjg4R2s4bUVtcG9hZ29PRHVaYVRrcEpDNzk2OTRlZm54elc2U1JnYS81MWpNcG1JaTR2RHpKa3plYmFQbmNHREI2TmR1M1ljQXBhRGd3UHQva1JHUnNMVDB4Tk1KaE5yMXF4QmVIZzRFaElTYUxONEN3b0tNSG55WktTbnAyUDA2Tkd0Mmg1MlFTMHBLWW1hRFNzcks0dXNyQ3dBRGZiRlg3NTg0WWdJYXp4d05YWHFWTlRXMWlJcUtrcGdlOWpwMEtFRE5kUFZ5c29LOGZIeHVIMzdOcVNrcENBbUpvWVhMMTVRN1dKdmMyQmdJSll2WDQ1VHAwNWgzcng1SFBWbVoyZWpYNzkrS0M4dlIrZk9uV25ueDQyWEwxOUNVMU1UVENZVGRYVjFmQ01xV1dWNUNiSXNldmJzMlNKeGp2MDFWMDFORGVibTVyQ3dzTURFaVJPUm5aMk5wMCtmWXU3Y3ViaDA2WkxBdXBLU2t2RG5uMzlpOXV6WnVIRGhBc2YyZS9mdTBaS3ZoNGVIODh5aGR2MzZkVXljT0JGTGx5NUZZR0FnNnV2cllXQmdBRWRIUjQ1b1NTS29DY2ZQTEtnUkNBUUNnVUFnZk8vOGFvSWFtU1pPSUJBSUJBS0JRUGdoS0NrcHdZb1ZLMkJ2Ync4bEpTWHMzYnNYQlFVRmlJK1BoNEtDQWw2L2ZvM1hyMS96M1ArLy8vNmpMRU9LaTR2aDZPaUlnd2NQUWtsSkNiR3hzVlRPS0hiKy9QTlAzTGx6QndzWExvU0JnUUZtelpxRlRaczJVVDc3Z3Fpb3FNRG16WnZoNStlSFBuMzZJQ1ltaHNQbWtUMnlSazlQRHp0MzdnU1R5ZVFxSkh6NjlBbloyZG13dHJibU9wdVkxd3hqSnljbjlPN2RHMi9ldk1IcjE2OVJYRndzbE5VaHQzd3oyN1p0ZzVlWEY5ZHQzQ3hVR1F3RzVlMHZqRGhTVmxiR2RYM2Z2bjFwdVIzdjNMa0RvRUUwTzNEZ0FPenQ3VG55ZnJDaUFkanRWVnFyUGV4MDY5YU5zaURrSmdLeExMOVlOQlphOHZQem9hS2kwaUlSM2MzTkRYRnhjYkN5c3VJYjdSWVRFd01yS3l1WW1wcHlGZE9BLzBWM3NkclpsQm5DSWlJaTFMV29yYTNsMlA3Ky9Yc0F2RzBMdVVVeXM5b2hqT1ZqNCt2UHlsT3pidDA2QU1ET25Uc3hkZXBVZUhwNklqNCtIc2VPSGFQRXNLRkRoOExkM1ozanVyQnlZaVFsSmNISHh3ZkRoZzNEckZtektJdkdwbGp0VEpnd0FlZlBuOGZzMmJNQk5FUzlYYnAwaVdaL1JHZ2FJMGVPUkVKQ0Fzckt5dG8wUnd5QlFDQVFDQVFDZ1VBRU5RS0JRQ0FRQ0lUdmtJY1BIellyMThlUHhNaVJJNXNrSUtTa3BPRE5temZ3OFBEQWxpMWJBRFRrSVZKUVVBQUFLamswTDFSVVZIRG56aDBFQndmRDF0WVdwYVdsME5QVFExUlVGRWFNR0NIdytOYlcxamgwNkJCaVkyUGg2dW9LWjJkbnZ1V1RrcEpnYkd5TTE2OWZ3OWJXRmk0dUxnSUhlOVhWMWRHdFd6ZEVSa1ppNDhhTkhOdGpZMk5SVjFlSFdiTm1DV3d2K3o1eGNYRndjWEdCblowZG5KMmRZVzF0alR0MzdnaTBZZVYyZjFpNWVnVGRPMUZSVWVvN0hCWVdobi8rK1lkcnhFNUwyYjkvUDlxM2I0L1ZxMWR6YkdORi9vbUxpN2RhZTU0L2Z3NEFlUFhxRmJXTy9YTlZWUlVBVHRFTTRDNjJBUTJDMnZUcDAxRmVYaTUwT3pwMjdBZ0dnMEh0SXlFaGdaQ1FFRWhLU2xJV1l4VVZGYlE2S3lvcW9LS2lBbWRuWjlqWTJGRGJPbmJzaUpDUUVDeGR1cFFxeTJReThlWExGd0FOVVpSTnRhd1JGRjNHeTRhcHBxYW1WZTJCSHp4NEFDa3BLY3BXUzFaV0ZoY3ZYc1NsUzVmUXUzZHZHQm9hMHF5UmV2YnN5VldZam9tSlFXbHBLZWJObTRmS3lrb0FEUUoyVEV3TXovUGtOdEdWeVdSU1l0cWRPM2ZnNWVVRkd4c2JxS3VyNDhpUkkxaTZkR21iOUpQNzkrLy9FczREbno1OXdxMWJ0NXE4bjdLeWNyTXR6QWdFQW9GQUlCQUl2dzVFVUNNUUNJVHZqT3JxYWhRVUZDQS9QNThheVBwV3NOc1hFUWlFcjR1RGd3TnUzcno1clp2UnBqVFZEa0pMU3d1SmlZbm8wcVVMTEMwdElTVWxoV1hMbGxIYkJVVVNzYXdBQnc0Y0NIbDVlZXpidHcvanhvMmo3UGtFTVhEZ1FLeGJ0dzVidG13UktxL0FpUk1ua0oyZGpRY1BIbkNOZnVPR3FLZ29qSXlNRUJRVUJIdDdldzVoNGZEaHd4ZzdkaXlVbEpTRXF1LzkrL2V3c0xEQXBrMmJxUHd2eHNiRzhQUHpnNGVIaDBCUnNDVThldlNJYTZRZHQ2Z2xGczBSVWpadjNvejU4K2ZEMDlNVFU2ZE94WlFwVXppT0pTRWgwV3J0WVltdjdLSW0rK2ZHZHBwYVdsb0lEUTJsY3BseG83eThITHQyN2NLdVhidDRsbWxNU1VrSnBLV2xlZWJmQW9BLy92aUR0cXlpb2tKOWRuRnhvVDQvZWZJRSt2cjZVRk5UdzltelorSG82QWlnSVk4RTBQQTlhcHlqakJ2Y2NxMDFGb2ZZODYyeDgvTGxTd3dhTklocnZZMkZLVlplRXhiOGhMdTB0RFNPNXhrVkZSVVlHQmpBek14TTZEd2pvcUtpVUZGUmdZS0NBczBxZE5La1NWU2tHamVxcXFvZ0ppWkdzeUlGR3U2Zm9hRWhmdi85ZDNoNmV2STlkbjUrUHBYZlEwUkVST0RrQVc3WTJOamcyclZyVGQ3dlYrSE1tVE5RVjFmLzFzMGdFQWdFQW9GQUlIem5FRUdOUUNBUXZnTnljM054NHNRSm5EbHpCcW1wcVcweU03azVjTFB6SWhBSWhHK0ZoSVFFSms2Y2lPM2J0eU16TXhNUEhqeWdEWVlMU2tETllzS0VDWGp3NEFHVkRGMllST3dzK3ZidGl3TUhEalNwM2NLS2FTeHNiVzJ4ZCs5ZUhEaHdBQ3RXcktEV0p5Y25JejQrSGhFUkVVTFZ3MlF5WVdSa0JEazVPYXhkdXhiSGp4OEgwREFnSHhnWWlLbFRwMEpMU3dzVEpreG9VdnVFaFZjeWIzNEo0dm45L1h2NzlpMU55SGo3OWkyQUJyRmx5SkFodUhQbkR2YnQyNGVVbEJUcTJLd0lOUWtKQ1NxU3NhWHRZVVdnQWY4VGdkaWpxaHJuWmJ0MjdSb3FLaXA0SGdOb3lBMVlYMS9QdHd5TFU2ZE9JU3dzakJMUzh2THloTnFQSHoxNzlvU29xQ2lrcGFWcFlsVk9UZzdFeE1UUXRXdFhBQTNQQlRJeU1uajI3Qm5rNU9RNFBuT2pzYlVqSzBxdzhYcCs1OCtLQUt5dHJZV3RyUzFOSUc1TVptWW1wazZkU2kwL2YvNmNKaVFDRGVLWXE2c3J0TFcxZVI2ek1kcmEyaHhXcjFldlhzWHg0OGV4YytkT25zSW1nOEdnNWQ4RGdDOWZ2bUR1M0xuSXlzckM5dTNiYVphazNKZ3hZd2IxdVd2WHJpZ3VMaGE2M1FRQ2dVQWdFQWdFUWx2aTd1Nk9pb29LZE83YytaZVltRThFTlFLQlFQaUd2SC8vSHU3dTd0aTdkeTgxNkVjZ0VBaEFnd2pUbXJabjN5UE55UmNWRXhPRGpSczM0dHk1YytqWXNTTlNVbEl3WXNRSW9mUG05T25UQjY5ZnYwYTdkdTFRVzF1TGx5OWZOdW40QXdjTzVDdkF0QWEvL2ZZYlZxOWVEVWRIUitqbzZFQkJRUUhWMWRWWXZudzVSbzBhQlVORFE2SHEyYkJoQXhJVEU1R1dsc2J4WGRMVTFJUzF0VFhtelp1SDI3ZHY4NHcrYWl3T0FhQUc4N2x0RTVaTGx5N1JMQVN6c3JKb29nRTNYRnhjYUZGVjdJaUlpT0RFaVJOUVZWWEZuRGx6a0pxYUNtbHBhU3JTbTVWTHJiWGFzM0RoUXVqcjY5T0VHaWFUU2JOK1pFZFFGRlJUTER5VGs1TWhKU1ZGQ2NMeTh2SUFHaUxjaFkyMlpDRklUTDUzN3g0VUZSV3BZN0g2ckpTVUZOZlAzR2dzL3JBaTFCcXY1eGFocHFpb2lMeThQT29jRHg0OGlNdVhMOFBEdzRQSzg5WVllWGw1bXNnWUVoS0N6NTgvNCtIRGg3UnlSa1pHZVBYcUZjZjN1TEN3a0dNZDZ6cEpTMHZqMGFOSE9IandJQUJnNnRTcFVGVlZ4ZVBIanluUmtSdnYzcjJqZm10NjkrNk4rZlBuVXprQWhTRTlQUjNEaGcwRElQaTd4SXVmZVhDanRyWVc1ZVhscUt1clE3dDI3ZEN4WThjbTF5RXRMZDBHTFNNUUNBUUNnVUQ0K1JrK2ZEakV4Y1VoS3l2N3JadnlWZmk1UjJrSUJBTGhPeVloSVFIejU4L0grL2Z2YWVzbEpDVFFwMDhmeU1uSkNSd0FKQkFJUHkrZW5wN05FcHgrWnQ2OGVZTUZDeFpBVEV3TUZoWVdlUDM2TllDR3ZGQ05MZGZLeXNvd2R1eFlCQVVGNGM4Ly82VFdzNHRoaFlXRmZLM2l1UEhpeFFzb0tpcTI0Q3lFdzhYRkJlZk9uY1BjdVhPUm1KZ0lXMXRiUEg3OEdNbkp5WlM0d1krQWdBQjRlM3NqTkRRVXc0Y1A1MXBtNjlhdFNFcEt3b3daTTVDUWtNRFZSbzdmOVducXRXT25iOSsrdE92SXozYVJ4YjU5KzJnV240R0JnVmkrZkRtMUxDc3JpeE1uVGtCZFhSMUxseTVGWkdRa3FxdXJBUWdXMUpyU25rK2ZQaUV5TXBMRDl2UGd3WU5Zdm53NWR1N2NTYTFqNVRKcnpiL25KU1VsWEg4YnNyS3ltbnhQQkVYRXg4WEZZY3lZTWRReVM4eGhqMkpyYkwvWW1NYlhraFdoeG10OTQyTnhRNWljaHdDd2ZmdDIyTm5aY1JWWW5qeDVnbEdqUm5Hc2QzSnlncE9URTIwZGs4bEVTa29LVEUxTjhmanhZeW9hN2RteloxQlNVaElvY3RuYjI4UGUzaDRBc0hqeFl2ejMzMytJaVltaFJkTHhRMXhjbk1wZDJGejgvUHhhdFAvM1RHSmlJaVpObWdRQUdEOStQQ0lqSTc5eGl3Z0VBb0ZBSUJBSVB5dEVVQ01RQ0lSdlFGQlFFRmFzV0VFTkpvbUtpbUxKa2lVd05EVEVoQWtUdmhzaDdWZElYazhnRUg0Y3VuWHJoaUZEaGtCWldSa2pSb3pBMEtGRE1YVG9VRWhLU21MSWtDRll1blFwSmsrZURDTWpJK3IzUzE1ZUhoOCtmTURwMDZkcFFnYzc1OCtmeCt6WnMva2VPejQrSHRPbVRXdjFjK0tGcEtRa2xkTkhTVWtKNzk2OXcrSERoN2tLQUkwSkRnN0d5cFVyc1g3OWVoZ1pHZkVzMTc1OWU1dy9meDdqeG8yRHBxWW1ZbU5qcVNpWVhyMTZZZHk0Y1VoT1R1Yll6OFhGQmE2dXJsekZHRFUxTllFQ1Mxc3lac3dZK1BqNG9HUEhqbUF5bVpROVkwdkZDSGJPbnorUExsMjZRRXRMaTRwSWUvVG9FZXpzN0tDa3BFUU43QVBBNjlldndXQXd1Tm9UTmlmU3FMS3lFaVVsSlh4bmZ3cGpHMzM4K0hFc1dyU0liNWxuejU0aE1UR1JzZ3BsSFY5U1VoTFoyZG5vMGFNSHgyZHU4SXJvRkJUcDJWZ2tYN0ZpQlQ1OCtFQnJEOUFncU0rY09STmZ2bnhCWEZ3Y1RXeVVrNVBqV2YvSWtTTTVyaFdEd1VCUVVCRE16YzA1eWpNWURQVHIxdzlidG15Qm9xSWlSb3dZUWVVeXJLbXBRVXBLQ2pwMzdrejFJZmJ6UEhUb0VJeU5qUUVBVVZGUnNMQ3d3TVNKRS9tZVA0RkFJQkFJQkFLQlFQaitJSUlhZ1VBZ2ZHVXlNakp3NU1nUmFsbGJXeHNCQVFFMHF5a0NnVUFnY0NJaElZRzdkKzl5M2ZiaXhRc2NPWEtFd3pJT2FKaTA0T2ZuQjNWMWRjeWJONit0bTlscWlJcUtRa0ZCQVE4ZVBFQ1hMbDNRcDA4ZmdmdnMyN2NQVmxaV01ESXl3cG8xYTJqV2RRVUZCUUFhaEJJUkVSRnEvY1dMRnpGbHloU29xNnZqOE9IRE1EQXdnS0dob2REV2t1eHdFK0M0MGRnYWtaZFZZbk5ZdlhvMTlibWlvZ0lTRWhJQ28vcWEwcDZRa0JEOC9mZmZ0R3VvcTZ1THFxb3FoSWFHMG9TaTY5ZXZZOGlRSVZ6RnBtUEhqZ2s4bDhhSWk0dmp3NGNQZk8wRmhiSGl6TS9QRjFqR3o4OFAzYnQzeDV3NWMxQllXQWpnZjhLa2hJUUUxOC9zeU1qSXdOTFNFb0dCZ1J6dEd6cDBLSWVZVlZ4Y0RCY1hGNjY1RFUrZVBJbUVoQVJZV2xwQ1VsS1N5b2RYWFYyTkJRc1c0TU9IRDRpS2lvS2FtcHJBODJvdVk4ZU94WVVMRjZoellFZEVSQVRyMXExRFRrNE9rcEtTT0o3cDJyVnJSOW11L2tpL1FRUUNnVUFnRUFnRWdpQWVQWHBFeTZIMnN6dnRFRUdOUUNBUXZqSVJFUkhVWjF0YlcyemZ2cDAyS0VjZ0VBZ0U0V0F5bWNqTXpFVG56cDF4K1BCaGRPellrV1lKeUdMczJMRll1SEFocksydE1YMzZkRWhKU1gyRDFnclA2OWV2NGUzdGpmMzc5ME5HUmdaNzkrN0ZuajE3TUdQR0RFeWJOZzNyMTYvSGxDbFRPQ0tjc3JLeXNHN2RPaXhZc0FDSER4L0cyclZyc1d2WExvNzZsWldWYWN0TUpoTTNiOTdFOU9uVGNmZnVYUmdZR0xUSmVYMzY5SWtTWnBxU002d2xsSldWOGN5djE1ejJWRmRYSXljbkI3dDM3d1lBZE8vZUhjT0hEOGVqUjQ5dzZOQWhxS3FxNHVYTGwralJvd2VxcTZ2aDUrZUhwMCtmd3NiR0JwNmVuaEFWRmFXaTFSWXVYTmlzY3lvcUt1SnJPOW9TSzA0QVZONjV0V3ZYWXR5NGNRS2orNHFMaS9IbXpSc0E5RWpBbmoxN0FnRDI3OS9QZFQ5ZUVYb2xKU1VJRHcrbnJkUFUxSVNQancvQ3c4UFJyMTgvakJrekJ2cjYrb2lKaVVGR1JnWk9uVG9GSFIwZDRVNndEV0F3R0pTZ3A2MnRqVnUzYnFGYnQyN2ZyRDJFbjRQNitucVVsNWVqUTRjT1AzMU8xVzlOWFYxZHE3eVBNWmxNMU5YVk5lbCtmZjc4R1VsSlNkRFcxdWE2L2NPSEQ3aDI3UnIwOWZYeDRjTUhTRXRMazNkSEFvRkFJSHhYT0RrNTRmYnQyd0FhMHR0b2FXbDkyd2ExTVlJVE1CQUlCQUtoVldIbGN6RTJOc2FPSFR2SUN4R0JRQ0FJU1haMk52YnQyd2RyYTJ0TW1EQUJYYnAwd2FCQmczRHIxaTNzMzc4ZmxwYVdsQlVlS3g4VGE5RGUzZDBkNzkrL2g2dXI2MWRyYjA1T0RrOGJ2TWJVMWRYaDh1WExXTGh3SVFZTUdJQURCdzVnK2ZMbGVQTGtDWll2WDQ1NzkrN0J3OE1EcWFtcG1EWnRHZ1lOR2dSbloyZmN2MytmcW1QQWdBRklUMC9IMGFOSElTSWlBajgvUHpDWlRPcGZXRmdZZ0FaN092YjFBTkMvZjMvY3YzOGZXN1pzYWRWcndMSTJQbnYyTEpTVWxCQVRFNFBCZ3djakt5dUwxZ2IydHZCaStmTGxZREFZMUQvMi9HbTh5TTNOcGMyUWJHbDd4TVhGa1pHUmdhRkRoNks0dUJnelo4N0VvMGVQc0dQSERwaWFtZ0lBRkJVVjhlclZLeXhldkJoWldWa3dNVEdCdjc4L1JvMGFoWThmUDFJaVhuT29xS2pBczJmUGFORmJqZUYySG8zLzhZcU9TMDVPaG9PREF4Z01CbzRkT3dZVEV4T09Na2xKU1ZTRVhGNWVIZ0lDQXFDcXFvcXBVNmRTa1dOQWd6MGt0MzhaR1JsOHR3Y0hCM01jczFldlhsaTdkaTN1M2J1SDBOQlFQSG55Qkk2T2pwUndsWktTZ212WHJxR21wcVlwbDdOVmtaT1RRM1IwTk9iTW1VUGxXR045MzVwajcwbjRlYmwrL1RyWHlSK05lZlBtRFFZUEhveGJ0MjU5aFZhMWpNaklTRnErVWtGY3ZueVpxN1dxSU9ycjYrSGs1SVRyMTY5ejNlN201Z1pmWDEvVTE5Y0xYZWV1WGJ1Z3BhVkZUU1pvQ1pHUmtmanR0OStFeWd2S29xQ2dBRXVYTHVXNVBUczdHelkyTmdBQVEwTkRudmJWdktpdHJVVjVlVG1LaTR1Umw1ZUhwMCtmNHM2ZE8waE1UTVRidDI4Qk5Qd2V2M3o1c2tYL0NBUUNnVUQ0VlNEVG5BZ0VBdUVib0tpb2lQMzc5NU1CRmdLQlFHZ0N6NTgvaDYydExVYU1HQUZWVlZVWUdSbGg1TWlSK1BEaEF3REF6TXdNang4L2hvU0VCRTZkT2dYZ2Z6bVVCZzRjQ0JNVEUrVGw1WUhKWk5KK2YzVjFkVnZjdHFxcUtpeFpzZ1RkdTNkSHAwNmRrSk9UZ3dzWExtRDgrUEVDOTEyL2ZqMUNRMFB4OXUxYlNFdExZK1hLbGJDMXRZVzh2RHhWUmtKQ0FnNE9EbGkrZkRuMjdkdUh2WHYzd3QzZEhlN3U3dERRME1DMWE5Y2dJaUtDd1lNSE4vc2NPbmJzMk94OWVaR1ltQWdBaUltSmdZT0RBNnl0cmJGMjdWcU9jZ1VGQmZqOCtUTTZkZXFFek14TXJ1MXhjWEdoMlZDZU9IRUNMaTR1MVBMUm8wZHg0Y0lGekowN0Y0TUhEOGFiTjIvZzcrOVB5MVhWR3UyUmxKVEU5ZXZYWVdSa2hLS2lJb1NGaGVHZmYvNmg5bzJKaVlHZG5SMXljbkp3L1BoeDZPbnB3Y3JLQ3YvKyt5ODBORFRnNXVZR2UzdDd2czhBVDU0OFFYSnlNbVJsWlNFbEpRVkpTVW1VbFpYQjE5Y1g1ZVhsME5mWDU3bHZjNTh0YnQrK2plblRwMlBXckZsWXVuUXBEQXdNa0pTVUJITnpjd3diTmd4WldWbkl6YzFGLy83OThmNzllOVRWMWFHbXBnWXJWNjZFaFlVRm1Fd21Nakl5TUh6NGNIejY5SW5uY1NvcUtnQUE1ZVhsZk5zakxTMk5uSndjNU9UazROR2pSN2g3OXk0U0VoS1FtNXVMMzMvL0hldldyVVAvL3YxeDVzd1pIRHQyRE51MmJVUG56cDB4WmNvVXpKdzVFNGFHaHBDV2x1YlpodHpjWEs3YkNnc0x1ZHBtOGhNeFdmeisrKyt3c2JIQm1UTm5JQzB0amRUVVZBRGdtL09PQmZ0OWEzd1BmLy85ZDlxeWhJUUVsUitROE8ySWlvcmlLK3p2MjdjUGMrZk81VmlmbloyTjZPaG9CQVlHZ3Nsa29xaW9pT3YrNzkrL0I5QVFUZnZ1M1R1ZXgySDluYnQxNnhiKyt1dXZwcHdDQmNzU3VMbVVsSlJRdjVYczNMeDVFL2Z1M1lPMXRUVnRmV1ptSm1XaHlzNzE2OWZ4L1Bsem5tSmJ1M2J0VUZwYUNrdExTeVFrSkZDUnNFQ0QyQjhZR0FoalkyT0JOci9zcUtpb1lOdTJiUWdJQ01DYU5XdUUzdTlySVNJaVFnbUV0cmEyK1BmZmZ6RnAwaVNvcXFvQ2FQaCt6Smd4QTdXMXRkVHZjazFORGFxcnExRmRYYzBoTGpJWURFaEtTcUpqeDQ1d2RYV0Z2cjQrN3QyNzErenZEb3VXZm9jSUJBS0JRUGhSSUlJYWdVQWdmQVBjM053RVdpZ1JDQVFDZ2M3a3laTlJXbG9LY1hGeGptM1oyZGw0OXV3WnhvNGRDNkFoa3NqUzBoS2pSbzJpeXV6ZnY1L3JJTnUrZmZzRTJsTGN2bjJiaWtEaVJ2djI3WEh6NWszSytrNUVSQVNqUjQ5R1FFQ0F3UE5TVVZIQnpaczNzV1hMRml4YXRJaXZzTldsU3hjNE9EaGcvZnIxaUkyTnhkR2pSK0hvNlBqZFJqdDM3dHdaYW1wcU9IVG9FSVlORzhhejNJMGJON0Jnd1FKcWVjQ0FBWmc2ZFNxdFRJOGVQV2lpQnNzNmtjVnZ2LzJHWThlTzBhS3Z4bzBiQnk4dnIxWnRqNW1aR1lLRGc2R2lvb0lMRnk1UUZwcXBxYWt3TlRYRm8wZVBvS2FtaGhNblR1Q1BQLzRBMEhDUFUxSlNzSFhyVmpnNU9hRyt2aDZPam80OGovLzU4MmY4KysrL0hGRU9Bd1lNUUZCUUVFYU1HTUZ6M3lkUG52RGN4aUkyTnBaRFNHemZ2ajFHang2TnNMQXdpSXVMNC83OSsvRHk4c0tHRFJ0UVdGaUk2dXBxS3ZLVEd3d0dBN2EydHBnMGFaSlFJblgzN3QzNWJ2L3c0UVArL1BOUHZIMzdGdTNidDhlWU1XTmdZbUlDQXdNRDZyb0N3SjkvL2dsZlgxK2twNmZqMUtsVE9IUG1ERkpUVTJraVoyTlNVMU14YWRJa3J0dWNuSnpnNU9URXNWNVFCQ1dMNnVwcUxGNjhtRnJXMU5URXRHblR1SllWRVJHaGZwT0V1VzhzbWlJV0VOcWVwS1Fram5XYW1wclU1OVRVVk9qcDZTRTFOUlcvL2ZZYnJkekhqeDlwMzJkdS9QdnZ2M3kzczRTTVVhTkdjVzFMVStuVnF4Zlg5ZUxpNHNqSnlXbFNYVStmUHNYV3JWdFJWbFlHQndjSHZtVXpNek5oYVdtSjNyMTdZL0hpeFpDVWxFUjFkVFdIK0cxaVlvTDQrSGhjdVhLRk5tbGx6NTQ5R0Rac0dFeE1URGdpcHZqWjVQNzU1NS9RMXRhbUJNeXZCYXVOclBOakxVdElTTkMrSjZLaW9wUllObXZXTEppYm05UGFLaTB0amMyYk40UEJZRUJNVEF6aTR1S1FrSkNBdUxnNENnc0xzWFRwVXFTbHBVRlNVcEw2MTFpMFYxZFg1eERFU2t0TE1YandZR1JrWkZDaWJhOWV2WkNVbE1UM2VoSUlCQUtCOExQend3dHFwYVdsOFBIeFFYUjBOREl6TS9INTgrZHYzU1FDZ2RCS2RPellFUU1IRG9TZW5oN3M3T3krKzV3My9HQ2ZHZGlwVXlmYUlCMkJqcE9URXdJREF4RVpHVWtiak9DR2pJeU0wUFYrL1BoUjZQM1l5d3FDVzEzOGpzVmdNTkNoUXdmMDY5Y1A0OGVQeDk5Ly8wMGJRelFoS3dBQUlBQkpSRUZVOEJlbS9xYTA5ZGF0VzlEVDA0T2xwV1dyVzdrUkNGOGJmamxKcEtTa01HYk1HR28ydHBpWUdNZWdjK1BsenAwN1kvWHExWmd3WVlMQTZCTlJVVkhZMjl2ejdaT3ZYNzlHWFYwZGFtdHJJUzR1TG5Ta2tLR2hJUzN5U2hoRVJFU2dxNnZicE9nNkRRME5oSVdGdFZoODA5YldGanJSOUxoeDR5Zy9mWDdvNit2ajdkdTNWUFJndDI3ZGFQZnIxYXRYbE0wZ2kyWExsdEZzMHlaTW1JRHE2bXA4L3Z3WjFkWFZrSlNVcEt6M1dyTTlvMGFOZ3JxNk9wWXVYVXByNCtqUm96Rno1a3g0ZTN0ajVzeVpIUGRmVkZRVW16ZHZ4c3laTXdWR0xLbXFxbEwyaGF4b0F6RXhNWWlKaWZIY1IwWkdCbFpXVmtKRlVsVlVWTURLeW9xMmJ0U29VYmg4K1RJbFdDc3BLZUhRb1VNYys3SUdkaGtNQnRxMWEwZjlZMGRZOFVrUWlZbUpZREFZVUZSVUZQaTlWVkZSb1NKTlBuejR3SkU3Yi9EZ3dUaDc5aXprNU9UUXIxKy9Gcld4WDc5K1NFdEw0N3B0d0lBQktDd3NSRTFORFNRa0pQZ0toK3lDcVREM2pmQjlvcWlvaU5yYVdyaTV1V0hod29WOHhmckd5TWpJNE5teloxeTN2WDc5R2xPbVRFRndjRERVMWRVRjFpVXBLZGtxUXNlK2ZmczQxcDA3ZDA2bzM4N0dtSm1ab2J5OEhOdTJiWU9ZbUJqczdPeTRsaXNzTE1TaVJZc2dKU1dGaUlnSXlpNzV4WXNYSEpNcldLeGZ2NTdyZW01aXVieThQRjYvZmkyd3ZZY1BIK2E1alNVNDhSSWMyV2tzbkxLanA2ZUh3TUJBanZjYzF2THc0Y081Ym1lUFd0Ky9meitXTFZ1R3hZc1hDM3hmQW9BeFk4YnczVjVRVUlDYW1ocWFKWEZaV1JrQUlEOC9uMmFIV1ZCUUFBa0pDZHIrL002WFFDQVFDSVNmalI5YVVJdVBqNGVabVJsUHV3NENnZkJqOC9uelp6eDQ4QUFQSGp4QVNFZ0lEaDA2eFBPRjZudUhQYWZIc0dIRHZ0dElnbTlOVEV3TS9QMzk0ZURnSU5UTDRaUXBVMmpMZFhWMWxKMVg0MjNjME5MU2F2RzltREpsaWxESFpSMnJ2cjRlSlNVbGVQNzhPUjQ5ZW9TREJ3OWl6cHc1OFBYMTVUdkEydHkycXF1cnc4SEJBZTd1N2xCVlZlVnFQVVFnL0V6d0V4d2FJeTB0RFQ4L1A2SEtLaW9xWXR1MmJRTExpWWlJZkxlLzhmMzc5MGYvL3YxYlhJK2FtaHJVMU5SYW9VWC9RMVJVbEpvQno0MSsvZm9KVlkrWW1KalFZbDl6MjlQWXVveDluKzNidHd1c214VkZLU3lDaERRV1BYcjBnTCsvdjFCMWpoNDlHcU5IaitaWTMzaVFsQnVpb3FKOHhlM1dwTGtpRTdlL3B6SXlNcTMyTjdCOSsvYVUzUm8zR2tkUEV0cVdMbDI2WU9MRWlhaXRyVzJTbU5XYTFOWFZJU2dvQ0dwcWFrMXFBNFBCUUdWbEpTVmVzTU9LUWlvcEtlRnArZGdXa1VMVHBrM0QrL2Z2MGJkdlgycGRZbUlpQmcwYWhKaVlHRmhZV1BEY2x5VTJzVWMxclY2OUd2bjUrZGl4WXdmazVPUmdiR3hNMjZld3NCRHo1czFEWFYwZHpwdzVRK3MvdzRjUGJ4VXJ3ZXpzYkVyQURnOFBSMFJFQkdKalkzbVdOekl5d3NDQkEybTJ3aXg0UlFIbTVPVEF5TWdJVENZVEtpb3FQSjh2T25YcUJPQi9BdDNMbHkraHFhbEpPMDlXdEZwU1VoSktTa3FncTZ1TDA2ZFAwNjZOakl3TXVuVHBRdVdsNUhYZWVucDZmTXV3dDUvYis5Zk1tVE5weTl3bWhoSzdSd0tCUUNEOFN2eXdnbHA4ZkR4UDZ3d0NnZkR6a1p1YmkyblRwaUUrUGw0b29lUjdnejFDamYzbGxQQS95c3ZMc1hidFdpZ3FLc0xXMWxhb2ZVNmZQazFiL3Z6NU16VjdzL0UyYm9TSGg3YzRaOURwMDZlRk9tN2pZN0ZFdUczYnR1SGN1WFA0di8vN1AxeTRjSUdXQzZLMTJycDY5V3FjT0hFQzY5YXR3K1RKazMvb2FFOENnVUFnRUFnRWRrYU9ISW5FeEVSOCtQQUIxZFhWMzZRTnJHZjk1dGh4ZW5oNDRPVEprenkzODNzdWJnc2h3OFBEQTBsSlNiaDgrVEpsVWYvNDhXT29xS2hBUzB1THE2QjA1c3daK1BuNVVkc2FSeFJ2M2JvVjFkWFZYQ09sNnV2cklTOHZEeTh2THlnb0tIQnNaektaWFBPenNWQlFVT0E2NmVEQ2hRdHdjSERBZ3djUGFKTXl0TFcxc1gvL2ZqQ1pUQXdhTkloanY5TFNVdVRsNWNIVTFKU3JZTWxMeFBUeThrS1BIajFRV0ZpSS9QeDhmUGp3b2NrVEtMZ2RpelV4czF1M2JsQlVWRVJkWFIxdDRnNUx1R3hzRVF6OHo4bUMxNlE5YnBNaldOOHBZU3dmV1dJZ2dVQWdFQWkvRWora29GWmFXZ296TTdOdjNRd0NnZkFOTURVMXhjT0hEMzg0UVlCZFVQdlIydjYxQ0F3TXhMdDM3K0RoNGRHa0NKTWZGUkVSRVV5Wk1nVmFXbHBZdFdvVklpSWlZR3hzakxpNHVGYlBqU0lpSW9JTkd6YkExTlFVL3Y3K2ZQUDJFQWdFQW9GQUlCQ2FCaXUvWUhNaWxIZnQyb1ZkdTNaeHJNL0x5OFBZc1dOeDRzUUpUSmd3Z1c4ZGpYT0dOWWZ1M2J0RFdsb2FkbloyT0hmdUhOemMzT0RoNFlIeThuSThmZm9VeTVZdFE2ZE9uZEM3ZDIvVTFOUkFXbHFhdGk5QUY1dEtTMHRwa1hVc205bVhMMTlTMFhlc2RtL1pzZ1UxTlRYVWNyZHUzYWhvNCtycWFyNmlEVXZnYVJ6cFZWVlZoYUtpSW83eXFxcXFrSldWUld4c0xGYXZYczJ4L2VyVnE2aXJxMnZTSk02clY2OGlJU0VCZG5aMmNIVjF4ZHExYStIbzZJaTR1RGllb2hVclhVbmpIR3FORVJNVGc3UzBOSXFMaXpGNDhHRG82T2pBeHNZRzJ0cmFWQmxCd2hZdlM4YTh2THl2Rm5GTUlCQUlCTUxQd2cvNWw5UEh4NGZZUEJJSXZ5aTV1Ym53OGZHQm01dmJ0MjVLazJEUDA4SEtDVUQ0SDNWMWRUaDQ4Q0M2ZCsrT09YUG1mT3ZtZkZWRVJFU3dhOWN1cEtXbElTMHREZEhSMGREWDEyLzE0K2pxNnFKSGp4NElEZzdHK3ZYcnljc3pnVUFnRUFnRVFpdkJpb3hqNVNBVUZuNUNHRXNZeXMvUDUxdE9RVUdoVmFLRTNOemNZR0ZoQVJrWkdXemJ0ZzBXRmhhWU1XTUdQbi8ralByNmVtaHBhUUVBNXMrZmo5NjlleU1vS0lodmZWRlJVYkMzdCtkYmhsZTduWjJkc1h6NWN0cTY0T0JnbW9nRUNKZlByREdpb3FLWU4yOGV3c1BEWVdWbHhmRk1mUHo0Y1l3YU5Rb0RCZ3dRcXI2UEh6L0N6czRPTmpZMmxMQTRmLzU4SERod0FMdDM3OGFhTldzNDlsbS9majNpNCtOcDY5aXZSZU1vd042OWU2T2dvQUFwS1NuSXlNaWc1Vk5qcDNIRUlqYzdTYUFoTHltdnZIeU5yK2tmZi96QnM1MEVBb0ZBSUFDQXNySXkyclZyQjFGUjBWYXgzLy9lK1NGSDA2S2pvNzkxRXdnRXdqZUVOV09TOFBPUW5KeU10Mi9mWXVuU3BiOUVkRnBqUkVWRnNXelpNcXhkdXhhblRwMXFFMEZOVkZRVXMyZlB4cUZEaDNEejVrMU1uRGl4MVk5QklCQUlCQUtCOEN0U1dWa0pBRTIyNXhaR25CQmtoWjZhbWlyUSt0SFB6dzllWGw1Q1cwVHE2T2hRa1ZDREJ3L0d1SEhqS050QVUxTlRXRnRiNCtMRml4ejV0ZGd4TmpibXlKY21ETHhFc29LQ2dsYUp4QU1BUzB0TEhEbHlCT0hoNFRBeE1hSFdwNmVuNC9yMTY5aTdkNjlROVRDWlRGaGJXNk5yMTY1WXRtd1pOVmJWcmwwN2VIdDdZLzc4K1ZCWFYrZklPeG9XRmtaYjVtYWx5STZDZ2dLeXNySnc5dXhaYUdwcVFsbFptV3Q3R3VmdlkwVk9ObDdQN3A3U21OVFVWQUFORnBLYk4yK21DWVdOeWM3TzVwcFRqVUFnRUFpL0ZtNXViaEFYRitkcE1meXo4VU1LYXZ6OHN3a0V3czhQK1EzNCtiaHg0d1lBUUVORDR4dTM1TnZCbWlWNjkrN2ROanVHaG9ZR0VkUUlCQUtCUUNEOFZOeS9meDgyTmphb3JhM0ZzR0hEdnNuRXU1S1NFZ0NnMlNBS0F5K0J5OG5KQ2VIaDRlalpzeWVtVHAwS2QzZDMydmFLaWdxVWxaV2hSNDhlSFB1K2ZQa1M1OCtmeDdKbHkzZzZZMlJtWmlJK1BoNldscFk4MitiaDRZRUpFeWJnMnJWcjhQZjNwOWIvOWRkZk9ITGtDRFp0MmdRdExhMnY1cjdSbXBibHZYdjNob1dGQlR3OVBURjE2bFRJeTh1anBxWUc5dmIyVUZaV2hwNmVubEQxYk4yNkZiZHUzZUpxN1RodTNEaVltcHJDM053Y01URXh0RHh1UUVPVTJMeDU4NUNlbnM3M0dOZXVYWU9Ta2hJaUl5T1JtNXVMbUpnWU1KbE1NQmdNanJLUEh6K21MYk1pMUJxdjV4YWgxcTlmUDl5OWU1Y1NOSThlUFlyRXhFUTRPRGp3dEl6czFhdFhtNzY3RUFnRUFvSHdQZkpEQ21vc3Iya0NnZkJyVWw1ZS9xMmJRR2hsV0M5NXc0Y1AvNnJINVdhWFltOXZqdzBiTm56VmRnRC9TeWpPeWluUm1OWm9LMnQyNnBNblQ1clJRZ0tCUUNBUUNJVHZqNUtTRWx5N2RnMEEvOGlidHFTd3NCQUF1QXBjVGFHK3ZoN3U3dTRJQ1FuQm9VT0h3R1F5WVdGaEFRc0xDL1R0MnhjQWNQbnlaV3phdEFrU0VoSzRkT2tTT25Ub1FLdkR3Y0VCV1ZsWnNMQ3c0SG1jMjdkdnc4WEZCZExTMGxpNGNDSFhNdDI3ZDRlV2xoYWlvcUlnSVNGQjIrYnM3SXc1YytiZzhPSERWRzQwYmhRVkZhRzJ0bGJZMCtkTGExaytzckN6czhPbFM1ZGdZbUtDeU1oSWJONjhHYytmUDBkc2JLeFErWXlEZzRNUkVCQ0FQWHYyWVBEZ3dWekxPRGc0SUNVbEJZc1dMY0taTTJmUXUzZHZhbHRaV1JudHVaK1Yxa1JVVkpTS0xITnpjME42ZWpxV0xWdUczYnQzWStIQ2hSZzllalNXTDE4T1ZWVlZtSm1aMFk3WCtGcXo2bW04dm5FLzRYY2RKMCtlekhNYk85eHNPZ2tFQW9GQStCbjVJUVUxQW9GQUlQeGN2SG56QmdEUXAwK2ZyM3BjTFMwdGp1VHhqZk1sekpzM2ordStwMCtmYnRXMjFOVFVBT0NkekY2WXRncUM5UktmbjUvZmpCWVNDQVFDZ1VBZ0VMaHgvLzU5ZE9yVUNlM2J0MjkySFo4K2ZZS1ZsUld1WHIyS2tKQVFUSnMyRFVERE0rRHk1Y3ZoNHVJQ0h4OGZKQ1VsWWNhTUdWaTllaldIbUhiOCtISGN1SEVEb2FHaDZOU3BFODlqL2ZQUFA3aC8vejQyYk5pQVljT0dZY1NJRVJ4bEhqMTZoUFBuejBOV1ZoYU9qbzdRME5DQWpJd01BR0RNbURFNGZQZ3dwazZkeXZlYzlQWDFXODFkcERVdEh3R2dmZnYyT0hUb0VIUjFkYUdob1lIaTRtTDQrdnJ5dEZOazUvang0OWk0Y1NPc3JLeDR2aXNBZ0lTRUJFSkRRekZyMWl6bzZlbmg2TkdqVUZKU0FnQVVGeGRUMXhNQUZpOWVES0JoRWgzTDVqTWpJd1BCd2NIWXVuVXJBRkQzNmRteloxUTk3UENLSk9PMW5rWGpuRzBiTm14QVNVa0pBZ01EYWVzckt5dng5OTkvbzdxNkdoRVJFYlNJekc3ZHV2RTlCb0ZBSUJBSVB3dEVVQ01RQ0FUQ040Y1ZkZGpVdkJNdEpUdzhYT0F4cjE2OStsWGFrcGVYQndEVTdPUEdDTk5XUWJBR1hTb3FLbHBVRDRGQUlCQUlCTUt2em9RSkV4QWRIUTBtazRsejU4Nmh2THdjQ3hZc1FFaElDS0tqbzZsOFdCMDYvRDk3OXgwVnhmbjFBZnk3OUNJZ0xhaWdvRkZFSVlwZG80STlpZ1VMa1poWUU0MEY3Q1ltVmpTSnZmODBJQ29hZXd2MkxnRmlpd0pHc1Vmc0Fnb29DRXFIZmYvZzdMeTdiS2VJNWZzNXh4TjI1cGw1bnFWc2R1Zk92ZGNFZGV2V1Zka25PRFEwRkFFQkFjSjdOT21lVzB1WExrVzNidDNRcTFjdmRPdldEZUhoNFFvem9oSVNFakI3OW16MDZ0VkxDTWFwTW0vZVBNVEd4bUxFaUJFNGRlb1V6TTNOaFgyNXVia1lOMjRjYXRXcWhVMmJOcUZ6NTg3NDZhZWZzSGJ0V21HTXF2NXBFcWRPbmRJNmExRHlmU3V1TEVzK1N1anA2Y0hCd1FFM2I5NkV1Ym01UmhsdmYvenhCMzcrK1dmNCtQaGc1TWlSTWtHKzU4K2ZBeWdxcVNsOUk5ejI3ZHZ4NVpkZm9tZlBubGkrZkRtOHZMeHcvLzU5WkdkbkMvMzNwSHVvL2ZqamoralpzeWZXckZtRDMzLy9IWWNPSFVLUEhqMndZTUVDMUsxYkYvZnUzY09ubjM0cW5OL0N3Z0tEQmczQ29rV0xaTllxS2ZsWXZMVG95NWN2c1dUSkVpRVRUL3A3ZnZEZ1FadzdkdzZEQmcyQ2taR1JVQ1VqTHk4UDMzLy9QZExTMHJCeDQwWTBhZEpFL1RlWWlJZytDck5temNMTm16ZWhwNmVIRlN0V3dOM2R2YUtYVks0WVVDTWlvZ29uNlRtUWw1Y25WMUttb3FXbXByNlZlY0xEd3dGQXJtbDVXWkprd2FtNm9FTkVSRVJFNmxsWldhRjU4K2JZdVhNbi92dnZQL2o3K3lNNE9CZzllL2JFenAwN1lXVmxCUUJ3YzNORFJFU0UzUEdGaFlVNGR1d1lWcTFhaGRqWVdIaDZlbUxHakJseXdUQWJHeHRzM3J3WkF3Y094SjA3ZHhTV0J5OG9LSUNmbng5TVRFd3dmLzU4amRadllHQ0E0T0JnZE9uU0JWT21URUZ3Y0xDdzc2ZWZmc0ovLy8ySGZmdjJvVmF0V3BnNmRTcG16NTZObmoxN29rZVBIaHAvajhxeXY1cTZrbys2dXJxd3RiWFY2RnlKaVlsWXMyWU5ObS9lak1xVksyUEJnZ1hZc0dFRHZ2cnFLM2g2ZW1MTW1ERm8yN2F0WEoreVI0OGVZZTdjdWVqVnF4ZVdMMStPT1hQbVlOMjZkWExuYjlldW5keDhCdzhleEZkZmZZWFkyRmg0ZVhuaDZ0V3J5TTdPeG9vVksrU09sd1RHVnE5ZWphVkxsMkx6NXMxbzJiSWwrdmJ0aTM3OStzSEl5RWltQjVva2MyM0xsaTBLbjYreVFPR3JWNit3WnMwYW1XMHRXclRBN05tenNYZnZYalJyMWd6dTd1N28xcTBiVHA4K2pSczNibURkdW5WcU14T0ppT2pqY3YzNmRWeTRjQUhBLy9lVi9aQXhvRVpFUkJWT1V1NGtMUzJ0MUwwbjNrY1pHUmxZdjM0OWdQOHY5MUllSkJkZ3JLMnR5MjBPSWlJaW9vOUZWRlFVcGsrZmpoNDllbUQ2OU9sbzE2NGRoZzRkaWw2OWVtSFBuajJvV2JPbTNER1NmbGFGaFlVNGV2UW9rcEtTc0dyVkt2ajQrQ0E1T1ZrWTkvTGxTeHc0Y0FEYnQyL0hxRkdqY1BUb1VZd2RPeGI5K3ZWRGl4WXQ4T1dYWDZKZHUzYXd0N2ZIdkhuemNQSGlSZXphdFVzSTVFbkx6czVXdUg0bkp5Y3NXTEFBZm41K3VIanhJbHEwYUlGRml4Wmh4NDRkbURGakJwbzJiUW9BK082Nzc3Qi8vMzQ4ZlBoUTRYa3lNakkwNmp0V25tcldySW5ZMkZqaHNhUi9tUFRqczJmUFlzZU9IVGg2OUNoRUloR0dEaDJLeVpNbnc4TENBZ01HREVCUVVCRFdyRmtEWDE5Zk9EazVvVStmUHVqZXZidlE1OW5SMFJFblQ1NkVrNU1UZEhWMU1YZnVYTXlkTzFlWTQ4OC8vNFMvdnorZVBIa2kzREFvVWFOR0RadytmUm9tSmlZb0tDaEFSRVFFWnN5WUlWZFdVVnJqeG8wUkhCd3NCT2dPSERpQWlJZ0lPRG82eXBSWVZQWnp1WGZ2SGpwMjdLaDB2NktmbVoyZEhVYU5Hb1ZSbzBaaDc5NjkrT21ubjNEbHloVUFSZVVvTDErK0RBc0xDelJ0MnBRMzZSRVIwVWVKQVRVaUlxcHd0V3JWd3RtelozSC8vdjJQTHFDV25aMk43Nzc3RGtsSlNlalRwdzlhdEdoUmJuUGR2MzhmQUJSZTNDRWlJaUlpellqRlltemR1aFV6Wjg2RWk0dUxrR1hVdW5WcmJOKytIVjkvL1RYNjlldUhzMmZQSWlVbEJlZk9uWU81dVRsRUloRjI3ZG9GYzNOejZPbnBZZFdxVmNqTnpSVXl1U1FsQTcvNzdqdjg4ODgvQUlEMjdkdkR6YzBOZG5aMjJMMTdOdzRkT29UVnExZGp5cFFwTURJeXdxVkxsOUNoUXdmWTJ0cWliZHUyQUlBSER4NWc0OGFOTURNelEwRkJBYlpzMmFLMHgxWGZ2bjNoN093TU56YzMvUDMzMzFpK2ZEbSsvdnByK1BuNUNXTjBkWFZ4NE1BQklZQnkrZkpsbkRoeEFwVXFWVUp1Ymk0MmJ0d29WNnF4ZnYzNjVWTHBJUzB0RFRrNU9jSWQ4TktCcThqSVNJakZZb2hFSXV6ZXZWdm84ZlhMTDc5Z3o1NDlTRTVPaHJtNU9iNzk5bHVNSERsU0puUEx3TUFBNDhhTnc5Q2hRN0ZwMHlaczJyUUp5NWN2eC9MbHk5R3NXVFBzMjdjUHVycTZNcVVXdFNVcHYzNzQ4R0drcHFhaWQrL2VhTnUyTFFZT0hJang0OGRqd0lBQitPeXp6MkJ1Ymc1ZFhWMmg5OW1qUjQ5UVdGaUl3c0pDT0RvNklpOHZEemR2M2tTZE9uV1FrWkdoZEQ1Sk9jazNiOTZvWEplWm1SbWVQbjJLcDArZjRzNmRPN2gyN1JyT25UdUgrUGg0MUt0WEQyUEdqRUdOR2pWdytQQmg3TnUzRC8vNzMvOVFxVklsdEduVEJoMDdka1N2WHIxa1NvWVNFUkY5eUJoUUl5S2lDdGU0Y1dOczNyd1owZEhSYU5XcVZVVXY1NjNJeTh2RHFWT244T3V2ditMV3JWdG8wcVFKVnExYVZhNXp4c1RFQUlCd3R6RVJFUkVSYVcvejVzMzQ2YWVmNE8zdGpXWExsZ21CRWdCbzFxd1p0bS9manNURVJKaVltQ0E3T3h1VEprMFM5dXZwNldINjlPa0FpZ0pWMG1VUjc5MjdCd0JJU1VuQmpCa3o0T1BqSTFkWm9HZlBudWpac3lmdTNyMkxoSVFFMk5yYXd0YldGcTFidHhiR0dCc2J5NVFpdExHeHdadzVjNVErSHpjM053QkFtelp0RUJBUWdCRWpSc2lOa2M1R0tpd3NsSG5mV3F0V0xTeGN1RkJtL0pFalIrU3l4RFFoQ1FvcWMrREFBZnowMDA4QWdEcDE2Z2c5dmdCZzA2Wk5PSDc4dUxEZW1UTm5BaWdxaVJnVkZZV3BVNmVpVDU4K01qK3Y0c3pOelRGdTNEajQrZmtoTEN3TW9hR2hHRGR1bkV4UHROS0tpb3BDbHk1ZFlHMXREV3RyYTRTSGgyUHo1czNZdlhzM2Z2bmxGNlNucDZzOWg0K1BEM3IxNm9YQmd3ZXJIU3ZKc0ZQbTl1M2I4UGIyUm5KeU1nd05EZUh1N2c1ZlgxOTRlWG5KSE51OGVYUE1uVHNYc2JHeE9IVG9FSTRjT1lJclY2NmdYNzkrNnA4MEVSSFJCMElrRm92RkZiMEliUld2WTAxRUg1LzM3YVZMWDE5ZktPL2k1K2VIMWF0WFYvQ0tOUE8yYWg4bkpDVEF6YzBOclZ1M3hxRkRoMHA4bmpkdjNnZ2ZxbFhkRVNzcE1mbjA2Vk9ZbXBxV2VENmc2TU9zcEd3TEFIVHMyQkY3OSs2Vm02dGR1M2JRMWRWRlFVRUIwdExTY09mT0hXUmxaVUVrRW1IdzRNR1lQMysrd2o0VFpibldidDI2NGRLbFM3aDE2eFkrK2VTVFVwMkwzbzdLbFN0WDlCS0lpSWplYVJFUkVXamZ2ajBBb0ZXclZnZ05EUzMzT1FzS0NuRHAwaVdOYmdRckxDeEVZbUlpQ2dvS0lCS0pZR1ZscGZJOVhVeE1ESm8wYVZMcU5SWVdGZ3FmbWNveUdDUWhGb3RSV0ZnSWtVaFVwdVVlWTJKaTRPRGdJRlN0S0N3c3hNR0RCOUd5WlV0VXFWSUZXVmxaU0V4TWhFZ2tnb09EZzB5ZzcvWHIxMEkyVnVYS2xkOTZiK2JIang4aktpb0tmZnYyVlhuZDZ1WExsMGhPVGtiZHVuV1ZqaWtvS0JDeTBzUmlzY3cvb0NpanJpeExMc2JGeFVFa0VnbmxMRFdWbHBiRzk2dEVSQis1dm4zN0NqM1V3c1BENVhxSnZnOUVXZ1NjbUtGR1JFUVZybHExYXVqUW9RUEN3OFB4OE9GRE9EazVWZlNTTkJZV0ZxYnlzWVFrNENZU2lWQ3BVaVhVclZ0WEtQSGk3T3hjM3N2RXZYdjNjUEhpUlhUdTNKbkJOQ0lpSXZwZ3VMdTdJenc4SEJrWkdTb3pqOHFTcnE2dXhsVVZkSFIwWUc5dnIvRzV5eUtZSnBtM1BJbEVvbklKMUJWLy9qbzZPdWpkdTdmdzJOallHTFZxMVZKNGJLVktsVkNwVXFVeVg1T21hdFNvZ1JvMWFxZ2RaMlZscGJEWG5UUmRYZDF5K2Y0cVU3eGtwNllZVENNaW9vOE5BMnBFUlBST21EQmhBc0xDd3JCcTFTb3NXN2FzUk9jd05UWFZxRmREV2ZaelVIZXUwczVWVm10ZHRXb1Z4R0t4VE1raElpSWlvdmRkNWNxVjBhNWRPN3g4K1JLNXVia1Z2UndpSWlJaStvQ1Y3eTFMUkVSRUdtclRwZzM2OU9tRExWdTI0TWFOR3hXOW5BOUtiR3dzdG0zYkJoOGZIN1JvMGFLaWwwTkVSRVJFUkVSRVJQVGVZUTgxSW5vdnZXOHZYZXlocHBtWEwxK2lYYnQycUZ5NU1rNmVQQWtqSTZPM092K0hLQ3NyQzUwNmRjS2JOMjhRRVJIQnNpenZHZjY4aUlpSU5NTU1OU0lpSXFLMzc4YU5HOGpNeklTWm1SbmMzZDNmeStzWTdLRkdSRVR2SlNzcksremR1eGNIRHg3RXpaczMwYmh4NDRwZTBudnZ4bzBiNk5PbkQ3eTl2ZC9MTnpWRVJFUkVxcVNscGVIS2xTdENEelZYVjllS1hoSVJFUkhSUjhQVjFSVUdCZ1pxKzROK0tCaFFJeUtpZDRxenN6T21USmxTMGN2NFlEUnQyaFJObXphdDZHVVFFUkVSbFlzclY2NmdmZnYyQUlCV3JWb2hORFMwZ2xkRVJFUkVSQjhxOWxBaklpSWlJaUlpSWlJaUlpSWlVb0VaYWtSRVJFUkVSRVJFUkVSRVJLU1ZENkdIbWpZWVVDTWlJaUlpSWlJaUlpSWlJaUt0ekp3NUV4Y3VYQUFBaEllSG8xMjdkaFc3b0hMR2tvOUVSRVJFUkVSRVJFUkVSRVJFS2pDZ1JrUkVSRVJFUkVSRVJFUkVSS1FDQTJydkFYTnpjelJzMkJBaWtVanRXSkZJaEdiTm1xRlpzMmF3c2JGNUM2c2pJaUlpSWlJaUlpSWlJaUw2c0RHZ3BvS2VuaDdjM2QwcmVobnc5dmJHbVRObmNQLytmWFRwMGtYbFdFTkRRNFNGaFNFc0xBeGZmUEdGMW5PWm1KaVVkSmxsSmlRa0JDRWhJZWpUcDQvYXNUWTJOcmgwNlJLV0wxK09oZzBidm9YVktTY1NpV0JpWW9LcVZhdkN4Y1VGTld2V3JORDFLRk96WmszY3ZuMGJ0Mi9mMXVxNFNwVXE0ZXJWcTdoNjlTcXNyYTNMYVhWRVJFUkVSRVJFUkVSRVJPOGV2WXBld0x1cVVxVksyTHg1TTlxMmJZdisvZnNqUER4Y2JveWVYdGw4Ky9MejgxWHU3OUdqQndEQXdzSUNWNjllTFpNNUZlbmR1emVXTDErT3I3NzZDaGN2WHBUYjcram9DRU5EdzFMUDg5OS8veW5kWjJOamc5NjllME5QVHc4WkdSbll0MitmeW5QMTdOa1RMaTR1Y0hGeFFXaG9xRmJycUZhdEd2cjM3dzlkWFYzaG43Nit2c3cvQXdNREdCZ1lRRjlmSDBaR1JqQXlNb0tob1NHTWpZMWhaR1FFRXhNVG1KcWF3dFRVRkNZbUp0RFIrZjhZZFZSVUZEcDI3Q2d6WjJwcXFsWnJMQTFIUjBla3A2ZkxiZGZYMTBlMWF0VzBQcCt1cnE0UUpDeXIzMzBpSWlJaUlxTFNxRnk1TWp3OVBaR2ZuNC82OWV0WDlIS0lpSWlJNkFQR3ErSktWS2xTQlkwYk40YWhvU0YyN3R5SnZuMzc0dHk1YzhMK1ZxMWE0Y1NKRTJVeWw3bTV1ZEo5SmlZbWFOKytQUUFnTEN3TXo1OC9MNU01aTdPMHRNVHExYXRoYm02T1AvLzhFOTI3ZDVjTDN1M2V2UnYxNnRVcjlWeXFubS9mdm4yRllFMXdjTERhYzNsN2V3TUE0dVBqWlg0K21oQ0x4Wmc3ZDY1V3g2aVNrNU9Eek14TXZIbnpCbS9ldkVGZVhoNUVJaEhFWXJFd1JsZFh0OHptVTBlVEVxSEtUSnc0RVEwYU5FQllXQmkyYnQxYWhxdWk5MDN4MzJFaWVudEs4enBPUkVUMHNYQjNkMGRFUkFSZXZueUozTnpjaWw0T0VSRVJFWDNBR0ZCVElpNHVEajQrUGpoOCtEQk1URXl3Wjg4ZTlPelpFekV4TVc5MUhWOTg4UVdNakl3QW9Gd0RHNm1wcVJnMGFCRDI3dDBMYzNOejdOdTNEMTI3ZGxXWlRWWWVCZzBhQkFDSWpJekVqUnMzVkk2MXM3T0RoNGNIQUdEbnpwMG9MQ3pVYXE3RXhFUXNXN1lNSXBFSXVibTV5TXZMUTA1T0RuSnljbVMrenMzTlJVNU9EbmJ2M2cwQThQSHh3Wk1uVDVDWm1ZbXNyQ3podndVRkJXcm5WQlZNQkFCbloyZEVSMGNySFN2Sk9HdmF0R201L215NmR1MktWcTFhd2RIUmtRRzFqNXlPam81R3Y5dEVWUGFrczU2SmlJaUlpSWlJaUtoaU1hQ21RblIwTkw3NTVodnMyYk1IbFNwVlFtaG9LTHAyN1lwYnQyN2gzMy8vVmRsZnJYdjM3dmp0dDk4QW9GUjkyTDc1NWhzQVFFSkNBbzRjT1ZMaTgyZ2lQRHdjWThlT1JWQlFFR3hzYkxCLy8zNTA2ZElGVDU4K0JRQzBhTkdpeE9lV0RoUkpNekF3Z0ptWkdRREF4Y1ZGNklPMmJkczJoWDI2WHJ4NElYejl6VGZmQ05sc01URXhhc3Q3SkNRa0lDMHRUV1piUUVDQVZzOERBRzdjdUlINCtIaXRqM3RmR0JnWW9GR2pSZ0Nnc05RcGZWejA5ZlVaVUNPcUlQcjYraFc5QkNJaUlpSWlJaUlpcGR6YzNLQ2pvd005UFQxVXJseTVvcGRUN2hoUVV5TXNMQXpUcGszRG9rV0xZR2xwaWNHREIrUG5uMzlHZG5ZMjd0Ky9yL1M0cEtRazRXdFY0MVJ4Y0hCQXAwNmRBQUFiTm14UTIydXRMR3pmdmgzMTY5Zkh1SEhqNE9EZ2dCMDdkc0REdzZQY1NyNTVlWGxoOCtiTmN0dVZsWHVVenRxU1pMTUJSZXRXeDkvZlgrRmNIN05HalJyQjJka1p1M2J0RXJhMWJ0MWF5SW84ZnZ4NFJTMk4zaEdHaG9iSXpjM1ZPZ09VaUVwSFIwZW5UUHFXRWhFUkVSRVJFUkdWbDdsejU4TEF3QUJXVmxZVnZaUzNnZ0UxRFFRRkJjSE56UTMzNzkvV2NGM2tBQUFnQUVsRVFWVEhzbVhMQUJSZDZCbzFhaFRzN093d2UvWnNyYy9ackZrempCMDdGdE9uVDhlVEowOFVqaGswYUpCUTdtblRwazJ3czdQRDNidDNOWjRqTURBUWdZR0Jhc2NWTHkwWUVCQ0F4bzBidzhYRkJaTW1UWG9uK3lkMTdkb1ZuMzc2cVZiSFNOZlRsNVJPTElsYnQyNXBmVXhJU0FnbVRKZ0FBS2hac3lZT0h6NnNjSndrNHc2QXlwS1hodzRkVWhsZ2RYVjExV2hka1pHUnlNek1SSGg0dUJBRTl2THlBZ0FrSnlmajFxMWJNRFUxQlFEaHZ3QmdiR3dzODFoYVlXRWhzckt5TkpxZjNuMGlrUWdtSmlaNC9mcDFSUytGNktOaVltTENIbXBFUkVRYXVITGxDaVpNbUlEOC9IelVyMSsvVFB0a0V4RVJFUkZKWTBCTlEvNysvaktQWFZ4Y01HL2VQSWhFSWtSRVJHaFZHazlIUndkTGx5NkZ1N3M3MnJScEExZFhWN2tBaEw2K3Zrd0dWbkp5TXV6czdFcjNKRFNVbjUrUG9VT0h3c1RFQkE4ZlBnUlFWTEt4cERRTkFycTZ1aXJNZ3ZIeThzTFNwVXRsdGsyZVBCbEFVWENyWGJ0MlNvTitOalkydUhuekpnRFpnSm8yZ1VtSk9uWHFBQUFlUEhpZ2RiYmc4K2ZQaGEvMTlmVlJ2WHAxdGNlb0dsTzFhbFd0NWdlQTA2ZFA0OXExYTFpN2RxMnc3ZkxseTJqY3VER21UcDBxZkUrN2Rlc0dBTEMxdFVWQ1FvTENjOFhHeGlxZDU5YXRXNlVxRDBydkhqMDlQVlNxVkFtWm1abk1WQ01xWnpvNk9qQXhNWkc1d1lLSWlJaVVTMHRMUTJSa0pBRHd2U29SRVJFUmxTdGVyU21obXpkdll1dldyUmc4ZURDQ2dvTFFva1VMdWY1Y3lnd2JOa3pvcTdaczJUS0YyVHdEQmd5QWc0T0R6TGFVbEJRMGJkcFU1YmtOREF4dy92eDVBTUNjT1hOdzZOQWhqZFpVbkhUSlNnQUsrNTlwU3RQZ1QySmlvc0pBVldwcXFzeGpUMDlQSVdDellNRUNsZGxRMHIyZnBBTnFUWm8wMFdoTjBpUlpiVjVlWG1YV1E2MTRkcUIwcjduaSs2VFgwTFJwVS96MzMzOUtqeTJ1ZXZYcWFONjhPUndjSEdTeUZ2MzkvZkgzMzM5anlKQWhXTFpzR1p5Y25GQ2pSbzFTUFNmNk1PbnA2Y0hNekF3NU9Ubkl5OHREWVdIaE81bTlTdlErRW9sRTBOSFJnYjYrUGd3TkRabVpSa1JFUkVSRVJFVDBEbUpBclJUbXpKbURQbjM2b0dyVnFsaThlREZHakJpaDlwZ3FWYXBnMXF4WkFJcXlmQlNWWk5UVjFSV3loYVFWRkJUSUJWR0trL1MrQW9Cbno1NnBIZisrMGRIUndXKy8vUVlBdUg3OU92YnYzNjl5dks2dXJ2QjFUazZPd2pFeE1URmFyZUhvMGFNYVphaDVlbnErTTJYeTNOemNBRURJMXBPNGZ2MDYxcTFiaDlHalIyUE1tREd3dHJZR0FQejk5OS9vMGFPSHpGZ0xDd3VoUEdtZE9uVmtzdTdvNHlBU2lXQmtaQ1R6T2tORVJFUkU5SzY0Y09FQyt2YnRDNkRvTTFEeDhvK3paczNDOWV2WFZaN2psMTkra1NtaGYrUEdEY3ljT1ZQbE1aeUxjM0V1enNXNU9CZm40bHdmNjF3WExsd0FVSFF0Zk1XS0ZVSWkwWWVLQVRVRk5tN2NpSDc5K3NsdEw1NFZsSnljaktWTGx5SWdJQUMrdnI3WXNXTUgvdnJyTDVYblhyTm1EU3d0TFZGUVVJQng0OGJKWkZCSitQajRvR2JObXFWL0locWFOR2tTQWdJQzVMWkxaMGdweXBhcUNMMTc5MGFEQmcwQUFELysrS1BhREJucGtsbDVlWGtLeDBoS09XcEswNStOZERDdm9rbGV5QlQxWlpzL2Z6NCsvZlJUYk4yNlZTaGR1bXJWcXJlNlBpSWlJaUlpb3JJZ3VhaWpvNk1EQXdNRG1YMDNiOTRVOWl1VG1aa3BjMXhtWnFiYVl6Z1g1K0pjbkl0emNTN094YmsrOXJraUl5TTFydUQzUG1OQXJaUUNBd014ZXZSbzJOblpZZVhLbFdqZXZMblNFb1REaHc5SDU4NmRBUlFGTEM1ZnZpdzN4dGpZV0lnUXYzanhRc2dZb2lLaG9hSEl5c3BDeTVZdGNmYnNXWFR0MmhXUmtaRkt2K2Y2K3ZyQzE4b3kxQ1NxVnEyS04yL2VLTjB2S2JkWXIxNDlsU1VmSmVQZUpaSVNsMWV2WHBYYmw1YVdCaDhmSDB5Wk1nVW1KaWE0ZGVzV1RwMDY5YmFYU0VSRVJFUkVwRFZYVjFkVXFWSUZ6NTQ5azltdXA2Y0hLeXNydVczcW1KbVp5UnhuWm1hbTloak94Yms0RitmaVhKeUxjM0d1ajMydUtsV3F5R1RDZmFnWVVGTmcwcVJKbURGamh2RDQxcTFiU3NkbVpXVmgwYUpGV0xwMEthNWR1d1o5ZlgybHdSMUpUN1RidDI5ajNyeDVTdWVXOUxENjVaZGZzR0xGaXBJK0RZMEZCd2RqMTY1ZEFJcXlyNDRlUFZydWM1YkdzV1BIY096WU1TeGZ2aHpmZmZjZFFrTkRNWFRvVUlWanBmL1ExUVhVS2tMeGpESHA5U3JLSnBNNGRPaVFYTmxKWlM5cUlwRUl6WnMzQndCRVJVWEIwTkJRYm95UmtSRkdqUm9Gb0tndkhYdGpFUkVSRVJIUis4RFcxaFlQSHo3RXBVdVhaQ3JBVks1Y1dXN3NpaFVyMU40NVhieE1rYnU3dTFESlF4bk94Yms0RitmaVhKeUxjM0d1ajNrdVhWMWRORy9lWE9GMTV3K05TUHdlWGprWGlVUnZkVDVKeGxIeGtvOFMrdnI2OFBIeHdZNGRPNFJ0dnI2K1dMZHVIUURaY29uZmZ2c3RybHk1b2pBN3JXYk5tcmgwNlJJTURRMnhmLzkrL1BycnI0aU9qcFk3aHlwR1JrWklTa29DQUl3ZVBScmJ0bTNUOEZrV2NYWjJWanFudmIyOXl1QmljZExIS3p0djc5NjlzWG56WmdDQWxaV1Z3dDVrUGo0K0NBa0prVHYyKysrL3g1SWxTd0FBdi83Nkt4WXRXaVIzYk1PR0RYSG16QmtBd09lZmY2Nnd6cXZrNTF2V0dXclZxMWZIcTFldjVQWkxmeS9LaS9UM3FVR0RCamg3OWl5U2twSlF1M1p0aFQ4TFkyTmpCQVlHb25idDJtamJ0cTNDZ05xNzFrUHRmWHZwMHRmWEYzNi8vZno4c0hyMTZncGVFUkVSRVJFUkVSRVJFZEhIVGFSRndJa1phbVVnTHk5UEpwaW1paVF3cEVpZE9uVmdhR2lJMTY5Zlk5cTBhVEF4TVZFNHJsR2pSb2lNakZRN1YyQmdJQUlEQXhYdUd6dDJMUDc0NHcrTjF2eTJ2SHo1VXF2eHdjSEJhTisrUGJwMzc0NXAwNmJoeXBVck9IbnlwTXdZNmF5dDdPeHNsZWRMVEV6VWFGNXRnb3FLNU9UazRPN2R1d0QrdnhTanRCMDdkdUQxNjlmWXRHa1R6cDA3cC9GNUhSMGRFUm9hS3JjOVB6OGZPM2Z1Ukc1dXJ0SmpzN0t5OE8yMzM4TEp5ZW05QzFRUkVSRVJFUkVSRVJFUkVaVTNCdFJLd05uWldlMllLbFdxYURYKytmUG5PSFhxRk83ZnY0L2x5NWZqNmRPbkdoMVhVYXBXcmFwMHU2THN1L0l5WnN3WW5EOS9IdmIyOXRpd1lRTmF0MjZOeDQ4ZkMvdWwwMHpWbFh3TUNncENYbDZlMHYxang0NEZVQlFVVlpYSkpobW56S05IanhRRzBnQ2djK2ZPNk42OU93Qmc5KzdkS3MrajZYbHYzcnlKNzcvL1h1M3hoWVdGZVBic0dVeE5UUlh1bDk1dWJHeXNkSnlxN3cwUkVSRVJFUkVSRVJFUjBmdUlBYlVTMExaY255YmpwMHlaZ3VEZ1lQajcrK1BzMmJNYW4zdlFvRUZhWlV5VlZhbEJaVUVUWmYzak5PSHE2b3JDd2tLNTdWNWVYbGk2ZEtuQ1kxSlRVekY2OUdnY1BIZ1FGaFlXMkxKbEN6cDM3aXhrWXhrWUdBaGoxUVhVNXN5Wm8xR2diUEhpeFNwTFBxb0xxQ21qcTZ1TFgzLzlGUUR3OTk5LzQ5U3BVeVU2VDJuRXg4ZERWMWRYN2JqWTJGaWwrelF0VDBwRVJFUkVSRVJFUkVSRTlMNWdRTzBkbzAwd0RRQWVQMzZzc0svYit5Z3hNVkZoRDdYVTFGU1Z4MFZFUkdETGxpMFlOR2dRR2pWcWhKa3paMkxtekprQVpEUFUxSlY4TEcrUzNtcWE4UER3MEdxOE11OUNyek1pSWlJaUlpSWlJaUlpb3ZjZEEyb2xvRWtHanErdkw5YXRXNmZ4ZUNxZDZkT25vMHVYTHJDMHRKVEpIak15TWhLK1ZwZWhWdDQ5MUFvS0NwVHVFNGxFME5IUlVUdE9Ra2RIQjVKZWlZV0ZoVXI3bm1uYkQ4M1MwbExwUGdzTEN6eDU4Z1FBQTNWRVJFUkVSRVJFUkVSRTlIRmhRSTArQ0dscGFSZzFhaFJTVWxKdzllcFZZYnV4c1RHQW9zQ1N1b0JhWEZ5Y3lnQlVuVHAxQUFBUEhqeFFtRWxYZkZ4eHFvSlZvYUdoNk5TcEU4TER3K0h0N2ExeW5XWm1aamgzN2h5Y25KeVFuWjJOMXExYjQrN2R1eXFQSVNJaUlpSWlJaUlpSWlLaWttTkFqVXJFd3NKQzRYWXpNN08zdkpML0Z4WVdKcmZOeE1RRWdPcHlqNE1IRHdZQUhEcDBTR1YybUtRRW81ZVhsOG9lYWwyN2RnV2d2TTljY1FNSERrU25UcDJRa1pFQlB6OC9sV1AxOVBTd1ljTUdPRGs1QVFCbXpKakJZQm9SRVJFUkVSRVJFUkVSVVRsalFLMkV2dm5tRzBSSFIrUE9uVHNWdlpRS0lTbjk5NjR6TlRVRm9EcTR0WC8vL2pLZDgvang0eHFQZFhSMHhLSkZpd0FBZVhsNUdEZHVISTRjT1lKejU4N0paY0VaR3h0ajNicDFRc0J1dzRZTkNBNE9McnVGRXhFUkVSRVJFUkVSRVJHUlFneW9hY25Dd2dJclZxeEF2Mzc5NE8zdC9WRUUxSHIyN0FteFdJeC8vLzIzb3BlaU5Vbi91c3pNVElYN0pWbG4ydENtaDlyRWlST3hZY01HcGZzek16UHgyMisvb1gvLy9talVxQkZHalJxRlVhTkc0ZFdyVnpoeDRnU09IRG1DVTZkT29WcTFhdGl3WVFNYU5td0lBTmkwYVJNbVQ1NnM5ZHFKaUlpSWlJaUlpSWlJaUVoN0RLaXBJUktKaEs4OVBUMHhhZElrMk52Ym82Q2dBSVdGaFJXNHN2Sm5iMitQaFFzWG9sZXZYcGc5ZTdaTVFFMFNxQ3BMZGVyVVVWaHlzVXFWS2lVK3A3MjlQUURsZ1ROdHlpVnEya05OV2xwYW1zcjl5Y25KV0xObURkYXNXWU5hdFdyaHl5Ky9oSStQRCtyV3JZdisvZnVqZi8vK3lNM05oVmdzaHFHaElRb0tDaEFRRUlDVksxZHF2RzRpSWlJaUlpSWlJaUlpSWlvZEJ0VFVrQVJrQUdEcDBxVUFnSHYzN3VINzc3OUhWRlJVUlMxTFlHdHJLN1BHMHRMWDF4ZStqbzZPRmtvbW1wbVpJU01qQS8vNzMvL0tiSzdpTGw2OFdLYm5NekF3Z0llSEJ3RGcrZlBuQ3NjMGFkSkU0L05wMmtPdHBPN2Z2NCtGQ3hkaTRjS0Y2Tm16SjFhdVhBa2JHeHNZR0JnSVkzUjBkTkN2WHo5VXFsUUpKMCtlUkV4TXpBY2YyQ1VpSWlJaUlpSWlJaUlpcW1nTXFLbmg3Kzh2ODNqVHBrMzQ2YWVmbEpZUWZOdjI3dDFicHVlclZhdVc4TFdwcVNuRVlqRUNBd094Y09GQzVPVGtZUHIwNlNVNnJ5UXdweWdEclRUYXRHbUQzTnhjSkNVbElTMHREZG5aMmNqUHo0ZVRreE5telpxRkdqVnFBQUF1WExoUXB2T1dOWDE5ZlRScDBnUnQyN1pGbHk1ZDBMeDVjeUU3TWlrcENhZFBuNGFucHlmczdlM2g3dTRPZDNkM1RKMDZGUzlldk1EcDA2ZHg0c1FKbkRwMUNxOWV2U3J4L05LQk8wVWtQME9ncUorYjlHTkZWUFd0SXlJaUlpSWlJaUlpSWlKNm56Q2dwb1lrKyt2VnExZnc5L2ZIZ1FNSEtuaEY1VWRQVHc5K2ZuN0M0NVNVRkh6Ly9mYzRmZnEweHVkbzA2WU5xbFNwZ2hjdlhpQTlQUjA1T1RuUTBkSEJwRW1UQUFDSmlZbEtqN1d5c2xKWVN0SEh4d2NoSVNFS2ovbjIyMi9oNCtPamNrMHZYNzdFeG8wYmhjZXRXclhDaVJNbk5IazZDbW5UUTAwaUpDUUVFeVpNZ0kyTkRlenQ3Vkc5ZW5VNE9qcWlmdjM2Y0hOemc0dUxDNHlOamVYbVdidDJMYlp2MzQ3czdHeUlSQ0kwYmRvVXZYdjNScTlldmVEbzZBaHJhMnY0K3ZyQzE5Y1grZm41dUhqeElrNmNPSUhObXpmajVjdVhHcTl2MkxCaFdMSmtpY2JqWTJOajFZNHBqN0tnUkVSRVJFUkVSRVJFUkVRVmdRRTFOY2FOR3djakl5UDg4TU1QZVBqd1lVVXZSNDZucDZkTWJ6TjFsUFVTQXdDeFdBdzl2YUpmaWVqb2FBd2NPQkFKQ1FsYXJjZlYxUldMRnk5V3V2L28wYU5hblUrZEd6ZHVxQXlvWGJ0MkRXUEdqRUZ5Y3JLd0xUTXpVNnZlYVdYaCtmUG4wTkhSd2JadDI5Q3FWU3VGWThSaU1XN2V2SW5EaHc5ajM3NTl1SG56cHR6K3FLZ29SRVZGWWZyMDZXallzQ0g2OU9rRGIyOXZmUHJwcDlEVDAwUHIxcTNoN095TTRPRGd0L0cwaUlpSWlJaUlpSWlJaUlnK0NneW9xWkdhbW9vdnYveFM2K09lUFh1R3NMQ3dVczM5NXMwYmhabFVMMSsreE83ZHU0V3Z0U0U1N3Y3OSszTDdDZ29LTUdMRUNFeVpNZ1dUSmsxQ1RrNk8xbXUrZHUwYXhHS3hVSzVRSWpVMUZjZVBIOGZjdVhObHRrZEhSMlBFaUJIQy9Jb2NQMzRjVFpzMlZiaHY3ZHExT0hic0dDcFZxZ1JUVTFQbzZlbEJYMThmdWJtNWVQandJZUxpNHVTT3VYcjFxbGE5MDhxU241OGZMbHk0QUVORFF6eDc5Z3gzN3R4QmJHd3N6cDgvandzWExtajE4N3g2OVNxdVhyMktnSUFBTkdqUUFON2UzdWpkdXpkQ1FrSzBMa2thSEJ6TUlCd1JFUkVSRVJFUkVSRVJrUklpc1Znc3J1aEZhS3Q0c0liZVRUbzZPaENKUkJDSlJBcExPWDZzYXRldWplVGs1QkwzTzFOSEpCTGhQZnl6MXRyNzloejE5ZldGdndNL1B6K3NYcjI2Z2xkRVJFUkVSRVJFUkVSRTlIRVRhUkZ3WW9ZYWxadkN3c0tLWHNJN1NWSFdYRmw2M3dKTlJFUkVSRVJFUkVSRVJFVHZPcDJLWGdBUkVSRVJFUkVSRVJFUkVSSFJ1NHdCTlNJaUlpSWlJaUlpSWlJaUlpSVZHRkFqSWlJaUlpSWlJaUlpSWlJaVVvRUJOU0lpSWlJaUlpSWlJaUlpSWlJVkdGQWpJaUlpSWlJaUlpSWlJaUlpVW9FQk5TSWlJaUlpSWlJaUlpSWlJaUlWOUNwNkFVUkVKU0VTaVNwNkNTWDI3Ny8vVnZRU2lJaUlpSWlJaUlpSWlFZ0x6RkFqSW5yTE1qSXlLbm9KUkVSRVJFUkVSRVJFUktRRkJ0U0lpSWlJaUlpSWlJaUlpSWlJVkdESlJ5SjZMMzMyMldjVnZRU3RYTHQyVGZqYTFkVzFBbGRDUkVSRVJFUkVSRVJFUk5waVFJMkkza3V4c2JFVnZRU3Q2T3ZySXo4L0h3QmdiVzFkd2FzaElpSWlJaUlpSWlJaUltMnc1Q01SRVJFUkVSRVJFUkVSRVJHUkNneW9FUkVSRVJFUkVSRVJFUkVSRWFuQWdCb1JFUkVSRVJFUkVSRVJFUkdSQ2d5b0VSRVJFUkVSRVJFUkVSRVJFYW5BZ0JvUkVSRVJFUkVSRVJFUkVSR1JDbm9WdlFCNlA0bEVJbFN2WGgwQWtKeWNqS3lzckFwZUVSRVJFUkVSRVJFUkVSRVJVZmxnaHRwN0lDUWtCQ0VoSWVqVHA0L2FzVFkyTnJoMDZSS1dMMStPaGcwYmxuaE9EdzhQREJzMlRPbCtRME5EWEw5K0hkZXZYMGZIamgyVmpxdFRwdzZXTGwwS2ZYMzlFcStsdkptYW1tTDE2dFZZdlhvMVRFMU41Zlp2MmJJRlc3WnNRZFdxVmN0ODd2VDBkS1NucHl1Y2w0aUlpSWlJaUlpSWlJaUkzZzNNVUh2SDJkallvSGZ2M3REVDAwTkdSZ2IyN2R1bmNuelBuajNoNHVJQ0Z4Y1hoSWFHbG1qT21qVnJZc2VPSFRBek0wTzNidDNnNStlSDVPUmtyYy9qN2UyTndNQkFWS3BVQ1phV2x2ajIyMjlWams5UFR5L1JlbFdaT0hFaU5tellvSEtNa1pFUkJnOGVEQUNZUFhzMjNyeDVJN1BmMjlzYkFQRExMNzhnTVRGUjQ3bnQ3ZTNoNGVHQjU4K2Y0NisvL3RKeTVVVkJTejI5a3YrSkZuOGVSRVJFUkVSRVJFUkVSRVJVTWd5b3ZlUDY5dTByQkZXQ2c0UFZqcGNFZitMajQzSHUzTGtTemZudzRVTXNXN1lNTTJiTVFOZXVYWEgrL0htTUdERUNFUkVSR2gxdlltS0MrZlBuQ3hsdUtTa3AyTDU5ZTRuVzhqNnh0cmFHaDRjSFBEdzg0T25waWRxMWF3TUFybDY5V3FLQTJzS0ZDOVVHSVZVeE56Y3Y4YkZFUkVSRVJFUkVSRVJFUlBUL0dGQjd4dzBhTkFnQUVCa1ppUnMzYnFnY2EyZG5CdzhQRHdEQXpwMDdVVmhZV0tJNXhXSXhsaTVkaXBpWUdHemV2QmwyZG5iNDQ0OC8wTGh4WTd4NDhVTGxzYnE2dWpoNThpUWFOR2dBQUFnUEQ4ZklrU1B4N05remplZWZQMzgrL3Z6enp4S3RYU0k2T3JwVXg2dWpwNmVIK3ZYcm8xR2pSbWpjdURHYU5Xc0dWMWRYaUVRaW1YRlBuanpCbFN0WFlHeHN6RDV6UkVSRVJFUkVSRVJFUkVUdktRYlUzakVHQmdZd016TURBTGk0dUFoOTBMWnQyd1pyYTJ1NThkSUJybSsrK1ViSVpvdUppVUg5K3ZWVnpwV1FrSUMwdERTbCt5TWlJdENoUXdkczNMZ1JVNlpNVVJ0TUE0Q0NnZ0tzV3JVS3ExZXZ4dXpac3hFVUZBU3hXS3oyT0dsSlNVbjQ3Ny8vdERybWJlalZxeGZzN096UXFGRWpOR2pRQUVaR1JuSmpuang1Z3ZQbnorUENoUXVJakl6RXZYdjNTanpmaEFrVE1HSENoTklzbVlpSWlJam9vNUNYbDFkdWZac0xDZ3FncTZ0YjZ2T0l4V0lVRkJTVXFxdzdxWmVmbnc5ZFhWMjVteDNwM1plVGt3TkRROE9LWGdaOXBKNDllNFlxVmFvbzNKZVVsSVJQUHZua0xhK0lpSWplUlRvVnZRQ1M1ZVhsaFFjUEh1REJnd2M0ZHV5WXNEMDRPRmpZTHYxUG1pU2JEUUMyYjkrT2YvNzVSK1cvWHIxNkNlT2RuWjJSbnA0dTkrL3k1Y3RvMkxBaFRwMDZKYk05S1NsSlppN3BmZXZYcjRlUmtSRVdMbHlJVjY5ZXlaM1QyZG01eE4rZjJyVnJ3OWZYRjc2K3ZpVStCMURVMzB6eVQvb05VNVVxVllUdGRuWjJNc2ZNbWpVTEkwZU9SUFBteldGa1pJUzB0RFNFaDRkajZkS2wrT2FiYitEaTRnSlhWMWVNR0RFQ0lTRWh1SGZ2SHRxM2I0OTkrL2JocTYrK0t0VjZpWWlJaUlnK0pHbHBhWWlMaTFPNjM5L2ZIMkZoWVJxZnIwbVRKa0xKK2JJMGI5NDh1TG01SVRzN3U5VG4yclp0Ry9UMTlaR2ZuNi94TVJjdlhrU2JObTF3L3Z4NXVYM3A2ZWxvMHFSSnFhdDdhRU5aRlpTaFE0ZXE3ZmN0N2VqUm8zQndjTURUcDAvTGFta0NmWDE5L1BISEh4cVB6OC9QTDlHLzhuTDc5dTFTQlFNTEN3dng5T2xUaGYvS2M5M3E1T1Rrd01uSlNlblAvTUNCQTNCMWRVVk9UbzdDL1ptWm1iaDkrM2FwL3BYWDgwcEpTZEhxWDBGQmdjdzVkdXpZSWZOOTBlWmN5cjVmYjlQQ2hRdmg1dWFtMVRGLy9mVVhQdnZzTTZXL0Q0Y1BIMGFWS2xYdzh1VkxsZWQ1K3ZRcE9uZnVMSFA5VE5ybzBhTTFhcC95NE1FRFZLMWFGWTBiTjVhN0tYei8vdjJvVWFPR3htMVF5a0padnZidjNMa1RseTlmbHR2Ky9QbHo3TjI3dDBUcisvMzMzMld1S1JJUmZVeDRhOXdIb212WHJ2ajAwMCsxT2lZM043ZWNWbE4rT25Ub2dDVkxsZ0FBZHUzYVZlTHozTHAxUytIMkN4Y3VDRjgvZWZJRXJxNnV3dU5UcDA3aDBxVkx1SGJ0R3E1ZHU0WW5UNTZvbmNmRnhRVWRPM2FFazVNVHJLeXNzR0RCQW9YakVoTVRaUjVYclZvVmI5NjgwZVNwRUJFUkVSRzlkOWF2WDQ4ZmZ2aEJhVFdMTld2V3dNbkpDUjA3ZGxSN3JzTENRdHk5ZTdkY0x1NjFiTmtTMDZkUHg2SkZpekJyMXF3eVA3ODZHemR1UkV4TURPclVxU08zNzhpUkk3aDgrYkxTakFxZzZLSzBOdVgzaXhzK2ZManc5YXRYcjlDcVZTc01HVElFa3lkUEZqTHR4R0l4L3ZqakR6ZzZPcUpQbno0YW5mZmV2WHVJajQrSGpZMU5pZGRXVmtxYTJYanQyald0Z3dnbHBVbUFiY2VPSGZqcXE2K1FsSlNFR2pWcXlGV3N1WEhqQm03ZHVvV0JBd2ZpeXBVcktzOVZIb0Uzc1ZpTVI0OGVLVDEzaHc0ZDhPclZLMFJHUnFKTGx5NXkreTlkdW9UMjdkdVhlZzFsYmMrZVBUSTNOMnRDK25jbk5UVVZVNlpNZ2FHaEljTEN3bEN6WmszWTJ0cHFmSzUxNjliSi9KMVdoTVRFUkxVdFNvcGJzbVFKVEUxTjRlRGdvSEIvZG5ZMm5qOS9ycmFWeVE4Ly9JQnIxNjdCeGNWRjVyVk9YMThmVDU0OFFYQndNTTZjT1NQM09xaXZyeTlUQmVyZ3dZTUFnQ0ZEaHNqOXZYM3h4UmR3ZG5hR3I2OHZMbCsrREh0N2U3bDEzTDU5Ry9YcTFZT3BxYW13N2MyYk56QXhNUkhPVi95eFdDeEdabWFtd3QvTDByNzJTMlJrWkdEWXNHRVlQMzQ4R2pkdUxMTnYvLzc5R0RObURQNysrMiswYnQxYTZUblMwOU9Sa0pBZ3MyM1RwazJvVnEyYTBrQzF2YjI5VUgyTGlPaER3NERhTzh6VjFWWGhtd2N2THk4c1hicFVadHZreVpNQkZBV0syclZycC9TTm9vMk5EVzdldkFsQWVVRE4zTnk4Tk10V0tqMDl2VnpPKzdiOC9QUFBXcGVpYk5Tb0VRQWdOamEyUEpaRVJFUkVSUFJSeWNqSVFIeDhQRnhjWElSdGNYRnh5TTdPRnZvNFM5dTBhWlBTekxVdFc3Wmc0TUNCS3VmcjBLRUR2TDI5a1p5Y1hMcUZsMEJHUmdhMmJkdUdvVU9IS3J6QXZuWHJWdFNxVlF1dXJxNXlwZnpOek15Z3E2dUxCUXNXNE55NWN5VmVnL1NGZWpNek13d2ZQaHpUcDAvSDl1M2JzV0hEQmpSdDJsVEl0dEhSMGJ3QVRrSkNBc3pOelZXMklGREV3c0lDeHNiR1doMmppYmx6NTJMQWdBRWFqYjExNjlaYno4eFFka09vTk9tTC9BWUdCcmgrL2JyTWZzbEYvRE5uemdnL3MvWHIxMlBGaWhWeVk5OEdaVUhDTDc3NFF1RzI0OGVQeTEzblNFdExnNldsSlJJVEU0WGdna2drd3ExYnQyUmVJOTRHVFY0amJ0KytqYlp0Mjhwc3M3UzBSRmhZR0R3OFBPRGg0WUcvL3ZwTDVseTNidDJDaDRjSFltTmpVYlZxVmJsenZvOUJpK2pvYUJ3N2Rnemg0ZUVBaWdLNEtTa3BNbU1rcncxSlNVbHlRVmpKejNycjFxM1l1WE1uQUtCV3JWb3lZNW8wYVFJYkd4c1VGaFlxREJhNXVycksvTjd2MmJNSFZhdFd4WWdSSStUR0doc2JZK1BHamZEejg4UHIxNjlWUGpmSi90ZXZYOFBNekF4Mzd0d1Jnb1lpa1FneE1USEM3NllrQ0ZkY1diejJTeHc0Y0FENStma1lPSENnWFBETHc4TURkZXJVd1lZTkd4UzJtSkdzOCtEQmcwcUR4Z2NPSEZDNFhSTGdKeUw2RURHZzlnNUxURXhVZVBkV2FtcXF6R05QVDArMGFORUNBTEJnd1FKa1pXVXBQYWQwYVlIM01VT3RyRWdIRGEydHJZWHltVFZyMXBUckZaZWVuZzV6YzNQWTI5dHJGVkRUMWRWRnUzYnRBQUQvL1BNUEFnTUQ4ZnZ2dnd2NysvYnRpMDJiTmdGZ1Job1JFUkVSa1RwWldWbm8yYk1ucmx5NWdqdDM3dUR1M2J0SVMwdERWRlFVZ0tJTDJvY1BIeGJHOStqUlEvaTZlRUJDK2lLbWs1TVRIajE2cEhiKzFhdFhLOTBudWRDdlNTYVJxb3dvWDE5ZjdOeTVVK1k4UVVGQkNBb0trcG5yNmRPbk9ISGlCQW9LQ21CcGFTbDNuZ3NYTHFCbHk1WTRlL2FzekhhUlNJVGx5NWNyN05Vc0VvbXdlUEZpVEpreVJlSGFkSFIwTUduU0pIVHIxZzBEQmd4QXk1WXRFUkFRZ0I5Ly9CRUF0T29ORng4ZmovVDBkSVVCQWxVMmJ0eUlsaTFiS3J3SUxXM1lzR0VxUzREZXZYc1h0V3ZYRmg3YjJ0cktQRlpGM1FYMWtwSmM3Slo4TnBVOHJsNjl1dGJCb1p5Y0hLVy9pOUlCeVVlUEhxRmh3NGFvVktsU1NaYXNrYXlzTER4NjlFaTQvbkR2M2oxa1oyY0xmNU8zYjk5R1pHUWtSbzRjS1J5emVQRmkxS3RYVC9nYmxxd3ZMeThQOGZIeHdqakpUYnRQbmp5Uktjc2FIeDh2MS9QY3ljbXA3SitjRkUyeUxTdFhycXh3dTR1TEN3NGRPb1QrL2Z2ajhlUEhNbGxKS1NrcE1ESXlncHViMndmVEYzRG16Sm53OHZKQ3UzYnRrSlNVaE1lUEg2TlpzMllLeDBwWERaSVFpOFVJQ3d2RDhPSERzV3paTW56OTlkZVlObTBhRmk5ZURDc3JLd0JBU0VnSS9Qejg4T0RCQTZ4ZHV4WWRPM1pFcDA2ZEZNNXg1ODRkbkR0M0R1dlhyMGR1YnE1TWxsbHhpdjRXcFFPOXhmK1c2dGF0Sy9OemE5S2tpVXlHV25GbDlkb3ZFUmdZaU1HREJ5TTZPbHJwYStLZE8zZXdjZU5HbGM5TDJYcUx5OC9QTDdkK3BrUkU3d29HMU41ek9qbzYrTzIzM3dBQTE2OWZ4Lzc5KzFXT2w3NVRSVjJ0YlcxVDlwWHAwYU9IWEwrM2tqSXdNQUJROUViNmJZbUxpMFBqeG8weGE5WXN4TWZISXk0dVRtWFpBWkZJaEJvMWFtRG16Sm1vVXFVS0Nnc0xaVDdZUzVTMlhBVVJFUkVSa1NvNU9UazRmUGd3amgwN2hpZFBucFJicjUwVksxYkEzZDI5WE00dGtaYVdocDQ5ZStMaXhZdllzMmNQN096czBMMTdkOFRFeEFoai9QMzlaWTZSdnZpbktpQVJGaFltZkw1WXQyNGQxcTlmajRzWEx5b2QzNk5IRDlTdFcxZXVhZ2lnUEpQby92Mzc2TkdqQjhSaU1WcTJiS253NGlVZ2UrUGZ6ei8vakw1OSt3cVBRME5ETVgvK2ZBREFzbVhMWUdWbGhmRHdjSm5QZUltSmllalFvWVB3dWFtc0pDUWt3TmJXRnZyNitxaFhyeDR1WHJ5SXlaTW53OWJXVnZqZWFYTVJOU0VoQVo2ZW5tby92eFpuWW1JQ1FIWEdWc0wxa2pVQUFDQUFTVVJCVkwxNjlUQnYzanlWNVNjZEhSMWxIbzhlUFJxalI0L1dhaTFsclhpUVVQTDQwS0ZETXNGaFRSZ2FHc3BscmtnQ2FZcXlZcVF2NG1kbFpja0ZvMG9qSmlaR0ppdExFdFNRL0gwZU9IQUFRVUZCR0RkdUhHcldySW1NakF6OCtlZWZxRnUzTGlaTW1DQVRxTDEzNzU3Q1lHcno1czFsSGlzS25KUkh1VWRwbXZSb1UzVmRwRVdMRnJoMzd4NzA5UFFRRVJFaGQ3MUFVUVpvOGNEdzI1Q2ZuNCtXTFZ0aTdOaXhHREpraU1JeGl4Y3Z4b01IRDJSdUtKWTRjdVFJd3NMQ0VCc2JpOExDUW5UczJCR2VucDV5TjQ0ZlBIZ1FRNFlNd2IxNzk0UWdtY1NsUzVmUXExY3ZMRml3QUJNbVRFQnViaTd1Mzc4UEx5OHZuRDE3Rm5GeGNZaUlpTUR2di84T0p5Y25XRnRibzBlUEhqaDkralRhdEdranQ2YkF3RUFBRUFKT21tU0VGcWVucHdkcmEydTVURHVnS0FodmFtb3FGeENOaTR1VENYNUpsTlZyZjNSME5NNmZQNDl0MjdiQnlja0pRNGNPMWZwNVNmdFFBcnBFUktYRmdOcDdybmZ2M2tKcGt4OS8vRkh0bTBUcE42UFNRYW1FaEFRTUhqeFlabXoxNnRYTFpJMlNEMWFTOHhldnZhd055WnVEdDlsNGQ4MmFOZGl3WVFPYU5HbUM2T2hvclk4UENRbFIyRzlOVlVCTjFSMVIyc2pPenBacmVFeEVSRVJFSDc0alI0N0EzOThmRHg4K0xQZTV0QzNiSnkwdUxrN21zWTZPamx6cHJydDM3NkozNzk1NC9QZ3hEaDgrTFBSWGtwU3U2OUdqQjB4TVRMQjc5MjRBd01xVks3RjQ4V0tOMXlEZGk5cmIyeHZMbGkyRFdDeFdlT0grMWF0WGVQandJZno5L1JVRzZaUUY3bWJPbklscTFhb2hQajRlVDU4K1JVcEtpc0lMdTlKcTFLaUJwazJiQ284bG4wVVNFeE1SSEJ5TXFWT255bVZ2R0JvYUFrQ1pCOVM4dmIyUmxaV0ZvS0FndEduVEJvYUdoa0xHbnVSQ3VEWnpKaVFrb0VtVEprb3pkdFJSbDdGVnRXcFZyYks2QWdJQzRPdnJxOUhZK1BoNHpKOC92OHl6dWlTZjVWZXNXSUdKRXllV09nQ2tMbVB3N3QyN0FJb0NKSHA2ZW9pUGp4Y3FySlNsTm0zYVFDd1dJenM3RzhiR3huanc0QUdjbkp3Z0Zvdng1czBiakJ3NUV0dTNiMGRVVkJSc2JXMnhhdFVxV0ZoWVlNZU9IVUxXV2ZGZ2hPUjdvMG5KUjJWbDljcWF0blBzMmJNSHpzN09hTml3b2JCTjhqTnIzcnk1RU5TWk1XTUcwdExTWkRKa0N3b0szbHIvdnVLT0hEbUNtSmdZbFVGWHlXdkZxRkdqWkVyeHBxZW5ZOHlZTVpnMGFSTHExcTJMdFd2WDR0NjllOWkvZjcvY2E0RWtlRzV1Ymk2M3IxR2pSamgrL0RpcVZxMHEvRDlrd1lJRmlJNk94c09IRDNIdzRFRnMyYklGczJiTlFseGNISHIzN28zczdHeFlXbG9pTGk0Tyt2cjZRbEE5SlNVRjY5YXRBL0QvUVVzWEZ4ZnMyclVMTmpZMlN2dDRUcHc0RVU1T1RoZy9mandBb0hidDJncURhVUJSR1VaRlpVaVZIVk5Xci8yU3ZwK1M3TXl0VzdkcTNPOVAwZXVQSmpmS0Z4UVV2UFVnTHhIUjI4YUEybnN1TkRRVVdWbFpRam1QcmwyN0lqSXlVbW5aUittN0JxV0RVcTlmdjFaNmQyRFRwazIxN2gwR3lQZE0wL2J1UTBVa2I2Uks4NkZkVzN2MjdJR2VuaDdHakJtRE9uWHFDRy9zVkhuejVnM3UzNytQTFZ1MklEZzRXRzUvMDZaTlVhTkdEYVhISnlZbWxtck5FbjM3OXNYcDA2Zkw1RnhFUkVSRTlINElEQXlFbjU5ZnVXZGtsQVhwMG1aQTBVVkI2ZEp0ZS9mdXhZZ1JJMUNwVWlWRVJrYWljZVBHd2o1alkyTVVGQlFnSmlZR00yZk9GQUljQ1FrSkpiNmc5L25ubjhQR3hnYWhvYUdZUG4yNjNQNmpSNCtpb0tBQVhsNWVHcC96Nk5Hak9INzhPQUlDQWpCbHloVE1talVML3Y3K2lJNk8xcXBNb3NUYXRXdGhaR1FrWE1pVkpybHBzcXdEYXR1MmJjT3dZY1BnNGVHQlVhTkdZZEdpUmNMM1cvTHowcWEzV1VKQ0FycDA2YUpWK1VSRkdSNWx4YzdPVHJqWUxSYUw4ZXJWS3lRbkp5TTVPUm5QbmoxRFFrSUNFaElTOFBqeFl6eDY5QWhqeG93cHR4S0NmLzc1SjRDaVFLV2xwU1dNakl3MHZxRlU4amVmazVPak5tT3dkdTNhUXJCSkxCYVg2SGV4Tk83Y3VTTVRoQ29lMEpRT2RFc0h6TjQxcXNyM0ZaZWRuWTNyMTYramR1M2ErT3FycjlDNGNXTnMzNzVkdUFsVzB0ZlJ4TVJFK0gxTVQwK0hpNHVMVERCR1VXdVF0MlhqeG8yd3NMQ0F0N2UzMGpFVEprekFpaFVyTUczYU5KbHFQVkZSVVhqOCtER1dMRm1DaFFzWEFnRG16NStQVHovOVZDNndsSkdSQVFCNCtmS2x6SFliR3h2bzYrdWpiZHUyYWw4UGl2Ly9aZWJNbVFDS01sUWxONXNzV3JRSW1abVpjc2V1V3JVS3BxYW1DZ05xT1RrNVdMdDJMWHIwNklIeDQ4ZGo1TWlSMkxCaGc4cTFxQXVBYXZJejFlYTFQekl5RXNlT0haTVowNnRYcnhKbDMwbG84cHBYa2IrYlJFUnZDd05xSDRCang0N2gyTEZqV0w1OE9iNzc3anVFaG9ZcVRlV1dmcFA4TnJPOHlvcWtMbmxTVXRKYm5YZkhqaDNZc1dOSG1aMnZlTU5yT3pzN2ZQMzExMWl3WUFIZmdCQVJFUkZSaVIwNWNrUW1tUGJaWjU5aHdJQUJjSE56ZzVtWldibk1XWnB5ajhWTHVVdGZJRjI5ZWpVZVBYb0VEdzhQN05tekI1OTg4b25jOFZldVhNSHIxNi9oNmVrcGJJdU5qY1ZubjMxV292WG82ZWxoMEtCQldMZHVIYVpPblNvWFpBZ0pDVUh6NXMzaDdPeXMwZmxldkhpQkVTTkdZTWFNR2JDenN3TlFWTGxqeFlvVm1EZHZucEJCb0kzWnMyZmp5eSsveFB6NTg5R3BVeWVaQzc2U3p4S0dob1pJVDAvSC9mdjM1WTZQajQvSGxTdFhGSjQ3SVNGQmJwKzd1enVjbloxeDVzd1pMRnUyRE5PblQ4Zng0OGR4OGVKRjJOcmFDcjJndFFtb3ZYNzlHaXRYcnNUS2xTczFQaVl0TFEwV0ZoWUFpZ0lUcXJJdkV4TVRsWmJnYzNKeWtzdXVFWXZGYU5XcUZmNzc3eis4ZXZVS0JRVUZNREF3UUc1dUxwbzJiWXBQUHZrRWRuWjJxRjY5T3BvM2J5NlhSVmxXYnR5NEliUmVhTk9tRFlZT0hTcVV4cE5XcjE0OUxGMjZWR0ZnMTlUVUZGT25Uc1dNR1ROa3RnY0VCTURhMmxxdVozaEZrTzVaS0IySTh2SHh3YXBWcTFDdFdqVUEvNStCVmx6eFFFcnhYbnh2SXlOTlFoTG8yN1p0RzFxM2JxMTJ2S1dsSmJadDI0WWJOMjVnenB3NW1ENTl1bHhHclBUdjlvTUhEOUNvVVNPWmJaSUFYSHg4UFBUMDlHQmhZYUh3KzFUV0pGbkNvMGVQVnBtaFptNXVqbkhqeG1IT25EazRkKzZjOEgxcDI3WXR3c0xDWUcxdGpXblRwaUVoSVVIbzJXaHJhNnZ3WEhYcjFwVjVMUDM3b2l5SXVXblRKZ3diTmt4dGtETXVMZzRyVjY1RTU4NmRjZXJVS1psOVgzMzFGU1pPbklqazVHUzV0WjA5ZXhaWldWbm8xNjhmZ0tKQTE5cTFhNVhPSXhLSmNQMzZkYTE3SVJhbjZXdC9UazRPUm8wYWhXYk5tZ2s5Um9HaW40dDBXV0Z0c2VRakVWRVJCdFErSUpJN1RmcjI3WXViTjI5aTBhSkZjbU9rNzFTVU5BVituMGl5dWhSOU1Dd0w5dmIyOFBUMHhPZWZmNDRGQ3hZb1Rka3ZEV05qWS9qNCtDQWxKVVVJRUc3ZHVoVnVibTVvMXF3WkJnNGNxUFpOamlUN3I2VFpnMFJFUkVUMDRjbkp5WUcvdjc5d0VYSGN1SEZZc21TSlZyMnQzalpWV1RGUG56N0Y3Tm16TVhQbVRKbGVNZEpPbmp3Skt5c3JOR3ZXREVCUmdDNG1KZ1pmZi8xMWlkYzBjZUpFL1A3Nzd3Z09Ec2FZTVdPRTdmLzg4dzlPbno2TjdkdTNhM1Flc1ZpTVFZTUc0Wk5QUHNIa3laT3hjK2RPQUVWOXJZT0NndENwVXllMGE5Y09IaDRlQ285Ly92eTVURkRvK2ZQbkFJb3VhcnE0dUNBNk9ocUJnWUc0ZVBHaWNORlpFcUEwTkRURTMzLy9qWjQ5ZThxZGQ4bVNKVml5WkluQ09aY3ZYNDdseTVmTFBRK2dxQnphbENsVDBMRmpSK3pldlZ1NHlDejViS0pOd1BiZ3dZTXErMUpMMjdObkQ3WnMyU0p6L2l0WHJxQlZxMVpLajVrMmJScW1UWnVtY0Y5VVZKUk1PVFdnNkdleVpjc1dpTVZpV0ZwYW9uTGx5dGk3ZHk4R0RCaUFNMmZPbEdsUE1WVisvZlZYOU9uVEJ5RWhJWmc3ZHk1OGZIemc2T2dJSHg4ZnVSNWExYXBWZzR1TEM4UmlzY3lGN3VmUG4yUDQ4T0Y0OXV5WnpQaFJvMGJoMWF0WE1qZHdGaFFVdkpXTDVCa1pHVGg2OUNpQW9pQy9nWUVCenAwN0J3QVlQbnk0VEhhUEpFTVBnRnhmTFFsSjZibjgvSHhNbkRoUkptQmQzTDE3OXhUMlZDc3I3ZHExdzZCQmd6QnMyRENOZTcyYm1abGh6Smd4Nk5Pbmo4TGVhRFZyMXBSNXZHalJJb1hYZHlRbE9pZFBucXowYjdvc0JRVUZvYUNnUUtOK2crUEhqeGNDOEJFUkVRQ0tya2QxNk5BQkJ3NGNRRmhZbUV5V2JuSnlzc2JyeU1qSVFIeDh2Tkw5a29vLzZ2cmFuVHg1RW1abVpwZzllN1pjUUsxdjM3NFlQMzQ4UWtORE1YTGtTTG5qREEwTjVRTGFrb3pQNGkwOFRFMU41VjV6eEdJeE1qTXpGUWI5U3Z2YWYrellNU1FrSkdELy92M28wS0dEY0I2V2ZDUWlLaHNNcUwzRGlxZTJxeE1jSEl6MjdkdWplL2Z1bURadEdxNWN1WUtUSjAvS2pKSCt3Q3BkU2tXVmt2UU5LeStTTzNwS2s2WXV6Y3JLU3ViTjlkbXpaNFd2dDJ6WmdwU1VGTG5TbGRvcUhod2JPblFvTEMwdEVSd2NqTysvL3g1QVVkUFpyVnUzb24zNzlqaHk1QWg2OSs2dDljK2ZpSWlJaUQ1dWh3OGZGcklZUHZ2c3MzYyttS2JPekprek1YdjJiSlZqamg4L2p1Yk5td3NYcFUrZE9vV3NyQ3lsZlc4MFViMTZkWXdmUHg3VHBrMUQ5KzdkNGVqb2lOemNYSXdlUFJxTkdqWFN1TmZXVHovOWhJaUlDRVJGUmNrRkR0dTJiUXQvZjMvNCtQamd3b1VMTXVYdEpBSUNBaEFRRUtEdzNMcTZ1dGkxYXhlYU5tMktYcjE2NGRLbFM3Q3dzQkNxa0JnYUdxSnQyN1l5MlFuNStmbG8xYW9WcGs2ZENoOGZIN2x6Tm12V0RPUEhqOGZBZ1FObHRoZS9LRzFzYkl3aFE0WUkyNjlmdnc2Z0tQaWg3QUwycDU5K0t2TzdxRTNKekgvKytRZm01dVl5Z1llV0xWdktYZkM5Zi84K21qZHZMbVJnQlFjSFk4U0lFU3JQTFYwbXpjVEVCQ2twS1VLUHU3LysrZ3NBTUdYS0ZLU21waUk1T1JrcEtTbkNmNk9pb3NxMGo5WEZpeGNSR2hxS0V5ZE9JQ1FrQlAzNjljT21UWnZnN2UyTnRXdlhZdE9tVFlpTWpKUUo3a1ZFUkdEa3lKR0lpWWtSU25BV0wzTlhuSFFadUxTME5JMWFHcFRHenAwN01YandZT0Y3L2ZYWFgyUENoQW5DL3VEZ1lBUUZCUUVvYWxGeC9mcDFJVWhRdkNSbzdkcTE4ZVRKRXpnNE9BQUExcTlmajVNblQyTGV2SGxLeTlFNU9EZ283R2xlVm5SMWRiRjU4MlpzMnJSSjVVM0x6NTgveDU0OWUrRHI2NnUyWDcyeUZoN0t2STF5blJrWkdRZ0tDa0xIamgxUnYzNTl0ZU10TFMweFlzUUlMRnUyREdmT25FSGJ0bTBCRlAyZGZ2dnR0L2psbDEvZzV1YUd3c0pDdkh6NVVyalpXQk1uVHB6QWwxOStxWGFjdWt6RnBLUWsyTnJhd3RyYVdtNmZ2YjA5V3JSb2dULy8vRk11b0hiczJERjA3dHhaNlUwRW1wU3lWZFhicjdTdi9aMDZkVUpnWUtCYzVtWnBTejVxY2cxUmtqMUpSUFFoWTBEdEF6Tm16QmljUDM4ZTl2YjIyTEJoQTFxM2JvM0hqeDhMK3lXTlNnSE5TejRtSmlZcUxFTW9lUlA0NHNVTGhUV24xYjFKMUphOXZiMVE1cVZtelpvWU0yWU13c1BEdFg1RFVLMWFOVXlaTWdXZmYvNDU2dFdySjNkSFhtcHFLc0xDd3NxbFQ1dSt2ajdHamgwTG9LaU1wQ1NnRmgwZERXOXZieHc2ZEFnTkdqU0FwNmNuOXUzYmh5cFZxa0FzRmd0M0pLbGlhV2tKWTJOakpDUWtsUG02aVlpSWlPamRKMzJoZk1DQUFlOTFNQTJBM0YzK2lyUnYzeDV6NTg3RjVNbVRzV2pSSW16Y3VCRnVibTRhbDJSVUppQWdBQWNQSGtUdjNyMFJFUkdCaVJNbjR1Yk5tL2pubjM4VVpwUVV0MmJOR2l4YXRBaWJOMitHcTZ1cndqRy8vZllienB3NWd5KysrQUxoNGVGeW41OENBd014YXRRbzRYRlFVSkJNWm9pVmxSVjI3ZHFGenovL0hNT0dEVU5vYUtod1FkL1EwQkFtSmlZeVdSR1NRSk9ycTZ0Y3RvU0VnNE9EM0Q1Tk01aSsrKzQ3cGZzZVBIaFE0cDVqYVdscFFpOXRaZExUMCtIdDdZMysvZnNMMzdjSkV5YkEwZEVSWGJwMFVYa2NVSFFUWkowNmRZVFB0UllXRmtKMWw0Y1BIK0tUVHo2QnU3czdiRzF0WVd0ckN4c2Jtekw5dkp1WGw0ZHZ2LzBXdnI2K01yM0NoZ3daQWdEQ3hmSGltWEsxYTlmR2d3Y1BzSDc5ZWlGSUpSYUxjZTNhTlRnN095TXJLd3VXbHBZeVBjaWtnNTQzYjk2RXZiMTltVDBQUmNSaU1XeHRiVEZreUJETW56OGZQLy84TTV5Y25JUjE2T2pvS014V0xCNGtVdlY3MktCQkE0M1dzbmp4WXFIRVlHbTllZk5HNlBPbGlSczNidUNISDM3QVo1OTlKdlBhcktnM25KR1JFUW9LQ3BSbTZFblRKaEJWR29HQmdVaE5UY1VQUC95ZzhURVRKMDdFLy83M1A4eVpNd2VuVDUrR1dDeEc5KzdkOGVyVksvejExMThJQ1FuQmd3Y1AwTDkvZnd3ZVBCaWRPM2RXZTg2OHZEejQrUGhvMVNOVVQwOFBJU0VoR0R4NHNOeStBUU1HS0wwUm9FZVBIcGd6WjQ3UXp4QW95cHkrZHUwYUprMmFwSFErVGZyOXFRbzhsY1ZyLzlkZmZ5MzN2TXpNekVxVlBmWTJTNmtTRWIzTEdGQjdoN202dWlwOFkrbmw1WVdsUzVjcVBDWTFOUldqUjQvR3dZTUhZV0ZoZ1MxYnRxQno1ODdDLzF5bFN6NnFDNmlGaElRQUFPYk5tNmV3WjVua3c4Y1BQL3lBdlh2M3l1MWZzV0lGQUpSWllLcDkrL1lBaXU2S2tkdzFPWGJzV0swRGFoWVdGaGcrZkxqQ2ZmMzY5Y05mZi8ybDhNMk5OdVVWbloyZEZXYjJEUjgrSEE0T0R2ajMzMzhSRXhNanMrL3k1Y3Z3OGZHQnZiMDk5dTNiQjZEb2czei8vdjJ4WThjTytQbjVLWjN2eHg5L3hLUkpreEFaR2FueEhiTkVSRVJFOUdHUnpzSW95OHlaZDgydFc3ZUVDM3NCQVFGd2MzUEQ0TUdEY2ZIaVJWeTRjQUdyVnEwcTlSekd4c2I0ODg4Lzhmbm5uOFBaMlJsSlNVa0lDUWxCbzBhTjFCNjdjZU5HakIwN0ZqLysrS1BLOGxwR1JrWTRkT2dRV3JSb2diWnQyK0xvMGFNYVpYNUlhOWFzR1pZc1dRSlRVMU9JeFdJaGcwQlJpVUpKM3lwSmRvK21WRjI0TGl3c2hMdTdPMTYvZnEyMkxIOUpTZ3RtWldVaExTME5WbFpXU3Nla3BxYmlpeSsrZ0w2K1BwWXRXNGJBd0VDMGFORUM3dTd1OFBiMnhvNGRPOUM3ZDIrRngwcEt3MVdyVmczLy92c3Z6TXpNWUdOakEzMTlmZXpjdVJNREJnekEzcjE3NWI2ZmVYbDVlUEhpQlF3TURMVHFIYWVNbnA0ZXhHSXhacytlTFZjMjhQVHAwN2gyN1JvV0xGZ2dkNXlEZ3dOOGZYMnhjdVZLakIwN1ZpaU4ycmh4WS96MzMzOUNFQ0F1TGc1cGFXblEwOVBESjU5OGdzV0xGd01BOXUzYkJ4TVRFMlJtWnNMS3lncUxGeTh1ODBCOGp4NDk4T1dYWHlJL1B4L3o1ODlYT0VaNlRzbHIxNjFidDJRQ0U4VS85NDhaTXdZdlg3NFVTcWxLWkdabW9sdTNic2pKeWNIeDQ4ZGxnckdLK2pDVzFQTGx5ekZ6NWt5dGordmF0YXZNWTJWL1gzZnYzdFVvZ0tGTllLbWtYcjE2aGNXTEY4UGQzUjFmZlBHRnhzYzVPRGlnZi8vKzJMWnRHeTVjK0QvMjdqc3FpdXZ0QS9oM3FkS2tHUkViSURac2FOQ2ZEUlViUnNVYWJFbXNzU1dhV01DV1JNVVNXekNLRlhzRURDSUJSU0hHQ2tRVW80Z1lSTUNBV0JBMEtNSUtDTHNMOS8yRHMvT3k3R3lqaUpybmM4NmV3ODdNTFZOMmdYbm11VGNXUFh2MmhLbXBLWHIzN28xbXpacGg4T0RCYU4yNk5UNysrR1BjdTNjUEFIRGx5aFhlSU9HWk0yZXdkT2xTN3IycTRSd3JLaTB0eGRPblQyWEtWTTZhNWVQbTVvWWZmdmdCdi8vK096Ny8vSE91SHpvNk9oZzVjcVRDY3BXSFcrV2pMRU5OSFpwODkwdGR1blJKcmFBbElIdGRkZS9lWFM3SVYxQlFnTVdMRjJQbHlwVXlEeGN3eHJCdjN6NXV1aFpDQ1BrUVVVRHRIYVlvTTB6VlUwcFJVVkh3OS9mSDVNbVQwYVZMRjZ4Y3VaTDdRNjlpaHBxcWRPMkt3ekJVUlhYTFZ5WWRsdVRhdFdzeTQwQnJTcHJCbFptWmliQ3dNUHo1NTU4SUNnb0NVQjdVcXEwVTlRWU5HbkRqK08vZXZadDNtOWpZV083bnBrMmJZdHk0Y2REUjBVRjZlcnJTdWwrOGVBRkRRME1NSFRvVVBYdjJsS21IRUVJSUlZVDhOMVI4WUU2VCthemVKZmZ1M1ZNWlZPclJvd2RtelpyRnpSbms3dTRPS3lzcjlPdlhENHd4Ymo2MTZ0TFIwWUdOalEzKy92dHZtSm1acVpYSnMzZnZYc3liTncrVEowL0c0c1dMWlc3Z1NvTTNxYW1wTW5QQ25UMTdGZ01IRGtTdlhyMXcrUEJoakIwN1ZxTitMbGl3Z1B1NXFLZ0krdnI2dkZsMDE2OWZoMEFnUU1lT0hUV3FYNWxseTVZaE1URVIxdGJXOFBmM3grZWZmNjR3Z3k4d01GRGordlgwOUpDYm04czdKQnRRUGovV21ERmpVRmhZaUppWUdKbWJ5WFBtekVGdWJpNCsvZlJUL1BEREQxaTFhcFhjWEh6Uzg5TzBhVk9VbEpUZzhlUEhpSStQUjA1T0RqZms0OXk1YzdraEg2WERQVW9mR2oxNThxVENZSjBtQkFJQklpSWlZR2RuSnhjbzJMeDVNeHdjSERCMDZGRGVzcDZlbmdnSUNNREpreWZoN3U2TzNOeGNTQ1FTV0ZoWWNEZkZwY1B0V1ZwYTRzV0xGL0QwOUVSNGVEaisrT01QOU96WkUwNU9UZ2dNREt5eDdLMktwTjlGZlBjMktrcE9UdWFtZU9BTHZrclhBY0NKRXljUUdSbUpPWFBtd01EQUFEWTJOZ0RLNTRrZlAzNDhjbk56Y2VyVUtmVG8wYU9tZGtQT2tpVkxNSC8rZk82OXA2Y25YRnhjNE9ibXhydDlYRndjQmc4ZWpNaklTSFR1M0ZudGRoVE5MWmFXbHFaMEhzR2F0R2ZQSHJ4NDhRSUhEeDdVdU95aVJZdHc3Tmd4N2xxN2Z2MDY3M2JTZ0ZyTGxpMTVNN3dxUDdDc2FUQ3E4cnlLLy96emo4cHNMVWRIUjFoYlcrUE1tVE5jUUMwc0xBejkrL2RYR3VSWEoydXdKdTQ3cWZ2ZFgxbHNiS3pDUGtaRVJNamN5enQ1OGlRMmJ0eUlQLy84RTMvODhRYzhQVDF4OSs1ZDZPam9JRFUxRmYzNjlVTk1UQXdhTjI0TW9QeXoyN3AxYTdpNnV1TENoUXR2N1JvbGhKQzNpUUpxSDZqdnYvOGVycTZ1TURjM2w1bXN0ZUkvR0h3WmF2YjI5b2lPanRhb3JkMjdkM1BaYUtyWTI5dXJQZFJrUmUzYXRlTXkxRTZlUEZtdGdGcCtmajRHREJpQVc3ZHVnVEdtOEorem1qWm56aHlZbXBvaUpTV0ZONk92c2dVTEZrQlhWeGQ1ZVhuWXYzKy8wbTM5L2YyeGNPRkMyTnJhWXUzYXRXby9kVVFJSVlRUVFzaTc0Tnk1YzFpM2JoMEtDd3R4Ky9adGhkc1ZGeGRES0JUS1pKMkl4V0w0K1BoQVYxY1h6Wm8xUS8vKy9YSGd3QUY4OXRsbjNEYXFidVpYbEptWmlTMWJ0bURmdm4wd056ZkhuajE3c0hQblRnd1pNZ1NEQncvRzBxVkxNWERnUUxtYi9nOGVQTUNTSlVzd2Z2eDRIRDU4R0I0ZUh2RHg4WkdydjNMMklHTU1WNjllaGF1cksrTGo0elVPcUZYMCt2VnIzam14SkJJSjl1M2JoKzdkdTlmSUVIRjVlWG1ZUDM4K2poMDdoZ2tUSmtBZ0VIQkQrcTFac3didTd1NXl4MmZpeElsVmFpc25KNGYzeHZkdnYvMkdtVE5ub25IanhvaUtpcEtiTHdnb242dmEwdElTOCtmUHh4OS8vSUY5Ky9iSkJETmlZMk5oWTJPRFM1Y3VZZHEwYVFES0E2bVdscFpjOEsyZ29BQk5talJCNTg2ZDBhQkJBMjdZeHovLy9KTzdxUjhSRVlIVTFGU2x3OENwWW1kbko3ZnM2dFdydUhqeEluNzU1UmVGR1g2T2pvNXdkbmJHamgwNzRPN3V6bVZ5ZVhsNWNYTVFWaHp5c2JTMEZMNit2dkQwOU1UeTVjdng0NDgvWXMyYU5lalpzeWUyYnQyS3I3LyttcXU3SnZaTFhhV2xwV3AvVHZ2MDZRTnZiMjhFQkFUQTF0WVczYnAxdzVneFl4QWVIbzQ3ZCs0Z09EZ1l3NGNQVjFpK0p2WkxYMStmZTJDWk1RWjlmWDFNblRvVm16WnQ0aDBXVVRySG5iR3hzZEloVEdOall4RVdGc1pkajRvK3J5OWV2SkJiVmx2bmE4bVNKYkN4c2NHb1VhTTBMdXZrNUlUVTFGUzVZWGpMeXNxUW1KaUlxS2dvWkdabWFwVDVCc2htVU9YazVHRE9uRGxZc1dJRjd3TVZBb0VBUjQ0YzRZNnBKclp1M2NvOVRKR1hsNGZMbHk5ajU4NmRTc3Z3blp2S3FwdWhWcG1pNzM0K3RyYTJDb2VsdExLeWtubC8rUEJobUpxYW9sNjllc2pMeTBOU1VoS0E4bnVMWVdGaDZObXpKNzc1NWh1RWhJVGc3dDI3bURKbENrSkNRdURzN0l5UkkwY2lMaTZPQzNnVFFzZ0hnNzJIQUh5d3I5R2pSek9oVU1pRVFpSFQwZEhoM2NiZDNaM2JSbGxkQXdjT1pJNk9qakxMSms2Y3lJUkNJY3ZQeitjdDA3cDFhNjd1Mm5qVnExZFBZWDluejU3TlpzK2V6UndjSEdTV0N3UUNkdnIwYVNZVUN0bVRKMCtZc2JFeFY5L1VxVk41NityVHB3L3IwNmNQczdhMlpsMjZkR0ZqeDQ1VjJMYWxwU1ZYbjZXbHBkeDY2YnJXclZ1cmZSNHJIa2ZwTW1kblp5WVVDdG5Rb1VQbDZqWXlNcElwMzZSSkU1YVRrOE9FUWlIejlQUlVxMC9TY3lzVUN0a25uM3hTNTlkeWJiL2VOeFUvei9QbXphdnI3aEJDQ0NIa0E5U3ZYei91NzQzSXlNaTY3bzVTVzdac1lRRFlpUk1ubUpPVEUvYzMvTW1USnhsajVmL3piZDY4V2E3Y3ZYdjNHQUFXSEJ6TUdHTXNKeWVIRFJ3NGtPbnE2ckxmZnZ1TjVlZm5zeEVqUmpBQTdNY2ZmMlJIamh4UitQZWt2NzgvVjY5RUltSG56cDFqRXlaTVlMcTZ1a3hmWDU4dFdMQ0E1ZWJtTXNZWUt5NHVaaHMyYkdDbXBxWU1BTE8zdDJjclY2NWt0Mi9mbHVsZlNrb0trMGdrdlB2czcrL1BBREN4V015N3ZxQ2dnUHU1cW44SGI5aXdnZG5aMmNrdC8rYWJieGdBN3ZqeUFjQisrdWtucGZXL2V2V0tiZDY4bVZsYVdqSXRMUzIyZlBseVZscGF5aGhqN05hdFc4ekZ4WVVCWUI5Ly9ERzdkT21TMHJyVVVWaFl5RXhNVEppWGx4ZTNMQ01qZ3p2SHc0Y1BaNjlldlpMYmp5Tkhqc2dzdTNyMUtyTzF0V1ZhV2xwcyt2VHBMRDA5blpXVmxiRVdMVnF3bVRObk1xRlF5Tzdmdnk5VDE0a1RKeGdBN2hxb3pOcmFtcTFhdFlveHh0aW1UWnNZQURaanhneUY1MWRkeWNuSjNIbnUyN2N2YTlHaWhVeWRZckdZQVdESGp4L25sZ1VHQmpJQUxDVWxoYTFidDQ0NU9qb3ljM056Tm5ic1dBYUFaV2RuTThZWWk0bUpZUzFidG1UMTZ0VmozdDdlTXUwR0JRVXhmWDE5NXVmbnh5MnJ5ZjE2OCtZTkE4QXlNakxrOXBQdk9rOU9UbWF2WHIyUzZUOGZQejgvWm14c3pKV3pzYkZoeTVjdloxRlJVVXdrRXZHV3FjbjlxbWpseXBVTUFEdDQ4S0RjdWl0WHJqQUFMQzR1VG01ZFVWRVJBOEI2OWVyRnRMVzEyZkxseTJXT0R4Kys5YlcxWDZyTW1qVkxyZi9SMDlQVDJabzFhOWdubjN6Q3pNek1HQUJtYW1yS1pzNmN5UzVjdUtEMFhDdjcvaFNKUkd6dTNMbE1UMCtQN2R1M1QyNDkzM2RDUmFxT3RkU2hRNGVZbHBZV2UvYnNtZEo2ckt5c1ZMNGFOR2pBMjJaTmZ2ZFgzaTlWeDVpeC8vOHVZWXl4Zi83NWgybHBhYkdRa0JER0dHUEhqeCtYNjhmRGh3KzU3OGhqeDQ0eGJXMXQ5dnIxYS9icTFTdG1iMi9QZXZUb29iVGZoQkR5cm9BbTZycXpWVkdWbSsvdnk2c21BMnA4cnhrelpqQ2hVTWllUDMvT3U1NHZFS1RvSmQzTzNkMWQ2WGJObXpkWEs2Q202T1hwNmNtVjkvRHdrR2xiVVVDdDR1dkxMNzlrUXFHUVpXVmxNUU1EQTduMTZnYlVxdnFxV05lcVZhdDQ2NjRjVVBQeDhXRkNvWkE5ZVBCQWJsM0ZjaFVEYWxwYVd1ekdqUnRNS0JTeWE5ZXVNWUZBVU9mWGMyMiszamNVVUNPRUVFSkliWHVmQW1yU2g4eTB0TFRZaEFrVDJLMWJ0MlRXTjJqUWdBMFlNSUFsSmlheTVPUmtscHljekJJVEU5bTBhZE9ZbHBZV2UvcjBLVHQ1OGlTenRyWm01dWJtN055NWMxelowdEpTdG03ZE9wYWNuTXdGMVA3NTV4K1pGL0QvQWJVbFM1WXdLeXNyQnBUZjNGMjhlREY3OHVRSmI3OWZ2WHJGTm16WXdKbzJiY29kNjk2OWV5c01vbFdrS3FCV0VRRG01ZVhGN1h0eURWMTcxQUFBSUFCSlJFRlVjakx6OHZLUytUczRJQ0NBVFpvMGlRVUZCYkdFaEFRV0VSSEJHamR1ekNaTm1zUnRJeFFLMldlZmZjWUFzTVdMRjZ0c2t5K2c5dWJOR3hZZUhzNisrT0lMN244VFoyZG5kdjM2ZGQ1NlFrTkRtYTJ0TFFQQWhnMGJ4aElURTFYdTc3MTc5OWpodzRmWnFWT24yT1hMbDFsc2JDdzdmLzQ4R3pwMEtCTUlCT3pPblR2Y3R0SUF5czZkTzFsWldSbnZmdkRkUEM4b0tHQWVIaDVNVDArUEJRVUZzYkN3TUtXZmxUdDM3bkRIN2U3ZHU5eDV1SGZ2SHR1MWF4Y0R3SzVjdWNKdC84c3Z2ekJ0YlcwMmRPaFFWbFJVcEhLZkZhbDRFL3p4NDhmczZ0V3JMQ2NuaDhYRXhMQzdkKyt5M2J0M013QXNLaXFLS3lNU2lkalpzMmVaUkNKaExWdTJaRHQyN0dCSlNVbGNzSHJtekpuczExOS9aWkdSa2V5YmI3NWhseTlmWnVucDZTdzlQWjNkdjMrZjNidDNqOTIrZlpzZFBueVlYYng0VVNaZ1VOMzkrdmZmZjltMWE5ZTRtL0U1T1RseSt4a2NITXlFUWlGampMRVhMMTZ3K1BoNGxwcWF5bzRkTzhZRUFnRVRDb1ZNSkJLeGYvNzVoMTI4ZUpINStQaXdxVk9uc3ViTm16TUFyR1BIanN6UHo0OWR1WEtGTFZ5NGtOblkyREFBek1URWhJMGVQWnJ0MjdlUDVlWGx5ZlNycHM1WFpjZVBIMmNsSlNYc3paczNiTWVPSGV6bzBhTXNJQ0NBZStnMVBUMWRya3hBUUFBRHdCbzBhTUFGdmFYSFI5UC9pMnRydnlxNmZ2MDYrL0xMTDVtSGh3Zjc2cXV2bUtHaElXdmF0S2xhNVpvMGFjSW1UWnJFZkgxOVdXSmlJaGVRbHdaN1ZMMlVmWDl1MjdhTmJkbXloYVdrcExDelo4K3k2T2hvdG5QblRnYVVQN3loU01WcmNlREFnUnJmbXhDTHhVd3NGck83ZCsvS3ZGZjJxcnl0OUx1c3ByNzdLKytYSnNkWVdtYnAwcVhNM3Q2ZU8wZVhMbDFpQU5qaHc0ZGwrcGVjbk15dVhyM0tuSnljV04rK2ZibjI3dHk1d3hJU0VsUmVGNFFROGk2QUp1cTZzMVdoNlMrMzkrbFYyd0cxYjc3NWhndlU4SzEvMXdKcVU2Wk1ZZm41K1V3b0ZMS1ltQmltcDZjbjA3WTZBYlVsUzVad0FUVys5ZW9HMUZKVFUxbFNVcEphcjlUVVZMV09JMTlBemNIQmdiMTY5WW9KaFVJMmI5NDhwZVVxWjgxOSt1bW4zTG94WThiVStmVmNtNi8zRFFYVUNDR0VFRkxiM3FlQTJ1clZxMW5QbmoxWlVsSVM3L29EQnc1d0dRd1ZYMVpXVm16UG5qMk1NY2IyN05uRGhnd1p3aDQ5ZXFTd25lVGtaTFp6NTA2NTVXZlBubVZaV1ZtTXNmSWI0TDE2OVdJSERoeVF5UkpUUmlLUnNOT25UN01KRXliSUJIdVUwVFNndG5mdlhwbGxlL2Z1bGZrN09EbzZXdTc0ZE8vZW5UMSsvSmd4Vmg1QWF0NjhPZFBSMFdGYnRteFJxODNLQWJYUzBsTDI4Y2NmTXdCTVgxK2ZqUjgvbmtWSFI2dXM2ODJiTjJ6bHlwVk1YMStmTjlPd3NwczNiL0wrLzl1aVJRdmViSitYTDE4cTNROWwyU2pTZ002d1ljTlk5KzdkbGZacjVjcVZYRlppeFplSmlRbGJzR0NCM1BhLy92b3JhOVNvRVV0TlRWVmFyeko4MlRMcDZlbmNBNU82dXJwczRzU0ozRTN1aWtwS1NwaTl2VDM3OTk5L0dXT01sWldWc1FzWExyQUZDeGF3L3YzN3MvYnQyN1BHalJ1eit2WHJNMzE5ZmFham84TzB0Yldaam80TzA5ZlhaMFpHUnF4aHc0WmMrWnJZcjlqWVdPNjR1Ym01S2QxUHhoajcrKysvdWUzcjFhdkh2di8rZThZWVk3bTV1VnpndTE2OWVxeFBuejVzMWFwVkNtL1l4OFhGc1dYTGxyR1dMVnV5eG8wYnM4TENRcmx0YXVKOEtWTy9mbjF1WDNSMGROalhYMy9OdTkzOSsvZVpxNnNyeTh6TTVKWkpqMC9sd0lYMDlmdnZ2eXY4djdpMjl5c3hNWkZwYTJ0eis5YThlWE4yK3ZUcGF0VXBEZlpjdVhLRmQzK2xXYzNxZkgrR2hvYktmRjdidDI4dkYxQ3RxSElRVzlFeFYvU3FpZnNiMjdadFk0elZ6SGMvMzM2cGM0eVRrNVBaMXExYlpjcFVESzVMSkJJMlpjb1UzZ2ZWOWZYMVdZOGVQZFI2Z0lJUVF0NUYwRVJkZDdZcWF1S1gxYnY2cXUyQTJ2ZmZmOCtFUWlIM05FemwxN3NTVUJNSUJHekZpaFZjTUMwakk0UFoyOXZMdGExT1FHM2J0bTFNS0JTeXYvNzZpM2Y5MnhyeVVka3hyQmhRTzNueUpCTUtoU3d4TVpFTElLcmJKMjF0YlphUWtNQ0VRaUc3Y2VNRzA5TFNxdk5ydXJaZTd4c0txQkZDQ0NHa3RyMVBBVFhHMkZzZGt1eGQ4T0RCQStidjc4K2JWVlZaUmtZR2w3R2pqRWdrWXE5ZXZXTFBuei9uM1g3bnpwMXkyWCtLZlAvOTl5d21Ka1p1ZVh4OFBEdDY5S2pjMElycVNFOVBWeXQ3cnlLUlNNUUtDd3NWRHRlbmlyKy9QMjhXVUdXUEh6K3VsZXlKMTY5ZlY2dThTQ1RpaGtXc1RKMXJSNTE5cjRxcTdsZFpXUm5MejgrWEMyZ1ZGUlhKWlBoVkpKRklXSEZ4c2R6K0ppY25LeDFXVlJGbEFkanFuaTlsQ2dvS1dINStQbnYxNmhVcktTblJ1T3paczJlcnZMNDI5MHVxckt5TU43QmJGV0t4bUwxNjlVcmhOUzc5cmxOSGNYRXhTMDlQWjJscGFlelJvMGNxUHpjU2lVVHBNSWh2VTAxOTl6UEdXRjVlSGp0dzRBRDMvdW5UcCt6QWdRTktNeGZUMDlObHloQkN5SDhGTktDanljYms3V3JWcWhWS1MwdmxsaXVhUEZRZDBzbFVoVUpobGV2UWxLbXBLWUR5U1dmVm1XUzRXYk5tMkxObkQvcjE2d2NBZVBueUpjYU1HWVAwOVBRcXRTK2RBTFdxNWQrbU1XUEdZT0RBZ1FDQU5XdldRQ1FTYVZTK3RMUVVQajQrOFBIeFFkdTJiVEY2OUdpRWhvYldSbGNKSVlRUVFnaXBGaDJkLzlhL28zWjJkckN6czFOclcxdGJXN1cyMDlYVmhabVptY0wxOCtmUFY2c2VBRmkvZmozdjhpNWR1cUJMbHk1cTExTlJpeFl0TkM2anE2c0xYVjNkS3JVSEFGOTg4WVZhMnpWcjFnek5taldyY2p1S0dCc2JWNnU4cnE2dXd2TXZFQWhVbHEvS01WZEhWZmRMSUJDZ2Z2MzZjc3NOREF6ZzdPek1XMFpiV3h2YTJ0cHl5OXUyYlZ1bFBsaFlXQ2hjVjkzenBZeVJrVkcxeW43eXlTZFZYbCtiK3lVbEVBalV1aWJWb2FPam8vUzdUTlYzWFVYNit2b2FmUTYwdGJXcmRaK3RKdFhVZHo5UWZpOXU1c3laM1B2R2pSdkx2T2ZUb2tXTFd2c09JWVNRRDhWLzZ6K1k5OHhmZi8xVm8vWHA2ZW1oYjkrK0FJRG56NS9YYU4xUzF0YldhTktrQ1hKemMxRmNYQXhUVTFPc1hMa1NBUEQwNlZPbEFUVURBd1BNbXpjUFM1WXNnWUdCQVFBZ05UVVZreVpOUWxwYW1zeTJwYVdsME5iV2hvbUppZEwrYUdscG9WT25UZ0NBKy9mdjgyNVQ4UTkxRFFQU05XN0VpQkVBZ05qWVdQejIyMis4MjVpYm0zTS9sNVdWeWEzLzlkZGZzV0xGQ256MDBVZm8xS2tUQmRRSUlZUVFRZ2doaEJCQ0NDR0VrR3FpZ05vSHh0blpHU0tSQ1AvKyt5L3k4dkpRWEZ3TWlVUUNXMXRickZxMUNzMmJOd2RRSHJDcERTMWJ0a1JFUkFUdnVtUEhqdkV1TnpRMHhOU3BVN0ZvMFNLWnA0TDgvUHl3ZE9sU0ZCVVZ5WlY1L1BneDdPenNNRzNhTkZ5NmRBbXBxYWx5d1NWemMzTXNXN1lNRFJzMkJBREV4TVJ3NjZSQlA3RllERGMzTndEbFFUcGxtWHMxSGVEa00yUEdET3pZc1FQRnhjVUFBRXRMUzlTdlh4OHZYNzVFY1hFeGRIUjBzR1RKRW03N3JLd3N1VHBLU2tvd2ZmcDBQSHo0RUUrZlBxMzFQaE5DQ0NHRUVFSUlJWVFRUWdnaEh6b0txTDNETEN3c2VETzYzTjNkY2Zqd1lkNHlNMmJNZ0x1N3U5SjZjM056Y2VUSWtScnBZMlYvLy8yM3pQdlMwbEprWm1ZaU1EQVEzdDdlTXV0c2JHd3dhOVlzVEo0OFdTYnJLaVVsQlV1WExrVlVWSlRDZGtKQ1F1RHA2WW5XclZ1ckZlaEtUazVHZEhRMDkvN3k1Y3V3dHJhVzY3dXlERHErSVNkcVEwSkNBdmR6MTY1ZEVSd2N6THRkYkd3c2I3QVJBSzVldlZvcmZTT0VFRUlJSVlRUVFnZ2hoQkJDL29zb29QYUJTVXBLVWhwUVMweE14TmRmZjQyY25CemU5ZmZ2MytjZDMxeGQrZm41cUYrL1ByUzB0S0NscFlXeXNqTGVZUW1COHJuZzVzeVpBMzE5ZlFCQVptWW12TDI5NGVmbnAzS3V0UzFidHNEUTBCRFRwMC9uaG9ma0k1Rkk4UHZ2djJQNTh1VVFpOFhjOHBTVUZKbUEycE1uVDdCdzRVS2xiWGJ0MmxYaHNKR1Z0VzdkR25GeGNXcHRxMHhTVWhMdjhsdTNibUhldkhuVnJwOFFRZ2doaEJCQ0NDR0VFRUlJSWFwUlFPMGRFeGNYaDFtelpnRW96KzdpODhjZmY2QnIxNjY4Ni9idDI0ZXpaOC9DMk5nWVJrWkcwTkhSZ2E2dUxrUWlFUjQrZkNnM0YxbHRVUlpJay9ycnI3L2c0ZUdCK2ZQblk5ZXVYVGgrL0RoRUlwRmE5UmNYRjJQNTh1VllzV0lGckt5c1lHaG9LTGVOU0NSQ2RuWTI3M0djTVdNR0xDd3NvS3VyQzZGUWlLZFBueXFjUCszU3BVc0FnTUxDUXJYNkp0MVdXazZadlh2M0FvQk1zSytpek14TU9EbzZRa2RIaHd0UVBuLytYT25RbElUVUZzWVlTa3BLSUJhTFVWWldWdWR6RHI1TEJBSUJ0TFMwb0t1ckMzMTkvUnFibkpzUVFnZ2hoQkJDQ0NHRUVQSnVFTEQzOEk0bzNhaDhOL1RzMlJOQWVWYmJ5NWN2NjdnMzVML21mZnZxMHRYVjVUSXY1ODJiaDEyN2R0VnhqelFqa1VoUVZGU2tNbEJPQUMwdExSZ2FHa0pIaDU1WklZUVE4bmE1dUxod3c1eEhSa2JDeGNXbGJqdEVDQ0dFRUVJSUllODRnUVlCSjdyYlI2b3NOamEycnJ0QUNIa0xKQklKQ2dvSzZyb2I3NDJ5c2pJVUZCVEEyTmlZZ21xRUVFSUlJWVFRUWdnaGhId2d0T3E2QTRRUVF0NWRqREVVRlJYVmRUZmVTMFZGUmU5ZEppVWhoQkJDQ0NHRUVFSUlJWVFmQmRRSUlZUW9WRkpTUXNNOFZsRlpXUmxLU2tycXVodUVFRUlJSVlRUVFnZ2hoSkFhUUFFMVFnZ2hDb25GNHJydXdudU5qaDhoaEJCQ0NDR0VFRUlJSVI4R0NxZ1JRZ2hSaUxMVHFvZU9IeUdFRUVJSUlZUVFRZ2doSHdZS3FCRkNDRkdJNWdDckhqcCtoQkJDQ0NHRUVFSUlJWVI4R0NpZ1JnZ2hoQkJDQ0NHRUVFSUlJWVFRUW9nU0ZGQWpoQkJDQ0NHRUVFSUlJWVFRUWdnaFJBa0txQkZDQ0NHRUVFSUlJWVFRUWdnaGhCQ2lCQVhVQ0NHRUVFSUlJWVFRUWdnaGhCQkNDRkdDQW1xRUVFSUlJWVFRUWdnaGhCQkNDQ0dFS0VFQk5VSUlJWVFRUWdnaGhCQkNDQ0dFRUVLVW9JQWFJWVFRUWdnaGhCQkNDQ0dFRUVJSUlVcFFRSTBRUXQ0eWlVUlMxMTBnaEJCQ0NDR0VFRUlJSVlRUW9nRUtxQkZDeUZ1Z3BmWC9YN2NGQlFWMTJCTkNDQ0dFRUVJSUlZUVFRZ2dobXFLQUdpR0V2QVVWQTJvdlg3NnN3NTY4RzNKemN5RVNpUlN1Zi9Ma3lWdnNEU0dFRUVJSUlZUVFRZ2doaENpblU5Y2RJSVNRL3dKdGJXM3U1NVNVbERyc3lidkJ5OHNMcDArZlJrcEtDdXJWcXllemJzZU9IVmkzYmgwQ0F3TXhhTkFncGZXSVJDSzhlUEdpV24weE56ZUhnWUZCdGVvZzVIMGtGb3VocTZ0YjE5MGdQSjQ5ZTRaR2pScnhydnYzMzMvUnNHSER0OXlqNnNuTXpFUkNRZ0xjM056cXVpc3F2WHIxQ3VibTVqTExoRUloREF3TTZQT2lSRUpDQXZMeThwUnUwN2x6WjVpWm1YSHY4L0x5a0pDUW9MU01tWmtaT25mdVRHMVJXOVFXdFVWdFVWdlVGclgxenJTbHJhMk4vLzN2ZjlEWDExZGFMeUhrQThYZVF3RG9SUzk2L2NkZjd4dFRVMU91N3dLQmdEMTgrTEN1dTZTV1Y2OWUxZmpyNWN1WHJFR0RCcXh2Mzc2ODY2OWV2Y3JxMWF2SHpNek0yTzNidDVYV2RlSENoV3BmU3o0K1ByV3luOUlYa1hmaXhBbVdrNU5UWS9WZHYzNmQ5ZTdkbTEyOWVsVnVYWDUrUHZ2NDQ0L1piNy85VnVYNnhXSXhFd3FGN1BuejV5d2pJNE1sSmlheWE5ZXVzVC8rK0lObFpXVXh4aGdyTEN4a3ljbkoxWG9wOHZ6NWMzYm56aDFXVmxiR01qSXlsTDVFSXBGYSs1U1ZsY1dhTjIvT1RwNDhxZlp4aUlpSVlFMmFOR0ZQbmp4UnUweEZOWDNlK1RnNk9qSWZINTlxMVZGY1hNeHljbktVdm9xTGkrWEsxZFIxK09EQkF3YUFkZW5TaFpXVmxjbXNPM255Sk5QWDEyZVJrWkZWM3IvcXVuYnRHdXZZc1NQTHpzNVd1OHlSSTBkcTdIZDNhV2twVzdObURjdkl5RkM0VFV4TURQdjU1NS9WL2p4SXZYcjFpbGxZV0xDalI0L0tMRis0Y0NGemNIQmdZckc0S2wxK3EvcjE2OGY5Zm51YjEwbkZkaFc5S3Zjbk1qSlNaWmwrL2ZwUlc5UVd0VVZ0VVZ2VUZyVkZiYjF6YlRWcTFJajkrKysvY3VVSUllOG5hT0M5ekZBek1qSkNZV0ZoWFhlREVGSkhqSTJONjdvTEdoTUlCTnpQakRHc1c3Y09Cdzhlck1NZTFaMlltQmk4ZVBFQ3c0Y1A1MTNmcmwwN3JGbXpCc3VXTGNQUm8wZXhldlZxbFhYKytlZWY2Tml4SXdDZ3NMQVFUWnMyeGZIanh6Rmt5QkJ1RzNOemMremJ0dy9qeDQrWFdVYmVydHpjWE15ZE94ZjI5dmFJakl5RWtaRVJEaDQ4aUZtelpxbFYvc2lSSTVnMmJacmNzbHUzYnFGVnExWnkyMGRFUkNBK1BsNWh0ZzlRbnBIU3RXdFhTQ1FTU0NRU2lNVmlpRVFpaUVRaWxKU1VvS3lzVEdaN2dVQUFRME5ER0JzYlk5dTJiWmcwYVJKdTNMaUIvdjM3cTdVUGlqREc4T2pSSS9qNStlSEpreWQ0OU9nUkVoTVRrWjJkalZhdFdpRStQaDUyZG5aSzYwaE9Ua2JidG0xVnRtVnRiWTIyYmR0aStmTGxHREZpaEV3V3JTTHA2ZWw0K3ZRcEdqUm9vUFkrU2RYR2VlZHo1ODRkWkdWbHFkenU5ZXZYZVByMEtlKzY2OWV2WS9yMDZScjNwN3JYb2RUcDA2Y0JBRk9uVHBYNTNRRUFRNFlNUWV2V3JURmh3Z1RFeDhlalNaTW1jdVZUVWxMZzRPQUFJeU1qYmxsaFlTRU1EUTI1K2lxL1o0eWhxS2dJMHY4akdHTUtoeWMyTXpQRFAvLzhnL1hyMThQTHkwdmhmbGhhV3NyMVgycmF0R2s0ZXZTb3dySlNCdzhleEpkZmZpbXo3UG56NS9qbGwxL2c2K3VMYytmT2NkLzlVaUtSQ0xObXpjTExseTh4ZnZ4NG1XTTBkKzVjN051M1QyRjdqREY4OXRsbm1EdDNMcnAxNndZSEJ3ZThmUGtTQnc0Y3dPTEZpNkdqODE3KzYxU3JFaElTc0hEaFFrUkhSNnZjOXZYcjE4ak56WlY1cjRwRUlwRXBJMTFHYlZGYjFCYTFSVzFSVzlRV3RWV1hiVDE3OWd4aFlXR1lPWE9teXZvSklSK1c5L0svUW50N2Uvejk5OTkxM1ExQ1NCMnh0N2V2Nnk1VTJ5Ky8vSUlwVTZhZ2I5KytkZDJWdCs2WFgzNkJ0clkyUm84ZWpmWHIxL051VTFaV2hrNmRPa0ZiVzV0M0cwOVBUNW1oSW5OeWNyaWI2RVZGUlFES2IrQlh2ckdlbDVlbjFzMTJVbnNzTEN6dzIyKy9ZY2lRSWZqMDAwOXg1c3daakJzM0RzN096aXJMT2pnNHlDMTcvZm8xamgwN2htblRwdUdqano2U1d4OFFFSUFXTFZxZ2ZmdjJja04ybUppWVFGdGJHK2JtNXZEMjlvWkFJSUNlbmg3MDlmVzVWMVpXRmthUEhvMkhEeC9DME5DUWUxVU9GTGk0dUtEeVEwMTVlWGt3TnpkSGRuWTJGMGdSQ0FSS2cxNDZPanFJam81R3ExYXRjUDc4ZVJ3NWNnVDkrL2RIOCtiTnVZZUpRa05ETVhUb1VMbXlmRU9YNnVqb29MUzBsTGV0aXR2dzJidDNMK2JPbmN1OXo4cktRdjM2OVZVT3MxS1pxYWxwalo5M2dVQ0ExYXRYS3czb1ZPVGw1WVUxYTladzUramN1WE1ZTjI0Yzc3WkhqaHdCVVA2OXdvZnZPcXVKNjFBcU9EZ1kxdGJXdk1GR0F3TURIRGx5QlBQbXpVTkJRWUdDdlMwblhWOVFVQUFURXhPa3BxYWlhZE9tQU1xUDM2MWJ0N2pyVUJxRWs4clB6K2ZkajRwMjc5Nk4zYnQzSzF4ZjhicXZiT1BHalZpK2ZEbUE4amt6WFYxZGNlREFBWm5yb1h2MzduSkRBZ1Bsd2VEbzZHajA3ZHNYTGk0dWlJeU1SS2RPbmJqMWE5ZXV4ZjM3OTNIaHdnVzVnT09hTldzd2F0UW9EQnMyRE1uSnlRQ0FqSXdNbWZjYk5teEFjSEF3d3NQRDRlRGdnRzNidHNIVTFCVExsaTFUZWp6K3EvTHk4bVNDYVQxNzlsUzRyYUdob2N6OHFZYUdoa3EzQjhvZnNxazg1MnE3ZHUza0huU2d0cWd0YW92YW9yYW9MV3FMMm5vYmJjWEd4bkkvT3prNUthMlhFUEpoRW1pYTB2WXVXTFZxRmRhdFcxZlgzU0NFMUpHVksxZGk3ZHExZGQwTmpaaWJtOHZkUkczUW9BRmlZMlBSc21YTE91cVZhcHJlT0ZjbEp5Y0g3ZHUzaDdPek0wSkRRNnVjSWZidzRVT1ltcG9pTGk0T2d3Y1BybGFmZkh4OE1HWEtsR3JWb1V6RjhkdkovOXU2ZFN1V0xGbUNTNWN1cVozWkpSQUlaREtERkdXL0FPV1pKcG1abWJDMXRWVVlVSXFOallXWm1SbHZ3RVpUakRHSXhXS1pyQ2VoVUFoSFIwZmN1SEdEQzA3WTJkbmg0c1dMY2c4RzJOcmF5dFZaT2ZnbURZeWNPWE9HZHk0cXZtQ2RqbzRPdkx5ODRPN3V6aTJUU0NSeVFUVEdHRXBLU21RQ0dJMGFOWks1ZnFkTW1RSi9mMzkxRG9lTWl1ZXNKczY3ZEJsZlFFMGdFR0Rac21YWXRHbVR6UExLQWJYS1pmejkvZkhGRjE4QUtBLzZUNTgrbmR0MisvYnRjSFYxUmJ0MjdYajdVeFBYWVk4ZVBRQUFxYW1wYU51MkxRNGVQSWhQUC8xVTQrOUl4bGlOWktoSmc4Rjc5KzZWdVhZQUlDb3FDaVltSmdwdklKdzhlUkt6WjgrV0NhaFZQcVlWU2ZjNUtpb0svZnIxNDVZYkd4dmo2TkdqK1BUVFQ3bGxGZWNnVFU5UHgvcjE2N0ZyMXk1dVh6TXlNakJ5NUVqTW5qMGIzM3p6RGJldHBhVWw5eG1VSGg5cFg2VHZKUklKTWpJeUFKUm5lam80T0tDd3NCQjkrdlRCMHFWTE1YSGlSQUI0cDM5bkErWEJmV21BS3pJeUVpNHVMclhhWGxSVUZQZFo3dG16SjBKRFEydTFQVUlJSVlTUXVxYW5wd2NMQzR1NjdnWWhwQVlKbFAxalg4bDdtYUhtNmVtSm8wZVA0dkhqeDNYZEZVTElXMlpqWTRNbFM1YlVkVGVxcFczYnRraEpTY0dMRnkvUXMyZFBoSVNFL0djeTFmYnMyUU94V0F4SFIwY0E1VVB0VlpWRUlvRzV1VG1XTFZ1R1NaTW04UTVEdDN2M2JtemN1QkdabVptOGRlemN1Wk83YVZyeDVqT3BmWXNYTDBhN2R1M1F2MzkvbVp2a2lyUnAwNFozK1lvVkt6QjI3Rmp1Zldob0tEWnUzQWdBK1Bubm4yRmhZWUhJeUVpWkRLRHM3R3dNR0RBQWVucDZhTldxRmJLenN4VzJtNWFXaGo1OStpamRSaW85UFowM09QZS8vLzFQNXYyZ1FZUGt0cW5ONTVzYU5Xb2trNG5Vc1dOSHVmWlNVbExRcFVzWHBmM0l5c3BDdjM3OWNPclVLWTNhTnpRMDVINnVxZlArTmkxYXRBaEhqaHpoQW1wOHFuc2RTdTNkdXhjQXVDRW5wVmxUbXREUjBZR2xwU1ZldkhnaHQ2NmdvQUJHUmtaeVFjQzB0RFF1cUFlVUJ3bWxtWVhTNzlhRWhBUTRPRGpnL1BuekNBZ0l3SysvL29yUm8wY0RBQUlEQTNIaXhBa2NQMzRjbHBhV01EVTFoWmFXRm9EeWExdWFYUmtTRW9MSGp4L2o4ZVBIYU4rK1BXYk9uSW5pNG1JQWtQc09Gb3ZGY2xtWGZKK3ZybDI3eWkzYnMyY1A5dXpadzczMzhQQ0F0N2UzZ2lOV0xpY25oM2U0VHFEOFFaNlZLMWR5KzBNSUlZUVFRZ2doNUwvcHZReW8xYTlmSDRjT0hhcDJWZ0loNVAxejZOQWhtSmlZMUhVM3FtWEtsQ2s0ZHV3WWtwS1M4T0xGQ3d3WU1BQlRwMDdGcWxXcllHTmpVOWZkcXpYU2VXZ3F1M1hyRnM2ZlA0OFZLMVlvTFB2a3lSTXNYTGdRRXlaTTRPWkErL1hYWDdGZ3dRSUF3T2JObTVXMkxSM21qSSswYkhXQ2UwUnpBb0dBRzdaUW5Rd3hSV1BmTjIvZVhPYUdlbHhjSElEeVlNWCsvZnV4Yk5reXRHL2ZYcWFNdnI0K2dQSW5DN1cxdGJrc0dyNXg4cVh6U0NtYU40eHZ1TVRLV1Q3S2hueXNQTlNldDdlM3pFTURGZGRKajhHSUVTTjQrNkpJVEV5TTNQQ0JpaDYrcXJqOHlwVXJNa1B3WldWbHdjbkpxVnBabHpWMTN0ODExYjBPQWVERml4ZmNkNlEwR05XMmJWc0VCUVdoUVlNR0dEaHdJRy9iaXhZdGdxMnRMZmQ5MkxKbFM5NWdHbEErdkNUZmtLT1Z5NWlhbWlJdkx3LzUrZmx3Y25KQ1FFQUF1blRwZ3VUa1pQajYrcUs0dUJnaElTRndjbkxDdDk5K2kvRHdjSHozM1hmSXk4dURzN016bDkzczRlR0IzYnQzbzZTa0JBRGc3dTRPZlgxOU5HM2FsTXUrVXhSUUU0bEVja00rS2dwbXJWKy9IaXRYcm9SRUlsRnJQa0JBL2pQUXFGRWppTVZpN24xSVNBZ21UcHlJZ29JQzdsd1JRZ2doaEJCQ0NQbHZleThEYWtENTA5MFhMbHpBbDE5K1NabHFoUHdITkcvZUhJY1BIMVo0US9GOVltQmdnSmlZR0V5Y09CSG56cDFEYVdrcERoOCtqQ05IanFCSGp4NFlNbVFJN096c1lHVmxWZWMzOFRwMzdseGpkVzNkdXBYTFVxZ29QRHljRzFKTjBSQmlseTVkd3VYTGw5R3hZMGR1MmJoeDQzZ3pmU282ZVBBZ3RtM2JocVNrcE9wMW50U1lpbk42U1lmWnE0Mk1qMzM3OXFGZXZYcGNrS0VpNlUzemlwbEJsUU5ibGVucTZ2SXVGNHZGQ3VjZ3E0b1pNMmJBemMwTlo4NmN3ZEtsUy9INzc3L0R6czRPUUhtUXhjYkdCbXZYcnBYTGVnT0FUejc1aExlZlRrNU8zSHhWbGVlTGt1SmJYam5BbjVXVkJWZFhWNVZ6ZDFVa3pZWjZXK2RkRTJscGFkelB6NTgvUjFwYW1zSmdqQWFqUDhqUTVEcmNzbVVMTndka1JUdDI3SUNSa1JIdjc3K1NraExzMjdjUGJtNXVXTEJnQWViTW1ZTkRodzRwN1ZPSERoMlVycThZV042OGVUT2VQSG1DRmkxYWNNdTB0TFN3ZS9kdWJOKytIUTRPRHVqWXNTUGk0dUxnNk9pSTRjT0hJek16RTlIUjBUQXpNME8vZnYzUXVIRmpwS2FtNHNDQkE4akt5a0tqUm8xa2pxZjA5MExGaDJXa1FUYStlUUg1U0s4bFRjNVQ1VG5VQVA0QXViNitmbzEreGdraGhCQkNDQ0dFdkwvZTYvOE9CdzBhaE1URVJIaDdlK1AwNmROSVQwL1g2Q1lQSWVUZFpteHNESHQ3ZTR3Y09SS2VucDZvWDc5K1hYZXB4cGlabVNFOFBCd2JObXpBNXMyYnVibHJZbU5qWlNhNXJXczFsYlYxOSs1ZDdOKy9IeDkvL0RIaTQrTmwxbzBmUHg3YnQyOUhVRkNRd29EYXhZc1hBUUJqeG96aGxoa1lHSEEzVzFYTk0xUTVNMFJxdzRZTitPcXJyOVRlRDAydFdMR2lTa08ydlUrMmI5K3VVZUExS1NrSmpERzU0QlZmZHBoVVZXNW1yMTY5R3VQR2pjUEdqUnN4YU5BZ21XQ0V0QzIrZ0RYZlVJZ1Y1MXVTU2t0TFV6ZzhYT1diK3RiVzFqTHZsUVh1TEN3c1lHRmhBUjhmSHdEbGM2NUpzNG1lUFh1RzY5ZXZLeXdyWFNjU2lXU0NoUVlHQm5JWlNaVXpmNlRiVjk2dW9vS0NBdmo0K0hCOVUwZGVYaDVNVFUxcjVieXZXYk1HYTlhc2tWdStlZk5tbFZtckFHVE9uNmVuSnp3OVBXRnFhb3J0Mjdkenk2V1RrMWMxb0tMdWRaaVdsZ1lmSHg4TUhqd1lGeTVja0tsajRzU0pXTFJvRVhKeWNyaDV3S1JpWW1MdzVzMGJicDZ4ZmZ2MllkKytmUXI3SXhBSWNQZnVYYVhuV1NvbEpRVS8vL3d6bGkxYnhuMVdTa3BLNE92cmkvWHIxNk8wdEJUYnQyL0hsMTkraWRPblR5TWpJd083ZCs5RzkrN2RNWExrU0Z5OGVCRWpSNDRFVUQ2SDJvRURCK1ErQzBENVhJTUFaSDdIU3pQYWFqT2dwdW9ZbEpTVVFFdExxMGFDYVYyNmRNSERodytyWFk4NktzNTltcGFXVnV0enFCRkNDQ0dFL0plc1dyVUs5KzdkZzQ2T2pzYi9DeE5DUGd6dmRVQU5LUC9uZSszYXRWaTdkbTFkZDRVUVFqU2lvNk9EVmF0V1llYk1tVmk3ZGkyQ2dvSmtib1I5U0xaczJRTEdHTFpzMlNLWFZlYmc0SUEyYmRyZzFLbFQyTGh4bzF5R2lFZ2tRblIwTkZxMGFNSE52Y1puK2ZMbG1EeDVzdHA5VWhSa3EwbUppWW00ZXZWcXJiZFRselM5WmhYTmlhVW9Bd3hRUG1mUjgrZlBaZWJpZXY3OE9ZRHlHK3R0MjdaRlhGd2M5dTdkaTcvKytvdHJXNW9aeEJkUXF6eTBvelNycXZMeXNySXloWDNLeU1nQVVCNHdXYlJvRVg3NDRRZFlXVm54YnB1ZW5zNmJhWG51M0RrQTVmTnZqUm8xQ3NPSEQrY05SdkNKakl5VXVZbk9GMlNRWnIxcDR2VHAwMHIzdTZMZzRHRDQrL3R6V1VjMWZkNFZCYW9kSEJ3d2E5WXNMRjY4V0diNS92MzdzWC8vZnBsbDB1dEFWMWNYUjQ4ZXhXZWZmUWFCUUFCL2YzOXVHK24xcldxT3hlcGVoMkZoWVRBeE1jSHExYXZsQW1wang0N0ZnZ1hvd3dhK0FBQWdBRWxFUVZRTEVCb2Fpamx6NXNpc08zLytQUFQxOWJrTUt5bHBJTGh5djQyTWpPVG1IR09NY1E5MVZIVGl4QW5VcjE4ZkN4Y3U1TExJWEZ4Y3dCakRva1dMNE9IaEFXTmpZd0JBV0ZnWU1qSXlFQmtaaWVEZ1lBd1lNQUIrZm42WU9YT20wdU1HQUxtNXVkRFIwWkhKVUh2ejVnMEEyWURhOGVQSEZkWng1ODRkQ0FRQ0JBVUZLZHpHenM0TzNidDM1OTVMNTlhc2VLNzRWRjUrOCtaTjNubmJsSG40OEdHZC9INm5CdzBKSVlRUVFtclczYnQzdVllZ1A5VDdONFFRNWQ3N2dCb2hoTHp2R2pkdURGOWZYK3pZc1FPUmtaR0lpWW5CMDZkUDhmVHBVKzRwL2ZmZG9FR0QwS3haTTRVWmFHUEhqc1hHalJzUkhSMk5BUU1HeUt5N2R1MGFDZ29LTUh2MmJLVnQ2T25wcWJ6cFRkNXQ1ODZka3hsYTdzR0RCeGd5WklqU01sNWVYdkR5OHVKZHA2MnRqYUNnSUhUdDJoVWpSNDdFalJzM1lHcHF5bjJ1K0FKcWxlZWVrZ1ltS2kvbnkxQnIyYklsbmp4NXdzM1pkL0RnUVp3L2Z4NGJObXlBcmEwdGJ4K2JObTJLSjArZXlDeUxqNC9ucnVYazVHUWNPM1lNa1pHUmNobWpSNDRjd2VMRmkrV1dTNE1jWldWbEtDMHRsY2xXazFLVWlhZE01YUNOTXRldlgwZjkrdlc1dWNDVXFjcDVWNVpkWkdGaEliZis1NTkveHM4Ly95eXpyR0xta2FKTUpHbFdrYUk1OUtTcWV4MU9talFKSDMzMEVTd3RMZVhLTjJuU0JOMjdkMGRJU0loY1FPM3MyYk1ZUEhpd3dybEYxUW1vS0RyM0sxZXVSTy9ldmJGMDZWSXVVR1ZzYkF4L2YzODBhdFJJSmlBVkVSR0JyNy8rR2dEUXQyOWYzTHAxUytrREVCWHhEUU1wRGFnWkdocHl5eVpObXFTeUxtWGJUSjA2VlNhZzFxeFpNNW4xbFlPMGE5ZXVSV0JnSUE0ZE9vUmV2WHB4eXhWOWxna2hoQkJDQ0NHRWZQZ29vRVlJSWU4SVBUMDlEQmt5Uk9XTjVMZXBwcDY0R2pkdW5OS2h1RWFPSEltTkd6ZmkxS2xUY2dHMXMyZlBBaWdQdWluekxtWXJiOXk0a2N0dytsRFY1QkFYelpzM1I4dVdMYm4zeW9ZRGxOcTdkeS9tenAzTHZmZjE5WlVaeHRQQ3dnSkJRVUhvMWFzWHBrK2ZqdERRVUc0WVA3NkFXdVUycGVkUDBYSXBaZGQzcDA2ZFZPNEhBUHowMDAvdzlQVEVrU05ITUdiTUdOeTlleGU3ZCsvRzExOS9qVkdqUmlFdExVMG1hQ3pOM2pFek0rT3RMejgvSDBCNVZsTEY3S25FeEVTWjkxTEp5Y2xJU1VsUmF6aEFWZkx5OGhUMnF6Sk56M3R3Y0RBbVQ1Nk1lL2Z1eVFUaWxIbjA2QkhhdEdrRGYzOS9qQnMzVHEweUFCQVhGd2NBT0hic0dOcTJiYXN3c0ZiZDY5RGMzQnlUSmszaVBTOEE0T2JtaGpWcjF1RFZxMWZjRUxlWm1abElURXlVeThhcnFGR2pSaXIza2U4N2F0ZXVYZGl3WVFQeTgvTXhkT2hRSERwMENMcTZ1bGk4ZURFR0RCZ2dFNURWMDlORG56NTlNSC8rZkc2WnFtQmFjbkl5enA4L2p3VUxGaUFoSVVFdW9DY05CRllNcUNuS1dDd3VMb2ExdFRYeTh2S3dldlZxaFlITnlsNi9mZzBBdUgvL1BweWNuT1N1ZTJtQTdlYk5tNWd4WTRaYWRTcmk2K3VMN096c2F0V2hya1dMRm5FL1YveGMxWmJPblRzak1qSVNyMSsvbGpsZmhCQkNDQ0dFRVBJaG9vQWFJWVNRV3FkcUhweTJiZHVpUllzV2lJaUl3TTgvL3l5VEtYTDI3Rm0wYXRWSzVSQ05tczZIcG1yZXRaclFzV05IdFlNS3BQWjA2OVlOM3Q3ZU1ESXlBbU1NeGNYRkFPVG5FUU1VRDBHb2JHaENRRDY3NWV1dnYwWnVicTdjTUhWRlJVVVlPblFvU2twSzhNY2ZmOGhjSHcwYk5rUitmajRDQWdKdzgrWk5yRnUzRG5wNmVnZ0pDY0dGQ3hjZ2tVaDRoeFdzSElTUkJnYWs2eHMyYktneSs2d2lpVVRDRGIycXlaeFVVbS9ldkVGZVhoNHNMQ3cwTHF1TzB0SlNsSlNVcUQzOEpGQWVqQ2twS1ZFcndOMjJiVnZNbXpjUEFIRHk1RW0wYTljT3ZyNitXTEJnQVJvMGFJRGc0R0IwNjlaTjQzNXJjaDFXNXVibWhoOSsrQUcvLy80N1B2Lzhjd0RBbVRObm9LT2p3ODFUeHVmWnMyY3E2K2JMVUJzOGVEQnNiR3d3WU1BQWFHdHJjMzBjUFhvMGdQTHJvbklRRVNnUGJ1bnA2U25NVEpSSUpOaXlaUXZXcmwyTHdZTUg0NnV2dnNLbFM1ZGtna0RBL3dlNzFNazY5dlgxUlY1ZUhpWk5tb1NmZnZvSm4zMzJHVnEzYnEyeW5EU1RzMklRU0RyLzRMMTc5NUNRa0lCUm8wWWhJQ0FBNjlldjU4MGVWTmVFQ1JPcVhGWlRwMDZkUW5SME5JRC8zOGZhWkdabUJoY1hGK1RtNW5KQllrSUlJWVFRUWdqNVVGRkFqUkJDeUR0aDJMQmgyTFZyRjY1ZXZZcCsvZm9CQUJJU0V2RGt5Uk1zWDc1Y1pmbnZ2dnNPMzMzM1hXMTNrOVFpNmR4aml0NVh4NElGQzdpZmk0cUtvSyt2TDNQVDM5emNISFBteklHdnI2OU1PV213b1hKMnpJc1hMK0RsNWNYVlVURzc1Y1NKRTRpTWpNU2NPWE5nWUdBQUd4c2JBT1UzNjhlUEg0L2MzRnljT25VS1BYcjBrT3ZuaGcwYjBMdDNiNW5NRWlzckszenh4UmM0ZVBBZ1pzMmFKVmVtY2pCRTJ0Zjc5KzhEQUZxMGFNRXRteng1TWk1Y3VJQ0xGeStpUTRjT1hKa0hEeDdBMWRVVjd1N3VNdk1ZQmdZR3lyV25pcDZlSG5KemM5VU9RTlRtZVZmWDdkdTNjZnYyYllTRmhlSENoUXZZdFdzWFltTmpjZW5TSld6YnRnMExGeTdrdG5WM2QwZDRlRGhldjM0dGN3elZvZW82Vk1UUjBSSFcxdFk0YytZTUYxQUxDd3RELy83OWxRWXVWUTFWQ2ZCbnFMVnAwd1p0MnJUQjhlUEhNV25TSktYejJWVmtZR0NBd01CQVRKdzRVV2E1ZEhoTEp5Y24vUDMzM3hnOWVqUjhmWDF4L1BoeDVPWGx3ZDNkWFdaN29WQUlIUjBkbGNIR3BLUWtyRnk1RWlOSGpzU2hRNGNRRnhlSE1XUEdJQ1ltUnVWREU5SFIwYmgvL3o1dTNyd0pvSHo0NVFFREJpQWdJQUJlWGw1bzJMQWhBZ0lDMEtGREI2eGV2UnE3ZHUxUzZ4Z1FRZ2doaEJCQ0NQbHdVVUNORUVMSU8ySElrQ0hZdFdzWHpwdzV3d1hVd3NMQ0FLZ2U3aEVBVnExYXBkR3dYRFFQenJzaFB6K2Z5NkxSWkk2dTZ1QWJta3c2Tk42K2ZmdDR5eWpLMU1yTHkwTkFRSURNc2o1OStzRGIyeHNCQVFHd3RiVkZ0MjdkTUdiTUdJU0hoK1BPblRzSURnN0c4T0hEZWV1enM3TlRPT3pyekprek1YUG1UTzY5ZEZoQlJjR09HemR1b0dIRGhtamN1REczN05DaFEvajAwMC9oNHVLQ1E0Y09ZZFNvVVFnTkRjV3NXYlB3K2VlZlk5T21UVEoxVkE2TXFDc25KMGZwY0hOMWNkNHJLaTR1eG9VTEZ4QWFHZ3FnZkk0MUN3c0xqQjA3RmlZbUpuang0Z1VtVDU0TUJ3Y0h6SjA3VnlhZ0JwUUhUZS9ldll2NCtQZ3E5MEhUSWZLMmJ0MktKazJhQUNpLzdpNWZ2b3lkTzNjcUxWTjU3ajgrNnN5ZlYxMFJFUkVBeXVlazgvUHp3K1RKazFGUVVJQlZxMWJCMWRVVjdkcTFrOWsrTnpkWFpYYlYzYnQzNGVycWl2cjE2OFBYMTVjTDV2WHAwd2Q5Ky9aRmVIZzRGOHlXOHZUMGhKK2ZId0RBeGNVRnpaczM1N2JadjM4L3VuYnRpc0RBUUFRSEIyUFBuajB3TmpiR3JsMjdNSExrU0F3Yk5xeE9ybFZDQ0NHRUVFSUlJZThPQ3FnUlFnaDVKL1RvMFFPQmdZSG8yN2N2dHl3ME5CVHQyN2RIcTFhdFZKWXZLeXRUYTg0dFV2ZWs1K25reVpQdzhQREEwcVZMMGFaTkc1dzlleFoyZG5ZYTFmWFZWMTlwTk5RbkFEeCsvRmh1S000M2I5N3dibnYvL24wNE9qb3FYRjh4bTB2SzJ0b2FIaDRlOFBEd2dMKy9QNzcrK21zdUM4Ykd4Z1ovL2ZVWHpNM04wYXRYTDdtaEpDZE5tcVRSdmlnVEhoN09CYWVsOVBUMGNPclVLWHovL2ZjWU0yWU0yclZyaDMvKytRYzdkKzdFN05temE2VGRvcUlpcEthbXdzM05UV1o1VFo3MzZycDA2UkpHamh3SkV4TVRUSjQ4R1pNbVRjS2dRWU9ncTZ1TGpJd01qQmd4QXJtNXVmanp6ejk1NTlyNzk5OS8wYlJwVSs1OVRWMkh5bFM4TmtKRFExRmFXc29Od2FoSVZlZFFxMm4yOXZibzBhTUhqaDgvRGhzYkd6REc4T1dYWHlJcks0c0x0bFYwNzk0OU5HellrTGV1c3JJeUhEaHdBQjRlSGpBek04T0ZDeGRnYlcwTm9Ed0RMaXdzREtOSGo0YWpveU0yYmRxRVdiTm1jWjlUVjFkWHRHalJBaDA3ZGtTblRwMWdhbXJLQlJUZDNOd1FIaDZPNmRPbnc4M05qUnZPMHMzTkRmUG16Y1A0OGVOeCt2UnB1WGsrLyt2eTh2S1FrSkRBQlloVkRjOU1DQ0dFRUVJSUllOHpDcWdSUWdoNUoram82T0NUVHo3aDNzZkd4dUx4NDhmNDRZY2YxQ3EvZnYxNnJGKy92cmE2UjJwUVZGUVVnUEtBejRvVkt6Qi8vbng0ZUhqSWJaZWRuWTNDd2tJWUd4c2pQVDBkZ1B5Y1NsNWVYakx6RXdVRkJjSEx5NHQ3Zit6WU1VUkVSR0QwNk5GbzA2WU5uajU5aWwyN2RuR0JKckZZalB6OGZJVjlMU29xQWdBVUZCUW8zU2RUVTFNOGV2UUlqeDQ5UWxKU0V1TGo0eEVaR1luSGp4K2pZOGVPV0xKa0NlenM3QkFTRW9MQXdFQnMyclFKSmlZbUdEaHdJSVlPSFlvSkV5YkExTlJVWWYzZTN0NVlzbVFKN3pxKzdMbW9xQ2pjdVhOSDV2UERHRU5DUWdJaUlpSVFIaDRPZ1VBQWtVZ0VrVWlFbzBlUG9xQ2dBQU1HREVDSERoMWs1akZVSkRrNUdkZXZYNGVGaFFYcTE2OFBBd01Edkg3OUd0dTJiVU5CUVFIR2pCa2oxeWVnWnM0N0FJV0I5czJiTjJQejVzMUsrejVzMkRDY1BuMGFnd2NQNW9ZVkxDc3J3OEdEQitIcDZRbERRME5jdUhDQkc5TFIxTlNVeTVqTnlzcENiR3dzdnZubUc2Nis2bDZIZkFZTkdvUkxseTRwM1kvS0FUT3hXQXpnLzROa21abVpTc3NEUUdwcUtqcDA2TUFGUExXMXRlV3VLYjVyVEpNZzRzYU5HOEVZZzRHQkFVcEtTakJ6NWt5Y09IRUN2cjYrYU4rK1BVNmZQbzNMbHkvRHlzb0t4Y1hGMkxGakI4YVBIeTlUUjFsWkdVNmZQbzExNjlZaFBqNGVycTZ1OFBQemc1V1ZsY3gyZ3djUHhyVnIxekJod2dSODlkVlg4UGIyeHZ6NTh6Rng0a1M0dXJyQzFkV1Z0NDlyMTY3Rm1qVnIwTDkvZnh3L2ZseG1uMzE4ZkpDVGs0TWhRNGJnNnRXcitOLy8vcWZXZnY4WEpDUWtvSC8vL2dDQW5qMTdjbG1maEJCQ0NDR0VFUElob29BYUlZU1FPcU5xamh1QVAxRFdyRmt6eE1iR3lpeno4dktTR1E1UGxhWk5tMElrRXFHd3NCQUFvSyt2cjFZUWdWU2ZpWWtKZXZUb2dVT0hEc2tOOVZaUlRFeU16RTMxRmkxYVlOQ2dRVExiV0ZsWnljeGZWdm5tZXJObXpSQVlHQ2d6RjFqMzd0MjVnTXU1Yytjd1lzUUlsWDMrNktPUGxLN1B6YzJGczdNem5qOS9qbnIxNnFGYnQyNllObTBheG80ZEMwZEhSMjQ3WjJkbmJOdTJEYmR1M1VKd2NEQkNRa0p3NDhZTmZQSEZGMHJybnpGamhsekdsekp6NTg2Rm5aMGQrdlhyaDJYTGx1SE9uVHY0NjYrL2tKZVhoMWF0V21IaXhJbVlNV01HYkcxdDhlZWZmK0x3NGNOWXUzWXRQRHc4b0srdkQzdDdlL2o0K01nZDc0b0tDd3N4ZS9ac3VjelFGaTFhNE1DQkEralVxWlBNOHBvNjc3MTY5ZEo0YnJlY25CeDgrKzIzM0h1QlFDQjMzbGV0V29VZmYvd1J3NFlOdzZGRGgyU0NWUnMyYk1EMzMzK1A1Y3VYUTA5UER6MTY5SkFKcUZYM091Uno1TWdSN3Z0SlhaVXpIaXUvVjZkc3hUbmpoZzhmanVUa1pMWHJVRFIwWk1XNTBLWk1tWUxnNEdEODlOTlBtRE5uRG9EeUlON09uVHRSVmxZR0FQajQ0NCt4WnMwYXJreDJkalo2OXV5SlI0OGV3ZDdlbm5lZXRvb2NIUjF4NTg0ZGVIdDdZOHVXTFZpMGFCRnljbkx3NDQ4L3ltMnJvNk1EUzB0TE5HL2VISXNXTGNMR2pSdmxqcHVXbGhZQ0F3UGg0K01ESnljbnRZOEhJWVFRUWdqNXNLeGJ0dzVGUlVVd01URkI1ODZkNjdvN2hKQTZJR0RxempKT0NDR2t5c3pOelpHWGx3ZEE5bWJsdTA3YTU1cGtibTZPaFFzWFl2WHExVEkzVERWaGFtcGE1YktLSERwMFNLMjUyalNseVpCdVJKWkVJa0Z1Ymk0WVl4QUlCR2pRb0FHMHRMUzQ5UThmUG9TbHBTVk1URXlVMWlNV2kxRllXQWlSU0FRREF3T1YyMWRWU2tvS0JBSUJXclpzeVRzVXBDSzV1Ym13c0xDUVcvN3MyVE44OU5GSEd0VWxkZkhpUlJRWEY4UE56UTJUSjA4R1l3dzllL2JFb0VHRDBLWk5HOTR5cGFXbHVIWHJGcTVmdjQ3MDlIVDg5Tk5QME5QVFU2czlzVmdNc1ZnTVhWMWRqWUk0ZkZTZDk5b2lGb3Z4NTU5L1l1REFnUnFWcThucnNMUzBGRGs1T1dvTjFmZ3UrdU9QUDlDNWMyZWwvWC93NEFGU1UxTXhkT2hRdVhVbEpTVmdqTWtFNEtUMjd0MExTMHRMakIwN1ZxT0hINFJDSVM1ZXZGZ3IzKy92SWhjWEYwUkhSd01BSWlNajRlTGlVcXZ0UlVWRlVZWWFJWVFRUXY1VDlQVDBlUDkvSTRTOHZ3Ujh3N0lvMnBZQ2FvUVFVdnNvb1BiL3Z2MzJXd3dlUEZpdHJDQmxzckt5YXFoSDVTd3NMSGh2NGxZWEJkUUlJWVM4TFJSUUk0UVFRZ2lwWFJSUUkrVERvMGxBamNhMklvUVE4bGJ0MkxHalJ1cHAzTGh4amRSRENDR0VFRUlJSVlRUVFnZ2hxbEJBalJCQ0NDR0VFRUlJSVlRUVFnaFJJaWtwU1dZT05ScVJocEQvSGdxb0VVSUlJWVFRUWdnaGhCQkNDQ0ZLckZ5NUVyR3hzUURlenZEYWhKQjNUKzNQOEU0SUlZUVFRZ2doaEJCQ0NDR0VFRUxJZTR3eTFBZ2hoQkJDQ0NHRWFNek16QXo5K3ZXRFJDSkJ1M2J0NnJvN2hCQkNDQ0dFRUZLcktLQkdDQ0dFRUVJSUlVUmpuVHQzUmxSVUZISnpjeUVTaWVxNk80UVFRZ2doaEJCU3EyaklSMElJSVlRUVFnajVBT2pyNjNNL3YzNzl1ZzU3OHY0ckxTMnRrWG9ZWTVCSUpEVlNWMTFSZGl6S3lzcmVZay8rZTBwS1NtcmtXaFNMeFRYUUcwTEl1NmFtZmxlOTc3K25DQ0hrYmFLQUdpR0VFRUlJSVlSOEFKbzFhOGI5ZlBmdTNUcnN5ZHZ4L1BsekRCOCtIQzlmdnBSYmw1MmRqZUhEaDZPa3BFVGplbjE4Zk9EaTRsS2xzcFdGaG9haVdiTm0xYjVaNmUzdERXdHJhNDNMUFhqd0FHM2F0S2xXMjl1M2I4ZkVpUk41MTdtN3UyUGx5cFZWcm52UW9FRTRlUENnUm1YaTQrTXhjdVJJM0x4NVUyN2Q2OWV2NGVycWlvaUlpQ3IzU1NLUm9LQ2dBQzlldk1DVEowK1FrcEtDdUxnNFJFVkY0Zm56NTJyVk1YUG16R3IxUWNyVzFoYUhEeCt1VmgzaDRlRndkSFJFUmtaR3Rmdnp2aXN0TFlWUUtNU0RCdzl3NWNvVitQbjVZY1dLRlhqdzRBRzNqVmdzeHJObnozRG56aDM4L3Z2djJMVnJGMzc1NVJlMTZqOTE2aFFPSERnQW9WQ29kcCtxZXoyZk9YTUd1Ym01YXJlbmlsZ3NSbHBhbXRxdmdvSUMzbnJLeXNydzg4OC80OG1USndyYnVubnpKdmJ2Mzg4YjhFMU9Ub2F6c3pNS0N3dVY5dmZCZ3dld3Q3ZFh1TDZtajA5dGYvOW9nakdHOGVQSFkrN2N1WExybmoxN0JtZG5aOXkrZlZ0bWVXbHBxVndRN3RhdFcyaldySm5TYzJWdGJZMWp4NDRwN0lkUUtLeldpekdtY244UEhqeUluajE3MGdNQ2hKQTZSME0rRWtJSUlZUVFRc2dIWU9qUW9UaDA2QkFBSURBd0VKNmVudERWMWEzalh0V2U0dUppeE1mSDh3YXIzcng1Zy9qNCtDcGxVRGs1T1dIVHBrM1l2WHMzRmk5ZVhCTmRmV3RLUzB2eHd3OC9ZTnk0Y2ZqNDQ0OVJWbFlHb1ZBSXNWaU1hOWV1NGN5Wk03aC8vejdDd3NMUXVIRmozanJHamgyTDNidDNBeWpQa1BybGwxOHdZOFlNdWUxeWMzTng0OFlOZlBIRkYxWHViMUpTa3RwQktxbmp4NC9qNzcvL1Jvc1dMZVRXWGJ4NEVZbUppV2pZc0tIQzh2bjUrUmd5WkFna0VnbEtTMHNoRm9zaEZvc2hFb2tnRW9ua3JobUJRQUFEQXdNWUdSbGh6Wm8xR0RObWpNbytSa1JFb0VPSERocnRWMjNwMGFNSHhHSXgxcTFiViszZ25LYXFFZ1FHeW9PQVRrNU82TlNwRTNKeWNxclZoK3pzYkFCQWVubzZuSjJkQVFBNk9qcXd0TFNFbFpVVm1qUnBBcUZRaU02ZE82T2dvSUFMNE9qcTZ1S2pqejVDdzRZTjBiWnRXNVh0N055NUV4czNib1MydGpaTVRFd1VCcUVycTg3MW5KZVhoNlZMbDhMVzFoWWhJU0V3TkRURXNXUEg0T25wcVZiYjI3ZHZ4NFFKRTJTV1BYcjBDSDM2OUZHclBBRHMzYnNYbzBlUGxsdWVrNU9Eb0tBZytQbjVJVEF3RUE0T0RqTHJ4V0l4UER3ODhPclZLNHdjT1JLTkdqV1NXUjhkSFEyQlFBQWpJeVBlZHNWaU1jckt5bEJjWEl5aW9pS1pCeUNrMmRxMWNYeXFjNzRlUDM2TStQaDR0ZHBXUm5xOC9mMzljZVBHRFlTR2hnSUFIajU4Q0Z0Yld3RGx4eWM5UFIxdjNyemh5a1ZFUkdEVHBrMllPSEVpNXMyYnA3S2RxVk9uWXRHaVJlamN1YlBTN1Y2L2ZsM3RCemRTVTFOUnYzNTlwZHZrNXViaTRjT0gxV3FIRUVKcUFnWFVDQ0dFRUVJSUllUUQ0T2JtQmx0Yld6eDgrQkNKaVludzlQU0V0N2QzclFYVkVoSVNzSERoUWtna0VyUnIxdzVyMTY2dGxYWVVrVDVscjZNai8yK3ROTWltcmEydGNiM096czc0NUpOUGVEUGYzblhhMnRwNDhPQUJObS9laktDZ0lHNjVnNE1ER2pac2lJRURCMkw1OHVVQWdDdFhyc2lVemNuSndSZGZmSUd1WGJ0eXl3SUNBZ0FBczJmUEJnRE1uVHNYWVdGaE11WG16WnZIZTNOV0dzZ0F5Z01ySGg0ZWF0L0k5dmIyeHRhdFcyWHFBSUNDZ2dLRWhvWml3b1FKc0xTMGxDc1hFaElDR3hzYnRHblRSaTVMeU1qSUNOcmEyakExTmNYcTFhc2hFQWlncTZzTFBUMDk2T3ZyUTA5UEQ4K2VQY1AwNmROeDgrWk5HQmdZY0MrQlFLQld2eXZhdkhrek5tL2VySEM5b2tCRVZha0tYcDA5ZTFicE5wV1BkVTFac1dJRmhnMGJKck1zSkNRRTI3ZHZsN3NHSHo5K2pNOC8vNXg3SHhZV3BuQkl1N0ZqeDBKYld4dkJ3Y0ZxOVVPYUFaT1Nrb0w2OWV2TG5kUG56NTlqLy83OTZOQ2hBeXd0TFZYZTNLOUlHa3pidkhrekpCSUpkNTJyQ3FwVjkzbzJNelBEd1lNSE1XblNKSHo1NVpmdzgvUERpQkVqMEwxN2Q1VjlWaFUwVStkNlVIWTlXVmxaNGVUSmt4ZzllalRHamgyTGtKQVF0R3ZYamx1L2RldFdQSGp3QUVGQlFYTEJOQUE0ZmZvME9uWHFoTFMwTkdocGFlSHp6ei9uTXFpOHZMd1FGeGNuODEwa0RTUUI1WUVsZlgzOUdqOCsxVDFmc2JHeFdMaHdvY3EyVlJrOWVqVHUzNzhQTHk4dkxGMjZGTjI2ZFVOY1hCeEdqeDZOb0tBZzlPN2RtOXRXSkJJaEtDZ0lCdzRjUUZKU0VseGNYUEMvLy8xUFpSc1BIanpBK2ZQbnNXalJJcFhibXBpWTRNNmRPd3JYbnoxN0ZzdVhMMWU2alltSmljcDJwSi9ocW53ZkUwSklUYUtBR2lHRUVJVUVBb0Zhd3k4UWZ2VEhQaUdFa0xkSlgxOGZ1M2J0d29nUkk4QVl3NDRkT3hBWkdZbUpFeWVpUTRjT0d0MGdWa2RDUWdLaW82TUJsR2NDWEx0MlRlTTZxdE12NmJCUGZBRkRhYllDWDdBTkFMcDE2NGJNekV5VmJTakw2SkhlY0ZZbkM2ZmljSnlWalJvMUNyNit2bmp6NW8zQ3VlK2tXVFAvL3Zzdjczb1RFeE1ZR0JnQUtBOXdUWmd3QVRkdjNvUzV1VG1BOG15UEprMmFBQURHalJ1SHNySXlXRmxad2N2TEM1czNiMGJqeG8yeFlzVUs5TzNiRjlPblR3ZFFuZ0c0YTljdUxGNjhHRVpHUmpoMTZoVG16NS9QQlFzV0wxNE1Dd3NML1BERER5cjN2eVpVUE01K2ZuN3c4L1BqM21kblp5TTdPeHRSVVZFb0xTM2x6WllJRHcrSHFhbXBXdGszM2JwMVU3cGVuV0REckZtek1HWEtGSVhycFVHRU8zZnU0Sk5QUGxHNDNhcFZxN0JxMVNxNTVlUEhqNGVQajQvTU1rOVBUNHdhTllwN3p4aFQrZmVvTkxoVlc2eXNyTkN5WlV1WlpSOTk5QkVBeUMydnpNN09qbmQ1UWtJQ2NuSnlzR1RKRXBWMVZHWnFhcXB3bllPRGc4STIrWWpGWWl4WnNnVEJ3Y0hZdEdrVDNOM2RZV0JnZ1B6OGZDeGF0QWlwcWFuNDdydnZlTCtqYXVKNmRuSnlRdS9ldmZIZGQ5OWg3ZHExdUhIakJucjM3bDBqMy9WcGFXazFVbmJEaGczWXZuMDdKQklKdC96eDQ4Zll2WHMzSmsrZURDc3JLMjY1dWJrNUxDMHRrWlNVaE51M2IrUDI3ZHNJRFEyRm9hRWhidHk0d1EzbDYram9pSmt6WjhMWDF4ZHBhV25vMDZjUHNyT3o4ZVRKRTdsZ1VVMGRuNW80WHhNbVRKRExlRk5GbWxHWGxKUUVDd3NMQUVCbVppWW1UNTZNUVlNRzRadHZ2Z0VBZE8zYUZTTkhqc1M4ZWZOdytmSmxydnkwYWROUVZsYUdFU05HWU51MmJXalpzcVhDWVRxLyt1b3JmUHZ0dDNCMWRVVjBkRFRNek16UXNXTkhsWDBVQ0FSbzJMQ2h3bXRHK250TjBWQ282bjZHcGNIMXFqd29VNU02ZE9nQUxTMHQ2T2pvd016TXJFNzdRZ2lwR3hSUUk0UVFvcENXbGxhTlRYVDhYNlNsUlZPVkVrSUllYnVHRHgrTzNidDNZOTY4ZVdDTUlURXhFWW1KaWJYZWJsSlNFajc5OUZPTnk0V0VoS0JYcjE1VmFsTWtFZ0g0LytHOUtpb3FLb0pBSUZENHV6ZzRPSmpMWWdzSUNNQ3Z2LzZLMzMvL1hXRmJreWRQaHIyOVBieTh2T1RXVmM2eWtYcjA2QkVtVDU0TXhoaWNuSndVQmkyTWpZMjVmdkFGVGlweWRIVGtYYjUyN1ZyTW1qVUxBTkMzNy8reGQ5OVJVWjFyRjhBM1hWQVFVQVRzc1dKRXI3MWdBVHNSQVdNc3FGR3hSVkNEcUZnVFVXd0VZZ2NFQlJGQjFHREFqckczMkVXSjNTaFJnUWcycENnZDV2dUROZWZqTUlWQk1acDc5Mit0V1dGT256T0hJWjQ5ei9QMlJPUEdqYkYrL1hyNCt2b0MrUCtBOGM2ZE96aC8vanpjM2QxUnUzWnR2SG56QnJhMnRyQzJ0a1ppWWlLT0hUc21iSFBqeG8zUTE5ZkhtREZqa0pxYWlwa3paMkw1OHVVWVBYbzA4dkx5Y1B2MmJmejg4ODhWRGpRK2hKdWJtNmphS1RZMkZoczJiQUFBQkFVRndkRFFFTkhSMGFJYnJzK2ZQOGZRb1VPaHJhMk5MNzc0UW1tVnhKTW5UK0RvNktoMEdWVVpHeHRYNk53RUJRV2haY3VXd3ZQTXpFelkyZG5oaHg5K2tBbmNKazJhSkxPK2taRVI2dFdyaHlaTm1pQS9QeCtyVnEzQ3c0Y1BzWFhyVm1HWnlNaEloSVdGWWRxMGFiQzN0NGVHaGdhYU5tMnFkQXlxRC9YOCtYT1pHKzNTTm81bHB5Y21Kc3FzTCs4bS9iWnQyNkNtcG9iT25Uc3JEWDQrNXJWNTkrNWR6Smd4QTArZlBrVjRlRGlLaTR0aFpXV0ZQWHYyd04zZEhhYW1wcGcvZno3T25Ea0RIeDhmdVNIdGgxN1BVbE9tVEVHelpzM1FyVnMzbFlJd1ZkN3ZpclI5VkdYZEFRTUd5RXdMQ3dzVGpVL240dUtDeFlzWFkrUEdqV2pUcGcwT0h6NHNXbjdseXBVWU1HQUFObTdjaU45KyswMDByM1RnMWJCaFExSG9YVm5ucDdMZXJ3ODFkdXhZSkNZbW9sV3JWaGczYmh6ZXZIbUQxNjlmNCtYTGw4akt5c0lQUC95QWhRc1hBaWlwa3B3MWE1YlFodkxPblR1d3RiWEZzV1BIWUdGaEFUczdPNHdhTlFvQW9LMnRqUjkrK0FIVzF0WTRldlFvMHRQVFViZHVYV0cvSGg0ZU1sWEcrL2J0RTBMTThxNFpSZk5MdjFlS3ZqUUNsQVJ6NnVycVN0dkFhbWhveUswZXJFeExseTZGdHJhMkVIQVMwZjhlQm1wRVJLU1FscFlXQTdVUDhOODhiZzBSRVgyK1hGMWRVYjkrZlV5ZlB2Mi9lcnlSN094c2FHaG95QTNVTWpJeUlKRklrSktTSXJlQ3JIUjdNRnRiVzJ6YXRBa1NpUVJObXphVldUWXpNeE5KU1VtWU1HR0MzQnYwaW03YSsvajR3TlRVRkttcHFYajI3Qm5TMHRKVWFyWDE0TUVEbVdsK2ZuN3c5L2VYTzA5ZU5jU3NXYk9ncTZ1TDJyVnJ3OGJHUnRRQ3JHdlhydWpTcFFzME5EUVFHUmtKQndjSHhNVEV3TnZiVzZqYytPdXZ2K0RuNTRmdzhIQ29xYWxoNWNxVmFOV3FGUVlPSEloSGp4N2gyclZyeU1uSlFmMzY5WVViMUEwYU5Qam8vKzlUcDA0ZFVhZ29EYjZlUDMrTzdkdTNZL3IwNlRMblEzb2pXMHRMQ3hvYUdzS05aWGxqNzcxNTh3WUFGTjRvTFZ2eG1KR1JvZkRtYmxwYW1zS2I5L0t1bWJwMTY0cW1QM3o0RUFEUXNtVkxtZVhsWGZOMzc5NEZVRktOdUhEaFFpUW5KMlBtekprb0tpcENYRndjdnZqaUM3UnQyeGFuVDUvRzFLbFQ0ZTN0alJrelptRDQ4T0VZTW1TSTNPT3NETjdlM3ZEMjl0MUgxbkVBQUNBQVNVUkJWSlk3VDVYUVJ0a3lRNGNPVmJwdVVsS1N6SHNtNy9PZ0l1MHVzN0t5RUJBUWdJMGJOOExTMGhLSER4OUc0OGFOVVZCUWdDWk5tbURVcUZFNGZ2dzRSbzRjaWJadDI4TE56UTBPRGc3bzE2OGZwaytmTHZvTStORHJXVXBOVFEyOWUvY0dvTm81VlNWVStwQ1dqNHJXWGJkdUhYeDhmSkNjbkt5d3lpZzFOUlY3OSs3RjRzV0xoZU9zVnEwYTNyeDVnejE3OXVEMDZkT29XN2V1TU5aaFFrSUNiR3hza0pTVWhPVGtaSFR0MmhVSkNRbWliVmJXK2Ftczl5c3pNMU5wY0dSbVppWjgwVUtla1NOSDR2ZmZmMGYxNnRWUnMyWk5HQnNidzlqWUdFWkdSbmp3NEFGV3JGZ2h0Sk1kTkdpUWFFeTNGeTllb0xDd0VFWkdSbmp4NGdXdVg3K09xVk9uQWdDOHZMd3diTmd3Yk5pd0FlZk9uVU5nWUtBd0ZtU1BIajB3Yjk0OERCbzBTSFFzcFFNM29PUUxKbVUvcjNidTNJbDU4K2JKQk9aNzkrNkZxNnVyYUpxaUw0Mm91b3labVJsdTNMaFI3amFJaUQ0RUF6VWlJbEpJUjBkSDd1RHNWRDUxZFhXNU56dUlpSWorQ1haMmR1amJ0eThPSFRxRXc0Y1BJekV4VWFoU3FpenA2ZW5DRFVVREF3TlJkWTJxbExWZkswOW1aaWJVMWRXUm1wb3FNd2JQcTFldkFKU0VET1cxWk96UW9RT01qWTBSR3h1TEdUTm15TXcvY2VJRWlvcUswS2RQSDVXUDdjU0pFemgxNmhROFBEemc1ZVdGMmJOblkrSENoZmp0dDk4VXRxR1VrdGVPVFByL0ZLcTJLaXNka0lTRmhlSE5temZJeWNtQnJxNHV6TXpNa0pPVEk1d2pIeDhmb1RXaGRJeWkvZnYzSXpjM0Y2TkdqVUpoWVNHMHRMUnc5T2hSN05xMVN6Uldub09EZy9DenZCdXAvNVNJaUFqbzZPaklyZHlTQm1lbEswU2tiZUlVVWRTaXMyeEFFeFVWcGJDcU1EZzRHTUhCd1hMbnFSSlczTHQzRDREcVZWYlhyMStIcjY4dnpwdzVBeXNySzJ6YnRnMU5talRCeXBVcjRlZm5oNzU5K3lJME5CVEJ3Y0c0ZS9jdWZIMTlNWHYyYlBqNStjSEx5d3Y5Ky9kWGFUOFZ0VzdkT3BrMmQ2R2hvZmpoaHg5a3pvT2k5OFhmMzErb2dEVTNONWU1MWtxMy9RUGszNmlYS2wxUlduYk1ObmtWY2xKMTZ0VEI0Y09IOGVPUFB5SXZMdy9PenM0WVBYbzBKQktKRU1ETW1UTUhaOCtleGJObnp3Q1VCTEIrZm42NGN1VUtWcTllRFVkSFJ5eGF0RWdJTUJSUjlYcXVXN2V1OE9WSDZUbXFyTEh3VkdsbFcxR3FqSUZsWm1ZR0R3OFBMRjY4R0lzWEx3WlE4dmZzN2R1M21EaHhJdXJYcnk4c3EramZxTkt3N21PZW45SXErdmx6NE1BQnBlTkpCZ2NIeXdSWHBVMmVQQm05ZXZXU082OUJnd2JvMkxFakxDd3NvSzZ1am9NSER3cXRmd3NLQ2hBZUhvNGFOV3JBMU5RVVo4NmNnYjYrdnZEMzA5RFFFRHQyN01EcDA2ZGhhbW9LUjBkSDBYdGxZbUpTN3VlUnZOK2hsSlFVcUt1cnl3U1Z6NTgvbDFtMjlOaWZaYTFkdXhhWEwxL0d0bTNiRlA0N3UwcVZLa3FQajRpb01qQlFJeUlpaGRUVTFLQ25wNmV3enpvcHBxZW54ekhVaUlqb2s5TFIwY0dRSVVNK1d2WEo2ZE9uaFp0NkxWdTJSRXhNekVmWmp5SnBhV2tvS0NqQXNHSERzSGZ2WGxHYkorbE52U3RYcnBRYmhHbHFhbUxvMEtIWXZuMDdwazJiSmhONDdkcTFDMjNidGtXalJvMVVPcTQzYjk3QXc4TUQ3dTd1d2xoUnc0WU53K2JObTdGaHd3Yk1taldySWkvemc0MGFOUXJEaGcwVFdwVmxabWJpd29VTHdsaHBVZ3NXTEJCK3ZubnpKcnAwNllLcVZhdGkwcVJKR0RwMEtDd3NMR0JoWVlGQmd3YWhXN2R1aUlpSWdMVzFOUURWYnI2dlhyMGFxMWV2bHBudTcrOFBmMy8vRDNtSm1EMTdOdXp0N2VIbjU0Y2VQWHFJUWhsNU43U2xGQVU2WmFjL2Z2eFlhV3RTVlcvU0J3Y0hsOXZXVStyNDhlTUFTbTYrbHhmQUFNREZpeGZ4MTE5L0lTZ29DSTZPamlndUxzYWlSWXV3ZGV0V3pKNDlHMXUyYk1IdzRjTVJGQlNFTDcvOEVtRmhZYmg2OVNxV0xGa0NQVDA5bFk3cHY0R3lRS0IwdUZiV0w3Lzhnc2FORzhQT3pnNXo1c3pCdW5YcllHTmpJM2Zac3RkNVNrb0toZzBiaHVqbzZIS3I2Z0RWcitjelo4NUFJcEhJaEpEeXFpK2x5Z3YwcFJTMXNpMnRvbTBoVlFuVUFHRG16Smx3Y25KQ3UzYnQ4T2pSSTFTdFdoWG01dVk0YytZTS9QMzlFUndjak1PSEQ0dis1c2dMd1QvbStTbXRzajUvM3IxN3AzS0EzcU5IRDJocmE0dU90N2k0R0xtNXViaHc0UUlNREF3d1o4NGNCQVFFWU51MmJRQkt2dkJacDA0ZG9XSTBQajVlNW9zd3JWdTN4c1NKRXpGeTVNajMrcmVzc3Q4aFZhNlhuajE3S3B5M2ZQbHlTQ1FTVkt0V0RWMjdkcTN3c1JFUlZSWUdha1JFcEpTbXBpYXFWYXVHN094c1ZxcXBRRjFkSFhwNmV1LzFqekVpSWlKU1hVcEtDcG8yYllyYzNGeU1IRGtTMGRIUjBOZlhCMURTaXN2UTBCQm56cHdSQlVXS1RKa3lCV0ZoWWRpK2ZUdWNuWjJGNlhGeGNUaDc5aXcyYnR5bzBqRkpKQkpNbno0ZE5XclVnSXVMQy9idDJ3ZWc1UDhQZkgxOU1XellNRmhaV2FGTGx5NFZmOEVWc0dEQkF2VHMyUk4xNjliRmhRc1hjT0hDQmN5Y09WT1luNUtTSXR6TUxSMGlyVisvSG1mUG5vV0ppUWxNVEV6ZzZla0pRME5EMGJyTGxpMURodzRkaERCTkZZcHV6dmZvMFFPalI0K0dpNHVMYUhwRVJBUzJiOTh1cy96TGx5OUZWUTdTZG90cWFtcG8wcVFKL3ZqakQyemJ0ZzJ4c2JIQ09FZ0ZCUVVBNU4vUS92TExMMFhQcGRVc1phZi8wLzhQL09USkUremJ0dzhkTzNhRXQ3YzNVbE5UNGVYbHBmUUc5NVFwVS9EZGQ5OUJTMHNMTDErK3hQVHAwM0h0MmpXRWhJVEExdFlXZ3dZTndyaHg0MkJqWXlPMGR1dllzU01PSFRyMFVWK0x1N3M3M04zZDVjNTczeXFvOXgzZnE3eUE0UGZmZnhldUcwWGhxclRkM01xVks3Rnk1VXFGMnpwNzlpeWNuWjJGc1EyclZLa2lFelo4NlBWY3R0MmVsS0lLUzBCeCtDdHRRYWlucDRkOSsvYXBWQTI3Yjk4K21KaVk0TVdMRjFCWFYwZk5tald4ZCs5ZWhjdmZ1WE1IYW1wcXd1ZWlQUFhyMTRlQmdZRndMdjc2NnkvbzZ1cmkrdlhyME5IUmdiMjlQWFIwZEJBUUVJQ0FnQURSK3lTUlNKQ2RuUzFVTHlrYUMrMTl6ZzlRK1o4L0g4clgxMWRVL1hubHloVTRPam9DS0JrM3MxZXZYdmp1dSs4VUJ1WUpDUWxvM2JxMWFKcW1waVk4UER5RUZwa1ZKYTlTT1Nnb0NJR0JnVEpqVXlxckpDMHJQVDBkZCsvZWhhYW1KZzRmUHZ4SkF6VlBUMC9oV05hdFc0YzJiZHA4c21NaG9rK0RkL3VJaUtoY21wcWEwTmZYUjE1ZUhnb0tDbEJjWEN4OHc1QksvaEdscnE0T0xTMHQ2T2pvc0RLTmlJam9IM0RuemgyMGJkc1dVNmRPaGIyOVBjYVBINDhkTzNhZ3NMQVFseTVkd293Wk0rRGo0NFBFeEVSUm16QjVhdGV1amNtVEo4UGIyeHQ5Ky9aRjNicDFVVkJRZ0huejVzSFMwbEs0U1ZtZUZTdFc0TUtGQzNKYk8zYnUzQmtUSmt6QXBFbVRjUERnUWRFNGJxWEpHNzhuTFMxTjRUeDVZbUppVUt0V0xRUUZCV0hTcEVrWU5td1liRzF0aFhHNTh2UHo0ZVRrSkZRdVNEVnMyRkNveElxSmlVRkVSQVNPSGoyS25Kd2NQSHo0RU9ibTVqaDgrREFLQ3d0bHdwQ3lJVWZwRzlQS3FpNk1qSXhrNW50NWVjSEx5MHRtMlZXclZtSFZxbFZ5dDZPaG9ZRk5telpod0lBQkdEdDJMQTRmUGd3REF3UGs1K2NEVUQ3dW1KVDA1bnpaNmVWVnFGV203T3hzdUxxNlFsZFhGNkdob2JoOCtUSmNYRnlRbnA2T3RXdlhLaHg3U2xOVEV4S0pCRkZSVVZpeVpBbXFWNitPL2Z2M0N4VW9GaFlXT0hMa0NEdzhQREJqeGd3RUJ3ZGp4b3daK09xcnJ4UnU4ME5wYTJ0ajd0eTVHREJnZ0doNmRIUTAxcTFiSnhPMEppVWx3ZG5aR2VycTZrcTNHeFVWSmZyOWVmTGtDWVlQSDY1MG5jTENRcWlwcVlsK2g2U1ZyTkxRbzd6OXFpb3FLZ29lSGg3NDdydnZsQWI2bFgwOWw3WnIxeTdSNTE1aVlpS2NuSndVTHEvSzJGWEtHQmtaNGU3ZHV5b0ZKTXFXR1Q1OE9LS2lvb1RuMGxha3YvNzZLN3AxNjRiMDlIUVlHaHJLZlA2VWZpNXY3THl5S25wK2dJLzdmcjJQL1B4OHZIdjNUbmllazVNai9KeVVsQVJiVzFzY1BIZ1E3ZHUzRjZiZnZYc1hmLzc1SndZUEhvd05HellnT3p0YmFDOHJOV3pZTUNRbUpzcjh2U2tiS0FLeW4rMXYzNzVGWm1hbWFOcXpaODlnWkdRa003MzA4WmJud0lFREtDNHVocnU3TzhMQ3dqQi8vdnhQVmxsNysvWnRYTHg0RVVCSjBFZEUvM3NZcUJFUmtVclUxTlJRcFVvVjlpVW5JaUtpVDA0aWtlRENoUXVZTldzV21qZHZqcUNnSUl3Wk13WnVibTdvM2JzM2lvcUtNR0hDQkVSSFJ5TXlNbEtsS2pVUER3OGNPWElFenM3T2lJbUp3ZUxGaS9Ibm4zOGlOalpXcFJ2dFc3ZHVSVUJBQVB6OC9OQzhlWE81eXl4WXNBQ1hMMThXS3VwcTE2NHRzNHl5Nmh0VktuTlNVbEtRbVptSkw3LzhVbWhubVp5Y0RIMTlmVlN0V2hWQXlVM1BpeGN2aXI0Z2xaU1VoSGJ0MnFGYXRXcDQvUGd4M04zZG9hdXJpK0hEaHlNMU5SVUFzSHYzYnB3K2ZWcm1pMVU5ZXZSQVpHU2szT0R5d0lFRG1ENTlPczZlUFlzR0RScVVlL3dBa0p5Y2pHN2R1c0hmM3gvMjl2YkM5TkxqdlFGQWVIZzQ1czJiSnp3M05EVEVwazJiWUc5dkQzZDNkNFNHaGlxdEVDbmIrazFhb1ZaMmVua1ZhcFUxM3RUTGx5OHhjZUpFM0x4NUUxdTJiRUhObWpWaFoyY0hmMzkvVEowNkZRVUZCUXJiWTU0OWV4WS8vZlFUYnR5NEFTY25KeXhkdWxTbzJKUXlORFJFU0VnSURoNDhpQ1ZMbG1EeTVNa3dOVFdGZzRNREhCMGRSVGZlSzhQVHAwL2xUcGUyUWkxN003NUpreVlLMXluTjNOeGNWR1dreXZpUWVYbDVLQzR1bHZzN0pMMHBycXVyVys1MmdKSWc0TysvLzFZNHYxcTFhbkIyZG9hVGs1TVFRTlN1WFZzbUFLanM2N20wT25YcTRJc3Z2aENlUzY5dFJSNDhlQ0Q4L1BqeFkranI2Nk5telpyQ3RPYk5tOFBMeTB0aDZDVDlRcUdpQ3ErOHZEeTBidDBhbVptWm1EMTd0dEl4eE5hdlg0K1VsQlNoNVdOUlVSSHM3ZTF4Nk5BaHBLZW5vMzc5K25qeTVBbUFraXFyUG4zNkNNOEIxZG8yVnZUOEFCLzMvWG9mYytmT3hkeTVjOHRkcnFpb0NDZE9uRUJvYUNqT25Ea0RFeE1UOU9uVEIvcjYrbkpEcVljUEg2SnYzNzR5MDMxOGZPRGo0eU9hVnZiOS91cXJyeFFlaDZLL2krVXBLQ2pBeG8wYjBidDNiN2k0dUNBa0pBUUJBUUdZTTJmT2UyMlBpT2hETVZBaklpSWlJaUtpQ212VHBnMU9uVHFGckt5c2YveWI0dGV1WFVOYVdwclFkckIzNzk1WXVIQWh0TFcxRVJnWWlLKysrZ29HQmdZWU5td1lBZ0lDTUhYcVZGU3ZYbDNwTnF0VXFZSXRXN2JBM3Q0ZTNicDF3NnRYcjdCMjdWcFlXbHFXZXp5N2R1M0NEei84Z0duVHBpa2RJMGxIUndmaDRlRVlPSEFnSEIwZEVSa1ppV2JObWdFQWF0V3FoWGJ0MnNsdHdiZHExU3FzWHIxYTdzMXFPenM3MUtwVlMzaCs2OVl0QUVDblRwM2c3T3dzYWtzbkRYNmlvNk9GNDVIcTFLa1RnSkl4MXhZdFdvUjY5ZXFoV2JObWFONjhPWm8zYjQ1bXpacWhXYk5tME5MU3dzMmJOeEVlSG81bHk1WUpJVVQ5K3ZYeDhPRkRuRGx6QmovOTlKT3czYUtpSXVUbjUxZW9iYUpFSWtGK2ZyNUtON25MYXRPbURUdzlQYUducHdlSlJJTGMzRnlaMXlxbHFQV2JzcFp3OHFneTNoUlFFa2h1MkxCQjdyelRwMDhqTEN3TUdSa1pXTDkrUFd4dGJZVjVqbzZPeU16TXhOeTVjMUduVGgyWmRaY3VYWXJBd0VEaFBkeTFheGQyN2RwVjd2Rjg5ZFZYeU1qSVFHaG9LTnEzYjErcGdWcDJkamFlUFhzbWQ1NjBWWjZ5aWt0bFZZMHBLU21pOTFPVk1lelMwdEpRdTNadHhNWEZDZFBldkhtRGJkdTJJVGs1R1dwcWFxSnhHSlc1Y2VNR3Z2bm1tM0tYQ3c0T0ZuNE9EdzlIdjM3OVZOcCthUlc1bmo5RTZSYVBHemR1UkdGaEliWnMyU0phSmljbkJ4a1pHVExyNnVucGxYdnV3c1BEa1ptWmlhKy8vaG9iTjI3RWtDRkRWQjZYMHNEQUFNYkd4dkQzOTBlTkdqVmdZbUlpZko1SXF5cy9WcFZsUlZYay9mclFJSDdkdW5VS1d6NUtiZHk0RWRldlgwZG1aaVo2OWVxRkxWdTJvRy9mdmtvRHZwWXRXOHI4VHBtYm0yUFZxbFZLeDBnTENBakFiNy85aHVYTGx3dlRjbk56MGFOSEQ4eVlNUVBmZnZ1dGFQa2pSNDZvRkFpdVhyMGFUNTgraGIrL1B3d01EREI1OG1UNCtmbWhUNTgrYU5ldVhibnJFeEZWTmdacVJFUkVSRVJFVkdHR2hvYXdzYkZCV2xxYTBOYnFuN0pqeHc1WVdGaUlicnBQbXpZTm9hR2hlUERnZ1JCYWZQdnR0MWkvZmoxV3Jsd3A4ODE2ZVRRMU5WRzNibDNjdlhzWEJnWUdLdDN3M0xadEd4WXNXSUNoUTRkaXlwUXBvcERnK2ZQbkFFcXFLRXJmOE4yeFl3ZUdEUnNHZTN0N3JGMjdWZ2pZVkcwdFdWclpBTzZQUC81QXZYcjFZR1JraE92WHJ3TW9HZk5GR3RRQXdPdlhyNkdob1NFNnBySTNVTStmUDY5d24ydlhyc1hmZi84dFU5R1RtWm1KYmR1Mm9YZnYza0tydGs5Qk9tNFZVQklDYUd0cmk2b01xMWV2ampGanhzRFgxMWUwbnFKeHM5TFMwckJxMVNxWlNzWE9uVHZEMDlOVHVBNkxpb3BFNXpRek0xTTB0dTZnUVlNVWhzOTE2dFNCb2FFaHRtelpJZ1JqcFkwWk13WVpHUmtZT0hDZ1RJQTNhZElrMk5qWW9HZlBuakEzTjRlSGgwZTUxMUtQSGoxZ1kyT0RzV1BINHMyYk56QXlNbEs2ZkVWZHZud1pvMGFOS3ZjWUZGRVdrcFhYM2xHZXBLUWttWXBRSXlNanVMdTdJekl5RXVibTV0RFMwcXJRTnE5ZnYxN3VaMFJhV3ByUWR2TjlsWGM5eXlOdFo2bm91U0pwYVdrNGN1UUkxcTVkS3pQdnA1OStFb1hsVW5aMmRnZ0pDVkc0elFjUEhzREh4d2NEQmd6QW1qVnI4TWNmZjJEOCtQSFl2MzkvdVY5MEFJRDc5Ky9qbTIrK3dmejU4K0hnNElCbHk1WWhLQ2hJdEV6cEVGeVZnUFY5ejQ4cVZIMi9GQVh4Wm1abUt1MUgyZmlFVWpvNk9saTFhaFc2ZCs4T0hSMGRQSC8rSERObnpzU1BQLzVZYVpXMVVsOSsrU1htenAyTDlldlhZK25TcGREUTBNRDI3ZHVSbjUrUHdZTUhpNzc0QVFDalI0OHU5M2Q1ejU0OTJMQmhBNXlkbllYQTM4M05EZnYyN2NQNDhlTVJGUlgxM3BWdlJFVHZpNEVhRVJFUkVSRVIvV3NrSmlZaU9qcGFab3l0TzNmdVlQbnk1UmcxYWhSYXRXb0ZBREEyTm9hTGl3dldyRmtEYTJ0ckRCdzRVTzQyVTFKU0VCQVFnUER3Y0JnYUd1S25uMzdDbGkxYjRPVGtCR3RyYTB5ZE9oVTlldlNRR1NmMTZkT25XTHAwS1J3Y0hMQjI3VnA0ZVhtSnFsS2tiR3hzWlBhM2YvOStPRGs1NGViTm13cVA2MzNFeGNVSjR5R1ptNXNqTXpNVDU4NmRRMVpXRms2ZVBJblJvMGZqMHFWTEtDb3FRa2hJaU56V1hxVzlmZnNXMTY5Zng2VkxsOUNyVnkvbzZ1cml5SkVqTXVPdkFjQ0lFU093ZCs5ZS9QREREK2pacytkbjBTcjgzYnQzTXNGZjY5YXRBUUFSRVJGeTExRjBvemtqSXdNQkFRSEM4NUNRRUNGTU8zWHFGTnpkM1hIKy9IbFVxMVlOVDU0OGdZMk5EWHg5ZllXYnhsZXVYTUdlUFhzd2JkbzBtYlowVFpzMnhkbXpaNVdPeFR0OStuUzUwMnZYcmkwS2kweE1USlJXZUpXbGFwaldwMDhmNk9ycTR1REJnK1V1MjZ0WEw0WEJSbWhvS0g3NDRRZVZnZzk1enAwN0ozcDkwaUJVbVZ1M2JxRnAwNlp5NTUwL2YxNjRKajUzOHE1bnFjek1US0g2VDFrbGtUSitmbjdJeTh2RC92Mzc4ZlhYWDR2bXJWaXhRdTUybFlWNzkrL2ZoNU9URS9UMTllSGo0NE1xVmFvZ01EQVFqbzZPR0R4NE1DSWlJbEMzYmwyWjlhUVZhRC8vL0ROT25UcUZ2WHYzWXU3Y3VhaFpzeVlXTDE2TXhZc1hBMUFjZ3N0VEdlZW5vdVM5WDFwYVd0RFQwNnZRNzZnOHZyNitHREpraVBEODJyVnJNaTA1SjA2Y0tLbzhmZlBtRFdKaVlqQmx5cFJLRDlRc0xDd1FGaGFHc1dQSDR2YnQyM0IxZGNXS0ZTdlF0MjlmdWRXSTZ1cnFTaXN0dDIvZmpnVUxGcUJqeDQ2aXYvYzZPam9JQ3d1RG5aMGRCZzhlakhYcjFzbU0wMGhFOURGVnpvaXJSRVJFUkVSRVJQOEFMeTh2MUtoUkF5TkhqaFNtUFhueUJOOSsreTFxMTY2TkpVdVdpSlozYzNORHMyYk5NSFhxVkp3OGVWS1lYbFJVaERObnpzREZ4UVdkTzNkR1JFUUVuSjJkY2U3Y09Zd2JOdzdIangvSGdnVUxjT1BHRFl3WU1RSldWbGJ3OWZYRm5UdDNoRzAwYU5BQVI0OGVSVUJBQURRME5MQjA2VktrcEtRSUQrbDRWMGxKU2FMcFFFbUx4T1BIajJQKy9QbVZkbTRLQ3dzUkZ4Y25CSW9BaExhTUlTRWhXTEJnQVE0ZlBveVRKMC9DMU5RVUsxZXVSR3hzck14MnpwOC9EdzhQRC9UcDB3Y1dGaFlZTVdJRXdzTENrSnViaTRVTEY2SkRodzVDK3pycGVHclNJTWpiMnhzdlhyeFFPTmJYaDVnM2J4N016YzJGUitueGl4UkpUazZXcVlKNTh1U0ozTWVKRXllVXpsKzNicDJ3alhQbnptSDM3dDB3TkRRRUFMUm8wUUt2WHIxQ1RFd01BS0JodzRhd3RMU0VuNStmY0k2NmRldUdodzhmWXVmT25YS1BWVm1ZVmxwUlVaSEt5MWFXckt3czNMOS92MUxEMzMvUzJiTm4wYlp0VzVucGI5Kyt4ZEdqUjlHOWUvZC8vSmdxNDNxV2p2Y1hHeHVMYnQyNjRkaXhZMmpjdURFdVg3NHMrc3dwL2RtalNGeGNIRUpDUWpCbHloU2NQMzhlbnA2ZW92RUVOVFUxb2FPakkvT1FWOWxYWEZ5TWlJZ0kyTm5aUVUxTkRWRlJVVEExTlFWUUVtaUhoWVhoNmRPbjZOT25EOExEdzJYYXU5NjRjUU1Bc0hQblRpeGZ2aHg3OXV5QnFha3BJaUlpc0c3ZE9wWGJ3VmJtK2Ftc3o1L2h3NGNqSVNGQnBlUFB5c29DSUQrMDFOYldSdFdxVllWSDZlQk8rdmxRdHRYdWl4Y3ZBRlRldUk5bGRlL2VIYnQzN3hhcUVOUFQwMkZsWllXM2I5K3F2STMwOUhSOC8vMzNtRE5uRHRxMWE0ZnQyN2ZMWEdOTm1qUkJkSFEwTkRVMTRlenNqRW1USnVIUFAvK3M3SmREUkNRWEs5U0lpSWlJaUlpb3d0TFQweEVmSHkrTW9mYWhiYzFVRVJrWmlkallXUGo1K1FuVlQvSHg4WEIyZG9aRUlrRkVSQVNxVmFzbVdrZEhSd2RidDI2RnZiMDl4bzRkaXpWcjF1REJnd2ZZdlhzM1hyNThDUU1EQTB5WU1FSG1HL3ZhMnRwd2MzT0RzN016d3NMQ0VCWVdoclZyMTJMdDJyWG8yTEVqOXV6WkF3ME5EVFJ1M1BpOVgwOWxqejMzK1BGalpHZG5DeFZxUVVGQjJMNTlPN1p1M1FwYlcxdjQrL3ZEMk5nWSsvYnRRMWhZR0NJakkrSHQ3UTBBMkxKbEMzUjFkWkdUa3dNQXVIcjFLcnAwNllMcDA2ZWpiZHUyYU5pd0lmYnUzWXRyMTY0aE5qWVdkKzdjZ1lhR0JtN2V2QWtBUXJEVXNHRkR1TGk0NFBIang2SmpzN0t5a252TS92NytLb2R2WlZzWjd0dTNENnRXclJLZXg4VEU0UGp4NDdDMXRVWGp4bzJSbXBxS3JWdTNvbXZYcmdDQWdvSUM0UWExUE5MWC91N2RPNlhIVWFWS0ZYaDRlTURTMGxJWUY4ak16QXdkTzNaRVRFd014bzRkQ3dDWU1HRUNwazJiaHJObno4TGEybG9JSjlldFd3Y25KeWVWV3d6R3hjWGh5cFVyTURBd1FIcDZPdTdmdnk5VDlWamF2SG56VkxyWlh4RnhjWEVvTGk3R1YxOTlWZTZ5Zm41K29ySDdGQ252cHI0MDRKZytmYnFvT2s5Uk5acWk3WjA5ZXhaSlNVbHl4ekRidW5Vcjh2THlZRzl2WCs3eGx2V2g0emQ5NlBVTUFCY3VYQUFBSER0MkRHNXVicGd3WVFKY1hGeGs5dlg4K1hOa1oyZWphdFdxZVByMEtRRHg1OCtEQncvZzdPeU1MbDI2WU5HaVJlamZ2ei9HangrUGMrZk9DYTA3WDc1OGljZVBINHZDbXNMQ1FoUVVGQ0EvUHgvTm1qV0RycTR1amg0OWlqVnIxdURXclZ1d3RyYUduNThmVEV4TVJNZGpiVzJOQXdjT1lNcVVLWmczYng0Q0F3TXhZY0lFT0RvNm9sYXRXbmp5NUFuTXpjMnhZOGNPVks5ZUhaTW5UOGJLbFN0aFptYUdLVk9tSURvNkdrT0hEa1h6NXMwUkhSMk5xMWV2b3JpNEdQbjUrY2pPemtiUG5qMmhxNnRiYWVlbnN0NnY4dXphdFF0Ly9mVVg5UFQwa0orZmo0aUlDT2pyNjBOZlgxL2hPZ2tKQ2REUjBSSGE5Qm9ZR0FoQldreE1qQkRHRlJjWEl6dzhIQ1ltSmpMdmgxUk9UZzcrL3Z0dnVmTmV2bndwZDl4RGFhWGRYMy85aFVPSERpRWlJZ0w1K2Ztd3M3TkRjbkl5bGk1ZGlwVXJWOExTMGhLV2xwWm8zTGd4YXRldURXTmpZK2pyNjZOS2xTcW9WcTBhYXRTb2dkRFFVQVFFQkNBdExRMmpSNCtHdDdlM3dzOUpTMHRMSEQ5K0hPN3U3amgwNkJCaVkyUFJvMGNQL1BMTEx3clBGUkZSWldDZ1JrUkVSRVJFUkJVV0h4K1BYcjE2QVFDNmR1MHFWT1o4VERWcTFJQ3RyUzJHRGgwcVROdTZkU3UwdGJXeFk4Y09mUEhGRjNMWGE5U29FYUtqbzdGdzRVTDA2ZE1IT2pvNnVIcjFLdWJObTRldnYvNWFhYkJsWUdBQU56YzNUSnMyRFNkT25FQk1UQXpjM054RVkyVjlMcG8yYllvelo4N0ExTlFVRnk5ZWhKZVhGK2JNbVFOYlcxc0FnSU9EQTc3NTVodFlXbHFpVjY5ZXNMYTJSbGhZR0g3OTlWZXNYYnNXQlFVRnFGR2pCbjcvL1hkTW5EaFJadnVEQmcyQ2taRVIyclJwZytuVHB5TTZPaHBhV2xxWVBIa3lhdFNvSVN3M1o4NGNvYVZoeDQ0ZEVSZ1lXS0hYOGZyMWEvejQ0NDh5MDh1Mk1peDdVN2gyN2RyWXMyY1A5dXpaSTB4cjE2NmRzSzNUcDA4TFlaY3k1WVhEWGw1ZWVQYnNHVFp2M2l5cUhPbmZ2ei9DdzhPUmw1Y0hIUjBkMk5uWllmUG16YUtBenQzZEhiLysraXZPbnordk5CUXI3ZlhyMTFpNmRLbnd2Rm16WmhnM2JwekM1VlVkUTYwaXJseTVBZ3NMQzRXL1k2V05HVE5HcGVCTlZkS0FSMVVuVHB3UVZhb2VQWG9VTmpZMmNzZW0yclZyRjc3NTVodVo4WjFVRVJNVG96Q1lrTXJJeU1DZ1FZUGt6dnZRNnhrQXFsV3JodmJ0MjJQTm1qVm8xcXlad3VPNGN1VUt2dnZ1TytGNWd3WU4wTE5uVHdBbDdYS0hEQm1DZXZYcUlUZzRHQm9hR3JDeXNzTFpzMmV4ZWZObTdOaXhBM3A2ZWxpOWVyVW9RQ3JOd01BQXg0OGZ4NUFoUTVDY25JeUdEUnNpTURBUWd3Y1BWbmhNTFZ1MnhNbVRKeEVZR0lpQWdBQjRlbnJpOWV2WG1EOS9QbHhkWGVIbzZJaDY5ZXBod29RSmFOR2lCUVlQSGd4MWRYV2NQMzhlRVJFUk9IbnlKQ0lqSTVHUmtZR2NuQnhoREVNTEN3dWhCV0JsbkIrcHluaS95cE9jbkF4L2YzK2hxclZXclZydzl2WlcrdmRtNmRLbE9IbnlKSFIxZFRGeDRrVGhzOWpGeFVYNE1vaVVtWmtaVnF4WW9YQmJOMjdjd0RmZmZDTjNubytQajl5eFNBTUNBckJpeFFvOGUvWU1abVptR0RSb0VNYU9IU3UwV0gzKy9EbXVYTG1DTzNmdUlDRWhBWHYyN01HTEZ5OUU0Nit1V3JVS2d3Y1BSbFJVRlBUMTliRisvZnB5MnhFRGdLbXBLWGJ1M0lsang0N0IzOTlmNmVjaUVWRmxVWk5JUDZXSmlPaWpNVEl5UW5wNk9vQ1NRZHpMR3p5WWlJaUk2SE4zK3ZUcGZ6eFFBeURjTkpXU1ZoMFpHeHYvSS91dmlNVEVSRnk5ZWhWRGhnejVvQlo5Y1hGeHVINzlPaVpQbmx5aDlZNGNPU0l6dHN6MTY5ZWhyNit2Y0R5cHoxVlNVaEtNakl4a0toRExLaWdvUUU1T0R2THo4NFhLaDhvbWtVZ1FIeDh2MDBJd1B6OGYydHJhNWE3LzRNRURORy9lSEFDUW01dUxoSVFFTkdyVVNPSFlXRURKZFMrdE9sRlcyZmJISDMrZ2J0MjZvb0R6UTVhVFdyOStQV3JWcWlWcXRmcFBDQTBOaFkyTmpkd3htQlI1OHVRSnpwNDlpekZqeGtCTlRRMDVPVGxJVGs2V2U4MWZ2WG9WOWV2WEY5b1JTcVdscFNFME5CUWVIaDR5NnlRbUptTEhqaDJZTm0yYTBzb2hvT1Q5RFFvS2dxT2pveWlNL0tldjU4TENRcVNucDBNaWtVQk5UUTNHeHNaQ0dGeFVWQVEvUHo5TW5EaXgzTmNqdlE0bEVvbW9uYUNHaGdhMHRMU3diZHMyR0JrWlllREFnVExqQkNxVGxaV0ZjK2ZPcm1VL3FBQUFJQUJKUkVGVXlXMHBtcENRQUQwOXZZL1dwaEJRZm42QXordnpSM284eHNiR3FGcTE2Z2R2S3lNakF4Y3ZYb1MxdGJYU3p5QkYzcjU5aTZpb0tIVHExQWt0VzdhczBOKzZ2THc4Wkdkbm8zcjE2bEJYVjhlTEZ5OWdhR2lvMHVmb3AzTG56aDFrWjJkRFgxOGZiZHEwRWFxemllamZUYTBDSDE0TTFJaUkvZ0VNMUlpSWlPaS96YWNLMUlpSWlJZytGVzF0N2MveVN6eEU5UDRxRXFqSmptcEpSRVJFUkVSRVJFUkVSRVJFUkFJR2FrUkVSRVJFUkVSRVJFUkVSRVJLcU43UW1JaUlpSWlJaUlpSWlJam9meERIVUNNaUJtcEVSRVJFUkVSRVJFUkVSRW9zV3JRSUZ5OWVCQUNjT25VS05qWTJuL2FBaU9nZng1YVBSRVJFUkVSRVJFUkVSRVJFUkVxd1FvMklpSWlJaUlncXpORFFFTmJXMWlnc0xNU1hYMzc1cVErSGlJaUlpSWpvbzJLZ1JrUkVSRVJFUkJYV3BrMGJuRDU5R21scGFjalB6Ly9VaDBORVJFUkVSUFJSc2VVakVSRVJFUkVSRVJFUkVSRVJrUklNMUlpSWlJaUlpSWlJaUlpSWlJaVVZS0JHUkVSRVJFUkVSRVJFUkVSRXBBUUROU0lpSWlJaUlxcXcrUGg0Mk5qWXdNSEJBWjZlbnAvNmNJaUlpSWlJaUQ0cXpVOTlBRVJFUkVSRVJQVHZrNTZlampObnpnQUFpb3VMUC9IUkVCRVJFWDFjbHBhV1VGZFhoNmFtSmd3TkRULzE0UkRSSjhCQWpZaUlpSWlJaUlpSWlJaElpYVZMbDBKYld4dkd4c2FmK2xDSTZCTmh5MGNpSWlJaUlpSWlJaUlpSWlJaUpSaW9FUkVSRVJFUkVSRVJFUkVSRVNuQlFJMklpSWlJaUlpSWlJaUlpSWhJQ1FacVJFUkVSRVJFUkVSRVJFUktlSHA2d3NIQkFUWTJOb2lQai8vVWgwTkVuNERtcHo0QUlpSWlJaUlpSWlJaUlxTFAyZTNidDNIeDRrVUFRSHA2K2ljK0dpTDZGRmloUmtSRVJFUkVSRVJFUkVSRVJLUUVLOVNJaUlpSWlJaW93dHEwYVlOVHAwNGhLeXNMZW5wNkFFcGFJZDIrZlZ2cGVzdVdMVVBMbGkyRjUzZnUzTUdpUll1VXJtTnBhWW1sUzVlS3BuRmYzQmYzeFgxeFg5d1g5OFY5L1pQN2tsYW5FZEgvTGdacVJFUkVSRVJFVkdHR2hvYXdzYkZCWm1ZbUNnc0xBUUIzNzk0dDkyWlRkblkydExXMVJjL0xXMGRkWFYyMER2ZkZmWEZmM0JmM3hYMXhYOXpYNTdJdkl2cmZ3VUNOaUlpSWlJaUkzcHVCZ1lId3M2Wm0rZi9FMU5mWGg3R3hzZWg1ZVRRMU5VWHJjRi9jRi9mRmZYRmYzQmYzeFgxOXFuMlptWm1KcXQrSTZIK0hta1Fpa1h6cWd5QWkrbTluWkdRa0RGaTdkdTFhdUx1N2YrSWpJaUlpSXFwODhmSHh3di96S05LbVRSc1lHaG9LejlQVDB4RWZINjkwSFVORFE3UnAwNGI3NHI2NEwrNkwrK0srdUMvdTY1UHVTME5EQTUwNmRZS09qbzdTYlJIUnY0ZWFtcHFheXNzeVVDTWkrdmdZcUJFUkVSRVJFUkVSRVJGOVhpb1NxS2wvekFNaElpSWlJaUlpSWlJaUlpSWkrcmRqb0VaRVJFUkVSRVJFUkVSRVJFU2tCQU0xSWlJaUlpSWlJaUlpSWlJaUlpVVlxQkVSRVJFUkVSRVJFUkVSRVJFcHdVQ05pSWlJaUlpSWlJaUlpSWlJU0FrR2FrUkVSRVJFUkVSRVJFUkVSRVJLTUZBaklpSWlJaUlpSWlJaUlpSWlVb0tCR2hFUkVSRVJFUkVSRVJFUkVaRVNETlNJaUlpSWlJaUlpSWlJaUlpSWxHQ2dSa1JFUkVSRVJFUkVSRVJFUktRRUF6VWlJaUlpSWlJaUlpSWlJaUlpSlJpb0VSRVJFUkVSRVJFUkVSRVJFU25CUUkySWlJaUlpSWlJaUlpSWlJaElDUVpxUkVSRVJFUkVSRVJFUkVSRVJFb3dVQ01pSWlJaUlpSWlJaUlpSWlKU2dvRWFFUkVSRVJFUkVSRVJFUkVSa1JJTTFJaUlpSWlJaUlpSWlJaUlpSWlVWUtCR1JFUkVSRVJFUkVSRVJFUkVwQVFETlNJaUlpSWlJaUlpSWlJaUlpSWxHS2dSRVJFUkVSRVJFUkVSRVJFUktjRkFqWWlJaUlpSWlJaUlpSWlJaUVnSkJtcEVSRVJFUkVSRVJFUkVSRVJFU2pCUUl5SWlJaUlpSWlJaUlpSWlJbEtDZ1JvUkVSRVJFUkVSRVJFUkVSR1JFZ3pVaUlpSWlJaUlpSWlJaUlpSWlKUmdvRVpFUkVSRVJFUkVSRVJFUkVTa0JBTTFJaUlpSWlJaUlpSWlJaUlpSWlVWXFCRVJFUkVSRVJFUkVSRVJFUkVwd1VDTmlJaUlpSWlJaUlpSWlJaUlTQWtHYWtSRVJFUkVSRVJFUkVSRVJFUktNRkFqSWlJaUlpSWlJaUlpSWlJaVVvS0JHaEVSRVJFUkVSRVJFUkVSRVpFU0ROU0lpSWlJaUlpSWlJaUlpSWlJbEdDZ1JrUkVSRVJFUkVSRVJFUkVSS1FFQXpVaUlpSWlJaUlpSWlJaUlpSWlKUmlvRVJFUkVSRVJFUkVSRVJFUkVTbkJRSTJJaUlpSWlJaUlpSWlJaUloSUNRWnFSRVJFUkVSRVJFUkVSRVJFUkVvd1VDTWlJaUlpSWlJaUlpSWlJaUpTZ29FYUVSRVJFUkVSRVJFUkVSRVJrUklNMUlpSWlJaUlpSWoraXhVVUZIeTBiUmNWRlgyMGJYOUt6NTgvLzlTSDhGSGs1dWJpOWV2WG4vb3dpSWlJaVA2VkdLZ1JFUkVSRVJFUmZVYlMwOVB4Nk5FamhmT25UNStPRXlkT3FMeTk5dTNiWS96NDhaVnhhQ0lyVjY2RXBhVWxjbk56UDJnNzU4K2Z4NkpGaXlxODN1WExsOUc5ZTNkY3VIQkJabDVtWmliYXQyK1A2T2pvQ204M09EZ1lEUnMyeFAzNzl5dThMZ0FzWExnUWMrYk1xZkI2T1RrNTJMaHhJeVFTeVh2dHQreTJKa3lZZ0lzWEw0cW1oNFNFd05UVVZEVHQwYU5IR0R4NE1KNCtmYXJ5OW84ZE80YmZmdnV0UXNlYW1KaUkrL2Z2VitoUk9yQ3R6UE9qU0VoSUNJWU9IWW9yVjY2b3ZFNVVWQlJtelpxRjR1SmltWG1QSGoyQ2k0c0xVbE5USy9Nd2lZaUk2Qk5ob0VaRVJFUkVSRVQwR1FrSkNVSFRwazBWemc4SUNNQ05HemRVMmxaeGNURWVQbnlJT25YcVZOYmhDYnAwNllMNzkrL0QxOWRYcGVWVFUxUGxQbDY5ZW9YbHk1ZGovLzc5U3BjcGErdldyWWlMaTVON3JnNGRPb1RyMTYvRHpNeXN3cS9ybTIrK2dhNnVMcjc3N3JzS3Izdmt5QkY0ZTNzalB6OWZZVWlVblowdGQ5MnJWNjlpK3ZUcDhQSHhFYWFwcWFtcDlIQjNkeGR0cTZDZ0FObloyZWpldlRzOFBEd1VocDdSMGRIbzJMRWo0dVBqa1pTVXBOSnI5UFgxUmYvKy9URnk1RWdrSmlhcWVHYUFJVU9Hb0VXTEZoVjZ2SHYzN3FPY0gza09IRGdBRnhjWDdOdTNEN05telVKZVhsNjU2eng0OEFBVEprekE2OWV2OGVMRkMrRjZUVTlQQndDNHVia0pnVy9aYS9wakJvTkVSRVQwY1RCUUl5SWlJaUlpSXZvdmtKV1ZKVk5WOWVqUkkrVG01cUoxNjlZeXk0ZUZoU2tNSUxadjMxN3UvbnIzN2cxSFIwZThmUGxTcGVNek56ZVgreGc4ZURBQXdOSFJVZUV5WGJwMGtYbXRrWkdSY0haMmhvbUppY3krdG0vZmprYU5HcUZseTVaSVQwOFhQY3ByVTJsc2JBd3ZMeSswYjk5ZXBWQkZLaUVoQWFOR2pRSUFiTml3UVdGSXBLajZxV2ZQbm5CMWRZV25weWV1WGJzR0FIajgrREVlUG55SXRXdlg0dEdqUjNqOCtERWVQMzZNaElRRWVIbDV3Y0RBQUZaV1ZoZzNicHhvV3dZR0J0aTFheGNDQWdKdzdkbzFGQllXeXV5dnNMQVFYbDVlR0RObURHN2Z2bzN1M2J1WCt4cjM3OStQQlFzV1lOYXNXV2pXckJrR0Rod29OK3lVNTgyYk56aHg0Z1FrRW9ub1ViMTZkZHk0Y1VNMDdmSGp4MUJYVjRlK3Z2NUhPVDlsSFRwMENNT0hEMGUvZnYxdzhlSkYzTHAxQytQR2paTjczcVJldkhnQkJ3Y0h2SHYzRHVIaDRhTHIxZG5aR2I2K3ZqaDgrREJ1M2JvbDk1cG02MDBpSXFKL0g4MVBmUUJFUkVSRVJFUkU5R0Z5Y25KZ2IyK1ArUGg0UEhqd0FBOGZQa1I2ZWpxdVhyMEtBSGo1OGlVT0hqd29MRDlvMENEaDUzdjM3b20yMWFKRkMrSG5oZzBicXRRSzBOL2ZYK0U4YVNXTzlMOVhyMTdGOE9IRHNXREJBcmxWWUY1ZVhvaU1qTVNwVTZma1Z0YXBxYWtKUHdjRkJTRW9LRWkwcitUa1pCdzVjZ1JGUlVVd01qS1NXZi9peFl2bzBxV0xhRHVLckZ1M1R1NTBSMGRIN04yN1YzaWVtcG9LT3pzNzFLMWJGMCtmUGtXMWF0VkV5Nzk0OFFLZE8zZEczYnAxMGJselo0WDc4L2IyeHQ2OWV6RisvSGpjdkhrVERSczJ4TVdMRjdGNjlXcjQrZmxoL3Z6NU1EWTJocWVuSndvTEM3RjE2MVlNR1RKRXRBMTVyNnQwTUZWMm1WdTNic0hQejA5NG5wT1RneXBWcXNoc0l6bzZHcU5HamNMa3laT3hldlZxcEtTa29GdTNickN4c2NGdnYvMkd1blhyeW4xTjBwQTNMUzBObVptWk1xRnZWbFlXWHIxNkpacis1NTkvUWxkWEZ3OGVQRUQxNnRWaGJtNWVhZWVuck1EQVFMaTV1YUYzNzk2SWlZbUJycTR1OXUzYkJ6czdPemc0T0NBcUtrcm0vVXhJU0lDZG5SMjB0TFNRbkp5TWZmdjJJVDA5SFFzWExrUktTZ3J1M2J1SGNlUEdZZTNhdGVqZHV6ZW1UWnVHZ0lBQXVjRTJFUkVSL1hzd1VDTWlJaUlpSWlMNkYwdFBUNGU5dlQwdVg3Nk0zYnQzdzlUVUZIWjJkb2lMaXhPV21UNTl1bWlkMHUzbUxDd3NGRzc3eElrVEtDZ29BRkF5dGxoSVNBZ3VYNzZzY1BsQmd3YWhlZlBtV0wxNnRURHQ3ZHUzTW9FT0FFeVpNZ1ZUcGt4UnVLMnlBWTAwQ0FPQUJRc1dpSUtTbUpnWWVIdDdBd0RXckZrRFkyTmpuRHAxQ2hvYUdzSXlLU2twNk4yN043UzF0UUhJQm9tbHRXalJBdE9tVFpNNWIxS2xYMDlTVWhMNjlldUhsSlFVeE1URUlEazVXYlJzY1hFeHhvOGZqL3o4Zkt4YXRVb1VVTmFwVTBlMExRTURBMnphdEFrR0JnWlFVMVBEa3lkUFlHNXVqaE1uVG1EYnRtM3c4UEJBWm1ZbUJnd1lBSDkvZjJocWF1TEpreWNBU3NKUHFaVXJWK0xycjc5VytQcmtpWTJOeGV6WnMrWE9Dd3dNeFBmZmZ3OVhWMWVzWDc4ZVFFbkY0YWxUcDlDM2IxOTA2TkFCTzNmdVJLOWV2V1RXTFIzUUtqcW1mdjM2eVozZW9rVUxqQjQ5V3FpWXJLenpBd0FaR1JtWU9uVXFkdXpZZ1FrVEppQW9LQWhhV2xvQUFCc2JHNXc4ZVJLREJnMUNseTVkc0czYk5yUnYzMTVZZDlhc1dXalZxaFdDZzROaGFHaUlFU05Hd01YRkJXL2Z2a1ZnWUNCQ1FrSnc0Y0lGWVo4T0RnN3c5L2RIVUZBUTFOWFpMSXFJaU9qZmlvRWFFUkVSRVJFUjBXZm8wYU5Ib3VmcTZ1cG8xS2lSYU5yRGh3OHhlUEJnSkNZbTR1REJnK2pmdno4QTROeTVjeWdxS3NLZ1FZT2dwNmVIcUtnb0FNRDY5ZXZ4ODg4L3Ezd01qUnMzRm41MmRIVEVtalZySUpGSVJDR0pWRVpHQnA0OGVZTHAwNmVMUWpxSlJJS1VsQlNWOTZsSWpSbzFoSi9yMTYrUERoMDZDTStsTFFCVFVsS3dlZk5tekpzM0R5MWJ0aFN0cjZPakF3QkNvS1lzU0FTQW1qVnJscnZNK2ZQbk1XVElFS1NucHlNL1B4OTkrL1pWdW56WjFwVTdkKzZFazVPVGFGcnA2c0V2dnZoQzduYU9IRGtpTTNaYzZaRFUzTndjOWVyVlU3a2RwNG1KQ1dyWHJpMHpQVE16RTk5OTl4MmlvcUt3WXNVS0xGaXdRRFMvUVlNR3VIVHBFb1lQSDQ0K2ZmckExZFVWeTVZdGc3R3hzZWk0VWxOVFVidDJiZVRrNUFqdkF3RGN2bjBiblR0M0ZvMlZCZ0N0VzdmR3BFbVQ0T2JtSm5OTWxYRitvcUtpTUhQbVRHUmtaQ0FrSkFRVEowNlUyVWJuenAxeDZkSWxPRGs1b1V1WExuQjNkOGU4ZWZOUXMyWk54TVRFUUVORFE2WWE4TmRmZjFWNmJNSEJ3VExIUWtSRVJQOGUvRm9NRVJFUkVSRVIwV2VvYWRPbW9zZVhYMzRwbXYvcnI3K2lVNmRPeU16TXhKa3paNFF3RFFCMGRYV2hxNnVMdUxnNDJOallvRnExYXFoV3JScWVQWHVHSmsyYXZOZnhXRmxaQ1dHQ1BMR3hzU2dxS3NMQWdRTkYwOVhVMUdCbVpnWXpNek5VcVZLbHdnL3B1dExxSVdVMmJkcUVLbFdxWU1hTUdUTHpwSlYyMGtDdE1waWJtMlBNbURIdzhmRUJBSm54d1hidTNBbWdwSzFoNmVsWldWbWk3YXhidDA0MGhsMXA5KzdkRTlhVFZ0V1YzbGJaU3JzcFU2YWdlZlBtT0hEZ0FMNzQ0Z3VWSGdjT0hFQ1RKazB3WmNvVWFHcVdmUGQ2OSs3ZGFOV3FGWTRmUDQ0MWE5Ymc2NisveHYzNzkyVWVMMSsraEorZkgxeGRYYkZseXhZMGF0UUlucDZlb2hBMUpTVUZFb2tFVmFwVUViM09WcTFhSVRzN1cyWU12MXUzYm9rQzFNbzZQeGN1WEVEMzd0MHhZc1FJdEdqUkFqZHYzcFFicGtrMWJ0d1lGeTVjd055NWM3RisvWG8wYk5nUW16WnRFbFUrbmp4NUVsbFpXU285U2xlTkVoRVIwYjhQSzlTSWlJaUlpSWlJUGtQU0FFaXFkSkRnNysrUHAwK2ZvbWZQbnRpOWV6ZHExYW9sczM1OGZEemV2bjBMYTJ0cllkck5temZScWxXcjl6b2VUVTFOakJrekJzSEJ3WmczYjU0UXZFaUZob2FpVTZkT2FOYXNtY0p0eUJ2VHJEd1ZxZVpadkhneGhnMGJCbTl2Yi9UdDJ4ZDkrdlFSNWhVV0ZnS0FxRUxxUXpWcTFBaXJWcTFDU0VqSUIyMW4zTGh4c0xXMWxkdDI4ZSsvL3hiR05Qdjc3NzhCUUdoaldIcWFsSFJNT1dscnlmTE9uL1M2NnRDaGcxRDE1K0hoZ2RXclY4UE96ZzVCUVVHb1Y2OGVaczZjcVhRN2RuWjJ1SDM3TnViT25ZdGx5NVloT3pzYnExYXRBbEJTRGFpc3hhWThwVnQrVnRiNWVmWHFGVkpUVXhFVkZZWHo1OCtMS2pETDgvRGhReXhjdUJBOWV2UUF3Q296SWlLaS8wVU0xSWlJaUlpSWlJZytRMlVEcTlLU2s1T3hlUEZpTEZxMFNGUXRVOXJSbzBkaGJHeU1qaDA3QWlnSjZPTGk0akJxMUtqM1BxYVpNMmRpNDhhTjJMeDVNNlpPblNwTXYzVHBFbzRmUDQ0ZE8zYVV1NDE3OSs2VjIwb1JBTzdmdnkrM3RTUUFQSC8rSFBmdjN4YzlCMHJDSVFzTEMxeTdkZzJCZ1lHNGZQa3ltamR2RHVEL0EwcHBvSmFSa2FHMEZlV3JWNjlFK3loTjBmR1hyWjZTa2plR1hHbEdSa1l3TWpKQ2ZIeTh6RHg1YlNRVnRUcXN5REVwTTMvK2ZGaFpXUW5qMUZVa1BJcUppY0VmZi93aHFxalUxZFZWNlQxWHBMTE9qNE9EQXdZTkdnUjFkWFZZVzF2RHhjVkZOSC9yMXEzdzlmV1ZHLzQxYWRKRWFKMEtBUG41K1FDQTNyMTdxL3c2dExTMEtoVGlFUkVSMGVlRmdSb1JFUkVSRVJIUnY4eWlSWXV3ZVBGaXBjdjg5dHR2Nk5TcEU5VFZTMFo3T0hic0dISnlja1JWV3hWVnIxNDl6Smd4QXdzWExvU2RuUjBhTkdpQS9QeDh1THE2b20zYnRoZ3hZa1M1MjFBVWtsWEVraVZMc0dUSkVybnpORFEwOE1zdnY2QkRodzV3Y0hEQWxTdFhVTDE2ZGVUbDVRSDQvMEJ0ejU0OUdEOSt2TUo5QkFRRUlDQWdRTzY4c2dHVFJDS0J1cm82N3R5NUk1b3VyYWlLaTR1RG5wNmVNRDA3T3h2dDI3Y3Y5M1VDNGdCU0dqS1czcit5NEJFQUhqOStMUHdjR1JtSkgzLzhVVFJOWHZoVXMyWk5JVXg3SC8vNXozOWtwbFUwMkR0dzRJQm92RFJGS25wK3BMOFB0V3JWa3Fuc05ERXhBVkQrK0hwQXlmaHlRRWtsYUlNR0RjcGR2clRpNG1MaE9JaUlpT2pmZzRFYUVSRVJFUkVSMGI5TTFhcFZ5MTJtVjY5ZVdMcDBLV2JQbmcxZlgxOXMzYm9WbHBhV1Nsc3lxbUxKa2lYWXYzOC9CZzhlak5PblQyUG16Sm00ZS9jdUxsMjZwRkpJY1B2MmJhRnFUSmtIRHg3QTB0SlM3cnpBd0VCUmRWRlFVQkJjWFYyRjU4Ykd4dmpsbDE5Z1pXV0Y4ZVBISXlZbVJxZ29rZ1pxenM3T2NIWjJscnQ5TlRVMUxGNjhXR0ZvVjFaZVhoNjB0YlZsZ2hocFJWV3paczFRclZvMVlmcmJ0MjlWMmk1UThaYVBVbDI3ZGtWRVJBUWFObXdvVEpPT1MxWjZXa1JFQkxwMjdTcGFOejA5L2IzYWM1YjI1czBiR0JvYWlxYkZ4c2FLQXJ5Y25CejgrZWVmTWdGY1JVTFg5ejAvSHlvNU9SbEF5ZXRzMDZaTmhkWlZ0VXFUaUlpSVBpOE0xSWlJaUlpSWlJaitTOXk3ZDA4SUk1WXNXUUpMUzB1TUhUc1dseTlmeHNXTEY3Rmh3NFlQM29ldXJpNmlvNk5oWldXRlpzMmE0Y1dMRndnTkRVWGJ0bTFWV2w5UlNGYlpPbmJzaUZXclZxRnExYXFRU0NUSXpjMEZBQ0Y4cVV5dlhyMkNucDZlVEl2SVo4K2VBUUQrL1BOUG1RbzFWYjFQeThmUzFXQmp4b3hST3IrMEd6ZHVvRTJiTmpBd01KRGI5bkRldkhrNGV2UW85dXpaSXdybDVERXdNSkI3M0tXRHBNdVhMK1BiYjcrVkdTK3dJdDYzSmFheWlqbDU4eG8zYm94SGp4NEp6Mi9jdUFFOVBUMlltcG9DK1ArcVJUVTFOVkZnSnU4NUVSRVIvVHN4VUNNaUlpSWlJaUw2RjdoNzk2NW9YQ3A1dW5UcGdzbVRKMlBWcWxVQWdLRkRoOExVMUJUVzF0YVFTQ1RDZUdvZlNsTlRFdzBhTk1ETm16ZGhhR2lJT25YcXFMenVsU3RYMExScFUrRjVVVkVSYXRhc2lldlhyNHVDa0ljUEg2SlRwMDRmZEp3elpzd1FmczdPem9hT2pzNUhhYldYa0pDQXRMUTBoWlZWcXJaM2xFZGVTOFA4L0h4SUpCSm9hV25oMUtsVGNsc2ordnI2d3Q3ZVhqVHRsMTkrd1pJbFMyVENzdnYzNytQcnI3OFducXVycTh0VVVFVkZSZUhBZ1FQWXZuMDdiRzF0QVpSVVo3bTd1MlA1OHVXb1Y2OWVoVjliVWxLU1ROdkZpbnJmOHlNdk1GUTJocHEydHJib2VXeHNMRHAyN0NnRVpLV3JEck96czVVK0p5SWlvbjhuTm13bUlpSWlJaUlpK293ZE9YSUUzYnQzeCtqUm81VXVsNXViaTh6TVRGR2J2WUtDQXF4ZnZ4NWFXbHBvM0xneGV2WHFoUjA3ZG9qV0t5d3NGRDJVU1U1T2hwdWJHMXExYW9Ybno1OWo0OGFOTURjM3g0QUJBOUMvZjM4Y1AzNWNabnd4b0tTQzY5V3JWL0R6ODBQTm1qWGw3clBzdEpvMWE4TFB6MDlZdDdpNFdOVlRKbGRXVnBhb1Nxd3lYYnAwQ1pNblQ0WkVJaEU5ZHU3Y0tleTc5UFNzckN5NTJ6bDY5Q2dBNE4yN2QwcjNkL2JzV1NFYzdOT25qOXhydzl6Y0hCWVdGcUtIdEpxcTdQVHlxczJ1WHIySzhlUEhZOG1TSlJnMWFwUXd2YUNnQU5ldVhVUFhybDF4OSs1ZHBkdVFKelEwRkJvYUdqaHc0SUF3eHAweWxYbCt5cDREQ3dzTDBSaHFaUitOR2pVUzFrMU5UY1dCQXdkRTQ4enA2K3REWDE4ZlFFbUFxdXk1cXY3em4vL0l0T01rSWlLaVQ0ZUJHaEVSRVJFUkVkRm5SQnBJN2Q2OUd4MDZkSUN0clMzVTFkV3hlUEZpWVJsNTRkTGp4NDhCUUtqV2VmWHFGYjc2Nml2czM3OGZPM2Jzd1BYcjE0VndZZVhLbGNKNldscGFva2RaUlVWRk9IcjBLSnljbk5Db1VTTnMzcndacnE2dXVIZnZIbHhkWFhIanhnMnNYTGtTVjY1Y1FiOSsvZEMwYVZONGVub0s0NGNCZ0ltSkNVeE1UUEQ5OTkralVhTkd3bk1URXhPWW1aa0JBRHAxNmlTYTNxaFJJM3ovL2ZmQzg4VEVSR0Y3cnE2dVVGTlRFeDZseDA5VEpERXhVV1pNcjhwdzQ4WU5QSHIwQ0wxNzkxWjVIZW43VjdyOTMvcjE2N0ZyMXk2MGFkTUdNMmJNZ0VRaXdiMTc5MFJCVHAwNmRiQjc5MjcwN05rVE4yL2V4TFZyMTVDUWtJRGc0T0FLSDNkR1JnYXVYYnVHdTNmdllzK2VQUUFnZDl5MCtQaDREQnc0RUdQSGpvV25weWVBa212MDNidDNrRWdrMkxScEUzSnljdEN6WjA5Y3YzNWQ0ZjRPSHo0c1ZMSGR2MzhmOXZiMk9INzhPRHAwNklDUkkwZWlWcTFhK1BiYmI3RnYzejdzMjdjUG5UdDNGcTMvVDU4ZlpaWXRXd1lkSFIxUk8wMXBXQXFVVkw4cGU2Nkt6TXhNM0w1OVd4VGFFUkVSMGFmRmxvOUVSRVJFUkVSRW41RlRwMDRCQUp5Y25EQnMyREJzM3J3WjdkcTFFK2JYckZrVFI0NGN3Y0NCQTZHcFdmTFArc0xDUXF4ZXZScnE2dXF3c3JMQzNyMTdNWFhxVk9UbTV1TGd3WVBvMzc4L0FHRHYzcjFZdVhJbGhnd1pna3VYTGdFb2FhMVlXdWwyakhQbnprVjRlRGllUDMrTzZ0V3I0L3Z2djhmTW1UTlJ0MjVkWVJrZEhSMHNXTEFBcnE2dUNBd014TWFORzdGczJUSXNXN1lNM2JwMXc1a3paNVNPa1ZWVVZJUXFWYXJnL3YzN2FOeTRzY0xscEs4VktCa2Zic1NJRWNKemFTdERxY2pJU0J3NmRBaURCdzlHOCtiTjhmZmZmOFBmM3gvVzF0WUFWQnZIeXN2TEMxNWVYZ3JuUzFzTmVucDZ3dERRRUE0T0RrcTNkL2Z1WGR5NmRRdmEydHI0L2ZmZkFRRFZxMWNIQUp3OGVSS3paODlHU0VnSXJLMnRZV1ZsaFQ1OSttRGF0R2tvTEN4RWxTcFZvS21wQ1MwdExmVG8wUVBwNmVrd05qWkdmbjQrOHZQemNldldMZVRuNTZONTgrYW9WcTFhdWE4TktHblhLRzBCV3FWS0ZiaTV1YUZCZ3dhaVpjTEN3dURpNG9LOHZEeWNPblVLOWVyVlEyWm1KdDYrZlNzVDZrcXJ3WTRkTzRZT0hUb0kwd3NMQzVHVWxJVGk0bUw0K3ZyaXlKRWp1SHo1TWl3dExYSHk1RWwwNzk0ZDc5NjlRMHhNRENJaUlqQmt5QkFZR0JoZ3lKQWhHRGx5SlByMjdWdXA1NmRtelpybFZzTXB1ejRLQ2dxd1o4OGV6Smt6QjBaR1JuaisvSG01NXpvN094dXZYNzlHY25LeWNMN0xjL0hpUlJRWEY0dGFjUklSRWRHbnhVQ05pSWlJaUlpSTZEUFNxVk1ucEtlbkl5UWtSTzZZYWQ3ZTNwZ3padzVhdFdvbG1tNXFhZ3AvZjMvVXJsMGJLU2twYU4yNk5UWnYzb3o2OWVzTHk2aXJxK1BISDM4VW52djUrYUZKa3lhaTdSdytmQmovK2M5L0FKUzBxanQvL2p5V0wxK09rU05Ib21yVnFncVAyOURRRUFzV0xNRGN1WE1SR3h1THlNaElMRnk0RUJvYUdrcGZyNXFhR2pRME5LQ3BxU2tLelpReE5UVVZqZkVsYldVb1ZhOWVQZXpjdVZOb3VRZ0FuVHQzaG8rUER3RDU0MmRWVktOR2pmRDQ4V09jT0hFQ1hsNWVjdHRKcXF1clEwTkRBMnBxYW5qdzRBR2NuSnlFZVQxNjlFQ3ZYcjBBQVBuNStSZ3hZZ1NjblowQkFOZXZYNGUzdHpmbXo1K1AxTlJVNU9ibWx0dU9VMTlmSHlrcEtRQ2dVaVZVdzRZTlVWUlVCSWxFb3ZBOTZ0S2xDMXEwYUlHT0hUdkMxTlFVeHNiR01EWTJSbzBhTldCc2JBeERRME1ZR1JuQjBOQVFMMSsrUkxkdTNiQnc0VUtoTlNNQStQajRDTmRjZ3dZTjBLOWZQeXhmdmh4OSt2UVJncXVxVmF0aXpKZ3hHRE5tREJJVEV4RWFHb3F0VzdmaTZ0V3J1SG56WnFXZW41czNiMzVRKzFCTlRVM3MzYnRYK0IwcGE4Q0FBYUpRYzhDQUFZaUxpeFBHMGV2Y3ViUG9kMUtSOCtmUHc5TFNVdWIzazRpSWlENGROVWxGNnMySmlPaTlHQmtaSVQwOUhRQ3dkdTFhdUx1N2YrSWpJaUlpSXFMUFdXRmhvY3JoMHYrYUowK2VvRWFOR3VXT1IxVlFVSUIzNzk0aFB6OGZ1cnE2RlI2L1NsVlhybHhCaHc0ZG9LNnVmRlNOb3FJaVpHVmxvYmk0R0JvYUdrSjFtbFJPVGc1MGRYVVZyaStSU0pDWGw0ZUNnZ0lVRnhjTDdTN1YxZFdGVUZKSFIwZnBNV1JtWnVMRml4Y2ZMYVJKU0VpQXVibTVLRnpNenM3Rzc3Ly9qdGF0V3d2dFBWVlJYRnlNbEpRVTFLbFRCOEEvYzM3ZXg5dTNiM0g4K0hFTUhqeFk0VEo1ZVhtNGQrOGVkSFYxMGFSSmszSkRaZ0JZc1dJRnpNM05NV0hDaE1vOFhDSWlJaXBEVFpYV0JkSmxHYWdSRVgxOEROU0lpSWlJUGk5NWVYazRlUEFnRGg4K2pLU2twSEpid0wydmRldldvVTJiTmg5bDIwUkVSRVJFOUdFcUVxang2MjVFUkVSRVJFVDBmK3pkZDFRVVY4TUc4R2NwZ2lJZEZSVUxOa0F3MGRoQW93SDFGYnNpWW9zTlMwUmY3RDAyRkh1dkFSS3hSSGtGQmNSWWlCVVZGSHVKWFJGUm8xZ1FVUVNGM1dXL1B6ZzdIOHNXRmtHeFBMOXo5cHlkbVR0ejc4d3NpUFBzdmZlYnNtL2ZQdmo2K2lJcEtlbWoxeVgvVWhVUkVSRVJFWDNaR0tnUkVSRVJFUkhSTnlNZ0lBRC8vZTkvdFpwamlvaUlpSWlJU0k2QkdoRVJFUkVSRVgwVDl1M2JweENtMWF0WEQzMzY5SUdUazlOSG0xK0x3ejBTRVJFUkVYMGRHS2dSRVJFUkVSSFJWeThyS3d1K3ZyNUNtRFo2OUdnc1c3WU0rdnI2SmR3eUlpSWlJaUw2RXVpVWRBT0lpSWlJaUlpSVByYTllL2NLYzZiVnExZVBZUm9SRVJFUkVSVUtBelVpSWlJaUlpTDY2a1ZIUnd2disvVHB3ekNOaUlpSWlJZ0toWUVhRVJFUkVSRVJmZlVlUFhva3ZIZHljaXJCbGhBUkVSRVIwWmVJZ1JvUkVSRVJFUkY5OWJLeXNvVDN4c2JHSmRnU0lpSWlJaUw2RWpGUUl5SWlJaUlpSWlKU0l6czd1MGo3aThYaVltcWJRWGVXQUFBZ0FFbEVRVlFKRVJFUkVaVWtCbXBFUkVSRVJFUkVuNkZqeDQ3aHh4OS9MRERRT1hMa0NINzg4Y2RpcVRNa0pBVDI5dlphbHc4S0NzTFFvVU1MVmNlWk0yZnc0NDgvNHRTcFUwcmIzcng1ZzRZTkd5SWlJa0x0L2p0MzdrUktTa3FoNnZ4UVVxa1VOV3JVd1BMbHl6OW8vK1RrWk5TcVZRdFJVVkZhNzVPZG5ZMWJ0MjVwL1VwUFQxZDdyR25UcG1INjlPa2YxSFpOMXF4WmcxcTFhaFVxYkN6cWZTY2lJaUlxYVF6VWlJaUlpSWlJaUQ1REtTa3BPSG55SkhKeWNqU1dlL0hpQlU2ZVBGa3NkYjU2OVFxM2I5L1d1cnlCZ1FHQ2c0T3hiZHMycmZmWnRHa1RMbHk0Z05xMWF5dHQyN2R2SHk1ZXZBaHJhMnVWKzZhbXBzTEh4d2NkT25SQVJrWUdBR0REaGcwUWlVUmF2VFp2M2l3Y3k5blpXV2w3VWxLU1FuMjdkdTNDa3lkUDBLbFRKNjNQTDYrS0ZTdkMzdDRlVTZkT2hWUXExV3FmeE1SRU9EZzRhUDNhdDIrZnl1TmN1SEFCeTVZdGc0Mk5EUUJvZFgyMGxaS1NnbnYzN2hWcW42TGNkeUlpSXFMUGdWNUpONENJaUlpSWlJaUkvbC8ra0tKMDZkS0YybS80OE9FSURBeFVHM1lZR0JqZy9mdjNoV3BUYUdpb3l2V0dob2FvVktrUzl1M2JCejA5MVk4WWV2ZnVMYnhQVDA5SFNFZ0lCZzBhaEhMbHlpbVYzYlp0RzJyVXFBRkhSMGVrcGFVcGJETTJOb2FGaFFYQ3c4UGg3dTRPVDA5UDdObXpCMTVlWGxyMTBITndjRkJhRnhJU2dwNDlld0lBOVBYMUlaRklWRjQzVmIzMnRtL2ZMcHlibnA1ZWdZR1p1dXNURUJBQUh4OGZwZlV5bVV6ajhRRGx6NHJjNjlldjBhdFhMN2k3dXlzY2UvLysvYkMxdFZVcWYvLytmWFRvMEtIQSt2SzNUZHRBcmFqM1hWZFhWK3UyRVJFUkVYMHNETlNJaUlpSWlJaUlQaU0zYjk0RUFCdzhlQkJqeG96QmxTdFhVS3BVS2JYbDkrL2Zqd2tUSmdqN21adWJBOGdOZlBMYnNXTUhqaDgvWHVnMjllblRSK1AyME5CUXRhR2JQSFRLRzc0RUJnWWlNREJRV0piSlpQajMzMzl4NE1BQlNLVlM0Unp5aW8rUGg3T3pNOXpjM0xCdzRVSk1talFKY1hGeGNITnpnNm1wYWFIUENRQjBkSFFVZ2k0OVBUM2hPcTVZc1FMYnQyL0hnUU1IWUdGaGdUNTkrcUJPblRxWU0yY09BS0J5NWNvS3gvTDM5MGVQSGoyRVpZbEVvaFNpeVdReVpHVmx3ZERRVUZpbnJsZldyVnUzUHVpY3NyS3k0T0hoQVYxZFhZU0VoQ2hjZDF0YjIwSU42YW1PUkNJQkFLMkNydUs2NzBSRVJFUWxqWUVhRVJFUkVSRVIwV2RFSG5oY3UzWU5BRkNuVGgyRkFDYS95NWN2Syt3bjE2bFRKN3g0OFVLaFI5S0JBd2RnYjIrUDhQQndlSGw1cVQybVBBUkpUazRXQXArRkN4ZGk2dFNwSDNCRy8yL2F0R25vM3IyN3NCd1pHWW1GQ3hjQ3lBMndMQ3dzRUJNVG94RFVKQ2NubzFXclZncWg0dmp4NDFHM2JsMjR1YmxwRlR6WjJkbHAzVVo3ZTNzY09IQUFtelp0UW1CZ0lKbzFhd1lnZDk0d056YzNlSGg0S1BTNms3TzJ0aGJ1d2ExYnQxQ3ZYajJsWG1hM2J0MUNnd1lOdE9wOXBxcEhYVUV5TXpQUm8wY1AzTDU5RzNGeGNUQXhNVkVJOXU3ZnY2OXlQMVhybno1OXFyYWVOMi9lUUVkSEI4K2VQVk5iUmxkWFYraU5WbHozbllpSWlLZ2tNVkFqSWlJaUlpSWkrb3pkdVhOSFk2anc1TWtUbGV1blRadUdJMGVPNE1LRkM4S3drZi84OHcrY25aM2g3dTR1OU1US0t5UWtCUFBtelJPMnFScWVMNjhyVjY1ZysvYnRXTFJva2NMNkV5ZE93TW5KQ1JZV0ZncnJxMWF0aWthTkdnbkw1OCtmQjVBYm52eisrKytZTW1VS0hCMGRGZll4TURBQUFJVnJJQktKMEw1OWV3RGFCVS9wNmVrcTEvZnAwMGVwOTkzKy9mdmg1ZVdGTVdQR1lNaVFJY0w2RmkxYXdOL2ZILzM2OWNPZE8zY3dlZkpraGFBekxpNE93NFlOVXppV3VpRVI4NjZQalkxVk9XVGxod3o1Nk8vdmo2dFhyK0x3NGNPd3RiVkZZR0FnMXE5ZmozUG56Z0ZBb1laMXJGaXhZcEhLVks1Y0dmLysreStBNHJ2dlJFUkVSQ1dKZ1JvUkVSRVJFUkhSWit6Nzc3Ly9vUDM4L1B5d1k4Y09USm8wQ2V2V3JVTjZlanF1WHIyS0NSTW13TmpZR0ZXcVZFRjJkcmJDTUhzVktsUUFvSHJPTUFEWXNtVUxqaDQ5aWkxYnRnRElEZnNXTDE2TUlVT0dvSGJ0MmdBQXNWaU1EaDA2d01QREExdTNidFdxclVGQlFUQTBOTVNZTVdPVXRvbkZZZ0M1d1VyZXVjcTJidDJLZnYzNmFSVThxUk1TRW9LbVRadWlWcTFhZVBmdUhSWXZYZ3gvZjMvMDZkTUh5NWN2eC9MbHk1WDJXYkprQ2FaTW1ZS2JOMjhxREt2WnNHRkRvUWVmZkU2eS9LR2xxdlhWcWxWVDJUWnQ1eWZMYThTSUVmRHg4VUcxYXRWdzc5NDlUSjQ4R2VQSGp4ZUN2NXMzYjZxOHQ3ZHUzVklLSmc4ZE9xUzJIbjkvZjhUR3h1S3Z2LzVTMjN0U1U2OUtPVzN2T3hFUkVkSG5nSUVhRVJFUkVSRVIwV2ZzM2J0M0dzT0owTkJRbFhPY1dWcGE0cmZmZm9PWGx4ZTZkT21DdDIvZklpY25CMjNidGdVQXRHN2RHbFdxVk1IT25UdTFia3Q2ZWpxMmJkdUdKVXVXb0VLRkNtamV2RGtBNE9qUm8wS2dkdnIwYVdSa1pCU3FOOVRzMmJQaDVlV0ZoUXNYb2syYk5tamR1cld3VFQ1Zmw0R0JBYTVmdnc2WlRLWVUvc2pMcUpKL0hqTzUwNmRQQXdDU2twS0VjcnE2dXBnMWF4YW1UcDBLZjM5L2xmdFZyMTRkRFJvMEVNSkh1ZEtsU3l1RlZmbnZtendjMG1ZZU0xVTlDUFBMZngycVZxMEtBTWpJeUlDSGh3ZWNuWjB4YTlhc0FvK2pTcHMyYmRSdW16SmxDbVF5R1l5TmpmSFRUejk5MFBFQjdlODdFUkVSMGVlQWdSb1JFV2xGUG9HNldDeEdUazVPa2I0SlRLcUpSQ0xvNk9oQVgxOGZCZ1lHSC9TdFpDSWlJdnI2Zk9pUWp3RGc2ZWtKVDA5UERCNDhHSFhyMWtXTEZpMWdaV1VGQVBEMTlVWC8vdjJ4YTljdWVIaDRxRDFHVGs0T2dOdzVzVHAyN0loUm8wWmh6NTQ5R0RwMEtDcFZxb1RxMWFzak5qWVd3NGNQQndBY1BIZ1F1cnE2YU5ldW5kS3huajE3cGpEbm1Yd09McEZJQkh0N2U1dy9meDRCQVFFNGMrYU1NTytadktlU2dZR0IydDVjK3ZyNmF0dXY3dTlXR3hzYklWUURjZ08xR1RObTROYXRXMGhNVEZSN3ZGdTNic0hHeGdhMWF0VlNXSy9xYjdlODg5Y1ZSRDVubVpHUkVXSmpZMkZtWmxiZ1ByR3hzYkMydHNiVHAwK2hvNk9EOHVYTEl5c3JDeDRlSHJoNjlTb21UNTRNSFIwZG9meUh6TXVXWDJwcUtxNWN1UUk5UFQzczJyVkxxMEN0cVBlZGlJaUk2SFBBUUkySWlBb2trVWlRbVprcFBFeWhqME1tazBFcWxVSXFsU0k3T3h0bHlwUlIrNDFxSWlJaStuWjg2SkNQY3V2V3JVUGR1blZ4Nk5BaGhTRVkrL1hyaDk5Kyt3MWp4b3lCdTdzN3lwUXBvM0wvOSsvZkE4anRnV1ZyYXdzSEJ3Y2hVQU9BSmsyYUlENCtYaWdmSFIyTkZpMWFLQXdsS2VmbjV3Yy9QeitWOWVqcTZpSXNMQXlOR2pWQ2x5NWRjUGJzV1ppYW1pSXJLd3RBd2NIS2dRTUhVS05HRFdFNU1URVI3dTd1YXNzL2Z2eFlvV2ZiMjdkdm9hK3ZyM1hvOU9qUkk5alkyQ0FuSndkU3FWUmw2SmsvekZNMXRLS2NObk9XYVdKcGFZbWtwQ1I0ZVhuaDRzV0xLc3ZzMzc4ZjFhdFhSOHVXTGRHelowK01HalVLQUpDV2xxYjE4Snc3ZCs1RVRrNE9ac3lZZ2Q5Kyt3M3o1OCtIa1pHUnhuMCs1bjBuSWlJaStsUjBDaTVDUkVUZk1vbEVJZ3dQUko5T1RrNE8zcjU5cTNINElpSWlJdm8ydkh2M0RqS1pUTzByN3p4ZXFsU29VRUVZNWpIL0VJUkxseTdGbzBlUHNHN2RPclg3djN6NUVnQmdZV0VCQUdqWHJoMk9IRGtpQkI3MTZ0VkRZbUlpVWxKUzhQVHBVMXk4ZUJGZHUzWlZlYXlBZ0FDRnRnY0VCQ2hzdDdDd1FGaFlHQklURStIdDdRMEF5TTdPQmxCd3NGSzFhbFhVcWxWTGVNbUhQOVNXc2JFeDl1elpBNWxNaHBNblQwSkhSd2VQSHo5V2U5MXRiR3dBQUs5ZnZ3YVEyN1BzMXExYlFrK3NxMWV2Q3N0NTE5KzhlVk9odDViY3ExZXZoTmU1YytkdzU4NGRoWFVBc0dMRkNvVjFlVitKaVludzlmWEZxVk9uRUIwZHJmSWM1WUhvd0lFRHNXdlhMbFN0V2hYMjl2YXd0YlhGL2Z2M1ZjNFpsMWQyZGphV0xsMks5dTNiWS96NDhSQ0x4Vml5WkVtQjEvWmozbmNpSWlLaVQ0VmZleWNpSXJWa01oa3lNek5MdWhuZnRNek1UQmdiRzNQNFJ5SWlvbTlFZW5vNkhqOStET0QvaDNMVWRzakh2Q0ZOM2ptNnJseTVncDA3ZDhMS3lncSt2cjV3YzNPRHBhVWxBS0I1OCthSWpJeEV4NDRkMVI1ZlB2eGg5ZXJWQVFCdWJtNVl1WElsNHVMaTBMcDFhOVNyVnc4QWNQSGlSU1FsSlVFbWsya2NRcklnalJzM3hySmx5MkJrWkFTWlRDYjBrTk0wajF4eHlOdWJMQzR1RHZYcjEwZDJkcll3eDFwZTFhcFZFLzQra3c5ZldMNTgrVUlOcVNpUlNLQ3JxeXNzNXgzaWNlblNwWkJJSklpSWlGRFlKek16RTJscGFVckhNakl5UXJseTVkQ3ZYeitNSGowYVAvendnOGE2eDQ4Zmo4REFRUHo2NjY5bzJMQWh4bzBiQjJ0cmF6UnAwa1RqZm5QbXpFRmlZaUsyYmRzR016TXpqQjA3Rm9zV0xVS0hEaDNRdEdsVGJVNWJyWks2NzBSRVJFVGFZcUJHUkVScVpXVmxzV2RhQ2N2SnlVRldWaFlmSkJBUkVYMGpEaHc0QUM4dkw0VjEyZzc1bURmTWtZZERXVmxaR0RCZ0FPclVxWVBkdTNlalFZTUdHRGx5Sk1MQ3dvU3lCWVZmbHk1ZGdvNk9EaHdkSFFFQVAvMzBFM1IxZFhIbzBDRzBidDBhalJzM2hyKy9QK3pzN0xCaXhRbzBidHhZN1Z4bjJob3pab3p3UGpNekV3WUdCZ3B6Z2FseS8vNTlqY3VGOGZ6NWMxeThlRkh0SEdoaXNWZ1ltdnZPblRzQWdCbzFhZ2pYdlgvLy9qaDA2QkFPSHo0TUp5Y25ZYi9FeEVTMGJkc1dQWHIwVUFqVDhrcEpTY0ZmZi8yRmpSczNLbTJiTVdNR1pzeVlvYlRlMDlNVDRlSGhhTk9talZiblY2bFNKY3laTXdjVEowNkVpWWtKL1AzOU1YTGtTSTNEalcvZnZoMExGeTdFeUpFajRlenNEQUNZTm0wYXdzTEMwSzFiTnh3K2ZGajRqSHlvZ3U3N216ZHZrSm1aQ1d0cjZ5TFZRMFJFUlBRaE9PUWpFUkdwSlo4SW5Fb1c3d01SRWRHM28wZVBIa3BEQ3o1NzlnelRwMDlYR3ZveE1qSVN5NWN2eDh1WEw1WDJrUnM1Y2lSdTNMaUI0T0JnMUs1ZEcvNysvdGl4WXdmQ3c4TzFibE4wZERRYU5HZ0FVMU5UQUlDSmlRa0NBZ0l3Y09CQUFMbmh6SXdaTTJCa1pJU2pSNCtpZCsvZXhYcE4wdFBUMWM3djl2cjFhOXkrZlJzQTBLRkRCemc0T0FpdkRoMDZmSENkeTVZdFV6bk1ZM0J3TU16TXpCU0NwN05uejZKOCtmS29WS21Tc0M0NE9CaU5HemVHcTZzcmR1L2VEUUNJakl4RTQ4YU4wYUZEQnl4YXRFaHQzWXNXTGNMNzkrK3hZOGNPcFcxcjE2N0Z1M2Z2bEY0RkRmdVozNXMzYjlDNmRXdDA3dHdaV1ZsWnFGV3Jsc1l3N2ZmZmY4ZUFBUVBRdkhsenJGaXhRbGh2YUdpSXFLZ292SC8vSGkxYnRzUmZmLzFWcUhab2t2KytiOW15QmVYTGwwZkZpaFV4ZGVyVVlxdUhpSWlJU0ZzTTFJaUlTQzMyVHZzODhENFFFUkY5bTU0L2Y0NWZmLzBWdFdyVnd1clZxeEVYRjZldy9lKy8vOGJreVpOUnVYSmxEQmt5QkpjdlgxYllQbXZXTEd6Y3VCSHo1OCtIaTRzTEFHRDA2TkZvMHFRSjd0MjdwN0xPTjIvZUtQUUlTa2hJd09IRGg5R3paMCtGY3NPR0RWTWEzakEwTkJRNU9Ua2FBN1VSSTBaQUpCSUpyeEVqUmhSNEhSNCtmS2d3SEtKOGp0bGR1M2FoVHAwNjJMdDNMK3pzN0pDWW1LZ3lCTlBrNmRPbk9IbnlKQUNnYytmT0tGZXVuRENFcGlwUG5qeFI2aDIxZCs5ZS9QVFRUd3JyU3BVcWhhaW9LQXdkT2hRZUhoNXdjbkpDbno1OXNIRGhRcXhaczBidDhVK2ZQbzNWcTFkai9QanhPSHIwS01hTkc2Y3dwNjZlbmg0TURRMlZYdnI2K2hyUFUrNzI3ZHNZTjI0Y3FsU3BnZ1VMRmlBME5CUk5talJCMTY1ZHNYVHBVcVcvTzFOVFV6Rmd3QUFNSHo0Y3pzN08yTGR2bjlMd28vYjI5amg2OUNqMDlQVFF0V3RYOU9qUkF6ZHUzRkFvVXh6M2ZkeTRjZGkwYVJQT256K1BKVXVXQ0VOdEVoRVJFWDBxSFBLUmlJalVLdWdCQkgwYXZBOUVSRVRmbGxPblR1SDMzMzlIYUdnb2RIVjFNV0xFQ0V5Wk1nWGx5cFZUS0JjVUZJVHAwNmZqdDk5K3d4OS8vSUdOR3pmQ3pjME5VNlpNZ2E2dUx2ejkvVEZreUJCTW5qeFoyRWRYVnhkeGNYRkNBSFBtekJuczNyMGJKaVlteU1yS3d2cjE2NFg1MTJReUdYeDlmVkcyYkZrTUdUSUVqUm8xd29VTEZ3cHNmK1hLbFJXV3o1MDdoMGFOR2dFQS9QejgwS3RYTDJGYldGZ1kvUHo4aE9XUWtCRHMyN2NQM2JwMWc1MmRIUjQvZm94MTY5WXBCRmJIamgwRGtCdGtUWnMyRGI2K3ZwZ3dZWUpTTzVLVGs1R1JrWUd5WmNzS0FhS1JrUkVBd01mSEJ3RGc0dUlDQ3dzTGRPellFVTJiTm9XdnJ5K3NyS3dBNUlabkNRa0pNREV4UWFsU3BmRGl4UXY4K2VlZkN2T014Y1hGNGNxVkt3ckRNTXBrTWx5K2ZCbjc5dTNEM3IxN0lSS0prSjJkamV6c2JHelpzZ1Z2Mzc1RnExYXQ0T1RrcE5BcjdQcjE2K2phdFN0YXRteUpKVXVXb0hQbnp2RHc4TURodzRjeGRPaFFBTG56dFNVa0pBanp0MG1sVWtna0VvakZZbVJsWmFGdTNib29XN2FzMHJXNGN1VUtBS0JidDI2d3RMVEVyNy8raXBFalI2Sk1tVEk0Y09BQUJnMGFoTW1USnlNOFBCd0JBUUZ3Y0hEQXVuWHJzR1RKRXFTa3BHRFlzR0ZZdDI2ZDJybjhHalJvZ011WEw4UGIyeHNSRVJHSWpJeEU2OWF0c1d2WHJtSzc3NGFHaHJoMzd4NUVJaEYwZFhVMXppdElSRVJFOURFd1VDTWlJaUlpSWlMNlRGeTVjZ1UvL3ZnanJLeXNNR1hLRkl3YU5Vb0llRlNwV3JVcUZpMWFoQmt6Wm1EOSt2Vll2bnc1NXMrZmoyUEhqbUg1OHVVWU8zYXMwajU1ZXpQbDVPUmc0Y0tGd25MdDJyVVJFQkFnTEp1Wm1XSEJnZ1d3dExSRVJFUUUzcjE3VitoenFsNjl1dkMrUW9VS1FtQW5YODZyU3BVcTJMNTl1OElRaGsyYk5zWGl4WXVGWldOall6ZzdPeU00T0JoMTY5WlZXMjljWEp4Q3o3b2FOV29JYzR5NXVibWhmdjM2YU5teUpSd2NISVNBS3Era3BDU0ZRRWNrRXNIRnhRVUxGaXdRMXMyWU1RTzJ0cmI0NmFlZk1HWEtGRnk1Y2dWbnpweEJXbG9hYXRldWpkNjllMlB3NE1Hb1hyMDZUcHc0Z1kwYk4yTHUzTG1ZTUdFQ0RBd01VTE5tVGF4ZXZScFdWbFp3ZFhXRnJhMHRkdTdjQ1YxZFhiaTZ1dUxHalJ0WXVYSWxObXpZQUNNakk4eVpNMGNoaU1yTHpNd015Y25KS3JjOWZQZ1FCZ1lHbURoeElxWk1tUUpqWTJOaFcrblNwUkVXRm9aV3JWcGh6Wm8xc0xhMmhsUXF4Wll0VzJCaVlvTE5temVqWThlT2FxK3pYTVdLRmZIMzMzOWo3OTY5V0x4NE1VYU1HQ0dFZThWeDN6ZHMySUJmZnZrRkdSa1pXTDE2TmN6TnpRdHNFeEVSRVZGeEVzbjR0WGNpb28vTzNOd2NhV2xwQUlDVksxZXFmTER4T1pLM21VcGUzdUZ1aUlpSXFQQmNYVjF4L1BoeEFFQk1UQXhjWFYxTHRrRWF4TVRFb0huejVoL1VBeWN6TXhPcHFhbXdzYkhSZWgrWlRJYWNuQnlJUkNLRjRSNEJJQ3NyQ3dZR0JvVnVoeXBKU1Vtd3RMUlVDSE5VRVl2RnlNaklRSFoyTmtxWExsMWdlWFVrRWdsU1UxTWhrOGtnRW9sZ1pXV2xkSDdhSGtjcWxVSlBUdys2dXJvSzJ3NGZQb3ozNzkralU2ZE82TisvUDJReUdWeGNYTkNtVFJ2WTJkbXBQSjVVS3NXRkN4ZHcrdlJwM0x0M0QwdVhMb1d1cmk0V0xseUkwYU5IdzhURVJHTjdwRklwcEZLcGNOL2s4dmZhT25ic0dCd2NISVR3NnRHalI2aFNwWXJHWTh1dkZaQTdIS2E1dVhtUjcvK252dTlFUkVSRWhTRlM5YzBxZFdVWnFCRVJmWHdNMUtpb0dLZ1JFUkVWelpjVXFCRVJFUkVSMGFkUm1FQ3Q4Ri9OSWlJaUlpSWlJaUlpSWlJaUl2cUdNRkFqSWlJaUlpSWlJaUlpSWlJaTBvQ0JHaEVSRVJFUkVSRVJFUkVSRVpFR0ROU0lpSWlJaUlpSWlJaUlpSWlJTkdDZ1JrVDBDZVNkMjFJc0ZwZGdTNGlJaUlpSWlJaUlpSWlvc0Jpb0VSRjlBZ1lHQnNMN1Y2OWVsV0JMaUlpSWlJaUlpSWlJaUtpd0dLZ1JFWDBDZVFPMTVPVGtFbXdKRVJFUkVSRVJFUkVSRVJVV0F6VWlvay9BeE1SRWVIL3UzTGtTYkVuSmV2UG1UWW5WblpDUWdKTW5UeGJMa0p1eHNiSFlzbVZMTWJTS2lJaUlpSWlJaUlpSXZnUjZKZDBBSXFKdmdibTV1ZkQreG8wYmVQRGdBYXBWcTFhQ0xmcjBmSHg4Y08zYU5lemZ2MThoWUZ5OGVIR2hRcTRHRFJxZ1k4ZU9BSUM3ZCsrcUxGT3paazNvNkNoK1oyVDE2dFdJaUlqQTNidDNvYSt2L3dGbmtFc2lrV0RxMUttNGMrY09talp0Q250Nyt3OCtGdEdYVGlLUlFFK1BmMDUrYTNqZmMvRTZFQkVSRVJFUmZWdjRQMEFpb2s5QUpCSUo3MlV5R2Z6OS9iRmh3NFlTYk5HblY3Tm1UWVNGaGFGUG56NklqSXdVaHNGY3VYSWxzckt5dEQ1Ty8vNzloVUN0U1pNbUtzc2tKU1hCMU5SVVdFNUxTME5rWkNTOHZMeGdaR1JVWUIzLy92c3ZYcng0b1haNzc5NjlNV3ZXTEV5ZlBoMHpac3hRVzg3ZTNoNmxTNWN1c0Q3NlBOMi9meDh0V3JSQWpSbzFjT0xFaVFMTDc5eTVFMjV1YnJDeXNpcHkzV0t4R0wxNzk0YUxpd3NtVHB5b3RQM216WnNZTldvVVZxNWNpWHIxNmhXNXZnK1JrNU9ER2pWcXdOZlhGNU1uVHk3U3NlclhyNC9CZ3dkajlPalJIM3lNckt3c3BLZW5heXhqYkd5c01BU3YzTnUzYjNIcDBpVmN1SEFCMzMzM0hWcTFhbFdvdW1VeVdhRitqd0dBb2FGaG9jcm5sNTJkalVlUEh1SFpzMmRvMXF4WmtZNVZHRi9UZmM5TElwRmd4NDRkNk5HakIwcVZLbFZndlRLWkRKMDZkWUtkblIxV3JWcWw4Ty84aHpoejVnd21USmlBSlV1V0tOM1BOMi9ld00zTkRiLysraXM4UFQzVnRsK1Y0Z3I4WkRJWlJvOGVEWDE5ZmF4WXNhSllqa2xFUkVSRVJQU2xZYUJHUkZRQ05tL2VqQUVEQnFCbHk1WWwzWlJQWnRLa1NiaDE2eFlpSXlQaDQrT0RqUnMzUWlRUzRlblRwMW9mSTI5UFA3bXpaOCtpZHUzYUFJRG56NS9EenM0T0wxKytSUFhxMVpYSy92bm5uL2p6eno5Vkh2dlZxMWZDK3hVclZtRFRwazBGdHVmbzBhTTRldlNveHUwTkdqUW84RGowK1pGS3BmRDI5a1pLU2dvZVAzNk0wTkJROU83ZFcyMzUxTlJVK1BqNG9HYk5tb2lKaVlHUmtSRTJiTmlBWWNPR2FWWGZwazJiTUdqUUlHRjU5ZXJWaUlxS2dxK3ZyOUxQU1BueTVlSG41NGY3OSsvRHlzcEthYnVGaFlWV2dZQTJYcng0Z2I1OSsyTEpraVZLbitYVHAwL2owYU5IcUZ1M2JwSHJ1WExsQ3A0OGVWSmd1ZlQwZER4Ky9Gamx0dE9uVDhQYjIxdmovdkxydkhQblRodzVjZ1NKaVltNGQrOGVrcEtTa0pPVGcyclZxc0hYMTdmUWdkcnQyN2ZoNE9CUXFIMWtNcG5TdWtPSERpRXpNeE9abVpuSXlNakE2OWV2a1phV2hsZXZYdUhWcTFkNC92dzVuajE3aHVmUG4rUDU4K2ZDTVdKalkvSGpqejhXcW41TnZ0Yjdyc21GQ3hmUXIxOC9YTDkrSGZQbnp5K3dUU0tSQ0wxNzk4Ymd3WU9SbnA2T0RSczI0SjkvL3RINmQzNysrNzlwMHlaY3VIQkIrUGNzcjMzNzl1SGl4WXV3dHJaV2V6eDFQYTlsTWxtQllaK3BxU25TMHRJQUFMZHUzVkpiN3ZuejV3Z1BEMGZyMXExUnMyWk50ZTFRdDQySWlJaUlpT2hMeDBDTmlLZ0VTS1ZTZUhwNklqNCtIclZxMVNycDVud3lhOWFzd1QvLy9JTURCdzRnSVNGQjVZUEQ0bEMyYkZrRUJRVUJBQjQ4ZUlBRkN4YWdZOGVPNk5LbEMyN2V2SWxWcTFaaDBxUkpCVjc3Nk9obzRYMU9UZzV5Y25MVWZ0di8vZnYzME5QVFU5aGVwMDZkWWpnYktnbFRwa3pCOGVQSEVSb2FpcENRRVB6eXl5LzQvdnZ2MVlZbUZoWVdDQThQaDd1N096dzlQYkZueng1NGVYbHBGWExrUCtiRml4Y3hZOFlNNU9Ua3FBeDJnb09Ec1dQSERnQkFwVXFWbExiSHhNVEExZFZWaTdNc21LR2hJVjYvZm8yMmJkdmkrUEhqQ2lISzVzMmJZV2xwQ1hkM2Q2MlBKeEtKTUh2MmJQajUrV2xWM3MvUEQzUG16QkhDaHdNSERzREx5MHRsV1hrSXJxNTNhYmx5NVJTV3hXSXhtamR2am1yVnFtSERoZzE0OWVvVnpNek1BT1QyY3JXMXRWWGJyb0NBQVBqNCtDaXRWeFdTNVhmcjFpMjFuNk8yYmRzcUxKY3VYUnBtWm1Zd056ZUh1Yms1TEMwdDBhUkpFNVFyVnc3bHlwV0R0YlUxcksydGkvM2ZrYS81dnF2VHRHbFREQm8wQ0V1WExrWGZ2bjNoNk9oWTRENkRCZzNDNjlldkVSQVFnSmN2WDhMQndRRTNiOTdVdU0rZVBYdVVldmFscDZjakpDUUVnd1lOVXRuZWJkdTJvVWFOR25CMGRCU0NMemxqWTJQbzZ1b0N5TzI1S2grR09QL25iUC8rL1dvLzAvTDlBZVhmUjZwMDZ0Uko3YlpxMWFvaEtTbXB3R01RRVJFUkVSRjlpUmlvRVJGOVlvMGJOOGE1YytlUWtwSUNGeGNYUkVSRWZETTkxWXlNakxCeDQwYThldlhxbzRWcEFHQmdZSUNlUFh0Q0lwR2djK2ZPTURjM3grclZxMkZwYVFtWlRJYlkyRmhFUjBmajc3Ly8xamdFcExPenMvQis1c3laV0xkdW5VSlB0cnpNemMzaDQrT0RoUXNYRnZ2NTBLZTFiTmt5TEYrK0hMNit2dWpWcXhmYXRHbURoZzBib2wyN2RqaHg0b1RhK1EvZDNOeXdjT0ZDVEpvMENYRnhjWEJ6YzFNWWVsUWJ0MjdkUXNlT0hlSHA2WW0xYTllaWZ2MzY4UGYzeDhDQkF3SGtCajNPenM3bzE2OGYxcTFiaHg5KytBSHIxNjlIdTNidGluemVxaGdiRzJQLy92MXdjWEZCMjdadGNlclVLVlN0V2hXdlg3OUdhR2dvMHRQVE5mYUc4L1QwUkhoNGVMRzFwMGVQSGtMSUloS0pzSFhyVnZUcjF3OUFidEFEUUJoeWM5V3FWV2pidHEzS25sUmVYbDVDUUJNYUdvb05HellJWVZwZWYvenhoMUlvcWlsd1VIV00vSEp5Y2pSdW56OS9Qdjc3My8raWJObXlDa0hIcC9TMTNuY2dkd2hnZFQyakJ3d1lnT3pzYkx4NzkwNWxUNjI4YzJZNk96dGo1c3laR0RObURJWU5HNFl5WmNvb2xWSGwvUG56Q3N0NWU0OEZCZ1lpTURCUVdKYkpaUGozMzM5eDRNQUJTS1ZTbGIyMDQrUGpGZjZ0VXNmVzFsYXJPVDlsTWhrZVBYb0ViMjl2SEQ1OEdOMjdkMGUxYXRYUXRXdFh0R2pSUXZoTXhzWEZZZTNhdFdqWHJoM2F0MitQM3IxNzQrREJnOFhXTzVhSWlJaUlpT2h6eEVDTmlPZ1RtelZyRnFaT25ZcnIxNjhqSlNVRnJWcTF3c0NCQXpGcjFpeTFEK3EvSm5ubmUxTDFjRkFWWDE5ZitQdjdxOXoyNE1FRDRmM0xseThWdG8wYk53Nm5UNTlHY0hBd0xDMHRBZVErdlB6dHQ5L2c1dWFHbmoxN0lpUWtSTzFEOEJNblRnZ1BYbS9mdmcwQVFzOGdWZTdldmF1d3ZXZlBubHFjSFgxTzVEMWpQRHc4c0dyVktnQ0FwYVVsb3FPajBhSkZDelJ2M2h4NzkrNUYvZnIxVmU0L2Z2eDQxSzFiRjI1dWJocUhUcE96czdOVFdCNDJiQmpjM055d2VmTm02T3ZyNDQ4Ly9zRHMyYlBoNGVFQkV4TVRXRnBhWXRTb1VaZ3dZUUlNRFEyeFlNRUNyRm16Qm0zYnRvV09qazdSTDRBS1ZsWlcyTHQzTDVvMmJZckZpeGRqL2ZyMVdMZHVIYkt6czNINjlHbVltcHBDSXBGQVYxZFhDQWN5TWpMUXZIbnpqeHFjRjJUY3VISFl0R2xUa1lZbXRMR3gwU3FFa012ZmUwZ1ZUVDNVQU1ERXhLVFFRZXpIOExYZTk5RFFVSXdZTVVMak1VSkNRbFN1ejlzRDhjeVpNMEt2dURKbHltajhlYTlSbzRiR29HbmF0R25vM3IyN3NCd1pHU2w4T1dQRmloV3dzTEJBVEV5TVFzQ2FuSnlNVnExYWZaUUFLeU1qQTBlT0hBRUFCQVVGSVRRMEZHUEhqc1hqeDQvaDd1Nk84K2ZQNDkyN2Q1Z3padzRHREJpQWh3OGY0dmp4NHdXR3hVUkVSRVJFUkY4NkJtcEVSSjlZMmJKbEVSY1hoOTY5ZXd2Zk90KzRjU00yYmRvRVoyZG51THU3dzliV0ZoVXFWSUNCZ1JsVEJIZ0FBQ0FBU1VSQlZFR0p0bFZkYUZCWVI0NGN3ZnYzNzRYbGpoMDdBZ0FtVEppZzFmNHVMaTVxdDZrYUJrd2lrV0RVcUZIWXRtMGJ1blhyaG5yMTZ1SHUzYnZDZHBGSWhDbFRwc0RQenc4dFc3YkV2SG56MEtsVEo2VkFZczJhTmNKRFJibmh3NGVyYmN1UkkwY1V5aGRYb0hiMTZsVklwZEppT2RibnFuNzkrbHIxN3ZsWTNyNTlpMkhEaGlFME5CUTlldlRBLy83M1A2VmgwR0ppWXVEdTdvNW16WnBoeVpJbCtPOS8vNnMwTjVGSUpFTDc5dTJGZlFxU25wNnVzTHgzNzE3czM3OWY2U0Y1L29CbHhvd1pDc3U2dXJyWXZuMjd4bm5laXNMT3pnNUhqeDZGazVNVFhyMTZoUlVyVm1EQWdBRm8yclFwc3JPellXQmdnQTBiTm1ESWtDRUFjbnQyWldkblkralFvUitsUFVXbHA2ZW45RE9WOTE3ZXYzLy9nNDViMEZ4VjJoZzFhaFJHalJwVjZQMCt4djMvMnU0N0FQajQrS2djcmxNVmlVUUNIeDhmQkFjSEZ6aXZtcWFmOTd4RE1hcFN0V3BWTkdyVVNGaVc5MkpMVGs3Rzc3Ly9qaWxUcGlnTlFTbi8reUR2N3dwTmJkRDBtZFlVK0ZsWldhRisvZnI0NFljZmNPUEdEWnc0Y1FMUG56K0hvNk1qOVBUMElKRkkxQjVYVzJGaFlVaE9UaTd5Y2JSeC9QaHg0ZjNidDI4L1NaMUVSRVJFUlBUMVlLQkdSRlFDek16TXNIZnZYaXhZc0FDTEZ5OUdabVltWkRJWjR1UGpFUjhmWDlMTkU2Z2IzckN3Um8wYXBmQ3dUSDdjL0tGQVlUazVPU0VrSkFSVnExYUZ1Yms1enA0OUN5c3JLL1R0MnhjWExsekFyRm16TUhmdVhFUkZSYW5jLzQ4Ly9zQ2lSWXN3Y09CQUJBVUZLUVZnZVljc0s4a2hINmRObTRhVEowOFcrM0UvSjhVNTcxZGh4Y2JHWXZEZ3dVaElTTUNrU1pPd2FORWlJVnl0WHIwNmV2ZnVqVVdMRnFGZXZYbzRlL1lzUEQwOU1XclVLR3pldkJuejU4K0h1N3U3UWtBakg0NU9tL20wOGpNMU5VV25UcDNVenNQazRPQUFQejgvOU9yVlMybjl4L2JERHo4QUFCWXNXSUNNakF6aDUxY2VDc3FIdkpOS3BWaTZkQ2s2ZE9pQW1qVnJGbnM3RWhJU2hQZlBuajFEUWtLQzJxRVIxUVZjMTY5ZkYrNVA1ODZka1pDUVVPRGNWNXFZbXBwaTRNQ0JDc1AxcWZQczJUUE1uajFiN2ZhWk0yZWliOSsraFc1RDVjcVZDNzJQTnI2bSsxNFliOSsraFplWEZ3NGVQSWlnb0NEODhzc3ZCZTZqS2pnclNsdUNnb0pnYUdpSU1XUEdLRzBUaThVQUZBTzFhOWV1QWNqOXQxRytYYTVEaHc2RmFqY0FKQ1ltd3RYVkZZOGZQMGFiTm0wUUhoNk9UcDA2NGNXTEYxaS9majNHakJtRExWdTI0STgvL3ZpZzg1UHo4ZkhScW5kbmNjdjdtU0lpSWlJaUl0SUdBelVpb2hLaXA2ZUhXYk5tWWVqUW9aZzdkeTdDd3NKSzVJSFNwN0I3OTI1SUpCSXNYNzRjRVJFUkN0dWVQSG1DaHc4ZnF0MjNTWk1tYW9leWk0Mk5WVnBuYW1xS0JnMGFZTUdDQldqUW9BSEdqUnVuc1cyZE8zZkdybDI3VlBaMFV5VnZUemNxT1RFeE1kaTNiMStSanlNV2k3RjI3VnFZbTVzak1qSVNIaDRlQ3RzZlBIaUFsSlFVWWRuR3hnWnhjWEdZTjI4ZUZpMWFoSGJ0MmlFME5GUUlhUElIVzVwNmIranBxZjR6ek5qWUdHWExsbFc3bjRHQmdjYnRRUEZkbjJYTGxnbnZUNTQ4aVVxVkttSDY5T240NmFlZlVMVnFWUUFRZm42dlg3OE9BSGo5K2pYYXRXdW50cmZVbkRsek1HZk9IS1gxaXhjdnh1TEZpd3RzVTk3aEJDZE9uSWlKRXlmQzFOUlVHS0lUQUxLenN3R292OGJ5b1RiUG56OHZQRlN2VTZlTzhMc21LU21wd0hZQXltSEpsaTFidE5vdmI5bTFhOWZDMTlkWFdGK3BVcVZDRFRPWkYrKzc1dnV1clR0MzdxQjc5KzU0K1BBaElpTWowYlZyMXlJZDcwUE5uajBiWGw1ZVdMaHdJZHEwYVlQV3JWc0wyK1MvVytROTFjUmlNZlQwOUlTaEovTmZnL2o0ZU5TcVZVdXBqbkxseXFtdFgwZEhCd01HRElDN3V6dXFWS2tDNFAvdisrREJnOUdyVnk4OGVQQUEvLzc3YnhIT2tvaUlpSWlJNk12QlFJMklxSVJWcWxRSmdZR0JXTE5tRFdKaVloQVhGNGZIangvajhlUEh5TXJLS3VubUZRdjVnMUJWYzZidDJMRkQ1VU5XdVgvLy9SZEdSa1lxdDFsYld5TXVMazdoSWFHT2pnNFdMRmlBUzVjdTRkS2xTMXExcjBHREJnb1B4bk55Y3RUMkttalNwSWxXeHl4TzllclZLL0lENHM5ZFlZZDdQSFBtREpZdlgxN2tlbi8vL1hkMDY5WU42OWV2UjhXS0ZiWGFSMTlmSDNQbXpFSGZ2bjBSRkJRRUx5OHZ0YUd2dnI2KzJ1T282OEYyOSs1ZDFLbFRSKzErMDZaTnc3UnAwelMyc2JpdVQ5NWdaY3lZTVhqMjdCbVNrcExnNXVZbXJKZi9uRVZIUjJQZXZIbXdzTERBbWpWclZCNVBVOCs3WWNPR1lmejQ4UXJyZi8vOWQveisrKzhLNitROWIvVDE5YkZseXhiMDdkc1hJcEVJVzdkdUZjckl2NXlnN25lSDNPTEZpNkdycXd1cFZJb21UWm9nS0NnSURSczIxTGhQWHVucDZjakl5SUMxdFRWdTM3Nk5TcFVxQ2R1TWpZMXg0Y0lGamZjUytQOUFSQjZRYVByTUZJVDNYYnY3cmtsRVJBUzh2YjFoYlcyTjA2ZFBGMm9Pdmc4ZEt2VFpzMmNLYzdBOWUvWU1RRzVnYTI5dmovUG56eU1nSUFCbnpwd1J3bUQ1OVpCL2Z2VDE5VFYrNGNQTXpBeFdWbGFGYXBldHJTMEFGRGpjWlZGVnIxNWQ2eEM3cVBKK2NhbWdMeVlRRVJFUkVSSGw5M1UvblNNaStvS1VLbFVLN3U3dWNIZDNMK21tQ0Q1bGo3bWpSNDhxTEVkRVJHRDkrdlVhOThuS3lsSUlKUjQ4ZUFBZ2QraXpWcTFhYVYyM2s1T1RRbSszckt3c3RmUEphQnJ5OFdOWnVIQmhpYzR2OWptYU9uVXFwazZkV2l6SEdqWnMyQWZ0WjJkbmh4VXJWaFJZN3NDQkE2aFJvNGF3bkppWXFQSG4vT1RKa3loVHBnd2VQWHFrOURrME5qYkdxbFdyaERtcjVQcjE2d2NiR3h0aHVUaXZEd0FjUEhnUUZ5NWN3SklsUzVTRzJUdDgrRERzN2UxeDhlSkZYTHQyRFU1T1RtcVBvNm5ubFlXRmhkTDJGU3RXS0YzanZPR3lqbzZPeXJCWi9uQmVVNEJ3NWNvVlJFUkV3TlBURStIaDRmaisrKy9oN3U2T2t5ZFBhajEvWmQ0SDhoMDZkRkJxUzVreVpXQmxaYVgyeXhGNWYzL0o1NW1VRDZHWU4yQXBpUHk2OGI0bkFkQjgzOVZKVDAvSDJMRmpzWEhqUm5UdjNoM0J3Y0dGL3IycmFWaEZUZno4L09EbjU2ZHltNjZ1THNMQ3d0Q29VU04wNmRJRlo4K2VoYW1wcWZDWlV2ZFpsWDhwNUVPR2JyYTN0MWNLL0dVeUdUcDA2SUQwOUhRY09YS2tXT2Q0MWZiTEw4WEIxZFZWbUVkTlZZODlJaUlpSWlJaVRSaW9FUkhSWjZGQmd3WUt5NmRQbnk3ME1lVEROb2FHaHVMQ2hRdElURXlFbDVjWFpzK2VqUzVkdXFqZEwvK0R3YlMwTktHSFEyUmtKQURnKysrL1IxQlFrTENjWDNCd01BRGcwS0ZEK005Ly9sUG90dFBYcTJyVnFnb1BialVOQXdrQXAwNmRRdjM2OWZIOCtYT1YyOVBTMHBTR1dGdTBhQkdBM0lmbkh5UGNuVFZyRnFwVnE0YlJvMGNyckU5SlNjSHUzYnV4Wk1rU2JObXlCWXNYTDFib01aVFh6cDA3MGI5L2Y5eTRjVU1oWU5Ua3dZTUhzTE96dzlhdFc3VWVsaFhJSGNvUkFFSkNRbUJ2YjY4eVlCazFhaFFjSEJ6ZzRlR0I4UEJ3QkFZRzR1N2R1L0QwOU1TZVBYdTBya3N1S0NnSUZTcFVFSmJyMWFzSElIZUl2TXFWS3lNNk9scVlKL0Q0OGVNWU8zYXN3djZwcWFrQUFCTVRFd0NGbXhmdlErYnIwOGJYZU45VmlZbUpnYmUzTjFKVFV4RWNISXpCZ3dkclhXZGVIenFIV2tCQUFIeDhmSVRsd01CQWpCZ3hRbGkyc0xCQVdGZ1ltalZyQm05dmIwUkdSZ3JEVzZvTHRoNDllZ1FnZHhoa29IQ2ZwNExhYkdob3FIYmJ4L29zRWhFUkVSRVJmUTRZcUJFUjBWZmo3Tm16Q3ZQc3JGbXpCZ1lHQnZEMjloWWVLbXJqK2ZQbndvUFkvRDJCQ2xLN2RtMEdhbFFrejU4L3g2bFRwOVErQU5mVW0yWDkrdlVZT1hKa3NiWW5LaW9LWjg2Y3daWXRXNVFlM3MrYk53OTZlbnJvMTY4ZkxDd3M4UFBQUDhQSHh3Zk5temRYT281VUtrVldWaFp5Y25LMHJsc21reUVyS3d0U3FiVEFzdmIyOXZqdmYvOExBTmkxYXhmcTFxMkx3TUJBakJrekJsWldWdGk1Y3ljYU4yNE1JRGZBaUkyTnhWOS8vWVdNakF3QXVVUG03ZGl4QTVjdVhkSXFCTW5QenM1T29aZWdYUG55NWRHMWExZXNYYnNXYmRxMEFaQTdwR0wrM3kzeXVhbnlobkw1ZzViODhnY3Z4ZWxydk8vNVBYdjJESk1tVGNMV3JWdlJxbFVySEQxNlZPdlE3MU5yM0xneGxpMWJCaU1qSThoa01xRkhvN3B3Sy85bmNmLysvY0lRam5tcCt6MlR0L3o3OSsvaDZ1cUs0Y09Idzl2YkcwRHV0Y3Y3V2IxLy8vNEg5OUFqSWlJaUlpTDZVcWllOElPSWlPZ3JjT2JNR1dSbFphRjY5ZW93TnpkWCtaSi95eit2eE1SRVZLMWFGUUR3NHNVTEpDWW1va2FOR3JDM3Q4ZU5HemZ3NHNVTGhkZVRKMC9RdTNkdjZPam9LTTBGUkhULy9uM2N1blZMZUJVMHoxSlVWQlJrTXBudyt2ZmZmL0hkZDk4SmN5Y0ZCQVFvYkpmSlpNSjhTdkxlVGNWRkxCWmo4dVRKY0hSMFJMOSsvUlMySFQxNkZHdlhyc1gwNmROaGFtcUszcjE3bzFHalJ1alhyeDlldm54WnJPMVE1OUtsUzVnd1lRSnExYXFGQ2hVcVlOMjZkWWlQajhlUkkwZnd5eSsvS0pUdDBhTUhybDY5aW4vKytRY3pac3hBMTY1ZDBibHpaNFV5MXRiV2FOKysvUWUxcFVxVktoQ0pSTUlycjlteloyUC8vdjNZdlhzM2R1M2FoWFBuemlrRmFoY3ZYZ1FBMUt4Wjg0UHFMMDVmNDMyL2R1MmFzTzdhdFd1WU9YTW03TzN0Y2ZEZ1FXemJ0ZzFIamh3cGNwam00T0NnOEJuNGtHQldrekZqeG1EbzBLRVFpVVRJek15RWdZR0IydmtiODdPMXRZVzl2YjNTYSszYXRiQzJ0dFpZZnQrK2ZUQTBOQlN1MmJWcjE5QzdkMitVTGwxYUtLTXFyQ01pSWlJaUl2cmFzSWNhRVJHVkdIa0lBSHljT2NoQ1EwTlZCbVlBTUgvK2ZCdytmRmhwanFxa3BDU2twYVdoYnQyNkFITG43VEUzTjhlT0hUdlFzV05IdEczYkZoczNiaFI2UE55NWN3Y2pSb3pBOWV2WHNXSERCbmg0ZUJUN2VkQ1g1L1hyMTNqNjlDbUFENTlYQ1FDaW82TXhkT2hRbUpxYTR0Q2hRMExRbTU5OGVNamlubXR2eVpJbHVIdjNMaUlpSWhRZTNGKzRjQUdlbnA1bzFxd1pKa3lZQUNCM21MZ3RXN2FnY2VQR2FOKytQUTRjT0ZEc1A5ZnYzNy9Ib1VPSGhLRlhWNnhZQVFzTEMzVHYzaDNHeHNaSVNVbEIvLzc5NGVEZ0FCOGZINlZoRlhmczJJRnIxNjVoK1BEaEdETm1USUgxaWNWaW9TZFFRUklTRWxDNWNtVmh1WFRwMHNqTXpFUkNRZ0xxMWF1SG1UTm5vbi8vL3REVDA4TzhlZk5nYkd5c3NQK2VQWHZ3M1hmZmZkVDVHTFgxdGQ3M2l4Y3ZJakF3RU9QR2pjT1BQLzZJdExRMGJOeTRFVC8vL0hPeHRGTmRMN0NQMGVzdFBUMWRtRzlQbFl5TUROeTRjUU4xNnRUUmVCeGZYMStOMnc4ZVBJZzVjK1pnNGNLRnd1KzFhdFdxUVNRU29WT25Ub2lQajFlWVM1QlVHenQyTEM1ZnZxeXh6S3BWcTFDL2ZuMWgrZkxseTBxZjVmenExNitQVmF0V3NTN1d4YnErd3JxSWlJam84OFJBallpSVBqbXBWSXBGaXhZcFBIeGVzR0NCeXJMNUF5OU5IajU4aUlzWEw4TEF3QURkdW5WRHRXclZOTFpCMWZ3Nng0NGRBd0EwYWRKRVlYM05talZ4OE9CQjlPblRCKzNidDhmZ3dZTmhhR2lJb0tBZ1ZLcFVDZEhSMFVyendORzNSVDQzMnE1ZHV6Qmh3Z1JNbmp3WmRuWjJpSTZPTG5UdmphdFhyOExmM3g4N2QrNUUzNzU5RVJBUW9OVDdiUGZ1M2REWDE0ZSt2ajZpb3FJQVFHR3V0dUx3Nk5FamZQLzk5d3BCY1hoNE9MeTl2V0ZqWTROZHUzWkJWMWRYMk9iZzRJQnQyN2FoUjQ4ZWNIWjJSa1JFQkp5Y25JcXRQVWVPSEVHWExsMWdiR3lNL3YzN28wK2ZQbWpUcGczMDlmVngvLzU5ZE83Y0dhbXBxVGh4NG9US3VhV2VQMzhPR3hzYnRiOXY4dE0wOXlLUUcvVElleHp1M3IwYmI5KytSVkpTa3JDdVljT0dhTmFzR1dKalkyRnVibzcwOUhRQXdKTW5UNUNabVNrRUl0ZXZYOGVSSTBmZzcrK3ZjUHgzNzk0aExTMU5iZjN2M3IzVDZqd0s2MnUrN3pObnpzVFdyVnZSdDI5ZnpKczNENy84OGd1MmJ0MktnUU1Ib25uejVxaFNwWXJhZWNta1VpbXlzN05SdW5ScHBXMFRKa3hBbzBhTlVLNWNPWTNub21vWXl4RWpSaFI2Nk02SER4OEtBZnJCZ3djQjVBN0ZLUjg2MU5qWUdCVXFWQkMyZmFpTkd6ZENMQlpqNHNTSm1EaHhJblIxZFdGc2JBeGpZMk04ZXZRSXc0Y1BSMGhJU0pIcStKcWxwYVhoOHVYTFdMMTZkWUZsVTFKU0ZMNEVsSktTZ3VQSGoydmNSeWFUS1gxeDZOS2xTemh4NGdUcllsMnM2d3V0U3lRU1FWOWZYMk41SWlJaUtqa00xSWlJNkpPUjkwanIyTEVqenB3NWc1VXJWOExjM0J5MWE5Y3U5TU5FZVhpeGZmdDJKQ2NuQThnZDJnc0ErdmJ0aTI3ZHVtbmNQekV4VWVVd1YyRmhZVEF3TU1CUFAvMmt0SzFxMWFwWXRHZ1IrdmZ2anovKytBTkE3a1BMRlN0V01Fd2pJWXpkdTNjdnBrMmJCbDlmWDZFWFQxN0p5Y25JeU1oQTJiSmxjZS9lUFFDQWtaRVJKQklKdG03ZGlwQ1FFQnc5ZWhRTkd6YkV3WU1IMWM3Sk4yL2VQSncvZng1QTd2eGY0OGFOZzcyOWZiR2VVMkJnSU5MUzBpQVNpZkRreVJOTW5EZ1IyN2R2aDR1TEMzYnYzcTB5bE83V3JSdTJiOStPL3YzN28ySERob2lLaWxJWVJqSHZQSWQ1TFY2OEdJc1hMOWJZbmc0ZE91Q3Z2LzdDZi83ekgySHVxSnljSEd6WXNBRVRKMDVFbVRKbGNPalFJU0hNTVRVMXhlN2R1d0hraGxqeDhmRVlOV3FVMXVlL2VmTm1wZDhGZWNOUmIyOXZoSWFHb256NThvaUtpa0t0V3JWUXExWXR0R3ZYRHNlT0hjUFpzMmVSbEpTRUgzNzRBUWtKQ1ZpM2JoMU1UVTB4YXRRby9QSEhIL0QyOXNiSWtTTXhmdng0R0JvYVl1alFvUXAxalI4L3ZrU0drZjFhNy92MzMzK1AxYXRYbzIvZnZnQ0FHVE5td01QREF5dFdyTUNrU1pQdzRzVUxBTG05QzNWMGRDQVNpU0NUeVNDVlNpRVdpeUdWU3VIcjY0dTFhOWNxdFhIWnNtVXEyNTZRa0FBakl5TVlHQmdnSXlNRDRlSGhTdUc0bjU4ZmV2WHFKU3lIaFlVcHpKTVlFaEtDZmZ2Mm9WdTNickN6czhQang0K3hidDA2NGJPNWRPbFNORzNhRktWTGwwYXZYcjB3ZCs1Y09EazVLZlJZVlRkWG10emR1M2RWQnZLclZxM0N0R25UWUdGaEFYTnpjNFhlYUltSmliaDc5eTVTVTFOeCtmSmxsVUhqdCs3eTVjdHdjM1BUcXV5Yk4yK1FtcHFxc0Z3UXNWaXNzSTk4SGV0aVhhenJ5NjJyVktsU3NMQ3dLSEFmSWlJaUtoa00xSWlJNkpNUWk4VTRkZW9VZ054aEVqZHYzb3l1WGJzQ0FBWU9IS2hVL3NXTEZ5aFZxaFJLbHk0TmZYMTluRDU5R2dDRUIzYnlBR3ZseXBVd05UVkY1ODZkMGFKRkM3Um8wVUtZYXdvQTNyNTlpME9IRHNIVTFGVG9EUklURTRNYk4yNWcrUERoQ25YR3hzYmk5T25UNk5tenAvRFFNQzB0RFdmT25NR3hZOGNRSFIyTkJ3OGVvR3pac3ZEeDhjRzdkKzhRR2hxSzd0MjdvMkxGaW5CMWRVWGp4bzNoNU9TRWF0V3FvWHo1OHNWNUNla3paMnhzREdkblp3UUhCd3REaHFvU0Z4ZUhuajE3Q3NzMWF0UkFtelp0b0tlbmg0TUhENkppeFlxSWlZbFJHZXJtZGZMa1NVZ2tFdVRrNU1EUTBCQjZlaC9uenpyNVEzbUpSSUtZbUJoTW5Ub1ZjK2ZPMWZqdGFTOHZMMVNwVWdWcjFxeEJtelp0QUFETm1qWEQ5dTNiQzFYM2l4Y3ZNSHIwYUdGWkpCSXB6WHMyYTlZc3pKOC9IeDA2ZEVCd2NMQkNVTDVnd1FKTW56NGRVNmRPUmFsU3BlRHM3S3hWb0dacWFvb3BVNmJBeGNVRjFhdFhWOWcyWmNvVTRmZlBtalZyRUJnWUNGTlRVNlZqOU9yVkMxZXZYc1hvMGFQUnAwOGY3Tm16QjFXcVZBRUF0R3ZYRGl0WHJzU2hRNGN3WWNJRVBIcjBDS05IajBhRkNoVVVqckY0OFdJTUdEQkFiVHYvL1BOUFRKa3lwY0R6K1JCZjQzM1BmMzBCd05IUkVjSEJ3UUJ5dys0WEwxNUFMQlpESXBGQUtwVkNLcFVpSnljSFVxa1VNcGtNMzMzM1hhSE9wWDM3OWtoSVNGQTRsL3c5RVN0VXFLQVFodWR2WjVVcVZiQjkrM2FGNjlpMGFWTWhpRHgwNkpER050eThlYlBBZHFycjBXMXRiYTN5eXlkQTd1K3VKazJhQ0hQbmFmcXNVcTZJaUFpMTIvTDM2blJ5Y3RKWUhvREszejMrL3Y1NC9mcTF4djFZRit0aVhaOW5YYk5temNLTkd6ZWdwNmVuTkhRa0VSRVJmUjVFTXBsTVZ0S05JQ0w2MnJtNnVncERmY1RFeE1EVjFiVmtHNlFsVFVPTkZWWnFhaXBjWEZ4Z2EydUxUWnMyb1dMRmlockxEeGt5Ukpndko2L3c4SEMwYnQwYXk1WXRnMFFpUVpzMmJkQ2dRUU9GNGNmeXlzcktRdVhLbFpXRzJiSzF0Y1crZmZzVTJ2SHp6ei9qd0lFRE9IbnlKT0xpNHJCdTNUbzhlUEFBTXBrTSt2cjZhTjY4T1R3OVBkR3RXemNoY0h2NThpV2lvcUx3MTE5LzRjeVpNOGpLeWdLUU8vZmF1WFBubEI3R2Y2amluaHVMU281RUlrRnFhaXBrTWhsRUloR3NyS3dVNXFuU1pOdTJiV2phdEtuYTNqNGZXOTVoQ2o4WFlyRVlKMDZjUU92V3JUOW8vM2Z2M3VIbHk1ZXdzYkVwMW5ZZFBud1l6Wm8xZzBna0tyRG56cGt6WitEbzZLalErMmZRb0VFWU9IQ2d4dDR0TVRFeDJMSmxDelp2M2x4Y3pWYnBhN3p2bjhyNTgrZVJrcElDcVZRS1BUMDkyTnZiSzRSWFNVbEpzTFMwVkpwVEx6K3hXSXlNakF4aHlNbUN5aGRGVkZRVTJyUnBvOVhjYURkdjNrUjZlanJLbGkwTEJ3Y0hpRVNpajlhdTR2Q3AveDQ3ZHV5WThEUHM0dUtpOHU4YUlpSzU3dDI3SXo0K0hzQ1g5WDlHSWlLaUw1Mm9FUCtSWWFCR1JQUUpNRkRMZGZQbVRkU3FWVXVyZVFGaVkyTng2dFFwb1ZlQW5wNGVtamR2amg5Ly9MSFE5WjQrZlJvWkdSbVF5V1RJeWNtQmlZa0pHalpzcU5TTzVPUmtSRVJFd05mWEYvZnUzY1BZc1dQeHd3OC93Tm5aR1MxYnRvU1JrWkhHZXQ2L2Y0OUxseTdoMnJWcjBOSFJ3WkFoUXdyZFZuVVlxQkVSRVJVTkF6VWkrcHd4VUNNaUlpb1poUW5VT09RakVSRjlNZ1hONFpLWGZQakc0dURzN0t4VnVZb1ZLOExYMXhjQVVMTm1UZXpaczZkUTlSZ2FHc0xGeFFVdUxpNkZiaU1SRVJGOVhlclhyNCtZbUJpa3A2ZC9kcjA4aVlpSWlJaW84QmlvRVJFUkVSRVJFUlV6TXpNenVMcTZJalUxRmRuWjJTWGRIQ0lpSWlJaUtpTHRKdXdnSWlJaUlpSWlJaUlpSWlJaStrWXhVQ01pSWlJaUlpSWlJaUlpSWlMU2dFTStFaEVSRVJFUkVSV3p0TFEwWEw1OFdaaER6ZEhSc2FTYlJFUkVSRVJFUmNCQWpZaUlpSWlJaUtpWVhiNThHVzV1YmdBQUZ4Y1hSRVpHbG5DTGlJaUlpSWlvS0Jpb0VSRVJFUkVSRVJFUmxTQi9mMzlrWm1iQzJOZ1k5ZXZYTCtubUVCRVJrUW9NMUlpSWlJaUlpSWlJaUVxUW82TWpTcFVxQlFzTGk1SnVDaEVSRWFtaFU5SU5JQ0lpSWlJaUlpSWlJaUlpSXZxY01WQWpJaUsxUkNKUlNUZUJ3UHRBUkVSRVJFUkVSRVJVMGpqa0l4RVJxYVdqb3dPcFZGclN6ZmptNmVqdyt5OUVSRVJFUkYrejY5ZXZLOHloWm1abVZ0Sk5JaUlpb253WXFCRVJrVnI2K3ZvTTFENEQrdnI2SmQwRUlpSWlJaUw2aUdiT25JbjQrSGdBUUV4TURGeGRYVXUyUVVSRVJLU0VYM2tuSWlLMURBd00yRHVxaE9ubzZNREF3S0NrbTBGRVJFUkVSRVJFUlBSTll3ODFJaUpTU3lRU29VeVpNbmo3OW0xSk4rV2JWYVpNR2M2aFJrUkU5QVV5TXpQRFR6LzlCSWxFZ3JwMTY1WjBjNGlJaUlpSXFJZ1lxQkVSa1VaNmVub29XN1lzTWpNemtaT1RVOUxOK1dibzZPaWdUSmt5ME5QalA5VkVSRVJmb3ZyMTYrUFlzV05JVFUxRmRuWjJTVGVIaUlpSWlJaUtpRS9waUlpb1FIcDZlakEyTmtaV1ZoYkVZakZ5Y25JZ2s4bEt1bGxmSFpGSUJCMGRIZWpyNjhQQXdJQTkwNGlJaUlpSWlJaUlpRDRURE5TSWlFZ3JJcEVJaG9hR01EUTBMT21tRUJFUkVSRVJFUkVSRVgxU09pWGRBQ0lpSWlJaUlpSWlJaUlpSXFMUEdRTTFJaUlpSWlJaW9tSjIrZkpsdUxxNm9rdVhMcGcxYTFaSk40ZUlpSWlJaUlxSVF6NFNFUkVSRVJIUk55VW5KK2VqMTVHV2xvYmp4NDkvc3ZxSTZNdm01T1FFSFIwZDZPbnB3Y3pNcktTYlEwUkVSQ3F3aHhvUkVSRVJFUkY5OWF5c3JJVDNTVWxKSmRlUWIxUkdSZ2IrL3Z0dnRkdFRVMU94YTljdTRiMVVLdjFVVGFPUGlQZGRlM1BuenNWZmYvMkZZOGVPb1g3OStpWGRIQ0lpSWxLQmdSb1JFUkVSRVJGOTliNzc3anZoL2VuVHAwdXdKUitYUkNKUitTb3VNcGtNMDZkUHgrelpzd3UxWDNKeU1yeTl2ZFZ1VDBwS3d0aXhZd0VBdlhyMXdvb1ZLN1ErOW9ZTkcrRGk0Z0t4V0Z4ZzJUdDM3aWdGcXRuWjJWaTllalZldm55cFZENDZPaHJ4OGZGYXR3WEl2VWJxN29ORUlvRk1KaFBLaXNWaWhJYUdhdXpGdUhYclZuVHYzdjJEZWpvK2ZQZ1FEUm8wUUxkdTNiUXF2MmZQSHFTbXBoYTZIblUrNW4wSGNqL3ZiOSsrUlVwS0NoNDllb1JidDI3aC9QbnpPSGJzR0o0OWV3WUFlUGZ1SFJJU0VvcjBJaUlpSWdJNDVDTVJFUkVSRVJGOUEvcjA2UU0vUHovSVpESnMyclFKdnI2K0NpSGIxNkpLbFNvcTF5Y25KNk5peFlvYTl6VXhNY0h0MjdjQlFHT0lrSktTZ3IxNzk2SkZpeGFvWHIyNnlqSjZlbnBxdDZtaXE2c3JCRWJqeG8zREw3LzhBamMzTnpScTFLakFmVk5UVTdYdWRUaDkrblRjdjM4ZnUzYnRFcTVWYW1vcXRtL2ZqajE3OWlBeU1oSW1KaVlBY3M5ejNMaHhzTEd4UVhSME5QVDE5WVhqcUxvKzFhcFZnNzYrUHY3M3YvOWg0c1NKYXRzUUZoYUdsaTFiQWdBdVhyeUlDUk1tNE1hTkc1ZzdkNjdLOG82T2pwZzhlVEpDUTBQUnQyOWZyYzRUQUtSU0tjYU9IWXZVMUZROGZmb1VVVkZSR29PMXRMUTBUSjQ4R2RXclYwZEVSQVRLbENtRGtKQVFqZWVTMTZwVnE5Q3JWeSt0MndjVWZOOWZ2MzROZDNkM1NDUVNTS1ZTaU1WaWlNVmlaR2RuSXpzN1d5bGtGSWxFS0YyNk5JeU1qREJuemh4NGVIamcwcVZMOFBUMExGUzc4a3RPVGk3Uy9rUkVSUFIxWUtCR1JFUkVSRVJFWDczYXRXdGowS0JCMkxScEV5UVNDZjd6bi85Z3pabzE2TkdqQjNSMWRVdTZlY1VxTmpZV3RXclZBcEFiL0xSbzBVTFlGaElTZ3FwVnE2cmNUMGZuL3dleHlidVBPdjM3OTFlN3pjYkdCdWZPblJPQ3A0Y1BId3J0QVFBREF3T0Y4RTlQVDA4SVRUcDA2SUNoUTRlcTdER21pcnpIbDBna0tyQnNZR0FnT25ic2lGNjllbUgzN3Qwb1Y2NGNySzJ0c1dQSERuVHAwZ1ZEaHc1RldGZ1lSQ0lSWnM2Y0NWMWRYV3pjdUZFaFRBTlVYNSs4MXgwQVRwMDZwYkQ5NmRPbjZONjl1OEs2cGsyYll1VElrVmkzYmgwY0hSM1JxMWN2cGJET3hNUUVYYnQyUlU1T2p0STJUY0hsdkhuekVCOGZqOERBUUVSR1JtTFNwRWx3ZEhSRTdkcTFWWlkzTXpQRGhnMGIwS2RQSHd3Wk1nUi8vdmtuT25mdWpLWk5tNm9zbjFmKzYxRmM5OTNVMUJTelo4K0dTQ1NDdnI0K1NwVXFCUU1EQTVRcVZRcFBuejZGdDdjM3pwMDdoOUtsU3d1di9KK0RaczJhS1FWaWI5NjhnWjJkSGE1Y3VZTHk1Y3NEQUNwV3JLaDBENG1JaUlqeVlxQkdSRVJFUkVSRTM0UlZxMWJoL1BuenVIcjFLcDQvZjQ3ZXZYdkQwTkFRRGc0T1FxK2s0cEtXbGlhOHYzNzl1bEtRb2cxL2YzODRPam9XWjdOUXRXcFZyUUtENU9Sa1BIbnlCR1BIanNXT0hUc3dlUEJnMk5qWW9GMjdkbWphdEtrUVFwNDlleGJCd2NGd2MzTkRxMWF0NE9Qamc3Q3dNQ0dBeWgrMHlKY2RIUjBSR0Jpb3ROM0d4a1o0SHhRVUJCOGZud0tIbDVUUHU2Vk5NR3BwYVlrLy8vd1RIVHQyUkZSVUZJWU9IWXA3OSs0QkFQejgvUERvMFNQY3UzY1BaOCtlUlZSVUZKWXRDdnZCVGdBQUlBQkpSRUZVVzRiczdHd2tKQ1FvWGJlODRZdXEzbisydHJZS3kzcDZxaC9CVEo0OEdVZU9ITUdNR1RQUXVuVnJ0V0htN3QyN2xkYkpnOHY4QWdJQ0VCZ1lpTUdEQjZOcjE2NW8yYklsMnJadGl6NTkraUFxS2tyaE91ZlZ2SGx6L1BycnI1ZzdkeTdPbmoyTDVzMmJmOURQUm5IYzk1OS8vbG1yWUxkeDQ4WWF0eWNuSjBNc0Z1UHAwNmZDdXZUMGRBREFreWRQa0pXVnBWRFd3TUJBWVg5MXZUNkwyNnhaczNEanhnM282ZWxoMWFwVm5FZU5pSWpvTThSQWpZaUlpSWlJaUw0SkppWW1PSExrQ0xwMTZ5YjBIbnIvL2owdVhicjBVZXQ5OCtaTm9lZmhBbktIdXl0Sm1abVppSTJOQlFBc1hib1VVVkZSbURWckZwS1RrK0hxNm9vclY2N2cvZnYzbURScEVyeTh2UEQ0OFdQRXg4Y3JETU1uN3hrazd5bVh0NmVRdk5kU2JHd3MwdExTMExselo0U0hoNk5DaFFwQ0dYTnpjd0RBOCtmUDFiWXpQVDBkT2pvNmVQSGloZG95dXJxNnNMUzBCQURVcVZNSEowNmNRTVdLRlpHVmxhVVUyaXhZc0VCNG4zZTR3NDgxN0orK3ZqNkNnb0tncjY4UEt5dXJBdXY1KysrL2taQ1FnSkVqUnlyMEtwUmJ0bXdabGk5Zmp2YnQyd3ZEU0pxYm0rTi8vL3NmdW5idGlzNmRPMlBidG0xcXc5cmh3NGVqVHAwNmFONjh1VmJ6aDlXc1dWTnBYWEhjZHpNek0xeTVja1Z0dlVsSlNlamF0YXZHTW5JUEhqeFFHYzYxYjk5ZVlibG56NTVxeitWanUzYnRtdkI3SW04Z1QwUkVSSjhQQm1wRVJFUkVSRVQwelNoWHJoeU9IeitPVFpzMlllM2F0Ymg2OVdwSk42bllhZXJWSXgrQ1R4WDVIR0NxV0ZoWXdNbkpDZlhxMWNQL3RYZm5VVnFYZGYvQTM0TXpqQUhLSXJrQWlhbUlDaGFKV3BZTFNJaGJhSWpsdnVTU21CV1ZVdWdES21iYVlvSDdvNGE0NUVJdXFaUWJIZUhuZ3VSeUVKY3lVVkFoZDJRUllwbmw5NGRuN29kaFptNEdIQmpVMSt1Y09XZSszKysxZk83N0hnN0xtK3U2L3YzdmYrZUpKNTdJZSsrOWwrN2R1NmUwdExTd1NteE5iTHZ0dGxtK2ZIbVNwR1BIanRsMjIyMVRXVmxaYThYWmw3Lzg1VldPVTZ6TjVwdHZuaWVlZUtKd3ZXSjRrM3kwMHE2aGxVZ3JiNXZaV0N1SFVjV0NtWlczWVJ3OWVuUjIyR0dIREJnd29OYjl5c3JLWEhqaGhkbDAwMDF6K3VtbjEzcTJhTkdpbkhIR0dmbkxYLzZTZ3c0NktGZGNjVVd0OTdCYnQyNjU0NDQ3Y3NRUlIrU2dndzdLaUJFamNzSUpKOVRaSXJHa3BDVDc3TE5Qa3NadC9kbVkwSzAramZuY2E3WmpyS2lvcU5QL2d3OCtTUExSejJaOTZsc1JXUE1aTkdiTHh6WDkzQUdBVHkrQkdnQUFBSjhwcGFXbE9mbmtrM1B5eVNkbnpwdzVlZjMxMTJ0dCs5WVVQdnp3dzh5WU1TT0xGeTlPZVhsNW5lMy9HcU5uejU1ck5QZWtTWk9TSkgzNjlNa2JiN3hSNjlsUlJ4M1ZZTCtHem85NjdiWFhNbWpRb0x6MTFsdlpjODg5YzgwMTE2Ui8vLzU1Ly8zM2M5MTExK1YvL3VkL01uNzgrUHp1ZDcrcjFlL05OOS9Nb2tXTGt0UTlTMnRsWldWbGFkdTJiU0drTy9EQUF6TjA2TkRzdDk5K1NaTGJicnV0d2JyLzhJYy9aT3JVcWJuKyt1dnJiTmRYWThNTk42eDExdGhsbDEyV1F3ODl0TUV4RzZOWU9KbXNPb3k2NXBwck1uTGt5TUwxaW9GYm16WnRjdEpKSitYMDAwL1BtV2VlV1ZpSmR2MzExK2ZsbDEvT0gvN3doMXBqVFowNk5ULzV5VTh5YytiTW5IYmFhVG43N0xNTGZYYmRkZGNjY3NnaE9mdnNzN1BERGp2a3Z2dnV5NGtubnBpenp6NDd0OTEyVzRZUEg1NCtmZnFrUzVjdWhXQzA1djFaazlWWlRmbTUxL1F0OWw0MkZJUys4Y1liRFc2ekNRQ3dKdnpKQWdBQWdNK3N6cDA3cDNQbnptdHQvTGx6NTJiWnNtVnJiZnlWMVlRSU5RSEd5b0hDaEFrVDZnMzNpcDNWMXFKRml4eDIyR0hwMjdkdk9uWHFsQ1NaTTJkT2t1U0lJNDdJd1FjZm5ObXpaOWNKWDRZTkc1YUpFeWZXdXJkaU1GS3puV1NOVHAwNjVjMDMzOHpVcVZQejdMUFAxanBYYTYrOTltcXd2bC8rOHBlcHJxNU9telp0c3Z2dXV6Zlk3aC8vK0VlU1pMZmRkbXV3emVvb0ZrNjJhTkdpOEI3VmVPT05OMnJOL1ozdmZDZDkrL2JOMy8vKzk1eDc3cm0xMnA1MDBrbnAwcVZMaGd3Wmt1blRwK2ZLSzYvTXUrKyttd3N1dUNCSEhubGtkdDU1NTBMYkVTTkc1STkvL0dQYXRtMmJzV1BIMXRuR2NQYnMyWms3ZDI3aGVvc3R0c2pkZDkrZDBhTkg1OUpMTDgwUlJ4eVJxNjY2S3BNblQwNTFkWFdkOEtxKzFXRTE2Z3VzbXZKelg5SEtQMS8xYlNlWkpETm56c3pYdi83MWVzZFkrYXk3bFZjMVdwRUdBQlFqVUFNQUFJQlBpUzk4NFF1RjgrSHEwN1p0MndhM3lHdElUUWcwWnN5WTFlcDM0NDAzMXJxdWIwdTlGWFh0MmpXdnZ2cHE3cnJycnV5NTU1Nk5XcUUzYjk2OHZQamlpeWt0TGMxOTk5MVhORkJyYUNWVDh0RjVkYTFidDI3d1dYMVdmQzByQmpWTGx5NXRjT3ZNRmJWdDJ6WnQyN2JOODg4L1grL3ovZmJiTDdmZmZudU9QZmJZUWtpMitlYWIxd25mdHQ5KysreTMzMzY1OE1JTDYyeGwyWkN5c3JLY2VlYVpHVFJvVUc2NDRZWjg2MXZmcXZjOHRxVDQrMWJmQ3JhMTlibnZ1T09PdGE1clZ0T3RmSC9GTS94V1ZoT3FWbFJVNUp4enpzblFvVVB6K2M5L3Z0NjJzMmJOcXZkTU5RRGdzMHVnQmdBQUFKOVNOVUhQU3krOXROcDl0OTEyMnpxQlNYVjFkWTQ2NnFoOCtPR0h1ZjMyMjlPeVpjdWlZOHljT1RPREJ3L08wMDgvWGJUZDVNbVRzOTEyMitYT08rL002NisvbmdrVEpxUzZ1cnJPK1Y0cnUvZmVlMU5WVlpXaFE0ZG0zTGh4K2NVdmZwRldyVm8xN2dXdW9ILy8vcXZkcHlFTEZpeEl1M2J0bW1TczNyMTdaL3o0OFJrd1lFQXFLeXR6MldXWHBVMmJOclhhSEhYVVVVVlh5eFd6elRiYjVMenp6bHRsdTF0dnZUVmJicmxsNGZyMTExL1A0WWNmM21EN3RmRzV2L2ppaTdXdWExYW9yWHkvdmhWcVcyMjFWWjU1NXBuQ3I0Yy8vZWxQbVRScFVvWVBIOTVnWUxqRkZsdmttV2VlS1ZvL0FQRFpJbEFEQUFDQUpqWnYzcnhNbXpZdEN4Y3VUS3RXcllwdXFiZzIxUVFDRzIyMFVaTFYyOUp1NWUzeFZ0YTFhOWNHbjlVRWNRc1hMc3o3Nzc5ZnVGOXpwbFpwYVdsaGhkR29VYVB5OU5OUDU5UlRUODBsbDF5U3d3OC9QRHZ2dkhPR0RCbVNYWGJaSlNlZWVHSzljeXhmdmp4WFhIRkY5dGxubjV4NjZxbTU5dHByYy9ubGwrZk1NODlzOUdzc0tTbEp5NVl0ODdlLy9TMkxGaTNLb0VHRE1uMzY5TngzMzMwNTQ0d3o4c0lMTDJUV3JGbjU5cmUvM2VneDMzenp6Yno5OXR1cmZQOGFZOEdDQllWejFqYmZmUE1NR3pZc0hUdDJ6TjU3Ny8yeHgxNGRuVHQzcnJWVmFNMW4xNUMxOGJtdnZQVmt6VGdyMzE5NWhWcXh6MkdmZmZZcCtqcHFqQnc1TWtPR0RHbFVXd0RnMDB1Z0JnQUFBRTFzMnJScDZkdTNiNUprOTkxM3o1MTMzdGtzZGF3Y0p2enBUMytxdGRLb1JrTkIyNHJ0bHk1ZG1rR0RCdVdZWTQ0cHJFNTY5OTEzYTIyWjkvcnJyOWRhTGZYZWUrK2xmZnYyaGV1YVoxMjZkTWxQZnZLVEpNbXp6ejZiNjY2N0xoZGNjRUdTNUV0ZitsS1NqMWJWYmJmZGRnMit0b3N2dmppdnZmWmFMcnZzc215ODhjWTUrZVNUYyttbGw2WmZ2MzYxemhncnBxeXNMSys5OWxxUzVQSEhIeTlzaVZtei9XT0hEaDNTb1VPSFFwdkcrT2MvLzVtQkF3ZldDZmJlZlBQTjFkcEM4UG5ubjg4cHA1eVMyYk5uNTZxcnJrcnYzcjB6ZVBEZ0hIUE1NYm5zc3NzeWNPREFSbysxcnEyTno3MmhsV1RGdHFSTTZwN1o5b3RmL0NMejVzM0xWVmRkVmV2K2YvLzczeHg1NUpGWnRteFpicjc1NXJSdDI3YndyR1BIamtYbkFBQStHd1JxQUFBQThCbXg1WlpiRnM2eVd0RUZGMXlRVFRmZHRHajdNV1BHcEx5OFBELzV5VS9TdW5YclRKZ3dJV2VmZlhiKyt0ZS9wa3VYTHZYTzkrcXJyMmJKa2lYNTczLy9tNlQydVdQRGhnM0x0NzcxclZ4KytlVzU0b29yY3UrOTkrYWdndzdLUlJkZGxPN2R1K2VWVjE3Sk50dHNVKys0ZDkxMVZ5NjU1SkljZi96eDZkMjdkNUxrUnovNlVlNisrKzZjY01JSkdUOStmTHAzNzE3MHZmalBmLzZUVWFOR0ZZS1Y2ZE9uTnpoZlVqYzhyQytFZk8rOTl6SnQyclNjY01JSmRkN244dkx5b3ZYVVdMQmdRY2FNR1pPcnI3NDY3ZHUzejUvLy9PZDg5YXRmVFpMY2VlZWRHVHg0Y0lZTUdaS0ZDeGV1OFZhUHE2dG1oVmxEMXl0cnlzKzliZHUyT2VhWVkvS2IzL3ltMWh3MVd6NnV2QzNwM0xsejg3dmYvYTV3SnR5S244TTk5OXlUeHg1N0xNY2NjMHcyM0hERHdzL3Q4dVhMYzhvcHAyVGV2SG01N3JyckNqOVQ2OUw1NTUrZnhZc1haNk9OTmtxdlhyM1crZndBd0tvSjFBQUFBT0JUYXZIaXhmbjN2LytkcmJmZXVtaTc3MzN2ZTBXZlQ1NDhPUmRmZkhIT091dXNMRnk0TU8rODgwNjZkT21Ta3BLU0hIUE1NWmt3WVVKaFZkZUtubjMyMlN4WnNpU2pSNCt1ODZ3bUlMbnNzc3R5OGNVWDU0WWJic2pYdnZhMURCbzBLSWNlZW1nMjNIRERPbWRoSmNsTk45MlU0Y09IWjlkZGQ2MTEvbGQ1ZVhuR2pSdVhBdzg4TUljY2NraEdqeDZkQVFNRzFPcGJYVjJkSlBuSFAvNlJjODg5dHhDMlZGUlU1TlpiYnkyNjZtdkFnQUVaTW1SSVRqNzU1Q1IxVi90MTdkbzF2L3psTDdQeHhodm5nQU1PYUhDY2xhMjROZUpMTDcyVWdRTUhac0dDQlJrNGNHQXV1T0NDV3F1ak50dHNzOXh4eHgwWlBIaHd6ajc3N1BUcjF5K2JiNzU1bytkYUhRc1dMTWk3Nzc2YkpLc2QzRFhsNTE2emN1M0dHMitzZDY2R3RuU2NQMzkrTHIvODhscjN2dnJWcithY2M4N0o3YmZmbmwxMzNUVzlldlhLL3Z2dm40a1RKK2FGRjE3SU5kZGNrMjkrODV1cjlWcWJTbzhlUGRLeVpjdDA2TkNoV2VZSEFGWk5vQVlBQUFDZkFwTW5UMDZTakI0OU9uUG16RW55MGVxY3ozLys4N24xMWxzLzF0aTMzSEpMbGk5Zm52UE9PeS9ublhkZU50aGdnN1J1M1RwdDJyVEpmLzd6bnd3Yk5xeE9lRkZaV1psSmt5YmxmLzduZitwc3I3ZWluWGZlT1ZkZmZYWDY5T21USkxuNzdyc3phZEtrZE8zYXRWYVlORy9ldkl3WU1TSzMzMzU3ZHR0dHQ5eDAwMDBwS3l1ck5kYTIyMjZiTys2NEkwY2NjVVNPUC83NEhIamdnUmsyYkZoaEM4RlhYMzAxU1hMRERUZmt0Tk5PeS9EaHcxTlJVWkdmLy96bmVlZWRkM0xzc2NjMldPZjc3NzlmbUs5VnExYlphcXV0YWdXVmp6LytlUDc0eHovbS9QUFByM2MxV2syWXQ2SkhIbmtrNTU5L2ZwS1BWZ0QrK01jL3pza25uNXk5OXRvcnUrMjJXNzExYkxycHBybmpqanN5ZmZyMEpnL1RhczRqKzl2Zi9wWnp6ejAzUC9qQkQ3TE5OdHZrNXB0dnJuZXIwUG8wOWVjK2E5YXNldnUvOHNvcjZkZXZYNFBQYTFhb3JXaXp6VGJMcWFlZW1sTlBQVFczMzM1N2Z2R0xYMlRhdEdsSlB0cU84cGxubmtuYnRtMnp5eTY3MVBuWkFnQVFxQUVBQU1DbndCVlhYSkdkZDk0NUcyNjRZUTQrK09BTUd6WXMyMisvZlRiZWVPTkNtNGJPU3F2eCtPT1A1NHRmL0dLZCs2TkdqY29QZi9qRHRHL2ZQbTNidHEyMUd1MjExMTdMekprek0yL2V2RHovL1BQWmNNTU5reVFUSmt6SUJ4OThrRU1PT1NSNzdybG5qajc2NlB6NHh6L09FVWNja1oxMjJpa2JiN3h4TnRoZ2c4SVpXSys5OWxxcXFxcFNWVldWcmwyN1p2bnk1WG54eFJlejlkWmJaK3pZc2JuODhzc3pkKzdjSEhYVVVibnd3Z3NiRER4Njl1eVppUk1uWnVqUW9mbnJYLythdi8zdGI5bHp6ejB6ZHV6WXpKNDlPNjFidDg2WU1XTnk0SUVIWnVyVXFSazFhbFJtekppUjY2Ky92aERrdEd2WExzbEh3ZEoyMjIyWEYxNTRJY3VXTFV1M2J0MlNmQlRtck9qWlo1L05DU2Vja0c5ODR4czU3cmpqQ3ZlblRwMmFsaTFicHF5c0xBOCsrR0NTNUhPZisxeVM1TWtubjh4eHh4Mlh2bjM3NXR2Zi9uWis4SU1mNUpsbm5zbGhoeDJXVnExYTVaVlhYa2xaV1ZtaGYybHBhWll0VzVhbFM1ZG0yYkpsMldLTExUSnQyclJzczgwMjJXaWpqWXArcm8zMStPT1BKMGtlZXVpaC9PaEhQOHIzdnZlOW5IcnFxWFhhdmYzMjIxbThlSEZhdDI1ZE9GK3VWYXRXU1pydWMrL1dyVnNXTGx6WVlLMDEyMGt1V3JTbzZHdmFhS09OTW52MjdNeWVQVHN2dmZSU25udnV1VHoyMkdPWk0yZE9kdGhoaDV4MjJtblpjc3N0TTJIQ2hOeDExMTI1OU5KTDA2Wk5tK3l4eHg3cDE2OWZCZzRjV092WEVBRHcyU1ZRQXdBQWdFK0IyMjY3cmVqelJ4NTVaSlZqTkhRVzJxYWJibHJ2R1d2SlIxc2Q3ci8vL3ZuZ2d3K1NKSWNkZGxpU2p3S2pmZmZkTjV0c3NrazIyV1NUUFB6d3c3bmhoaHN5ZnZ6NG5ILysrVm13WU1FcTZ4azhlSEF1dXVpaWpCOC9QaHR0dEZIR2pCblRxQzM1TnR0c3M5eHl5eTE1NktHSGN0bGxsK1c0NDQ1TDY5YXRzL2ZlZTJmS2xDbjUvT2MvbjNIanhtWDQ4T0haZSsrOTg4QUREMlNycmJZcTlQL0dONzZSZmZmZE45Ly8vdmRUVVZHUnNyS3k3TC8vL29XenpGWTJZc1NJZE9yVUtWZGZmWFd0bFZGbm5YVldYbnp4eGNMMURqdnNVRGdmYS83OCtlblpzMmV1dXVxcWxKZVhaNXR0dHNtVlYxNlo4ODQ3TCsrODgwNldMVnUyeXRkWlhsNmU2ZE9ucjdKZFk3VnAweWE5ZS9mTzczLy8rOEtxdnZyODR4Ly95Q21ubkZLNDd0cTFhL2JhYTY4a1RmZTVEeHc0c09pS3dSbzlldlFvK3Z4Zi8vcFhEajc0NEx6Nzdyc3BMeTlQcjE2OTh0M3ZmamNISEhCQXJiNjc3YlpiUm8wYWxlblRwK2ZlZSsvTlgvLzYxMHliTmkySEhucm9LbXRvQ2krODhFS3RNOVJxUWwwQVlQMVJVbDNmbmdNQU5LaytmZm9VdHVCNStPR0hDOXVhQUFEdzZUUnAwcVQwN2RzM1NiTDc3cnZuemp2dmJPYUtWdC85OTkrZlBmZmNzOTZ6MFZiMjhzc3Y1OE1QUDB6cjFxM1RyVnUzbEpTVVpPN2N1WG4zM1hmVHZYdjNCdnRWVmxZV1ZpZFZWMWZYK2twU1dKMzF6anZ2cEYyN2RtblpzbVdUdmI3bHk1Zm4yV2VmelM2NzdQS3h4M3I3N2JkVFZsWlc1L3lyT1hQbVpQNzgrWVZRcmx1M2Jpa3QvYi8vMjd4Z3dZS2lxNStXTDErZWlvcUtWRlJVMUx0bFpJc1dMZEttVFp1UFhmL3FxcWlveUx4NTgxSmRYWjJTa3BKMDZOQ2hFQ1EyNWVmZVZHYk1tSkdTa3BKc3RkVlcyV0NERFJyZGI5NjhlZXNzMkJvMGFGQ21USm1TeE44WkFXQmRLaWtwS1dsc1d5dlVBQUFBZ0RyMjIyKy9ScmV0MlFweFJSMDZkS2dUTUsxc2d3MDJhRlRBMGREcXVJK2pyS3lzU2NLMDVLTVZjZlhwM0xsek9uZnUzR0MvVlcwbFdGWld0bDZlNVZWYVdscnJuTE1WTmVYbjNsUzIzWGJiTmVwbmxSZ0FzQ0tCR2dBQUFEU3hkdTNhWmUrOTkwNUZSVVYyM0hISDVpNEhBQUQ0bUFScUFBQUEwTVI2OWVxVlNaTW1aZTdjdVkwNkN3c0FBRmkvdFZoMUV3QUFBQUFBQVBqc0VxZ0JBQUFBQUFCQUVRSTFBQUFBQUFBQUtFS2dCZ0FBQUUxczJyUnA2ZE9uVHdZT0hKaVJJMGMyZHprQUFNREhWTnJjQlFBQUFNQ256Yng1OHpKNTh1UWtTVlZWVlROWEE2enZldmJzbVJZdFdxUzB0RFR0MnJWcjduSUFnSG9JMUFBQUFBQ2dHWTBhTlNvdFc3Wk1odzRkbXJzVUFLQUJ0bndFQUFBQUFBQ0FJZ1JxQUFBQUFBQUFVSVJBRFFBQUFBQUFBSW9RcUFFQUFBQkFNeG81Y21RR0RoeVlQbjM2Wk5xMGFjMWREZ0JRajlMbUxnQUFBQUFBUHN1ZWYvNzVUSmt5SlVreWI5NjhacTRHQUtpUEZXb0FBQUFBQUFCUWhCVnFBQUFBME1SNjllcVZoeDkrT0FzWExreXJWcTJhdXh3QUFPQmpFcWdCQUFCQUUydlhybDM2OU9tVHVYUG5adG15WmMxZERnQUE4REhaOGhFQUFBQUFBQUNLRUtnQkFBQUFBQUJBRWJaOEJBQUFnQ1kyYjk2OFRKczJMWTgvL25ncUt5dlRvMGVQT20zYXRtMWI1LzRMTDd5UStmUG5GeDI3WjgrZTJYampqUXZYQ3hZc3lQUFBQMSswajduTVphNzFmeTRBWVAwbVVBTUFBSUFtTm0zYXRQVHQyN2RvbTkxMzN6MTMzbmxuclhzalJveklsQ2xUaXZhNzQ0NDc4dld2Zjcxdy9menp6K2ZRUXc4MWw3bk05UW1mQ3dCWXZ3blVBQUFBb0ltMWFkTm1sVzNLeXNyU29VT0hPdmRXWmVPTk42N1ZyekVyWE14bExuT3QzM09OR1RNbTgrZlBUMmxwYVhyMTZyWEt2Z0RBdWlkUUF3QUFnQ2JXdTNmdmpCa3pKbmZmZlhjcUt5dnJiZE9yVjYrMGJObXkxcjJ2Zk9VcktTa3BLVHAyeDQ0ZGEvWHIyTEZqOXQ1Nzc2Sjl6R1V1YzYzZmMrMjY2NjVGMndJQXphK2t1cnE2dXJtTEFQaTA2OU9uVHlaUG5wd2tlZmpoaDlPblQ1L21MUWdBQUFBQTRET3VaRlgvQTJZRkxkWm1JUUFBQUFBQUFQQkpKMUFEQUFBQUFBQ0FJZ1JxQUFBQUFBQUFVSVJBRFFBQUFBQUFBSW9RcUFFQUFBQUFBRUFSQWpVQUFBQUFBQUFvUXFBR0FBQUFBQUFBUlFqVUFBQUFBQUFBb0FpQkdnQUFBQUFBQUJRaFVBTUFBQUFBQUlBaUJHb0FBQUFBQUFCUWhFQU5BQUFBQUFBQWloQ29BUUFBQUFBQVFCRUNOUUFBQUFBQUFDaENvQVlBQUFBQUFBQkZDTlFBQUFBQUFBQ2dDSUVhQUFBQUFBQUFGQ0ZRQXdBQUFBQUFnQ0lFYWdBQUFBQUFBRkNFUUEwQUFBQUFBQUNLRUtnQkFBQUFBQUJBRVFJMUFBQUFBQUFBS0VLZ0JnQUFBQUFBQUVVSTFBQUFBQUFBQUtBSWdSb0FBQUFBQUFBVUlWQURBQUFBQUFDQUlnUnFBQUFBQUFBQVVJUkFEUUFBQUFBQUFJb1FxQUVBQUFBQUFFQVJBalVBQUFBQUFBQW9vclM1Q3dEZ2s2RzZ1anBMbHk3Tjh1WExVMVZWbGVycTZ1WXVhYjFSVWxLU0ZpMWFwS3lzTE9YbDVTa3BLV251a2dBQUFBQ0FKaVJRQTJDVktpb3Fzbmp4NGxSVlZUVjNLZXVsNnVycVZGWldwckt5TXN1V0xVdXJWcTFTV3VxM1dBQUFBQUQ0dExEbEl3QkZWVlJVNU1NUFB4U21OVkpWVlZVKy9QRERWRlJVTkhjcEFBQUFBRUFURWFnQjBLRHE2dW9zWHJ5NHVjdjRSRnE4ZUxGdE1RRUFBQURnVTBLZ0JrQ0RsaTVkYW1YYUdxcXFxc3JTcFV1YnV3d0FBQUFBb0FrSTFBQm8wUExseTV1N2hFODA3eDhBQUFBQWZEb0kxQUJva05WcEg0LzNEd0FBQUFBK0hRUnFBRFRJR1dBZmovY1BBQUFBQUQ0ZEJHb0FBQUFBQUFCUWhFQU5BQUFBQUFBQWloQ29BUUFBQUFBQVFCRUNOUUFBQUFBQUFDaENvQVlBQUFBQUFBQkZDTlFBQUFBQUFBQ2dDSUVhQUFBQUFBQUFGQ0ZRQTFnSHlzdkxDOTh2WGJxMEdTc0JBQUFBQUdCMUNkUUExb0ZPblRvVnZuL25uWGVhc1JJQUFBQUFBRmFYUUExZ0hlalNwVXZoKzFkZmZiVVpLMWsvM0hQUFBSaytmSGlqMnc4ZlBqejMzSFBQS3R2Tm5UdjM0NVFGQUFBQUFGQXZnUnJBT3ZDTmIzeWo4UDJERHo3WWpKV3NIeDU1NUpGY2RkVlZqVzUvMVZWWDVaRkhIaW5hNXNrbm4wejM3dDF6NTUxM050aW1mZnYyK2VsUGY5cm9lVm03bGk5ZjN0d2wxRkpSVWRIY0pRQUFBQUN3bmhLb0Fhd0QrK3l6VDlxMmJac2ttVEpsU2w1NzdiVm1ydWpUWi96NDhhbXFxc3J1dSsvZTNLWFFTTDE3OTg0Sko1eXd4djMvL09jLzU3MzMzbXVTV3A1NDRvbVVsWlZsMXF4WkRiWXBLU25KdGRkZXU4cXhacytlbmY3OSsrZSsrKzZyOS9tUUlVTnk5ZFZYcjJtcEFBQUFBRFFEZ1JyQU90Q3laY3NjZnZqaFNaTHE2dXFjZi83NXpWelJ1dGUrZmZ2Q1YwMG9zZUs5WWw5SmN1MjExeGF1eDQ4ZlgydnNKVXVXNUs2NzdrcmZ2bjJ6eFJaYjVJd3p6a2pIamgzWCtXdWs4YXFxcXZMeXl5K25jK2ZPYTlSLzd0eTVPZlhVVTNQQUFRZGswYUpGU1Q3NkdTa3BLV25VMTdoeDR4bzF6OENCQS9Qa2swK3VWbTFubm5sbW5udnV1V3kvL2ZaNTY2MjNDbC92di85K3BrMmJscXV2dmpvOWUvYXM5YXptT1FBQUFBRHJwOUxtTGdEZ3MyTEVpQkc1OGNZYnMzang0b3diTnk3SEhudHM5dHBycitZdWE1MDUrK3l6Qzk4LzhNQURlZXFwcDJyZEsrYUNDeTdJTHJ2c2tnRURCaVJKZHRwcHAxclBiN3Z0dHJ6Ly92czU2YVNUa253VTFsUldWcTV5M0txcXFyejQ0b3Q1ODgwMzA3OS8vOGErRkpyQWpCa3pzbVRKa256cFMxK3E4MnpjdUhFTnJseTc4Y1liYy9UUlI2ZERodzY1L2ZiYk0yREFnQng2NktHNTk5NTdjOWhoaDJXUFBmWlk1ZHc3N0xCRG8ycDgrZVdYYysrOTkyYkVpQkdOYXA4a045MTBVMjY5OWRZa3lkWmJiMTNyV2UvZXZkT3hZOGRVVlZYVjJnYTJSbzhlUGZMODg4ODNlaTRBQUFBQTFoMkJHc0E2MHJsejUvejg1ei9QT2VlY2s4ckt5aHg2NktHWk1tVkt0dDEyMitZdWJaMDQ0NHd6Q3QrLy9mYmJlZXFwcDJyZEsrYUNDeTVJcjE2OTZtMWZWVldWeXkrL1BOdHV1MjBoY0N2bWpUZmV5T2pSb3pObHlwUk1uVG8xOCtmUFQ3OSsvUVJxNjhpamp6NmFlZlBtRlZaOXZmdnV1NWt3WVVMaCtVRUhIVlQ0L3AvLy9HZXR2aXNIWVgzNzlzMkZGMTZZTTg4OE00OCsrbWo2OXUxYjJGcDFUUjF4eEJFNTY2eXo4cTF2ZlNzUFB2aGdPblRva0oxMzNybFJmZi8rOTcvbnBKTk95dTkvLy9zY2VlU1JPZXVzcy9MYjMvNDJIVHAwU0pLTUhUczJQL2pCRHpKejVzejg3Ly8rYi9yMTY1ZHZmdk9iSDZ0ZUFBQUFBTllOZ1JyQU9uVFdXV2ZsOGNjZnp3TVBQSkQzM25zdnUrKytlKzY0NDQ3UDFFcTFGZjNuUC8vNTJHUGNjc3N0ZWZubGwvUDk3MzgvSlNVbHRaNjkrT0tMbVRadFd1RXJTU1pPbkppSkV5ZW1XN2R1K2ZhM3Y1M3g0OGRud3cwMy9OaDEwRGhEaHc3TjAwOC9YYmcrL2ZUVGF6MnZycTR1ZkwvOTl0dXZjcnlmL3ZTbjJYSEhIZE8zYjkvODYxLy9XbVg3N3QyNzE3bjN0YTk5cmJDNnNieThQRC84NFEvVHYzLy8zSHZ2dlprN2QyNUtTLy92ajBzbm4zeHlUajc1NUZyOUgzbmtrYlJzMlRJREJ3N01SUmRkbEtGRGgyYlpzbVY1OWRWWGM4QUJCK1RSUngvTmpCa3pNbW5TcEZ4eHhSWFphcXV0c3NrbW0rU2dndzdLeElrVEc3V3FEZ0FBQUlEbUpWQURXSWRLUzB0ejY2MjNabzg5OXNnTEw3eVE5OTU3TC92c3MwK09PKzY0akJ3NU1sMjdkbTN1RXRlcEhqMTZmS3oraXhjdnppOS8rY3NrU1VsSlNWNTk5ZFhjZmZmZG1UeDVjcElVdHRVckt5c3JyRzRhTUdCQUxybmtrbXk2NmFaSmtyLzg1UzhwTHkvL1dIWFFlSTg4OGtncUt5dHowRUVIcFZXclZvWHo4TWFNR1pQZi92YTNxejFlU1VsSjl0OS8veVNOMjhweDRjS0Z0YTdmZXV1dFRKMDZOV2VlZVdhUzVQZS8vMzIrK2MxdjVzSUxMOHpFaVJOenl5MjNwRmV2WG9YeHp6Ly8vQXdlUExqV0dGMjdkazFwYVdudXYvLytiTEhGRnBreFkwYVM1S0tMTHNwVFR6MlZXYk5tNVo1NzdzbU5OOTZZa1NOSFpzYU1HVG5ra0VPeVpNbVN0Ry9mUGpObXpFaFpXZGxuN3RjL0FBQUF3Q2VKUUExZ0hXdlhybDBlZmZUUkhINzQ0WG5nZ1FkU1dWbVpzV1BINXJycnJzdlh2dmExREJnd0lGLzg0aGV6MldhYk5YdlFVeE1rckMzanhvMXJWTHZqanorKzN2c1hYSEJCM25ycnJjTDE1TW1UTTJyVXFKU1ZsU1ZKZnZlNzM2VlhyMTdwMmJObnlzdkwwNzU5KzNUcTFLa1FwaVhKMHFWTDg3blBmVzZOWHdPcjUzT2YrMXdxS3l2ejlOTlBaOFNJRVduVHBrMlNqMVlycnM3MnA2V2xwWVZ6OG1yT1ZWdHhkVnRqVFo4K1BSdHZ2SEU2ZCs2Y0pPblFvVVB1dSsrK1BQREFBK25VcVZPKys5M3YxbHI1dVBubW16ZTRjbTdQUGZlc3MwcHlaZDI2ZGF0MVhYTStXOWV1WFROcjFxelZyaDhBQUFDQWRVT2dCdEFNMnJWcmx3a1RKdVJYdi9wVmZ2M3JYMmZ4NHNXcHJxN09sQ2xUTW1YS2xPWXVyK0NERHo1WXErTWZmUERCYTl6MzBVY2Z6WlZYWHBsTkNYM2JBQUFLNkVsRVFWVCsvZnZub1ljZVNwSWNlT0NCNmRldlgwYVBIcDNycnJzdUo1NTQ0aXJIV2JwMDZWcmI4bkg0OE9GMXpnSDd0Qms5ZXZScUI2L1RwazNMaHg5K21MMzMzcnR3Yi9yMDZkbHBwNTBhUGNZTEw3eVE2dXJxT3F2U0tpb3FHdXl6NHRhTk5aNTg4c2s2OWZmdTNUdURCZzNLaVNlZXVNcUFiR1VOaFhyanhvM0xDU2Vjc0VhaEh3QUFBQUROVDZBRzBFeEtTMHN6Y3VUSW5IVFNTUmsxYWxSdXUrMjJ6SnMzcjduTFdxZXV2UExLTmU0N2Z2ejR0R25USm4vNHd4L1NzMmZQSkttMThxd3hsaXhaa3FxcXFyUnExV3FONnlqbXVlZWV5Mk9QUGJaV3hsNWZyTW5QN0lNUFBwZ09IVHBrMTExM1RaSXNYNzQ4VHovOWRJNDg4c2hHajFIZldXaEpDcXNUNjFOZm1QWHZmLzg3dlh2M3JuV3Z0TFEwNTUxM1h2YmJiNzlHMTdOdzRjTE1tVE9ud2VkdnZ2bG1rcXp5bkxmR25Cc0hBQUFBd0xvblVBTm9acDA2ZGNwVlYxMlZTeTY1SkE4Ly9IQWVmZlRSekprekozUG16TW5TcFV1YnU3eTE2cXl6emxyanZnY2ZmSEQ2OXUxYjJLcHZUYnp4eGh0SlB0cm1qM1huL3Z2dnoyNjc3WllXTFZva1NSNTY2S0g4OTcvL1RiOSsvWnBrL0FjZWVDQmJiNzExNGZyVlYxL05nQUVENm0xNy9mWFhaOUdpUlhudXVlZHEzVC9tbUdNeWMrYk1PZ0hZVzIrOVZlZmU5dHR2bndjZWVDQ0hIWGJZS210YjFUbHZWckFCQUFBQXJKOEVhZ0RyaVpZdFcyYkFnQUVOL3NOL2MxamJLK1lhdTZWaysvYnQ2OXo3T09ITHIzLzk2N3ovL3Z0NThza25reVE5ZXZSWTQ3R0t1ZkRDQ3d2bmZIMWFyY2s1ZTMzNzlzMm9VYVB5czUvOUxMLzV6Vzl5M1hYWHBXZlBudGx1dSsyYXBLWXR0OXl5MW5sc3hiYUJUSkxXclZ2WHVmZlBmLzR6WC9uS1YrcmNIekZpUk9IY3N4clYxZFVaUEhqd2FvVmhwYVdsR1R0MmJJNDk5dGhHOXdFQUFBQ2crUWpVQVBqTW1UTm5UbTY4OGNhVWxwWm0wS0JCMldlZmZkYktQRHZ0dEZQYXRXdTNWc2IrSkR2MzNIUFRzMmZQSEh2c3NaazZkV3FtVEptU1N5NjVwTG5McXFWWHIxNTFBcktTa3BKY2M4MDFPZW1raytydHM2cnRIRmRVV1ZtWk9YUG0xT3F6elRiYkZOMnlFZ0FBQUlEbUkxQURZSzE3NnFtbjByOS8venIzNjF0NTFwQnJyNzAyMTE1N2JlRzZzYXZiNm5QSkpaZms0b3N2emdZYmJKQVdMVnJrcHovOWFUYmFhS09NSERreUcyeXd3UnFQUytNTkhqdzRtMjIyV2ZiZWUrOVVWMWNYemxOckNqTm56aXg2dmJhc2FqdkhsWjExMWxtMXRqMTkrZVdYYTYyc0F3QUFBR0Q5SVZBRFlLM3IwcVZMempubm5IcWZMVnEwS0sxYXRVcEpTVW1kKzZXbHBTa3ZMMThyTmEyNEV1aXBwNTdLN05temM5NTU1NjJWdWFocitmTGxHVE5tVE1yS3l2S0ZMM3doZmZ2MnpUWFhYSk1qanp5eTBHWlZXeld1YVA3OCtYbnJyYmVTSkFjY2NFQ1QxOXNZSzY1b2UvZmRkL1A5NzM4L3c0Y1ByemNzTENrcHlYWFhYWmZqano5K0hWWUlBQUFBd0pvU3FBR3cxbTIrK2VZWk9uUm9yWHZMbHkvUHpUZmZuQ3V2dkRLbm4zNTZmdmpESDlaNmZ2cnBwK2YrKysvUDBVY2ZuUk5PT0NGZHUzWmQ3WG1ycTZ0ckJYWDkrdlhMOXR0dlg2dE5aV1ZsWG43NTVleXl5eTZyUFQ1cjVyMzMzc3ZoaHgrZS8vZi8vbDl1dWVXVzlPL2ZQMGNmZlhTT091cW96Sm8xSzUwNmRVcVNWVzUvV0JPNDNYWFhYZm5aejM2V1ljT0dwWHYzN3JudnZ2dnl4UzkrY2EyL2ptTGF0V3VYelRiYkxIdnNzVWN1dmZUU25ITEtLYzFhRHdBQUFBQWZqMEFOZ0hWcTBhSkZ1Zm5tbTNQcHBaZm1qVGZlU09mT25iUEpKcHZVYWZlVnIzd2xUenp4Uk1hTUdaTkxMNzAwQXdZTXlKQWhRN0xubm51dWNvNE5OOXd3eVVkbldxMjREZC90dDk5ZXArM0VpUk96Wk1tU0p0MXlrSWI5NVM5L3lXbW5uWllsUzVaa3dvUUoyWGZmZlF2M2YvV3JYMlhRb0VGNTRva25rbnkwQmVLS3VuWHJWdXQ2MHFSSlNaSUpFeVprK1BEaE9mMzAwL096bi8yc3pweHZ2dmxtRmkxYWxEWnQydVNWVjE1SmtyUnUzYnJCR2hjdlhwelhYMys5M21kdnZmVld2V2VsclJ6VWxwV1Y1Y29ycjB6Mzd0MHpmLzc4dlBUU1M1azVjMlphdFdxVjZkT25yN0lHQUFBQUFOWXZKZFVyN2s4RUFDdVlOMjllazQzMTdMUFA1cWFiYnNwdHQ5MldoUXNYcG12WHJ2bnhqMytjbzQ0NktpMWJ0cXkzVDNWMWRlNi8vLzVjZnZubGVleXh4NUlrWC83eWx6TjA2TkFjY3NnaGhYYnQyN2ZQcWFlZW1nc3Z2REJKY3UrOTkrYllZNC9OcHB0dW1nTU9PS0FRc0swODl0dHZ2NTM3Nzc4L0ZSVVZtVFJwVW5yMDZORmtyN2RHdTNidG1uek1UN0lycjd3eWQ5OTlkNjYrK3Vwc3VlV1c5YmI1MTcvK2xZa1RKK2IwMDArdmRmLysrKy9QbDcvODVXeXh4UlpKa3FsVHAyYm8wS0g1NHgvL21CMTMzTEhCT2YvODV6L25POS81VHVGNjY2MjN6bE5QUFZYckRMOG5ubmdpdSsrK2UyYk9uSmxaczJhbGI5KytxL1c2VnZYSHFidnV1aXVEQmcwcVhQZm8wU09QUGZaWTJyWnR1MXJ6QUFBQUFOQjBTbFkraDZaWVc0RWFBQTFwcWtCdDl1elo2ZFdyVnlvcks3UExMcnRreUpBaE9mamdnN1BCQmhzMGVveEhIMzAwdi9yVnJ6Smx5cFRzdSsrK3VlMjIyd3JQVmc3VWt1UzN2LzF0eG80ZG03ZmZmcnZCc0tPOHZEdzllL2JNc0dIRENpdWxtcHBBcmZsVlZGUms3dHk1aFMxQU8zYnNtQll0V3RScTg4RUhIMlR5NU1uWmQ5OTkwNnBWcXlhdlllblNwWmt6WjA2cXE2c0w1OGF0eHAvWEFBQUFBRmdMQkdvQU5JbW1YS0UyZHV6WTdMcnJydGxwcDUwKzFqZ1BQL3h3dW5YcmxpNWR1aFR1alJneElsLy8rdGV6Ly83N2Y5d3ltNXhBRFFBQUFBRFdUd0kxQUpwRVV3WnFuMVVDTlFBQUFBQllQNjFPb05aaTFVMEFBQUFBQUFEZ3MwdWdCZ0FBQUFBQUFFVUkxQUFBQUFBQUFLQUlnUm9BQUFBQUFBQVVJVkFEQUFBQUFBQ0FJZ1JxQUFBQUFBQUFVSVJBRFFBQUFBQUFBSW9RcUFFQUFBQUFBRUFSQWpVQUFBQUFBQUFvUXFBR1FJTktTa3FhdTRSUE5POGZBQUFBQUh3NkNOUUFhRkNMRm42YitEaThmd0FBQUFEdzZlQmYrZ0JvVUZsWldYT1g4SW5tL1FNQUFBQ0FUd2VCR2dBTktpOHZ0OHBxRGJWbzBTTGw1ZVhOWFFZQUFBQUEwQVQ4S3lrQURTb3BLVW1yVnEyYXU0eFBwRmF0V2psRERRQUFBQUErSlVxcXE2dXJtN3NJQU5adkZSVVZXYng0Y2FxcXFwcTdsUFZlaXhZdDBxcFZxNVNXbGpaM0tRQUFBQUJBRVNXcjhUL2lCV29BTkVwMWRYV1dMbDJhNWN1WHA2cXFLbjc3K0Q4bEpTVnAwYUpGeXNyS1VsNWVibVVhQUFBQUFId0NDTlFBQUFBQUFBQ2dpTlVKMUp5aEJnQUFBQUFBQUVVSTFBQUFBQUFBQUtBSWdSb0FBQUFBQUFBVUlWQURBQUFBQUFDQUlnUnFBQUFBQUFBQVVJUkFEUUFBQUFBQUFJb1FxQUVBQUFBQUFFQVJBalVBQUFBQUFBQW9RcUFHQUFBQUFBQUFSUWpVQUFBQUFBQUFvQWlCR2dBQUFBQUFBQlFoVUFNQUFBQUFBSUFpQkdvQUFBQUFBQUJRaEVBTkFBQUFBQUFBaWhDb0FRQUFBQUFBUUJFQ05RQUFBQUFBQUNoQ29BWUFBQUFBQUFCRkNOUUFBQUFBQUFDZ0NJRWFBQUFBQUFBQUZDRlFBd0FBQUFBQWdDSUVhZ0FBQUFBQUFGQ0VRQTBBQUFBQUFBQ0tFS2dCQUFBQUFBQkFFUUkxQUFBQUFBQUFLRUtnQmdBQUFBQUFBRVVJMUFBQUFBQUFBS0FJZ1JvQUFBQUFBQUFVSVZBREFBQUFBQUNBSWdScUFBQUFBQUFBVUlSQURRQUFBQUFBQUlvUXFBRUFBQUFBQUVBUkFqVUFBQUFBQUFBb1FxQUdBQUFBQUFBQVJRalVBQUFBQUFBQW9BaUJHZ0FBQUFBQUFCUWhVQU1BQUFBQUFJQWlCR29BQUFBQUFBQlFoRUFOQUFBQUFBQUFpaENvQVFBQUFBQUFRQkVDTlFBQUFBQUFBQ2hDb0FZQUFBQUFBQUJGQ05RQUFBQUFBQUNnQ0lFYUFBQUFBQUFBRkNGUUF3QUFBQUFBQUFBQUFBQUFBQUFBQUFBQUFBQUFBQUFBQUFBQUFBQUFBQUFBQUFBQUFBQUFBR0Q5OS84QlkwQUJwSWhUV1RFQUFBQUFTVVZPUks1Q1lJST0iLAoJIlRoZW1lIiA6ICIiLAoJIlR5cGUiIDogIm1pbmQiLAoJIlZlcnNpb24iIDogIiIKfQo="/>
    </extobj>
  </extobjs>
</s:customData>
</file>

<file path=customXml/itemProps8.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0</TotalTime>
  <Words>29080</Words>
  <Application>WPS 文字</Application>
  <PresentationFormat>全屏显示(16:9)</PresentationFormat>
  <Paragraphs>2079</Paragraphs>
  <Slides>116</Slides>
  <Notes>78</Notes>
  <HiddenSlides>2</HiddenSlides>
  <MMClips>0</MMClips>
  <ScaleCrop>false</ScaleCrop>
  <HeadingPairs>
    <vt:vector size="6" baseType="variant">
      <vt:variant>
        <vt:lpstr>已用的字体</vt:lpstr>
      </vt:variant>
      <vt:variant>
        <vt:i4>48</vt:i4>
      </vt:variant>
      <vt:variant>
        <vt:lpstr>主题</vt:lpstr>
      </vt:variant>
      <vt:variant>
        <vt:i4>1</vt:i4>
      </vt:variant>
      <vt:variant>
        <vt:lpstr>幻灯片标题</vt:lpstr>
      </vt:variant>
      <vt:variant>
        <vt:i4>116</vt:i4>
      </vt:variant>
    </vt:vector>
  </HeadingPairs>
  <TitlesOfParts>
    <vt:vector size="165" baseType="lpstr">
      <vt:lpstr>Arial</vt:lpstr>
      <vt:lpstr>宋体</vt:lpstr>
      <vt:lpstr>Wingdings</vt:lpstr>
      <vt:lpstr>楷体_GB2312</vt:lpstr>
      <vt:lpstr>汉仪楷体简</vt:lpstr>
      <vt:lpstr>方正兰亭黑_GBK</vt:lpstr>
      <vt:lpstr>Times New Roman</vt:lpstr>
      <vt:lpstr>汉仪书宋二KW</vt:lpstr>
      <vt:lpstr>Calibri</vt:lpstr>
      <vt:lpstr>Helvetica Neue</vt:lpstr>
      <vt:lpstr>黑体</vt:lpstr>
      <vt:lpstr>汉仪中黑KW</vt:lpstr>
      <vt:lpstr>楷体</vt:lpstr>
      <vt:lpstr>汉仪楷体KW</vt:lpstr>
      <vt:lpstr>微软雅黑</vt:lpstr>
      <vt:lpstr>汉仪旗黑</vt:lpstr>
      <vt:lpstr>仿宋_GB2312</vt:lpstr>
      <vt:lpstr>Times New Roman</vt:lpstr>
      <vt:lpstr>宋体</vt:lpstr>
      <vt:lpstr>微软雅黑</vt:lpstr>
      <vt:lpstr>宋体</vt:lpstr>
      <vt:lpstr>Arial Unicode MS</vt:lpstr>
      <vt:lpstr>等线</vt:lpstr>
      <vt:lpstr>汉仪中等线KW</vt:lpstr>
      <vt:lpstr>Cambria Math</vt:lpstr>
      <vt:lpstr>DejaVu Math TeX Gyre</vt:lpstr>
      <vt:lpstr>Cambria</vt:lpstr>
      <vt:lpstr>PingFang SC</vt:lpstr>
      <vt:lpstr>KaTeX_Main</vt:lpstr>
      <vt:lpstr>KaTeX_Math</vt:lpstr>
      <vt:lpstr>-apple-system</vt:lpstr>
      <vt:lpstr>Thonburi</vt:lpstr>
      <vt:lpstr>Open Sans</vt:lpstr>
      <vt:lpstr>Kingsoft Math</vt:lpstr>
      <vt:lpstr>Book Antiqua</vt:lpstr>
      <vt:lpstr>苹方-简</vt:lpstr>
      <vt:lpstr>-apple-system</vt:lpstr>
      <vt:lpstr>Book Antiqua</vt:lpstr>
      <vt:lpstr>KaTeX_Main</vt:lpstr>
      <vt:lpstr>KaTeX_Math</vt:lpstr>
      <vt:lpstr>Wingdings</vt:lpstr>
      <vt:lpstr>微软雅黑</vt:lpstr>
      <vt:lpstr>黑体</vt:lpstr>
      <vt:lpstr>方正仿宋_GBK</vt:lpstr>
      <vt:lpstr>BatangChe</vt:lpstr>
      <vt:lpstr>Apple SD Gothic Neo</vt:lpstr>
      <vt:lpstr>DejaVuMathTeXGyre</vt:lpstr>
      <vt:lpstr>宋体-简</vt:lpstr>
      <vt:lpstr>演示文稿2</vt:lpstr>
      <vt:lpstr>PowerPoint 演示文稿</vt:lpstr>
      <vt:lpstr>分词处理</vt:lpstr>
      <vt:lpstr>分词处理</vt:lpstr>
      <vt:lpstr>分词处理</vt:lpstr>
      <vt:lpstr>分词处理</vt:lpstr>
      <vt:lpstr>分词处理</vt:lpstr>
      <vt:lpstr>分词处理</vt:lpstr>
      <vt:lpstr>分词处理</vt:lpstr>
      <vt:lpstr>分词处理</vt:lpstr>
      <vt:lpstr>分词处理</vt:lpstr>
      <vt:lpstr>分词处理</vt:lpstr>
      <vt:lpstr>目  录</vt:lpstr>
      <vt:lpstr>主流的中文分词算法</vt:lpstr>
      <vt:lpstr>PowerPoint 演示文稿</vt:lpstr>
      <vt:lpstr>基于词表的分词算法</vt:lpstr>
      <vt:lpstr>1.正向最大匹配算法</vt:lpstr>
      <vt:lpstr>1.正向最大匹配算法</vt:lpstr>
      <vt:lpstr>1.正向最大匹配算法</vt:lpstr>
      <vt:lpstr>1.正向最大匹配算法</vt:lpstr>
      <vt:lpstr>2.逆向最大匹配算法</vt:lpstr>
      <vt:lpstr>2.逆向最大匹配算法</vt:lpstr>
      <vt:lpstr>2.逆向最大匹配算法</vt:lpstr>
      <vt:lpstr>3.双向最大匹配算法</vt:lpstr>
      <vt:lpstr>3.双向最大匹配算法</vt:lpstr>
      <vt:lpstr>3.双向最大匹配算法</vt:lpstr>
      <vt:lpstr>3.双向最大匹配算法</vt:lpstr>
      <vt:lpstr>4.基于词表的分词案例</vt:lpstr>
      <vt:lpstr>4.基于词表的分词案例——（1）正向最大匹配函数</vt:lpstr>
      <vt:lpstr>4.基于词表的分词案例——（2）逆向最大匹配函数</vt:lpstr>
      <vt:lpstr>4.基于词表的分词案例——（3）双向最大匹配函数</vt:lpstr>
      <vt:lpstr>4.基于词表的分词案例——（4）调用函数</vt:lpstr>
      <vt:lpstr>PowerPoint 演示文稿</vt:lpstr>
      <vt:lpstr>语言模型</vt:lpstr>
      <vt:lpstr>语言模型</vt:lpstr>
      <vt:lpstr>语言模型</vt:lpstr>
      <vt:lpstr>语言模型</vt:lpstr>
      <vt:lpstr>语言模型</vt:lpstr>
      <vt:lpstr>语言模型</vt:lpstr>
      <vt:lpstr>1. N-gram模型</vt:lpstr>
      <vt:lpstr>2. N-gram模型分词算法——（1）基本思想</vt:lpstr>
      <vt:lpstr>2. N-gram模型分词算法——（2）概率计算</vt:lpstr>
      <vt:lpstr>2. N-gram模型分词算法——（2）概率计算</vt:lpstr>
      <vt:lpstr>2. N-gram模型分词算法——（2）概率计算</vt:lpstr>
      <vt:lpstr>2. N-gram模型分词算法——（2）概率计算</vt:lpstr>
      <vt:lpstr>2. N-gram模型分词算法——（2）概率计算</vt:lpstr>
      <vt:lpstr>2. N-gram模型分词算法——（3）操作步骤</vt:lpstr>
      <vt:lpstr>2. N-gram模型分词算法——（4）算法举例（bigram）</vt:lpstr>
      <vt:lpstr>2. N-gram模型分词算法——（4）算法举例（bigram）</vt:lpstr>
      <vt:lpstr>2. N-gram模型分词算法——（5）特点</vt:lpstr>
      <vt:lpstr>3. 基于统计模型的分词案例</vt:lpstr>
      <vt:lpstr>3. 基于统计模型的分词案例——（2）</vt:lpstr>
      <vt:lpstr>3. 基于统计模型的分词案例——（4）</vt:lpstr>
      <vt:lpstr>3. 基于统计模型的分词案例——（4）</vt:lpstr>
      <vt:lpstr>3. 基于统计模型的分词案例——（4）</vt:lpstr>
      <vt:lpstr>3. 基于统计模型的分词案例——（4）</vt:lpstr>
      <vt:lpstr>PowerPoint 演示文稿</vt:lpstr>
      <vt:lpstr>1. 隐马尔可夫模型——（1）概述</vt:lpstr>
      <vt:lpstr>1. 隐马尔可夫模型——（1）概述</vt:lpstr>
      <vt:lpstr>1. 隐马尔可夫模型——（1）概述</vt:lpstr>
      <vt:lpstr>1. 隐马尔可夫模型——（2）示例</vt:lpstr>
      <vt:lpstr>1. 隐马尔可夫模型——（2）示例</vt:lpstr>
      <vt:lpstr>1. 隐马尔可夫模型——（2）示例</vt:lpstr>
      <vt:lpstr>1. 隐马尔可夫模型——（2）示例</vt:lpstr>
      <vt:lpstr>1. 隐马尔可夫模型——（2）示例</vt:lpstr>
      <vt:lpstr>1. 隐马尔可夫模型——（2）示例</vt:lpstr>
      <vt:lpstr>1. 隐马尔可夫模型——（2）示例</vt:lpstr>
      <vt:lpstr>1. 隐马尔可夫模型——（2）示例</vt:lpstr>
      <vt:lpstr>1. 隐马尔可夫模型——（2）示例</vt:lpstr>
      <vt:lpstr>1. 隐马尔可夫模型——（2）示例</vt:lpstr>
      <vt:lpstr>1. 隐马尔可夫模型——（2）示例</vt:lpstr>
      <vt:lpstr>1. 隐马尔可夫模型—— （3）隐马尔可夫模型的表示</vt:lpstr>
      <vt:lpstr>1. 隐马尔可夫模型——（2）示例</vt:lpstr>
      <vt:lpstr>1. 隐马尔可夫模型——（2）示例</vt:lpstr>
      <vt:lpstr>1. 隐马尔可夫模型——（2）示例</vt:lpstr>
      <vt:lpstr>1. 隐马尔可夫模型——（2）示例</vt:lpstr>
      <vt:lpstr>1. 隐马尔可夫模型——（2）示例</vt:lpstr>
      <vt:lpstr>1. 隐马尔可夫模型—— （3） 隐马尔可夫模型的两个基本假设</vt:lpstr>
      <vt:lpstr>1. 隐马尔可夫模型—— （4）隐马尔可夫模型的三个基本问题</vt:lpstr>
      <vt:lpstr>2. 基于隐马尔可夫模型进行中文分词——（1）基本原理</vt:lpstr>
      <vt:lpstr>2. 基于隐马尔可夫模型进行中文分词——（2）算法举例</vt:lpstr>
      <vt:lpstr>2. 基于隐马尔可夫模型进行中文分词——（2）算法举例</vt:lpstr>
      <vt:lpstr>2. 基于隐马尔可夫模型进行中文分词——（3）对中文分词进行形式化描述</vt:lpstr>
      <vt:lpstr>2. 基于隐马尔可夫模型进行中文分词——（3）对中文分词进行形式化描述</vt:lpstr>
      <vt:lpstr>3. 维特比（Viterbi）算法——（1）基本原理</vt:lpstr>
      <vt:lpstr>3. 维特比（Viterbi）算法——（2）最优路径的特性</vt:lpstr>
      <vt:lpstr>3. 维特比（Viterbi）算法——（2）最优路径的特性</vt:lpstr>
      <vt:lpstr>3. 维特比（Viterbi）算法——（3）算法举例</vt:lpstr>
      <vt:lpstr>3. 维特比（Viterbi）算法——（3）算法举例</vt:lpstr>
      <vt:lpstr>3. 维特比（Viterbi）算法——（3）算法举例</vt:lpstr>
      <vt:lpstr>3. 维特比（Viterbi）算法——（3）算法举例</vt:lpstr>
      <vt:lpstr>3. 维特比（Viterbi）算法——（3）算法举例</vt:lpstr>
      <vt:lpstr>4. 其他基于序列标注的分词算法</vt:lpstr>
      <vt:lpstr>5. 基于序列标注的分词案例</vt:lpstr>
      <vt:lpstr>5. 基于序列标注的分词案例——viterbi函数</vt:lpstr>
      <vt:lpstr>5. 基于序列标注的分词案例——tag_seg函数</vt:lpstr>
      <vt:lpstr>PowerPoint 演示文稿</vt:lpstr>
      <vt:lpstr>1.常见的中文分词工具</vt:lpstr>
      <vt:lpstr>2. jieba分词——（1）概述</vt:lpstr>
      <vt:lpstr>2. jieba分词——（1）概述</vt:lpstr>
      <vt:lpstr>2. jieba分词——（1）概述</vt:lpstr>
      <vt:lpstr>2. jieba分词——（1）概述</vt:lpstr>
      <vt:lpstr>2.jieba分词——（1）概述</vt:lpstr>
      <vt:lpstr>2.jieba分词——（1）概述</vt:lpstr>
      <vt:lpstr>2.jieba分词——（2）安装</vt:lpstr>
      <vt:lpstr>2.jieba分词——（2）安装</vt:lpstr>
      <vt:lpstr>2.jieba分词——（3）四种分词模式</vt:lpstr>
      <vt:lpstr>2.jieba分词——（4）基本应用</vt:lpstr>
      <vt:lpstr>2.jieba分词——（3）四种分词模式</vt:lpstr>
      <vt:lpstr>2.jieba分词——（3）四种分词模式</vt:lpstr>
      <vt:lpstr>2.jieba分词——（4）基本应用</vt:lpstr>
      <vt:lpstr>2.jieba分词——（4）基本应用</vt:lpstr>
      <vt:lpstr>3.jieba分词案例</vt:lpstr>
      <vt:lpstr>3.jieba分词案例——三种分词结果对比</vt:lpstr>
      <vt:lpstr>3.jieba分词案例——三种分词结果对比</vt:lpstr>
      <vt:lpstr>本章作业</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绿色多边形</dc:title>
  <dc:creator>第一PPT</dc:creator>
  <cp:keywords>www.1ppt.com</cp:keywords>
  <dc:description>www.1ppt.com</dc:description>
  <cp:lastModifiedBy>zyl(靓)</cp:lastModifiedBy>
  <cp:revision>418</cp:revision>
  <dcterms:created xsi:type="dcterms:W3CDTF">2026-03-26T02:02:03Z</dcterms:created>
  <dcterms:modified xsi:type="dcterms:W3CDTF">2026-03-26T02:02:03Z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88CBF03ED9184032A60EEAEBE1FFBA7E</vt:lpwstr>
  </property>
  <property fmtid="{D5CDD505-2E9C-101B-9397-08002B2CF9AE}" pid="3" name="KSOProductBuildVer">
    <vt:lpwstr>2052-12.1.25205.25205</vt:lpwstr>
  </property>
  <property fmtid="{D5CDD505-2E9C-101B-9397-08002B2CF9AE}" pid="4" name="commondata">
    <vt:lpwstr>eyJoZGlkIjoiNDg1ZGZhM2IyYWRkMzA0MDQ5MWUwYzQwZDY5MmE4ZWEifQ==</vt:lpwstr>
  </property>
</Properties>
</file>